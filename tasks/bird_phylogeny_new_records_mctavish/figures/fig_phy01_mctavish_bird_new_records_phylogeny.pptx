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e298fad09963e39d1dcd5544f2ba673199c57f12.png"/>
<Relationship Id="rId3" Type="http://schemas.openxmlformats.org/officeDocument/2006/relationships/image" Target="../media/3e768fcf69b73b463adf832d8a049cf1f5a9ab67.png"/>
<Relationship Id="rId4" Type="http://schemas.openxmlformats.org/officeDocument/2006/relationships/image" Target="../media/1756b11d2c2b08ff2c6455ba91983e50a392fa82.png"/>
<Relationship Id="rId5" Type="http://schemas.openxmlformats.org/officeDocument/2006/relationships/image" Target="../media/f6e8d9cbe909b71d6d7bc31db15659bca1a7afb4.png"/>
<Relationship Id="rId6" Type="http://schemas.openxmlformats.org/officeDocument/2006/relationships/image" Target="../media/de7e174a25296aa7d5f78405092530e6e891a926.png"/>
<Relationship Id="rId7" Type="http://schemas.openxmlformats.org/officeDocument/2006/relationships/image" Target="../media/4b2023e4ae9dd99cbfcd530fd63f70ccc8d736b9.png"/>
<Relationship Id="rId8" Type="http://schemas.openxmlformats.org/officeDocument/2006/relationships/image" Target="../media/f97b21145c8337aef9e253566ef69d8675785409.png"/>
<Relationship Id="rId9" Type="http://schemas.openxmlformats.org/officeDocument/2006/relationships/image" Target="../media/611732a38956872aa25221e9e1157ece57f76bbe.png"/>
<Relationship Id="rId10" Type="http://schemas.openxmlformats.org/officeDocument/2006/relationships/image" Target="../media/b4e19efb8409260df25701b79bb4a9727ca1e25e.png"/>
<Relationship Id="rId11" Type="http://schemas.openxmlformats.org/officeDocument/2006/relationships/image" Target="../media/8e504936a0d060f4ffcc8d8be7209b9008b55cb5.png"/>
<Relationship Id="rId12" Type="http://schemas.openxmlformats.org/officeDocument/2006/relationships/image" Target="../media/704065eeff6371c2ac8b0df42ba692d6314ca5ed.png"/>
<Relationship Id="rId13" Type="http://schemas.openxmlformats.org/officeDocument/2006/relationships/image" Target="../media/4c087c90bdd26394dabddcc29277bb527b86c2b4.png"/>
<Relationship Id="rId14" Type="http://schemas.openxmlformats.org/officeDocument/2006/relationships/image" Target="../media/7809b45954dbd97bcf7c41f646779529f22f5922.png"/>
<Relationship Id="rId15" Type="http://schemas.openxmlformats.org/officeDocument/2006/relationships/image" Target="../media/d7c7aca858ea594e45753bad093e54d70bbdae01.png"/>
<Relationship Id="rId16" Type="http://schemas.openxmlformats.org/officeDocument/2006/relationships/image" Target="../media/a204a0709f1bae26987f71df92e4d0d303f6649d.png"/>
<Relationship Id="rId17" Type="http://schemas.openxmlformats.org/officeDocument/2006/relationships/image" Target="../media/b7b6f547509821f2da8bf7725a950455d6f4e1a8.png"/>
<Relationship Id="rId18" Type="http://schemas.openxmlformats.org/officeDocument/2006/relationships/image" Target="../media/1721034619a34608176a2cf7c85abaf2506bce10.png"/>
<Relationship Id="rId19" Type="http://schemas.openxmlformats.org/officeDocument/2006/relationships/image" Target="../media/8a7b06708b865adb834651406d4914fcc085f95d.png"/>
<Relationship Id="rId20" Type="http://schemas.openxmlformats.org/officeDocument/2006/relationships/image" Target="../media/2477578382be77373260e8c80a82715ed90c7cd0.png"/>
<Relationship Id="rId21" Type="http://schemas.openxmlformats.org/officeDocument/2006/relationships/image" Target="../media/85b455648caec70fd0e5b518522ca72be7d4a3cd.png"/>
<Relationship Id="rId22" Type="http://schemas.openxmlformats.org/officeDocument/2006/relationships/image" Target="../media/4e9e7f15908894fd8f7499c3bfbb0538eb35e5c2.png"/>
<Relationship Id="rId23" Type="http://schemas.openxmlformats.org/officeDocument/2006/relationships/image" Target="../media/164429bb8816f79234d9e69863d9539deb1a8ba7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2191695" y="0"/>
              <a:ext cx="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054232" y="3454079"/>
              <a:ext cx="1331" cy="17"/>
            </a:xfrm>
            <a:custGeom>
              <a:avLst/>
              <a:pathLst>
                <a:path w="1331" h="17">
                  <a:moveTo>
                    <a:pt x="0" y="0"/>
                  </a:moveTo>
                  <a:lnTo>
                    <a:pt x="1331" y="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054321" y="3445719"/>
              <a:ext cx="1331" cy="11"/>
            </a:xfrm>
            <a:custGeom>
              <a:avLst/>
              <a:pathLst>
                <a:path w="1331" h="11">
                  <a:moveTo>
                    <a:pt x="0" y="0"/>
                  </a:moveTo>
                  <a:lnTo>
                    <a:pt x="1331" y="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053750" y="3479154"/>
              <a:ext cx="1331" cy="34"/>
            </a:xfrm>
            <a:custGeom>
              <a:avLst/>
              <a:pathLst>
                <a:path w="1331" h="34">
                  <a:moveTo>
                    <a:pt x="0" y="0"/>
                  </a:moveTo>
                  <a:lnTo>
                    <a:pt x="1331" y="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053946" y="3470796"/>
              <a:ext cx="1331" cy="28"/>
            </a:xfrm>
            <a:custGeom>
              <a:avLst/>
              <a:pathLst>
                <a:path w="1331" h="28">
                  <a:moveTo>
                    <a:pt x="0" y="0"/>
                  </a:moveTo>
                  <a:lnTo>
                    <a:pt x="1331" y="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052521" y="3474944"/>
              <a:ext cx="1331" cy="31"/>
            </a:xfrm>
            <a:custGeom>
              <a:avLst/>
              <a:pathLst>
                <a:path w="1331" h="31">
                  <a:moveTo>
                    <a:pt x="0" y="0"/>
                  </a:moveTo>
                  <a:lnTo>
                    <a:pt x="1331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052775" y="3462415"/>
              <a:ext cx="2662" cy="45"/>
            </a:xfrm>
            <a:custGeom>
              <a:avLst/>
              <a:pathLst>
                <a:path w="2662" h="45">
                  <a:moveTo>
                    <a:pt x="0" y="0"/>
                  </a:moveTo>
                  <a:lnTo>
                    <a:pt x="2662" y="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52234" y="3520926"/>
              <a:ext cx="1329" cy="62"/>
            </a:xfrm>
            <a:custGeom>
              <a:avLst/>
              <a:pathLst>
                <a:path w="1329" h="62">
                  <a:moveTo>
                    <a:pt x="0" y="0"/>
                  </a:moveTo>
                  <a:lnTo>
                    <a:pt x="1329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52608" y="3512574"/>
              <a:ext cx="1330" cy="56"/>
            </a:xfrm>
            <a:custGeom>
              <a:avLst/>
              <a:pathLst>
                <a:path w="1330" h="56">
                  <a:moveTo>
                    <a:pt x="0" y="0"/>
                  </a:moveTo>
                  <a:lnTo>
                    <a:pt x="1330" y="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051095" y="3516690"/>
              <a:ext cx="1330" cy="59"/>
            </a:xfrm>
            <a:custGeom>
              <a:avLst/>
              <a:pathLst>
                <a:path w="1330" h="59">
                  <a:moveTo>
                    <a:pt x="0" y="0"/>
                  </a:moveTo>
                  <a:lnTo>
                    <a:pt x="1330" y="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051617" y="3504170"/>
              <a:ext cx="2660" cy="102"/>
            </a:xfrm>
            <a:custGeom>
              <a:avLst/>
              <a:pathLst>
                <a:path w="2660" h="102">
                  <a:moveTo>
                    <a:pt x="0" y="0"/>
                  </a:moveTo>
                  <a:lnTo>
                    <a:pt x="2660" y="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050036" y="3510375"/>
              <a:ext cx="1330" cy="55"/>
            </a:xfrm>
            <a:custGeom>
              <a:avLst/>
              <a:pathLst>
                <a:path w="1330" h="55">
                  <a:moveTo>
                    <a:pt x="0" y="0"/>
                  </a:moveTo>
                  <a:lnTo>
                    <a:pt x="1330" y="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50589" y="3495775"/>
              <a:ext cx="3991" cy="136"/>
            </a:xfrm>
            <a:custGeom>
              <a:avLst/>
              <a:pathLst>
                <a:path w="3991" h="136">
                  <a:moveTo>
                    <a:pt x="0" y="0"/>
                  </a:moveTo>
                  <a:lnTo>
                    <a:pt x="3991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048996" y="3503025"/>
              <a:ext cx="1330" cy="50"/>
            </a:xfrm>
            <a:custGeom>
              <a:avLst/>
              <a:pathLst>
                <a:path w="1330" h="50">
                  <a:moveTo>
                    <a:pt x="0" y="0"/>
                  </a:moveTo>
                  <a:lnTo>
                    <a:pt x="1330" y="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49525" y="3487391"/>
              <a:ext cx="5323" cy="159"/>
            </a:xfrm>
            <a:custGeom>
              <a:avLst/>
              <a:pathLst>
                <a:path w="5323" h="159">
                  <a:moveTo>
                    <a:pt x="0" y="0"/>
                  </a:moveTo>
                  <a:lnTo>
                    <a:pt x="5323" y="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049238" y="3570995"/>
              <a:ext cx="1327" cy="96"/>
            </a:xfrm>
            <a:custGeom>
              <a:avLst/>
              <a:pathLst>
                <a:path w="1327" h="96">
                  <a:moveTo>
                    <a:pt x="0" y="0"/>
                  </a:moveTo>
                  <a:lnTo>
                    <a:pt x="1327" y="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049826" y="3562655"/>
              <a:ext cx="1328" cy="90"/>
            </a:xfrm>
            <a:custGeom>
              <a:avLst/>
              <a:pathLst>
                <a:path w="1328" h="90">
                  <a:moveTo>
                    <a:pt x="0" y="0"/>
                  </a:moveTo>
                  <a:lnTo>
                    <a:pt x="1328" y="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047955" y="3587665"/>
              <a:ext cx="1327" cy="107"/>
            </a:xfrm>
            <a:custGeom>
              <a:avLst/>
              <a:pathLst>
                <a:path w="1327" h="107">
                  <a:moveTo>
                    <a:pt x="0" y="0"/>
                  </a:moveTo>
                  <a:lnTo>
                    <a:pt x="1327" y="1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048614" y="3579331"/>
              <a:ext cx="1327" cy="102"/>
            </a:xfrm>
            <a:custGeom>
              <a:avLst/>
              <a:pathLst>
                <a:path w="1327" h="102">
                  <a:moveTo>
                    <a:pt x="0" y="0"/>
                  </a:moveTo>
                  <a:lnTo>
                    <a:pt x="1327" y="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045634" y="3583289"/>
              <a:ext cx="2654" cy="210"/>
            </a:xfrm>
            <a:custGeom>
              <a:avLst/>
              <a:pathLst>
                <a:path w="2654" h="210">
                  <a:moveTo>
                    <a:pt x="0" y="0"/>
                  </a:moveTo>
                  <a:lnTo>
                    <a:pt x="2654" y="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046880" y="3566638"/>
              <a:ext cx="2656" cy="187"/>
            </a:xfrm>
            <a:custGeom>
              <a:avLst/>
              <a:pathLst>
                <a:path w="2656" h="187">
                  <a:moveTo>
                    <a:pt x="0" y="0"/>
                  </a:moveTo>
                  <a:lnTo>
                    <a:pt x="2656" y="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044947" y="3574865"/>
              <a:ext cx="1327" cy="99"/>
            </a:xfrm>
            <a:custGeom>
              <a:avLst/>
              <a:pathLst>
                <a:path w="1327" h="99">
                  <a:moveTo>
                    <a:pt x="0" y="0"/>
                  </a:moveTo>
                  <a:lnTo>
                    <a:pt x="1327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046393" y="3554058"/>
              <a:ext cx="5314" cy="340"/>
            </a:xfrm>
            <a:custGeom>
              <a:avLst/>
              <a:pathLst>
                <a:path w="5314" h="340">
                  <a:moveTo>
                    <a:pt x="0" y="0"/>
                  </a:moveTo>
                  <a:lnTo>
                    <a:pt x="5314" y="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044370" y="3564371"/>
              <a:ext cx="1328" cy="92"/>
            </a:xfrm>
            <a:custGeom>
              <a:avLst/>
              <a:pathLst>
                <a:path w="1328" h="92">
                  <a:moveTo>
                    <a:pt x="0" y="0"/>
                  </a:moveTo>
                  <a:lnTo>
                    <a:pt x="1328" y="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045580" y="3545652"/>
              <a:ext cx="6645" cy="397"/>
            </a:xfrm>
            <a:custGeom>
              <a:avLst/>
              <a:pathLst>
                <a:path w="6645" h="397">
                  <a:moveTo>
                    <a:pt x="0" y="0"/>
                  </a:moveTo>
                  <a:lnTo>
                    <a:pt x="6645" y="3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043669" y="3554927"/>
              <a:ext cx="1328" cy="85"/>
            </a:xfrm>
            <a:custGeom>
              <a:avLst/>
              <a:pathLst>
                <a:path w="1328" h="85">
                  <a:moveTo>
                    <a:pt x="0" y="0"/>
                  </a:moveTo>
                  <a:lnTo>
                    <a:pt x="1328" y="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44731" y="3537254"/>
              <a:ext cx="7976" cy="443"/>
            </a:xfrm>
            <a:custGeom>
              <a:avLst/>
              <a:pathLst>
                <a:path w="7976" h="443">
                  <a:moveTo>
                    <a:pt x="0" y="0"/>
                  </a:moveTo>
                  <a:lnTo>
                    <a:pt x="7976" y="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042891" y="3546012"/>
              <a:ext cx="1329" cy="79"/>
            </a:xfrm>
            <a:custGeom>
              <a:avLst/>
              <a:pathLst>
                <a:path w="1329" h="79">
                  <a:moveTo>
                    <a:pt x="0" y="0"/>
                  </a:moveTo>
                  <a:lnTo>
                    <a:pt x="1329" y="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043845" y="3528866"/>
              <a:ext cx="9307" cy="477"/>
            </a:xfrm>
            <a:custGeom>
              <a:avLst/>
              <a:pathLst>
                <a:path w="9307" h="477">
                  <a:moveTo>
                    <a:pt x="0" y="0"/>
                  </a:moveTo>
                  <a:lnTo>
                    <a:pt x="9307" y="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036740" y="3537070"/>
              <a:ext cx="6646" cy="370"/>
            </a:xfrm>
            <a:custGeom>
              <a:avLst/>
              <a:pathLst>
                <a:path w="6646" h="370">
                  <a:moveTo>
                    <a:pt x="0" y="0"/>
                  </a:moveTo>
                  <a:lnTo>
                    <a:pt x="6646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038631" y="3494848"/>
              <a:ext cx="10645" cy="360"/>
            </a:xfrm>
            <a:custGeom>
              <a:avLst/>
              <a:pathLst>
                <a:path w="10645" h="360">
                  <a:moveTo>
                    <a:pt x="0" y="0"/>
                  </a:moveTo>
                  <a:lnTo>
                    <a:pt x="10645" y="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033810" y="3515786"/>
              <a:ext cx="3990" cy="178"/>
            </a:xfrm>
            <a:custGeom>
              <a:avLst/>
              <a:pathLst>
                <a:path w="3990" h="178">
                  <a:moveTo>
                    <a:pt x="0" y="0"/>
                  </a:moveTo>
                  <a:lnTo>
                    <a:pt x="3990" y="1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035353" y="3468329"/>
              <a:ext cx="17305" cy="350"/>
            </a:xfrm>
            <a:custGeom>
              <a:avLst/>
              <a:pathLst>
                <a:path w="17305" h="350">
                  <a:moveTo>
                    <a:pt x="0" y="0"/>
                  </a:moveTo>
                  <a:lnTo>
                    <a:pt x="17305" y="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8045763" y="3612649"/>
              <a:ext cx="1325" cy="124"/>
            </a:xfrm>
            <a:custGeom>
              <a:avLst/>
              <a:pathLst>
                <a:path w="1325" h="124">
                  <a:moveTo>
                    <a:pt x="0" y="0"/>
                  </a:moveTo>
                  <a:lnTo>
                    <a:pt x="1325" y="1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046529" y="3604324"/>
              <a:ext cx="1326" cy="119"/>
            </a:xfrm>
            <a:custGeom>
              <a:avLst/>
              <a:pathLst>
                <a:path w="1326" h="119">
                  <a:moveTo>
                    <a:pt x="0" y="0"/>
                  </a:moveTo>
                  <a:lnTo>
                    <a:pt x="1326" y="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8044825" y="3608365"/>
              <a:ext cx="1325" cy="122"/>
            </a:xfrm>
            <a:custGeom>
              <a:avLst/>
              <a:pathLst>
                <a:path w="1325" h="122">
                  <a:moveTo>
                    <a:pt x="0" y="0"/>
                  </a:moveTo>
                  <a:lnTo>
                    <a:pt x="1325" y="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045933" y="3595883"/>
              <a:ext cx="2653" cy="227"/>
            </a:xfrm>
            <a:custGeom>
              <a:avLst/>
              <a:pathLst>
                <a:path w="2653" h="227">
                  <a:moveTo>
                    <a:pt x="0" y="0"/>
                  </a:moveTo>
                  <a:lnTo>
                    <a:pt x="2653" y="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044124" y="3629288"/>
              <a:ext cx="1324" cy="136"/>
            </a:xfrm>
            <a:custGeom>
              <a:avLst/>
              <a:pathLst>
                <a:path w="1324" h="136">
                  <a:moveTo>
                    <a:pt x="0" y="0"/>
                  </a:moveTo>
                  <a:lnTo>
                    <a:pt x="1324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044961" y="3620970"/>
              <a:ext cx="1325" cy="130"/>
            </a:xfrm>
            <a:custGeom>
              <a:avLst/>
              <a:pathLst>
                <a:path w="1325" h="130">
                  <a:moveTo>
                    <a:pt x="0" y="0"/>
                  </a:moveTo>
                  <a:lnTo>
                    <a:pt x="1325" y="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041400" y="3654220"/>
              <a:ext cx="1322" cy="153"/>
            </a:xfrm>
            <a:custGeom>
              <a:avLst/>
              <a:pathLst>
                <a:path w="1322" h="153">
                  <a:moveTo>
                    <a:pt x="0" y="0"/>
                  </a:moveTo>
                  <a:lnTo>
                    <a:pt x="1322" y="1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8042343" y="3645913"/>
              <a:ext cx="1323" cy="147"/>
            </a:xfrm>
            <a:custGeom>
              <a:avLst/>
              <a:pathLst>
                <a:path w="1323" h="147">
                  <a:moveTo>
                    <a:pt x="0" y="0"/>
                  </a:moveTo>
                  <a:lnTo>
                    <a:pt x="1323" y="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040553" y="3649917"/>
              <a:ext cx="1322" cy="150"/>
            </a:xfrm>
            <a:custGeom>
              <a:avLst/>
              <a:pathLst>
                <a:path w="1322" h="150">
                  <a:moveTo>
                    <a:pt x="0" y="0"/>
                  </a:moveTo>
                  <a:lnTo>
                    <a:pt x="1322" y="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041928" y="3637461"/>
              <a:ext cx="2647" cy="283"/>
            </a:xfrm>
            <a:custGeom>
              <a:avLst/>
              <a:pathLst>
                <a:path w="2647" h="283">
                  <a:moveTo>
                    <a:pt x="0" y="0"/>
                  </a:moveTo>
                  <a:lnTo>
                    <a:pt x="2647" y="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036150" y="3695688"/>
              <a:ext cx="1319" cy="181"/>
            </a:xfrm>
            <a:custGeom>
              <a:avLst/>
              <a:pathLst>
                <a:path w="1319" h="181">
                  <a:moveTo>
                    <a:pt x="0" y="0"/>
                  </a:moveTo>
                  <a:lnTo>
                    <a:pt x="1319" y="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8037271" y="3687403"/>
              <a:ext cx="1319" cy="175"/>
            </a:xfrm>
            <a:custGeom>
              <a:avLst/>
              <a:pathLst>
                <a:path w="1319" h="175">
                  <a:moveTo>
                    <a:pt x="0" y="0"/>
                  </a:moveTo>
                  <a:lnTo>
                    <a:pt x="1319" y="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8035396" y="3691368"/>
              <a:ext cx="1319" cy="178"/>
            </a:xfrm>
            <a:custGeom>
              <a:avLst/>
              <a:pathLst>
                <a:path w="1319" h="178">
                  <a:moveTo>
                    <a:pt x="0" y="0"/>
                  </a:moveTo>
                  <a:lnTo>
                    <a:pt x="1319" y="1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8037036" y="3678944"/>
              <a:ext cx="2641" cy="340"/>
            </a:xfrm>
            <a:custGeom>
              <a:avLst/>
              <a:pathLst>
                <a:path w="2641" h="340">
                  <a:moveTo>
                    <a:pt x="0" y="0"/>
                  </a:moveTo>
                  <a:lnTo>
                    <a:pt x="2641" y="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034906" y="3684983"/>
              <a:ext cx="1319" cy="174"/>
            </a:xfrm>
            <a:custGeom>
              <a:avLst/>
              <a:pathLst>
                <a:path w="1319" h="174">
                  <a:moveTo>
                    <a:pt x="0" y="0"/>
                  </a:moveTo>
                  <a:lnTo>
                    <a:pt x="1319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036764" y="3670492"/>
              <a:ext cx="3963" cy="493"/>
            </a:xfrm>
            <a:custGeom>
              <a:avLst/>
              <a:pathLst>
                <a:path w="3963" h="493">
                  <a:moveTo>
                    <a:pt x="0" y="0"/>
                  </a:moveTo>
                  <a:lnTo>
                    <a:pt x="3963" y="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034527" y="3677570"/>
              <a:ext cx="1320" cy="169"/>
            </a:xfrm>
            <a:custGeom>
              <a:avLst/>
              <a:pathLst>
                <a:path w="1320" h="169">
                  <a:moveTo>
                    <a:pt x="0" y="0"/>
                  </a:moveTo>
                  <a:lnTo>
                    <a:pt x="1320" y="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036455" y="3662046"/>
              <a:ext cx="5287" cy="635"/>
            </a:xfrm>
            <a:custGeom>
              <a:avLst/>
              <a:pathLst>
                <a:path w="5287" h="635">
                  <a:moveTo>
                    <a:pt x="0" y="0"/>
                  </a:moveTo>
                  <a:lnTo>
                    <a:pt x="5287" y="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031543" y="3669318"/>
              <a:ext cx="3963" cy="492"/>
            </a:xfrm>
            <a:custGeom>
              <a:avLst/>
              <a:pathLst>
                <a:path w="3963" h="492">
                  <a:moveTo>
                    <a:pt x="0" y="0"/>
                  </a:moveTo>
                  <a:lnTo>
                    <a:pt x="3963" y="4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034633" y="3642960"/>
              <a:ext cx="6617" cy="730"/>
            </a:xfrm>
            <a:custGeom>
              <a:avLst/>
              <a:pathLst>
                <a:path w="6617" h="730">
                  <a:moveTo>
                    <a:pt x="0" y="0"/>
                  </a:moveTo>
                  <a:lnTo>
                    <a:pt x="6617" y="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030488" y="3655834"/>
              <a:ext cx="2644" cy="310"/>
            </a:xfrm>
            <a:custGeom>
              <a:avLst/>
              <a:pathLst>
                <a:path w="2644" h="310">
                  <a:moveTo>
                    <a:pt x="0" y="0"/>
                  </a:moveTo>
                  <a:lnTo>
                    <a:pt x="2644" y="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033949" y="3624063"/>
              <a:ext cx="10597" cy="1066"/>
            </a:xfrm>
            <a:custGeom>
              <a:avLst/>
              <a:pathLst>
                <a:path w="10597" h="1066">
                  <a:moveTo>
                    <a:pt x="0" y="0"/>
                  </a:moveTo>
                  <a:lnTo>
                    <a:pt x="10597" y="10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028685" y="3745288"/>
              <a:ext cx="1313" cy="215"/>
            </a:xfrm>
            <a:custGeom>
              <a:avLst/>
              <a:pathLst>
                <a:path w="1313" h="215">
                  <a:moveTo>
                    <a:pt x="0" y="0"/>
                  </a:moveTo>
                  <a:lnTo>
                    <a:pt x="1313" y="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030017" y="3737035"/>
              <a:ext cx="1314" cy="209"/>
            </a:xfrm>
            <a:custGeom>
              <a:avLst/>
              <a:pathLst>
                <a:path w="1314" h="209">
                  <a:moveTo>
                    <a:pt x="0" y="0"/>
                  </a:moveTo>
                  <a:lnTo>
                    <a:pt x="1314" y="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024476" y="3770012"/>
              <a:ext cx="1311" cy="231"/>
            </a:xfrm>
            <a:custGeom>
              <a:avLst/>
              <a:pathLst>
                <a:path w="1311" h="231">
                  <a:moveTo>
                    <a:pt x="0" y="0"/>
                  </a:moveTo>
                  <a:lnTo>
                    <a:pt x="1311" y="2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8025914" y="3761777"/>
              <a:ext cx="1312" cy="226"/>
            </a:xfrm>
            <a:custGeom>
              <a:avLst/>
              <a:pathLst>
                <a:path w="1312" h="226">
                  <a:moveTo>
                    <a:pt x="0" y="0"/>
                  </a:moveTo>
                  <a:lnTo>
                    <a:pt x="1312" y="2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8023888" y="3765666"/>
              <a:ext cx="1311" cy="229"/>
            </a:xfrm>
            <a:custGeom>
              <a:avLst/>
              <a:pathLst>
                <a:path w="1311" h="229">
                  <a:moveTo>
                    <a:pt x="0" y="0"/>
                  </a:moveTo>
                  <a:lnTo>
                    <a:pt x="1311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8026004" y="3753315"/>
              <a:ext cx="2626" cy="441"/>
            </a:xfrm>
            <a:custGeom>
              <a:avLst/>
              <a:pathLst>
                <a:path w="2626" h="441">
                  <a:moveTo>
                    <a:pt x="0" y="0"/>
                  </a:moveTo>
                  <a:lnTo>
                    <a:pt x="2626" y="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8019951" y="3794680"/>
              <a:ext cx="1308" cy="248"/>
            </a:xfrm>
            <a:custGeom>
              <a:avLst/>
              <a:pathLst>
                <a:path w="1308" h="248">
                  <a:moveTo>
                    <a:pt x="0" y="0"/>
                  </a:moveTo>
                  <a:lnTo>
                    <a:pt x="1308" y="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8021495" y="3786464"/>
              <a:ext cx="1309" cy="243"/>
            </a:xfrm>
            <a:custGeom>
              <a:avLst/>
              <a:pathLst>
                <a:path w="1309" h="243">
                  <a:moveTo>
                    <a:pt x="0" y="0"/>
                  </a:moveTo>
                  <a:lnTo>
                    <a:pt x="1309" y="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8019419" y="3790327"/>
              <a:ext cx="1308" cy="245"/>
            </a:xfrm>
            <a:custGeom>
              <a:avLst/>
              <a:pathLst>
                <a:path w="1308" h="245">
                  <a:moveTo>
                    <a:pt x="0" y="0"/>
                  </a:moveTo>
                  <a:lnTo>
                    <a:pt x="1308" y="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8021693" y="3778004"/>
              <a:ext cx="2620" cy="474"/>
            </a:xfrm>
            <a:custGeom>
              <a:avLst/>
              <a:pathLst>
                <a:path w="2620" h="474">
                  <a:moveTo>
                    <a:pt x="0" y="0"/>
                  </a:moveTo>
                  <a:lnTo>
                    <a:pt x="2620" y="4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8016638" y="3783442"/>
              <a:ext cx="3927" cy="724"/>
            </a:xfrm>
            <a:custGeom>
              <a:avLst/>
              <a:pathLst>
                <a:path w="3927" h="724">
                  <a:moveTo>
                    <a:pt x="0" y="0"/>
                  </a:moveTo>
                  <a:lnTo>
                    <a:pt x="3927" y="7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021019" y="3758818"/>
              <a:ext cx="3936" cy="674"/>
            </a:xfrm>
            <a:custGeom>
              <a:avLst/>
              <a:pathLst>
                <a:path w="3936" h="674">
                  <a:moveTo>
                    <a:pt x="0" y="0"/>
                  </a:moveTo>
                  <a:lnTo>
                    <a:pt x="3936" y="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016246" y="3770671"/>
              <a:ext cx="2621" cy="466"/>
            </a:xfrm>
            <a:custGeom>
              <a:avLst/>
              <a:pathLst>
                <a:path w="2621" h="466">
                  <a:moveTo>
                    <a:pt x="0" y="0"/>
                  </a:moveTo>
                  <a:lnTo>
                    <a:pt x="2621" y="4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8021469" y="3739889"/>
              <a:ext cx="7886" cy="1273"/>
            </a:xfrm>
            <a:custGeom>
              <a:avLst/>
              <a:pathLst>
                <a:path w="7886" h="1273">
                  <a:moveTo>
                    <a:pt x="0" y="0"/>
                  </a:moveTo>
                  <a:lnTo>
                    <a:pt x="7886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8017606" y="3755067"/>
              <a:ext cx="1312" cy="222"/>
            </a:xfrm>
            <a:custGeom>
              <a:avLst/>
              <a:pathLst>
                <a:path w="1312" h="222">
                  <a:moveTo>
                    <a:pt x="0" y="0"/>
                  </a:moveTo>
                  <a:lnTo>
                    <a:pt x="1312" y="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8022104" y="3727349"/>
              <a:ext cx="10525" cy="1630"/>
            </a:xfrm>
            <a:custGeom>
              <a:avLst/>
              <a:pathLst>
                <a:path w="10525" h="1630">
                  <a:moveTo>
                    <a:pt x="0" y="0"/>
                  </a:moveTo>
                  <a:lnTo>
                    <a:pt x="10525" y="1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018591" y="3741003"/>
              <a:ext cx="1314" cy="213"/>
            </a:xfrm>
            <a:custGeom>
              <a:avLst/>
              <a:pathLst>
                <a:path w="1314" h="213">
                  <a:moveTo>
                    <a:pt x="0" y="0"/>
                  </a:moveTo>
                  <a:lnTo>
                    <a:pt x="1314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8022043" y="3718926"/>
              <a:ext cx="11849" cy="1783"/>
            </a:xfrm>
            <a:custGeom>
              <a:avLst/>
              <a:pathLst>
                <a:path w="11849" h="1783">
                  <a:moveTo>
                    <a:pt x="0" y="0"/>
                  </a:moveTo>
                  <a:lnTo>
                    <a:pt x="11849" y="1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8019033" y="3729764"/>
              <a:ext cx="1315" cy="205"/>
            </a:xfrm>
            <a:custGeom>
              <a:avLst/>
              <a:pathLst>
                <a:path w="1315" h="205">
                  <a:moveTo>
                    <a:pt x="0" y="0"/>
                  </a:moveTo>
                  <a:lnTo>
                    <a:pt x="1315" y="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8021946" y="3710509"/>
              <a:ext cx="13174" cy="1925"/>
            </a:xfrm>
            <a:custGeom>
              <a:avLst/>
              <a:pathLst>
                <a:path w="13174" h="1925">
                  <a:moveTo>
                    <a:pt x="0" y="0"/>
                  </a:moveTo>
                  <a:lnTo>
                    <a:pt x="13174" y="19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8019197" y="3719941"/>
              <a:ext cx="1316" cy="199"/>
            </a:xfrm>
            <a:custGeom>
              <a:avLst/>
              <a:pathLst>
                <a:path w="1316" h="199">
                  <a:moveTo>
                    <a:pt x="0" y="0"/>
                  </a:moveTo>
                  <a:lnTo>
                    <a:pt x="1316" y="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8021812" y="3702098"/>
              <a:ext cx="14500" cy="2056"/>
            </a:xfrm>
            <a:custGeom>
              <a:avLst/>
              <a:pathLst>
                <a:path w="14500" h="2056">
                  <a:moveTo>
                    <a:pt x="0" y="0"/>
                  </a:moveTo>
                  <a:lnTo>
                    <a:pt x="1450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8015111" y="3819289"/>
              <a:ext cx="1304" cy="265"/>
            </a:xfrm>
            <a:custGeom>
              <a:avLst/>
              <a:pathLst>
                <a:path w="1304" h="265">
                  <a:moveTo>
                    <a:pt x="0" y="0"/>
                  </a:moveTo>
                  <a:lnTo>
                    <a:pt x="1304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8016759" y="3811093"/>
              <a:ext cx="1305" cy="259"/>
            </a:xfrm>
            <a:custGeom>
              <a:avLst/>
              <a:pathLst>
                <a:path w="1305" h="259">
                  <a:moveTo>
                    <a:pt x="0" y="0"/>
                  </a:moveTo>
                  <a:lnTo>
                    <a:pt x="1305" y="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8009956" y="3843833"/>
              <a:ext cx="1301" cy="282"/>
            </a:xfrm>
            <a:custGeom>
              <a:avLst/>
              <a:pathLst>
                <a:path w="1301" h="282">
                  <a:moveTo>
                    <a:pt x="0" y="0"/>
                  </a:moveTo>
                  <a:lnTo>
                    <a:pt x="1301" y="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8011709" y="3835659"/>
              <a:ext cx="1302" cy="276"/>
            </a:xfrm>
            <a:custGeom>
              <a:avLst/>
              <a:pathLst>
                <a:path w="1302" h="276">
                  <a:moveTo>
                    <a:pt x="0" y="0"/>
                  </a:moveTo>
                  <a:lnTo>
                    <a:pt x="1302" y="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8006345" y="3860158"/>
              <a:ext cx="1298" cy="293"/>
            </a:xfrm>
            <a:custGeom>
              <a:avLst/>
              <a:pathLst>
                <a:path w="1298" h="293">
                  <a:moveTo>
                    <a:pt x="0" y="0"/>
                  </a:moveTo>
                  <a:lnTo>
                    <a:pt x="1298" y="2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8008168" y="3851999"/>
              <a:ext cx="1300" cy="287"/>
            </a:xfrm>
            <a:custGeom>
              <a:avLst/>
              <a:pathLst>
                <a:path w="1300" h="287">
                  <a:moveTo>
                    <a:pt x="0" y="0"/>
                  </a:moveTo>
                  <a:lnTo>
                    <a:pt x="1300" y="2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8004662" y="3855499"/>
              <a:ext cx="2598" cy="580"/>
            </a:xfrm>
            <a:custGeom>
              <a:avLst/>
              <a:pathLst>
                <a:path w="2598" h="580">
                  <a:moveTo>
                    <a:pt x="0" y="0"/>
                  </a:moveTo>
                  <a:lnTo>
                    <a:pt x="2598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8008233" y="3839188"/>
              <a:ext cx="2603" cy="558"/>
            </a:xfrm>
            <a:custGeom>
              <a:avLst/>
              <a:pathLst>
                <a:path w="2603" h="558">
                  <a:moveTo>
                    <a:pt x="0" y="0"/>
                  </a:moveTo>
                  <a:lnTo>
                    <a:pt x="2603" y="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7994677" y="3908941"/>
              <a:ext cx="1290" cy="326"/>
            </a:xfrm>
            <a:custGeom>
              <a:avLst/>
              <a:pathLst>
                <a:path w="1290" h="326">
                  <a:moveTo>
                    <a:pt x="0" y="0"/>
                  </a:moveTo>
                  <a:lnTo>
                    <a:pt x="1290" y="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7996708" y="3900831"/>
              <a:ext cx="1292" cy="320"/>
            </a:xfrm>
            <a:custGeom>
              <a:avLst/>
              <a:pathLst>
                <a:path w="1292" h="320">
                  <a:moveTo>
                    <a:pt x="0" y="0"/>
                  </a:moveTo>
                  <a:lnTo>
                    <a:pt x="1292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7994406" y="3904564"/>
              <a:ext cx="1291" cy="323"/>
            </a:xfrm>
            <a:custGeom>
              <a:avLst/>
              <a:pathLst>
                <a:path w="1291" h="323">
                  <a:moveTo>
                    <a:pt x="0" y="0"/>
                  </a:moveTo>
                  <a:lnTo>
                    <a:pt x="1291" y="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7997411" y="3892398"/>
              <a:ext cx="2587" cy="630"/>
            </a:xfrm>
            <a:custGeom>
              <a:avLst/>
              <a:pathLst>
                <a:path w="2587" h="630">
                  <a:moveTo>
                    <a:pt x="0" y="0"/>
                  </a:moveTo>
                  <a:lnTo>
                    <a:pt x="2587" y="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7994626" y="3898164"/>
              <a:ext cx="1292" cy="319"/>
            </a:xfrm>
            <a:custGeom>
              <a:avLst/>
              <a:pathLst>
                <a:path w="1292" h="319">
                  <a:moveTo>
                    <a:pt x="0" y="0"/>
                  </a:moveTo>
                  <a:lnTo>
                    <a:pt x="1292" y="3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7998077" y="3883967"/>
              <a:ext cx="3884" cy="929"/>
            </a:xfrm>
            <a:custGeom>
              <a:avLst/>
              <a:pathLst>
                <a:path w="3884" h="929">
                  <a:moveTo>
                    <a:pt x="0" y="0"/>
                  </a:moveTo>
                  <a:lnTo>
                    <a:pt x="3884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7995071" y="3890754"/>
              <a:ext cx="1293" cy="314"/>
            </a:xfrm>
            <a:custGeom>
              <a:avLst/>
              <a:pathLst>
                <a:path w="1293" h="314">
                  <a:moveTo>
                    <a:pt x="0" y="0"/>
                  </a:moveTo>
                  <a:lnTo>
                    <a:pt x="1293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7998706" y="3875539"/>
              <a:ext cx="5184" cy="1216"/>
            </a:xfrm>
            <a:custGeom>
              <a:avLst/>
              <a:pathLst>
                <a:path w="5184" h="1216">
                  <a:moveTo>
                    <a:pt x="0" y="0"/>
                  </a:moveTo>
                  <a:lnTo>
                    <a:pt x="5184" y="1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7995609" y="3882841"/>
              <a:ext cx="1294" cy="309"/>
            </a:xfrm>
            <a:custGeom>
              <a:avLst/>
              <a:pathLst>
                <a:path w="1294" h="309">
                  <a:moveTo>
                    <a:pt x="0" y="0"/>
                  </a:moveTo>
                  <a:lnTo>
                    <a:pt x="1294" y="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7999297" y="3867114"/>
              <a:ext cx="6487" cy="1493"/>
            </a:xfrm>
            <a:custGeom>
              <a:avLst/>
              <a:pathLst>
                <a:path w="6487" h="1493">
                  <a:moveTo>
                    <a:pt x="0" y="0"/>
                  </a:moveTo>
                  <a:lnTo>
                    <a:pt x="6487" y="1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7992284" y="3873766"/>
              <a:ext cx="5185" cy="1216"/>
            </a:xfrm>
            <a:custGeom>
              <a:avLst/>
              <a:pathLst>
                <a:path w="5185" h="1216">
                  <a:moveTo>
                    <a:pt x="0" y="0"/>
                  </a:moveTo>
                  <a:lnTo>
                    <a:pt x="5185" y="1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7998661" y="3845639"/>
              <a:ext cx="7803" cy="1708"/>
            </a:xfrm>
            <a:custGeom>
              <a:avLst/>
              <a:pathLst>
                <a:path w="7803" h="1708">
                  <a:moveTo>
                    <a:pt x="0" y="0"/>
                  </a:moveTo>
                  <a:lnTo>
                    <a:pt x="7803" y="1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7994226" y="3859420"/>
              <a:ext cx="1298" cy="294"/>
            </a:xfrm>
            <a:custGeom>
              <a:avLst/>
              <a:pathLst>
                <a:path w="1298" h="294">
                  <a:moveTo>
                    <a:pt x="0" y="0"/>
                  </a:moveTo>
                  <a:lnTo>
                    <a:pt x="1298" y="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8001695" y="3825039"/>
              <a:ext cx="13035" cy="2708"/>
            </a:xfrm>
            <a:custGeom>
              <a:avLst/>
              <a:pathLst>
                <a:path w="13035" h="2708">
                  <a:moveTo>
                    <a:pt x="0" y="0"/>
                  </a:moveTo>
                  <a:lnTo>
                    <a:pt x="13035" y="2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7995436" y="3841681"/>
              <a:ext cx="2602" cy="565"/>
            </a:xfrm>
            <a:custGeom>
              <a:avLst/>
              <a:pathLst>
                <a:path w="2602" h="565">
                  <a:moveTo>
                    <a:pt x="0" y="0"/>
                  </a:moveTo>
                  <a:lnTo>
                    <a:pt x="2602" y="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8001581" y="3812304"/>
              <a:ext cx="14358" cy="2887"/>
            </a:xfrm>
            <a:custGeom>
              <a:avLst/>
              <a:pathLst>
                <a:path w="14358" h="2887">
                  <a:moveTo>
                    <a:pt x="0" y="0"/>
                  </a:moveTo>
                  <a:lnTo>
                    <a:pt x="14358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7997262" y="3826732"/>
              <a:ext cx="1303" cy="272"/>
            </a:xfrm>
            <a:custGeom>
              <a:avLst/>
              <a:pathLst>
                <a:path w="1303" h="272">
                  <a:moveTo>
                    <a:pt x="0" y="0"/>
                  </a:moveTo>
                  <a:lnTo>
                    <a:pt x="1303" y="2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8002689" y="3799840"/>
              <a:ext cx="16990" cy="3304"/>
            </a:xfrm>
            <a:custGeom>
              <a:avLst/>
              <a:pathLst>
                <a:path w="16990" h="3304">
                  <a:moveTo>
                    <a:pt x="0" y="0"/>
                  </a:moveTo>
                  <a:lnTo>
                    <a:pt x="16990" y="3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7984362" y="3810134"/>
              <a:ext cx="15661" cy="3160"/>
            </a:xfrm>
            <a:custGeom>
              <a:avLst/>
              <a:pathLst>
                <a:path w="15661" h="3160">
                  <a:moveTo>
                    <a:pt x="0" y="0"/>
                  </a:moveTo>
                  <a:lnTo>
                    <a:pt x="15661" y="31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8002082" y="3708320"/>
              <a:ext cx="18443" cy="2702"/>
            </a:xfrm>
            <a:custGeom>
              <a:avLst/>
              <a:pathLst>
                <a:path w="18443" h="2702">
                  <a:moveTo>
                    <a:pt x="0" y="0"/>
                  </a:moveTo>
                  <a:lnTo>
                    <a:pt x="18443" y="27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7980787" y="3757063"/>
              <a:ext cx="13117" cy="2282"/>
            </a:xfrm>
            <a:custGeom>
              <a:avLst/>
              <a:pathLst>
                <a:path w="13117" h="2282">
                  <a:moveTo>
                    <a:pt x="0" y="0"/>
                  </a:moveTo>
                  <a:lnTo>
                    <a:pt x="13117" y="2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7997870" y="3636207"/>
              <a:ext cx="34413" cy="3749"/>
            </a:xfrm>
            <a:custGeom>
              <a:avLst/>
              <a:pathLst>
                <a:path w="34413" h="3749">
                  <a:moveTo>
                    <a:pt x="0" y="0"/>
                  </a:moveTo>
                  <a:lnTo>
                    <a:pt x="34413" y="37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7986338" y="3696212"/>
              <a:ext cx="3955" cy="559"/>
            </a:xfrm>
            <a:custGeom>
              <a:avLst/>
              <a:pathLst>
                <a:path w="3955" h="559">
                  <a:moveTo>
                    <a:pt x="0" y="0"/>
                  </a:moveTo>
                  <a:lnTo>
                    <a:pt x="3955" y="5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7997645" y="3597885"/>
              <a:ext cx="47743" cy="4239"/>
            </a:xfrm>
            <a:custGeom>
              <a:avLst/>
              <a:pathLst>
                <a:path w="47743" h="4239">
                  <a:moveTo>
                    <a:pt x="0" y="0"/>
                  </a:moveTo>
                  <a:lnTo>
                    <a:pt x="47743" y="4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7971465" y="3644688"/>
              <a:ext cx="21163" cy="2433"/>
            </a:xfrm>
            <a:custGeom>
              <a:avLst/>
              <a:pathLst>
                <a:path w="21163" h="2433">
                  <a:moveTo>
                    <a:pt x="0" y="0"/>
                  </a:moveTo>
                  <a:lnTo>
                    <a:pt x="21163" y="2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7982828" y="3490374"/>
              <a:ext cx="51898" cy="1688"/>
            </a:xfrm>
            <a:custGeom>
              <a:avLst/>
              <a:pathLst>
                <a:path w="51898" h="1688">
                  <a:moveTo>
                    <a:pt x="0" y="0"/>
                  </a:moveTo>
                  <a:lnTo>
                    <a:pt x="51898" y="1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7976072" y="3567452"/>
              <a:ext cx="2655" cy="195"/>
            </a:xfrm>
            <a:custGeom>
              <a:avLst/>
              <a:pathLst>
                <a:path w="2655" h="195">
                  <a:moveTo>
                    <a:pt x="0" y="0"/>
                  </a:moveTo>
                  <a:lnTo>
                    <a:pt x="2655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7981056" y="3449118"/>
              <a:ext cx="73224" cy="781"/>
            </a:xfrm>
            <a:custGeom>
              <a:avLst/>
              <a:pathLst>
                <a:path w="73224" h="781">
                  <a:moveTo>
                    <a:pt x="0" y="0"/>
                  </a:moveTo>
                  <a:lnTo>
                    <a:pt x="73224" y="7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7978163" y="3508268"/>
              <a:ext cx="1330" cy="56"/>
            </a:xfrm>
            <a:custGeom>
              <a:avLst/>
              <a:pathLst>
                <a:path w="1330" h="56">
                  <a:moveTo>
                    <a:pt x="0" y="0"/>
                  </a:moveTo>
                  <a:lnTo>
                    <a:pt x="1330" y="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7979815" y="3437041"/>
              <a:ext cx="75891" cy="323"/>
            </a:xfrm>
            <a:custGeom>
              <a:avLst/>
              <a:pathLst>
                <a:path w="75891" h="323">
                  <a:moveTo>
                    <a:pt x="0" y="0"/>
                  </a:moveTo>
                  <a:lnTo>
                    <a:pt x="75891" y="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7990511" y="3925133"/>
              <a:ext cx="1288" cy="337"/>
            </a:xfrm>
            <a:custGeom>
              <a:avLst/>
              <a:pathLst>
                <a:path w="1288" h="337">
                  <a:moveTo>
                    <a:pt x="0" y="0"/>
                  </a:moveTo>
                  <a:lnTo>
                    <a:pt x="1288" y="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7992611" y="3917041"/>
              <a:ext cx="1289" cy="331"/>
            </a:xfrm>
            <a:custGeom>
              <a:avLst/>
              <a:pathLst>
                <a:path w="1289" h="331">
                  <a:moveTo>
                    <a:pt x="0" y="0"/>
                  </a:moveTo>
                  <a:lnTo>
                    <a:pt x="1289" y="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986206" y="3941290"/>
              <a:ext cx="1285" cy="348"/>
            </a:xfrm>
            <a:custGeom>
              <a:avLst/>
              <a:pathLst>
                <a:path w="1285" h="348">
                  <a:moveTo>
                    <a:pt x="0" y="0"/>
                  </a:moveTo>
                  <a:lnTo>
                    <a:pt x="1285" y="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7988376" y="3933216"/>
              <a:ext cx="1286" cy="342"/>
            </a:xfrm>
            <a:custGeom>
              <a:avLst/>
              <a:pathLst>
                <a:path w="1286" h="342">
                  <a:moveTo>
                    <a:pt x="0" y="0"/>
                  </a:moveTo>
                  <a:lnTo>
                    <a:pt x="1286" y="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7984724" y="3936563"/>
              <a:ext cx="2571" cy="691"/>
            </a:xfrm>
            <a:custGeom>
              <a:avLst/>
              <a:pathLst>
                <a:path w="2571" h="691">
                  <a:moveTo>
                    <a:pt x="0" y="0"/>
                  </a:moveTo>
                  <a:lnTo>
                    <a:pt x="2571" y="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7988988" y="3920419"/>
              <a:ext cx="2577" cy="669"/>
            </a:xfrm>
            <a:custGeom>
              <a:avLst/>
              <a:pathLst>
                <a:path w="2577" h="669">
                  <a:moveTo>
                    <a:pt x="0" y="0"/>
                  </a:moveTo>
                  <a:lnTo>
                    <a:pt x="2577" y="6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7974843" y="3981515"/>
              <a:ext cx="1277" cy="375"/>
            </a:xfrm>
            <a:custGeom>
              <a:avLst/>
              <a:pathLst>
                <a:path w="1277" h="375">
                  <a:moveTo>
                    <a:pt x="0" y="0"/>
                  </a:moveTo>
                  <a:lnTo>
                    <a:pt x="1277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7977184" y="3973489"/>
              <a:ext cx="1278" cy="370"/>
            </a:xfrm>
            <a:custGeom>
              <a:avLst/>
              <a:pathLst>
                <a:path w="1278" h="370">
                  <a:moveTo>
                    <a:pt x="0" y="0"/>
                  </a:moveTo>
                  <a:lnTo>
                    <a:pt x="1278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7974740" y="3977130"/>
              <a:ext cx="1278" cy="372"/>
            </a:xfrm>
            <a:custGeom>
              <a:avLst/>
              <a:pathLst>
                <a:path w="1278" h="372">
                  <a:moveTo>
                    <a:pt x="0" y="0"/>
                  </a:moveTo>
                  <a:lnTo>
                    <a:pt x="1278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7978211" y="3965089"/>
              <a:ext cx="2561" cy="729"/>
            </a:xfrm>
            <a:custGeom>
              <a:avLst/>
              <a:pathLst>
                <a:path w="2561" h="729">
                  <a:moveTo>
                    <a:pt x="0" y="0"/>
                  </a:moveTo>
                  <a:lnTo>
                    <a:pt x="2561" y="7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7975206" y="3970744"/>
              <a:ext cx="1279" cy="368"/>
            </a:xfrm>
            <a:custGeom>
              <a:avLst/>
              <a:pathLst>
                <a:path w="1279" h="368">
                  <a:moveTo>
                    <a:pt x="0" y="0"/>
                  </a:moveTo>
                  <a:lnTo>
                    <a:pt x="1279" y="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7979200" y="3956690"/>
              <a:ext cx="3846" cy="1077"/>
            </a:xfrm>
            <a:custGeom>
              <a:avLst/>
              <a:pathLst>
                <a:path w="3846" h="1077">
                  <a:moveTo>
                    <a:pt x="0" y="0"/>
                  </a:moveTo>
                  <a:lnTo>
                    <a:pt x="3846" y="1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7975935" y="3963357"/>
              <a:ext cx="1280" cy="364"/>
            </a:xfrm>
            <a:custGeom>
              <a:avLst/>
              <a:pathLst>
                <a:path w="1280" h="364">
                  <a:moveTo>
                    <a:pt x="0" y="0"/>
                  </a:moveTo>
                  <a:lnTo>
                    <a:pt x="1280" y="3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7980152" y="3948293"/>
              <a:ext cx="5134" cy="1414"/>
            </a:xfrm>
            <a:custGeom>
              <a:avLst/>
              <a:pathLst>
                <a:path w="5134" h="1414">
                  <a:moveTo>
                    <a:pt x="0" y="0"/>
                  </a:moveTo>
                  <a:lnTo>
                    <a:pt x="5134" y="1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7972930" y="3954393"/>
              <a:ext cx="5128" cy="1435"/>
            </a:xfrm>
            <a:custGeom>
              <a:avLst/>
              <a:pathLst>
                <a:path w="5128" h="1435">
                  <a:moveTo>
                    <a:pt x="0" y="0"/>
                  </a:moveTo>
                  <a:lnTo>
                    <a:pt x="5128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7980437" y="3926796"/>
              <a:ext cx="6436" cy="1700"/>
            </a:xfrm>
            <a:custGeom>
              <a:avLst/>
              <a:pathLst>
                <a:path w="6436" h="1700">
                  <a:moveTo>
                    <a:pt x="0" y="0"/>
                  </a:moveTo>
                  <a:lnTo>
                    <a:pt x="6436" y="17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7965136" y="4013514"/>
              <a:ext cx="1270" cy="397"/>
            </a:xfrm>
            <a:custGeom>
              <a:avLst/>
              <a:pathLst>
                <a:path w="1270" h="397">
                  <a:moveTo>
                    <a:pt x="0" y="0"/>
                  </a:moveTo>
                  <a:lnTo>
                    <a:pt x="1270" y="3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7967614" y="4005530"/>
              <a:ext cx="1272" cy="391"/>
            </a:xfrm>
            <a:custGeom>
              <a:avLst/>
              <a:pathLst>
                <a:path w="1272" h="391">
                  <a:moveTo>
                    <a:pt x="0" y="0"/>
                  </a:moveTo>
                  <a:lnTo>
                    <a:pt x="1272" y="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7965108" y="4009129"/>
              <a:ext cx="1271" cy="394"/>
            </a:xfrm>
            <a:custGeom>
              <a:avLst/>
              <a:pathLst>
                <a:path w="1271" h="394">
                  <a:moveTo>
                    <a:pt x="0" y="0"/>
                  </a:moveTo>
                  <a:lnTo>
                    <a:pt x="1271" y="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7968784" y="3997149"/>
              <a:ext cx="2548" cy="772"/>
            </a:xfrm>
            <a:custGeom>
              <a:avLst/>
              <a:pathLst>
                <a:path w="2548" h="772">
                  <a:moveTo>
                    <a:pt x="0" y="0"/>
                  </a:moveTo>
                  <a:lnTo>
                    <a:pt x="2548" y="7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7965683" y="4002751"/>
              <a:ext cx="1272" cy="390"/>
            </a:xfrm>
            <a:custGeom>
              <a:avLst/>
              <a:pathLst>
                <a:path w="1272" h="390">
                  <a:moveTo>
                    <a:pt x="0" y="0"/>
                  </a:moveTo>
                  <a:lnTo>
                    <a:pt x="1272" y="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7969916" y="3988768"/>
              <a:ext cx="3827" cy="1143"/>
            </a:xfrm>
            <a:custGeom>
              <a:avLst/>
              <a:pathLst>
                <a:path w="3827" h="1143">
                  <a:moveTo>
                    <a:pt x="0" y="0"/>
                  </a:moveTo>
                  <a:lnTo>
                    <a:pt x="3827" y="1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7952236" y="4053273"/>
              <a:ext cx="1261" cy="424"/>
            </a:xfrm>
            <a:custGeom>
              <a:avLst/>
              <a:pathLst>
                <a:path w="1261" h="424">
                  <a:moveTo>
                    <a:pt x="0" y="0"/>
                  </a:moveTo>
                  <a:lnTo>
                    <a:pt x="1261" y="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7954884" y="4045343"/>
              <a:ext cx="1263" cy="418"/>
            </a:xfrm>
            <a:custGeom>
              <a:avLst/>
              <a:pathLst>
                <a:path w="1263" h="418">
                  <a:moveTo>
                    <a:pt x="0" y="0"/>
                  </a:moveTo>
                  <a:lnTo>
                    <a:pt x="1263" y="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7952302" y="4048888"/>
              <a:ext cx="1262" cy="421"/>
            </a:xfrm>
            <a:custGeom>
              <a:avLst/>
              <a:pathLst>
                <a:path w="1262" h="421">
                  <a:moveTo>
                    <a:pt x="0" y="0"/>
                  </a:moveTo>
                  <a:lnTo>
                    <a:pt x="1262" y="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7956233" y="4036989"/>
              <a:ext cx="2531" cy="827"/>
            </a:xfrm>
            <a:custGeom>
              <a:avLst/>
              <a:pathLst>
                <a:path w="2531" h="827">
                  <a:moveTo>
                    <a:pt x="0" y="0"/>
                  </a:moveTo>
                  <a:lnTo>
                    <a:pt x="2531" y="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7953012" y="4042524"/>
              <a:ext cx="1264" cy="417"/>
            </a:xfrm>
            <a:custGeom>
              <a:avLst/>
              <a:pathLst>
                <a:path w="1264" h="417">
                  <a:moveTo>
                    <a:pt x="0" y="0"/>
                  </a:moveTo>
                  <a:lnTo>
                    <a:pt x="1264" y="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7957543" y="4028634"/>
              <a:ext cx="3801" cy="1224"/>
            </a:xfrm>
            <a:custGeom>
              <a:avLst/>
              <a:pathLst>
                <a:path w="3801" h="1224">
                  <a:moveTo>
                    <a:pt x="0" y="0"/>
                  </a:moveTo>
                  <a:lnTo>
                    <a:pt x="3801" y="1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7954025" y="4035171"/>
              <a:ext cx="1265" cy="412"/>
            </a:xfrm>
            <a:custGeom>
              <a:avLst/>
              <a:pathLst>
                <a:path w="1265" h="412">
                  <a:moveTo>
                    <a:pt x="0" y="0"/>
                  </a:moveTo>
                  <a:lnTo>
                    <a:pt x="1265" y="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7958817" y="4020280"/>
              <a:ext cx="5076" cy="1611"/>
            </a:xfrm>
            <a:custGeom>
              <a:avLst/>
              <a:pathLst>
                <a:path w="5076" h="1611">
                  <a:moveTo>
                    <a:pt x="0" y="0"/>
                  </a:moveTo>
                  <a:lnTo>
                    <a:pt x="5076" y="1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7944090" y="4076993"/>
              <a:ext cx="1256" cy="440"/>
            </a:xfrm>
            <a:custGeom>
              <a:avLst/>
              <a:pathLst>
                <a:path w="1256" h="440">
                  <a:moveTo>
                    <a:pt x="0" y="0"/>
                  </a:moveTo>
                  <a:lnTo>
                    <a:pt x="1256" y="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7946839" y="4069098"/>
              <a:ext cx="1258" cy="435"/>
            </a:xfrm>
            <a:custGeom>
              <a:avLst/>
              <a:pathLst>
                <a:path w="1258" h="435">
                  <a:moveTo>
                    <a:pt x="0" y="0"/>
                  </a:moveTo>
                  <a:lnTo>
                    <a:pt x="1258" y="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7944212" y="4072609"/>
              <a:ext cx="1257" cy="437"/>
            </a:xfrm>
            <a:custGeom>
              <a:avLst/>
              <a:pathLst>
                <a:path w="1257" h="437">
                  <a:moveTo>
                    <a:pt x="0" y="0"/>
                  </a:moveTo>
                  <a:lnTo>
                    <a:pt x="1257" y="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7948295" y="4060762"/>
              <a:ext cx="2520" cy="859"/>
            </a:xfrm>
            <a:custGeom>
              <a:avLst/>
              <a:pathLst>
                <a:path w="2520" h="859">
                  <a:moveTo>
                    <a:pt x="0" y="0"/>
                  </a:moveTo>
                  <a:lnTo>
                    <a:pt x="2520" y="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7938491" y="4092748"/>
              <a:ext cx="1252" cy="451"/>
            </a:xfrm>
            <a:custGeom>
              <a:avLst/>
              <a:pathLst>
                <a:path w="1252" h="451">
                  <a:moveTo>
                    <a:pt x="0" y="0"/>
                  </a:moveTo>
                  <a:lnTo>
                    <a:pt x="1252" y="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7941308" y="4084876"/>
              <a:ext cx="1254" cy="445"/>
            </a:xfrm>
            <a:custGeom>
              <a:avLst/>
              <a:pathLst>
                <a:path w="1254" h="445">
                  <a:moveTo>
                    <a:pt x="0" y="0"/>
                  </a:moveTo>
                  <a:lnTo>
                    <a:pt x="1254" y="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7929841" y="4116288"/>
              <a:ext cx="1246" cy="467"/>
            </a:xfrm>
            <a:custGeom>
              <a:avLst/>
              <a:pathLst>
                <a:path w="1246" h="467">
                  <a:moveTo>
                    <a:pt x="0" y="0"/>
                  </a:moveTo>
                  <a:lnTo>
                    <a:pt x="1246" y="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7932758" y="4108454"/>
              <a:ext cx="1248" cy="461"/>
            </a:xfrm>
            <a:custGeom>
              <a:avLst/>
              <a:pathLst>
                <a:path w="1248" h="461">
                  <a:moveTo>
                    <a:pt x="0" y="0"/>
                  </a:moveTo>
                  <a:lnTo>
                    <a:pt x="1248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7930056" y="4111908"/>
              <a:ext cx="1247" cy="464"/>
            </a:xfrm>
            <a:custGeom>
              <a:avLst/>
              <a:pathLst>
                <a:path w="1247" h="464">
                  <a:moveTo>
                    <a:pt x="0" y="0"/>
                  </a:moveTo>
                  <a:lnTo>
                    <a:pt x="1247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7934391" y="4100150"/>
              <a:ext cx="2501" cy="913"/>
            </a:xfrm>
            <a:custGeom>
              <a:avLst/>
              <a:pathLst>
                <a:path w="2501" h="913">
                  <a:moveTo>
                    <a:pt x="0" y="0"/>
                  </a:moveTo>
                  <a:lnTo>
                    <a:pt x="2501" y="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7929734" y="4105111"/>
              <a:ext cx="2498" cy="921"/>
            </a:xfrm>
            <a:custGeom>
              <a:avLst/>
              <a:pathLst>
                <a:path w="2498" h="921">
                  <a:moveTo>
                    <a:pt x="0" y="0"/>
                  </a:moveTo>
                  <a:lnTo>
                    <a:pt x="2498" y="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7936143" y="4087468"/>
              <a:ext cx="3760" cy="1345"/>
            </a:xfrm>
            <a:custGeom>
              <a:avLst/>
              <a:pathLst>
                <a:path w="3760" h="1345">
                  <a:moveTo>
                    <a:pt x="0" y="0"/>
                  </a:moveTo>
                  <a:lnTo>
                    <a:pt x="3760" y="1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7929205" y="4094934"/>
              <a:ext cx="3754" cy="1363"/>
            </a:xfrm>
            <a:custGeom>
              <a:avLst/>
              <a:pathLst>
                <a:path w="3754" h="1363">
                  <a:moveTo>
                    <a:pt x="0" y="0"/>
                  </a:moveTo>
                  <a:lnTo>
                    <a:pt x="3754" y="1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7939969" y="4064520"/>
              <a:ext cx="6293" cy="2169"/>
            </a:xfrm>
            <a:custGeom>
              <a:avLst/>
              <a:pathLst>
                <a:path w="6293" h="2169">
                  <a:moveTo>
                    <a:pt x="0" y="0"/>
                  </a:moveTo>
                  <a:lnTo>
                    <a:pt x="6293" y="2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7928374" y="4077528"/>
              <a:ext cx="6275" cy="2220"/>
            </a:xfrm>
            <a:custGeom>
              <a:avLst/>
              <a:pathLst>
                <a:path w="6275" h="2220">
                  <a:moveTo>
                    <a:pt x="0" y="0"/>
                  </a:moveTo>
                  <a:lnTo>
                    <a:pt x="6275" y="2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7946296" y="4024467"/>
              <a:ext cx="10139" cy="3262"/>
            </a:xfrm>
            <a:custGeom>
              <a:avLst/>
              <a:pathLst>
                <a:path w="10139" h="3262">
                  <a:moveTo>
                    <a:pt x="0" y="0"/>
                  </a:moveTo>
                  <a:lnTo>
                    <a:pt x="10139" y="3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7932481" y="4049358"/>
              <a:ext cx="5045" cy="1704"/>
            </a:xfrm>
            <a:custGeom>
              <a:avLst/>
              <a:pathLst>
                <a:path w="5045" h="1704">
                  <a:moveTo>
                    <a:pt x="0" y="0"/>
                  </a:moveTo>
                  <a:lnTo>
                    <a:pt x="5045" y="1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7951246" y="3990748"/>
              <a:ext cx="16566" cy="5015"/>
            </a:xfrm>
            <a:custGeom>
              <a:avLst/>
              <a:pathLst>
                <a:path w="16566" h="5015">
                  <a:moveTo>
                    <a:pt x="0" y="0"/>
                  </a:moveTo>
                  <a:lnTo>
                    <a:pt x="16566" y="5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7917839" y="4147500"/>
              <a:ext cx="1238" cy="488"/>
            </a:xfrm>
            <a:custGeom>
              <a:avLst/>
              <a:pathLst>
                <a:path w="1238" h="488">
                  <a:moveTo>
                    <a:pt x="0" y="0"/>
                  </a:moveTo>
                  <a:lnTo>
                    <a:pt x="1238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7920890" y="4139716"/>
              <a:ext cx="1240" cy="483"/>
            </a:xfrm>
            <a:custGeom>
              <a:avLst/>
              <a:pathLst>
                <a:path w="1240" h="483">
                  <a:moveTo>
                    <a:pt x="0" y="0"/>
                  </a:moveTo>
                  <a:lnTo>
                    <a:pt x="1240" y="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7908490" y="4170772"/>
              <a:ext cx="1232" cy="504"/>
            </a:xfrm>
            <a:custGeom>
              <a:avLst/>
              <a:pathLst>
                <a:path w="1232" h="504">
                  <a:moveTo>
                    <a:pt x="0" y="0"/>
                  </a:moveTo>
                  <a:lnTo>
                    <a:pt x="1232" y="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7911639" y="4163028"/>
              <a:ext cx="1234" cy="498"/>
            </a:xfrm>
            <a:custGeom>
              <a:avLst/>
              <a:pathLst>
                <a:path w="1234" h="498">
                  <a:moveTo>
                    <a:pt x="0" y="0"/>
                  </a:moveTo>
                  <a:lnTo>
                    <a:pt x="1234" y="4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7908835" y="4166400"/>
              <a:ext cx="1233" cy="501"/>
            </a:xfrm>
            <a:custGeom>
              <a:avLst/>
              <a:pathLst>
                <a:path w="1233" h="501">
                  <a:moveTo>
                    <a:pt x="0" y="0"/>
                  </a:moveTo>
                  <a:lnTo>
                    <a:pt x="1233" y="5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7913519" y="4154777"/>
              <a:ext cx="2473" cy="987"/>
            </a:xfrm>
            <a:custGeom>
              <a:avLst/>
              <a:pathLst>
                <a:path w="2473" h="987">
                  <a:moveTo>
                    <a:pt x="0" y="0"/>
                  </a:moveTo>
                  <a:lnTo>
                    <a:pt x="2473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7908717" y="4159597"/>
              <a:ext cx="2469" cy="995"/>
            </a:xfrm>
            <a:custGeom>
              <a:avLst/>
              <a:pathLst>
                <a:path w="2469" h="995">
                  <a:moveTo>
                    <a:pt x="0" y="0"/>
                  </a:moveTo>
                  <a:lnTo>
                    <a:pt x="2469" y="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7915650" y="4142152"/>
              <a:ext cx="3718" cy="1457"/>
            </a:xfrm>
            <a:custGeom>
              <a:avLst/>
              <a:pathLst>
                <a:path w="3718" h="1457">
                  <a:moveTo>
                    <a:pt x="0" y="0"/>
                  </a:moveTo>
                  <a:lnTo>
                    <a:pt x="3718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7902091" y="4186219"/>
              <a:ext cx="1227" cy="514"/>
            </a:xfrm>
            <a:custGeom>
              <a:avLst/>
              <a:pathLst>
                <a:path w="1227" h="514">
                  <a:moveTo>
                    <a:pt x="0" y="0"/>
                  </a:moveTo>
                  <a:lnTo>
                    <a:pt x="1227" y="5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7905307" y="4178502"/>
              <a:ext cx="1230" cy="509"/>
            </a:xfrm>
            <a:custGeom>
              <a:avLst/>
              <a:pathLst>
                <a:path w="1230" h="509">
                  <a:moveTo>
                    <a:pt x="0" y="0"/>
                  </a:moveTo>
                  <a:lnTo>
                    <a:pt x="1230" y="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7892247" y="4209286"/>
              <a:ext cx="1221" cy="530"/>
            </a:xfrm>
            <a:custGeom>
              <a:avLst/>
              <a:pathLst>
                <a:path w="1221" h="530">
                  <a:moveTo>
                    <a:pt x="0" y="0"/>
                  </a:moveTo>
                  <a:lnTo>
                    <a:pt x="1221" y="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7895561" y="4201611"/>
              <a:ext cx="1223" cy="525"/>
            </a:xfrm>
            <a:custGeom>
              <a:avLst/>
              <a:pathLst>
                <a:path w="1223" h="525">
                  <a:moveTo>
                    <a:pt x="0" y="0"/>
                  </a:moveTo>
                  <a:lnTo>
                    <a:pt x="1223" y="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7892686" y="4204922"/>
              <a:ext cx="1222" cy="527"/>
            </a:xfrm>
            <a:custGeom>
              <a:avLst/>
              <a:pathLst>
                <a:path w="1222" h="527">
                  <a:moveTo>
                    <a:pt x="0" y="0"/>
                  </a:moveTo>
                  <a:lnTo>
                    <a:pt x="1222" y="5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7897617" y="4193402"/>
              <a:ext cx="2451" cy="1040"/>
            </a:xfrm>
            <a:custGeom>
              <a:avLst/>
              <a:pathLst>
                <a:path w="2451" h="1040">
                  <a:moveTo>
                    <a:pt x="0" y="0"/>
                  </a:moveTo>
                  <a:lnTo>
                    <a:pt x="2451" y="10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7892712" y="4198118"/>
              <a:ext cx="2448" cy="1047"/>
            </a:xfrm>
            <a:custGeom>
              <a:avLst/>
              <a:pathLst>
                <a:path w="2448" h="1047">
                  <a:moveTo>
                    <a:pt x="0" y="0"/>
                  </a:moveTo>
                  <a:lnTo>
                    <a:pt x="2448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7900016" y="4180826"/>
              <a:ext cx="3686" cy="1536"/>
            </a:xfrm>
            <a:custGeom>
              <a:avLst/>
              <a:pathLst>
                <a:path w="3686" h="1536">
                  <a:moveTo>
                    <a:pt x="0" y="0"/>
                  </a:moveTo>
                  <a:lnTo>
                    <a:pt x="3686" y="1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7890252" y="4186891"/>
              <a:ext cx="6132" cy="2590"/>
            </a:xfrm>
            <a:custGeom>
              <a:avLst/>
              <a:pathLst>
                <a:path w="6132" h="2590">
                  <a:moveTo>
                    <a:pt x="0" y="0"/>
                  </a:moveTo>
                  <a:lnTo>
                    <a:pt x="6132" y="25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7906018" y="4148424"/>
              <a:ext cx="6186" cy="2458"/>
            </a:xfrm>
            <a:custGeom>
              <a:avLst/>
              <a:pathLst>
                <a:path w="6186" h="2458">
                  <a:moveTo>
                    <a:pt x="0" y="0"/>
                  </a:moveTo>
                  <a:lnTo>
                    <a:pt x="6186" y="2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7882108" y="4232225"/>
              <a:ext cx="1214" cy="546"/>
            </a:xfrm>
            <a:custGeom>
              <a:avLst/>
              <a:pathLst>
                <a:path w="1214" h="546">
                  <a:moveTo>
                    <a:pt x="0" y="0"/>
                  </a:moveTo>
                  <a:lnTo>
                    <a:pt x="1214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7885520" y="4224593"/>
              <a:ext cx="1216" cy="540"/>
            </a:xfrm>
            <a:custGeom>
              <a:avLst/>
              <a:pathLst>
                <a:path w="1216" h="540">
                  <a:moveTo>
                    <a:pt x="0" y="0"/>
                  </a:moveTo>
                  <a:lnTo>
                    <a:pt x="1216" y="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7875186" y="4247445"/>
              <a:ext cx="1209" cy="556"/>
            </a:xfrm>
            <a:custGeom>
              <a:avLst/>
              <a:pathLst>
                <a:path w="1209" h="556">
                  <a:moveTo>
                    <a:pt x="0" y="0"/>
                  </a:moveTo>
                  <a:lnTo>
                    <a:pt x="1209" y="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7878663" y="4239842"/>
              <a:ext cx="1211" cy="551"/>
            </a:xfrm>
            <a:custGeom>
              <a:avLst/>
              <a:pathLst>
                <a:path w="1211" h="551">
                  <a:moveTo>
                    <a:pt x="0" y="0"/>
                  </a:moveTo>
                  <a:lnTo>
                    <a:pt x="1211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7860953" y="4277704"/>
              <a:ext cx="1199" cy="576"/>
            </a:xfrm>
            <a:custGeom>
              <a:avLst/>
              <a:pathLst>
                <a:path w="1199" h="576">
                  <a:moveTo>
                    <a:pt x="0" y="0"/>
                  </a:moveTo>
                  <a:lnTo>
                    <a:pt x="1199" y="5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7864560" y="4270162"/>
              <a:ext cx="1202" cy="571"/>
            </a:xfrm>
            <a:custGeom>
              <a:avLst/>
              <a:pathLst>
                <a:path w="1202" h="571">
                  <a:moveTo>
                    <a:pt x="0" y="0"/>
                  </a:moveTo>
                  <a:lnTo>
                    <a:pt x="1202" y="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7861559" y="4273361"/>
              <a:ext cx="1201" cy="574"/>
            </a:xfrm>
            <a:custGeom>
              <a:avLst/>
              <a:pathLst>
                <a:path w="1201" h="574">
                  <a:moveTo>
                    <a:pt x="0" y="0"/>
                  </a:moveTo>
                  <a:lnTo>
                    <a:pt x="1201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7866929" y="4262038"/>
              <a:ext cx="2409" cy="1133"/>
            </a:xfrm>
            <a:custGeom>
              <a:avLst/>
              <a:pathLst>
                <a:path w="2409" h="1133">
                  <a:moveTo>
                    <a:pt x="0" y="0"/>
                  </a:moveTo>
                  <a:lnTo>
                    <a:pt x="2409" y="1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7863050" y="4267133"/>
              <a:ext cx="1202" cy="570"/>
            </a:xfrm>
            <a:custGeom>
              <a:avLst/>
              <a:pathLst>
                <a:path w="1202" h="570">
                  <a:moveTo>
                    <a:pt x="0" y="0"/>
                  </a:moveTo>
                  <a:lnTo>
                    <a:pt x="1202" y="5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7869262" y="4253909"/>
              <a:ext cx="3621" cy="1684"/>
            </a:xfrm>
            <a:custGeom>
              <a:avLst/>
              <a:pathLst>
                <a:path w="3621" h="1684">
                  <a:moveTo>
                    <a:pt x="0" y="0"/>
                  </a:moveTo>
                  <a:lnTo>
                    <a:pt x="3621" y="1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7863758" y="4259395"/>
              <a:ext cx="2410" cy="1132"/>
            </a:xfrm>
            <a:custGeom>
              <a:avLst/>
              <a:pathLst>
                <a:path w="2410" h="1132">
                  <a:moveTo>
                    <a:pt x="0" y="0"/>
                  </a:moveTo>
                  <a:lnTo>
                    <a:pt x="2410" y="11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7872085" y="4241430"/>
              <a:ext cx="4843" cy="2215"/>
            </a:xfrm>
            <a:custGeom>
              <a:avLst/>
              <a:pathLst>
                <a:path w="4843" h="2215">
                  <a:moveTo>
                    <a:pt x="0" y="0"/>
                  </a:moveTo>
                  <a:lnTo>
                    <a:pt x="4843" y="2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7865529" y="4249303"/>
              <a:ext cx="2415" cy="1119"/>
            </a:xfrm>
            <a:custGeom>
              <a:avLst/>
              <a:pathLst>
                <a:path w="2415" h="1119">
                  <a:moveTo>
                    <a:pt x="0" y="0"/>
                  </a:moveTo>
                  <a:lnTo>
                    <a:pt x="2415" y="1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7876525" y="4225150"/>
              <a:ext cx="7292" cy="3260"/>
            </a:xfrm>
            <a:custGeom>
              <a:avLst/>
              <a:pathLst>
                <a:path w="7292" h="3260">
                  <a:moveTo>
                    <a:pt x="0" y="0"/>
                  </a:moveTo>
                  <a:lnTo>
                    <a:pt x="7292" y="3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7869856" y="4236694"/>
              <a:ext cx="1211" cy="551"/>
            </a:xfrm>
            <a:custGeom>
              <a:avLst/>
              <a:pathLst>
                <a:path w="1211" h="551">
                  <a:moveTo>
                    <a:pt x="0" y="0"/>
                  </a:moveTo>
                  <a:lnTo>
                    <a:pt x="1211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7880367" y="4213197"/>
              <a:ext cx="9751" cy="4285"/>
            </a:xfrm>
            <a:custGeom>
              <a:avLst/>
              <a:pathLst>
                <a:path w="9751" h="4285">
                  <a:moveTo>
                    <a:pt x="0" y="0"/>
                  </a:moveTo>
                  <a:lnTo>
                    <a:pt x="9751" y="4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7849941" y="4300237"/>
              <a:ext cx="1192" cy="592"/>
            </a:xfrm>
            <a:custGeom>
              <a:avLst/>
              <a:pathLst>
                <a:path w="1192" h="592">
                  <a:moveTo>
                    <a:pt x="0" y="0"/>
                  </a:moveTo>
                  <a:lnTo>
                    <a:pt x="1192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7853644" y="4292742"/>
              <a:ext cx="1194" cy="587"/>
            </a:xfrm>
            <a:custGeom>
              <a:avLst/>
              <a:pathLst>
                <a:path w="1194" h="587">
                  <a:moveTo>
                    <a:pt x="0" y="0"/>
                  </a:moveTo>
                  <a:lnTo>
                    <a:pt x="1194" y="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7850602" y="4295902"/>
              <a:ext cx="1193" cy="589"/>
            </a:xfrm>
            <a:custGeom>
              <a:avLst/>
              <a:pathLst>
                <a:path w="1193" h="589">
                  <a:moveTo>
                    <a:pt x="0" y="0"/>
                  </a:moveTo>
                  <a:lnTo>
                    <a:pt x="1193" y="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7856117" y="4284649"/>
              <a:ext cx="2394" cy="1164"/>
            </a:xfrm>
            <a:custGeom>
              <a:avLst/>
              <a:pathLst>
                <a:path w="2394" h="1164">
                  <a:moveTo>
                    <a:pt x="0" y="0"/>
                  </a:moveTo>
                  <a:lnTo>
                    <a:pt x="2394" y="1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7834810" y="4330058"/>
              <a:ext cx="1182" cy="612"/>
            </a:xfrm>
            <a:custGeom>
              <a:avLst/>
              <a:pathLst>
                <a:path w="1182" h="612">
                  <a:moveTo>
                    <a:pt x="0" y="0"/>
                  </a:moveTo>
                  <a:lnTo>
                    <a:pt x="1182" y="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7838641" y="4322627"/>
              <a:ext cx="1184" cy="607"/>
            </a:xfrm>
            <a:custGeom>
              <a:avLst/>
              <a:pathLst>
                <a:path w="1184" h="607">
                  <a:moveTo>
                    <a:pt x="0" y="0"/>
                  </a:moveTo>
                  <a:lnTo>
                    <a:pt x="1184" y="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7835546" y="4325734"/>
              <a:ext cx="1183" cy="610"/>
            </a:xfrm>
            <a:custGeom>
              <a:avLst/>
              <a:pathLst>
                <a:path w="1183" h="610">
                  <a:moveTo>
                    <a:pt x="0" y="0"/>
                  </a:moveTo>
                  <a:lnTo>
                    <a:pt x="1183" y="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7841252" y="4314577"/>
              <a:ext cx="2374" cy="1204"/>
            </a:xfrm>
            <a:custGeom>
              <a:avLst/>
              <a:pathLst>
                <a:path w="2374" h="1204">
                  <a:moveTo>
                    <a:pt x="0" y="0"/>
                  </a:moveTo>
                  <a:lnTo>
                    <a:pt x="2374" y="1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7837222" y="4319554"/>
              <a:ext cx="1185" cy="606"/>
            </a:xfrm>
            <a:custGeom>
              <a:avLst/>
              <a:pathLst>
                <a:path w="1185" h="606">
                  <a:moveTo>
                    <a:pt x="0" y="0"/>
                  </a:moveTo>
                  <a:lnTo>
                    <a:pt x="1185" y="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7843826" y="4306522"/>
              <a:ext cx="3569" cy="1792"/>
            </a:xfrm>
            <a:custGeom>
              <a:avLst/>
              <a:pathLst>
                <a:path w="3569" h="1792">
                  <a:moveTo>
                    <a:pt x="0" y="0"/>
                  </a:moveTo>
                  <a:lnTo>
                    <a:pt x="3569" y="17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7827055" y="4344870"/>
              <a:ext cx="1176" cy="622"/>
            </a:xfrm>
            <a:custGeom>
              <a:avLst/>
              <a:pathLst>
                <a:path w="1176" h="622">
                  <a:moveTo>
                    <a:pt x="0" y="0"/>
                  </a:moveTo>
                  <a:lnTo>
                    <a:pt x="1176" y="6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7830948" y="4337472"/>
              <a:ext cx="1179" cy="617"/>
            </a:xfrm>
            <a:custGeom>
              <a:avLst/>
              <a:pathLst>
                <a:path w="1179" h="617">
                  <a:moveTo>
                    <a:pt x="0" y="0"/>
                  </a:moveTo>
                  <a:lnTo>
                    <a:pt x="1179" y="6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7811166" y="4374294"/>
              <a:ext cx="1166" cy="642"/>
            </a:xfrm>
            <a:custGeom>
              <a:avLst/>
              <a:pathLst>
                <a:path w="1166" h="642">
                  <a:moveTo>
                    <a:pt x="0" y="0"/>
                  </a:moveTo>
                  <a:lnTo>
                    <a:pt x="1166" y="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7815185" y="4366963"/>
              <a:ext cx="1168" cy="637"/>
            </a:xfrm>
            <a:custGeom>
              <a:avLst/>
              <a:pathLst>
                <a:path w="1168" h="637">
                  <a:moveTo>
                    <a:pt x="0" y="0"/>
                  </a:moveTo>
                  <a:lnTo>
                    <a:pt x="1168" y="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7812012" y="4369990"/>
              <a:ext cx="1167" cy="640"/>
            </a:xfrm>
            <a:custGeom>
              <a:avLst/>
              <a:pathLst>
                <a:path w="1167" h="640">
                  <a:moveTo>
                    <a:pt x="0" y="0"/>
                  </a:moveTo>
                  <a:lnTo>
                    <a:pt x="1167" y="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7818002" y="4358983"/>
              <a:ext cx="2343" cy="1265"/>
            </a:xfrm>
            <a:custGeom>
              <a:avLst/>
              <a:pathLst>
                <a:path w="2343" h="1265">
                  <a:moveTo>
                    <a:pt x="0" y="0"/>
                  </a:moveTo>
                  <a:lnTo>
                    <a:pt x="2343" y="1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7803033" y="4388902"/>
              <a:ext cx="1160" cy="652"/>
            </a:xfrm>
            <a:custGeom>
              <a:avLst/>
              <a:pathLst>
                <a:path w="1160" h="652">
                  <a:moveTo>
                    <a:pt x="0" y="0"/>
                  </a:moveTo>
                  <a:lnTo>
                    <a:pt x="1160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7807115" y="4381607"/>
              <a:ext cx="1163" cy="647"/>
            </a:xfrm>
            <a:custGeom>
              <a:avLst/>
              <a:pathLst>
                <a:path w="1163" h="647">
                  <a:moveTo>
                    <a:pt x="0" y="0"/>
                  </a:moveTo>
                  <a:lnTo>
                    <a:pt x="1163" y="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7794777" y="4403441"/>
              <a:ext cx="1154" cy="662"/>
            </a:xfrm>
            <a:custGeom>
              <a:avLst/>
              <a:pathLst>
                <a:path w="1154" h="662">
                  <a:moveTo>
                    <a:pt x="0" y="0"/>
                  </a:moveTo>
                  <a:lnTo>
                    <a:pt x="1154" y="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7798921" y="4396181"/>
              <a:ext cx="1157" cy="657"/>
            </a:xfrm>
            <a:custGeom>
              <a:avLst/>
              <a:pathLst>
                <a:path w="1157" h="657">
                  <a:moveTo>
                    <a:pt x="0" y="0"/>
                  </a:moveTo>
                  <a:lnTo>
                    <a:pt x="1157" y="6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7794540" y="4398493"/>
              <a:ext cx="2312" cy="1319"/>
            </a:xfrm>
            <a:custGeom>
              <a:avLst/>
              <a:pathLst>
                <a:path w="2312" h="1319">
                  <a:moveTo>
                    <a:pt x="0" y="0"/>
                  </a:moveTo>
                  <a:lnTo>
                    <a:pt x="2312" y="13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7802754" y="4383957"/>
              <a:ext cx="2323" cy="1300"/>
            </a:xfrm>
            <a:custGeom>
              <a:avLst/>
              <a:pathLst>
                <a:path w="2323" h="1300">
                  <a:moveTo>
                    <a:pt x="0" y="0"/>
                  </a:moveTo>
                  <a:lnTo>
                    <a:pt x="2323" y="13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7795185" y="4389269"/>
              <a:ext cx="3477" cy="1965"/>
            </a:xfrm>
            <a:custGeom>
              <a:avLst/>
              <a:pathLst>
                <a:path w="3477" h="1965">
                  <a:moveTo>
                    <a:pt x="0" y="0"/>
                  </a:moveTo>
                  <a:lnTo>
                    <a:pt x="3477" y="1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7810338" y="4361946"/>
              <a:ext cx="4678" cy="2545"/>
            </a:xfrm>
            <a:custGeom>
              <a:avLst/>
              <a:pathLst>
                <a:path w="4678" h="2545">
                  <a:moveTo>
                    <a:pt x="0" y="0"/>
                  </a:moveTo>
                  <a:lnTo>
                    <a:pt x="4678" y="2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225"/>
            <p:cNvSpPr/>
            <p:nvPr/>
          </p:nvSpPr>
          <p:spPr>
            <a:xfrm>
              <a:off x="7801652" y="4374992"/>
              <a:ext cx="1164" cy="645"/>
            </a:xfrm>
            <a:custGeom>
              <a:avLst/>
              <a:pathLst>
                <a:path w="1164" h="645">
                  <a:moveTo>
                    <a:pt x="0" y="0"/>
                  </a:moveTo>
                  <a:lnTo>
                    <a:pt x="1164" y="6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7816084" y="4348485"/>
              <a:ext cx="8219" cy="4393"/>
            </a:xfrm>
            <a:custGeom>
              <a:avLst/>
              <a:pathLst>
                <a:path w="8219" h="4393">
                  <a:moveTo>
                    <a:pt x="0" y="0"/>
                  </a:moveTo>
                  <a:lnTo>
                    <a:pt x="8219" y="4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227"/>
            <p:cNvSpPr/>
            <p:nvPr/>
          </p:nvSpPr>
          <p:spPr>
            <a:xfrm>
              <a:off x="7806581" y="4360493"/>
              <a:ext cx="2338" cy="1273"/>
            </a:xfrm>
            <a:custGeom>
              <a:avLst/>
              <a:pathLst>
                <a:path w="2338" h="1273">
                  <a:moveTo>
                    <a:pt x="0" y="0"/>
                  </a:moveTo>
                  <a:lnTo>
                    <a:pt x="2338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l228"/>
            <p:cNvSpPr/>
            <p:nvPr/>
          </p:nvSpPr>
          <p:spPr>
            <a:xfrm>
              <a:off x="7819580" y="4336212"/>
              <a:ext cx="9425" cy="4960"/>
            </a:xfrm>
            <a:custGeom>
              <a:avLst/>
              <a:pathLst>
                <a:path w="9425" h="4960">
                  <a:moveTo>
                    <a:pt x="0" y="0"/>
                  </a:moveTo>
                  <a:lnTo>
                    <a:pt x="9425" y="49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l229"/>
            <p:cNvSpPr/>
            <p:nvPr/>
          </p:nvSpPr>
          <p:spPr>
            <a:xfrm>
              <a:off x="7808428" y="4345862"/>
              <a:ext cx="4695" cy="2513"/>
            </a:xfrm>
            <a:custGeom>
              <a:avLst/>
              <a:pathLst>
                <a:path w="4695" h="2513">
                  <a:moveTo>
                    <a:pt x="0" y="0"/>
                  </a:moveTo>
                  <a:lnTo>
                    <a:pt x="4695" y="25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l230"/>
            <p:cNvSpPr/>
            <p:nvPr/>
          </p:nvSpPr>
          <p:spPr>
            <a:xfrm>
              <a:off x="7828660" y="4307026"/>
              <a:ext cx="11876" cy="6018"/>
            </a:xfrm>
            <a:custGeom>
              <a:avLst/>
              <a:pathLst>
                <a:path w="11876" h="6018">
                  <a:moveTo>
                    <a:pt x="0" y="0"/>
                  </a:moveTo>
                  <a:lnTo>
                    <a:pt x="11876" y="60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l231"/>
            <p:cNvSpPr/>
            <p:nvPr/>
          </p:nvSpPr>
          <p:spPr>
            <a:xfrm>
              <a:off x="7815111" y="4324656"/>
              <a:ext cx="3542" cy="1845"/>
            </a:xfrm>
            <a:custGeom>
              <a:avLst/>
              <a:pathLst>
                <a:path w="3542" h="1845">
                  <a:moveTo>
                    <a:pt x="0" y="0"/>
                  </a:moveTo>
                  <a:lnTo>
                    <a:pt x="3542" y="1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l232"/>
            <p:cNvSpPr/>
            <p:nvPr/>
          </p:nvSpPr>
          <p:spPr>
            <a:xfrm>
              <a:off x="7836630" y="4282077"/>
              <a:ext cx="16738" cy="8202"/>
            </a:xfrm>
            <a:custGeom>
              <a:avLst/>
              <a:pathLst>
                <a:path w="16738" h="8202">
                  <a:moveTo>
                    <a:pt x="0" y="0"/>
                  </a:moveTo>
                  <a:lnTo>
                    <a:pt x="16738" y="82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l233"/>
            <p:cNvSpPr/>
            <p:nvPr/>
          </p:nvSpPr>
          <p:spPr>
            <a:xfrm>
              <a:off x="7815307" y="4298027"/>
              <a:ext cx="10694" cy="5405"/>
            </a:xfrm>
            <a:custGeom>
              <a:avLst/>
              <a:pathLst>
                <a:path w="10694" h="5405">
                  <a:moveTo>
                    <a:pt x="0" y="0"/>
                  </a:moveTo>
                  <a:lnTo>
                    <a:pt x="10694" y="5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l234"/>
            <p:cNvSpPr/>
            <p:nvPr/>
          </p:nvSpPr>
          <p:spPr>
            <a:xfrm>
              <a:off x="7854489" y="4215720"/>
              <a:ext cx="20661" cy="9242"/>
            </a:xfrm>
            <a:custGeom>
              <a:avLst/>
              <a:pathLst>
                <a:path w="20661" h="9242">
                  <a:moveTo>
                    <a:pt x="0" y="0"/>
                  </a:moveTo>
                  <a:lnTo>
                    <a:pt x="20661" y="92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l235"/>
            <p:cNvSpPr/>
            <p:nvPr/>
          </p:nvSpPr>
          <p:spPr>
            <a:xfrm>
              <a:off x="7823363" y="4251383"/>
              <a:ext cx="12021" cy="5722"/>
            </a:xfrm>
            <a:custGeom>
              <a:avLst/>
              <a:pathLst>
                <a:path w="12021" h="5722">
                  <a:moveTo>
                    <a:pt x="0" y="0"/>
                  </a:moveTo>
                  <a:lnTo>
                    <a:pt x="12021" y="57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l236"/>
            <p:cNvSpPr/>
            <p:nvPr/>
          </p:nvSpPr>
          <p:spPr>
            <a:xfrm>
              <a:off x="7866206" y="4154572"/>
              <a:ext cx="32031" cy="13127"/>
            </a:xfrm>
            <a:custGeom>
              <a:avLst/>
              <a:pathLst>
                <a:path w="32031" h="13127">
                  <a:moveTo>
                    <a:pt x="0" y="0"/>
                  </a:moveTo>
                  <a:lnTo>
                    <a:pt x="32031" y="13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l237"/>
            <p:cNvSpPr/>
            <p:nvPr/>
          </p:nvSpPr>
          <p:spPr>
            <a:xfrm>
              <a:off x="7844237" y="4202735"/>
              <a:ext cx="1217" cy="538"/>
            </a:xfrm>
            <a:custGeom>
              <a:avLst/>
              <a:pathLst>
                <a:path w="1217" h="538">
                  <a:moveTo>
                    <a:pt x="0" y="0"/>
                  </a:moveTo>
                  <a:lnTo>
                    <a:pt x="1217" y="5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l238"/>
            <p:cNvSpPr/>
            <p:nvPr/>
          </p:nvSpPr>
          <p:spPr>
            <a:xfrm>
              <a:off x="7880411" y="4115195"/>
              <a:ext cx="44738" cy="17202"/>
            </a:xfrm>
            <a:custGeom>
              <a:avLst/>
              <a:pathLst>
                <a:path w="44738" h="17202">
                  <a:moveTo>
                    <a:pt x="0" y="0"/>
                  </a:moveTo>
                  <a:lnTo>
                    <a:pt x="44738" y="172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l239"/>
            <p:cNvSpPr/>
            <p:nvPr/>
          </p:nvSpPr>
          <p:spPr>
            <a:xfrm>
              <a:off x="7861636" y="4158680"/>
              <a:ext cx="1230" cy="508"/>
            </a:xfrm>
            <a:custGeom>
              <a:avLst/>
              <a:pathLst>
                <a:path w="1230" h="508">
                  <a:moveTo>
                    <a:pt x="0" y="0"/>
                  </a:moveTo>
                  <a:lnTo>
                    <a:pt x="1230" y="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l240"/>
            <p:cNvSpPr/>
            <p:nvPr/>
          </p:nvSpPr>
          <p:spPr>
            <a:xfrm>
              <a:off x="7882079" y="4107099"/>
              <a:ext cx="46056" cy="17484"/>
            </a:xfrm>
            <a:custGeom>
              <a:avLst/>
              <a:pathLst>
                <a:path w="46056" h="17484">
                  <a:moveTo>
                    <a:pt x="0" y="0"/>
                  </a:moveTo>
                  <a:lnTo>
                    <a:pt x="46056" y="17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l241"/>
            <p:cNvSpPr/>
            <p:nvPr/>
          </p:nvSpPr>
          <p:spPr>
            <a:xfrm>
              <a:off x="7851003" y="4124624"/>
              <a:ext cx="21042" cy="8339"/>
            </a:xfrm>
            <a:custGeom>
              <a:avLst/>
              <a:pathLst>
                <a:path w="21042" h="8339">
                  <a:moveTo>
                    <a:pt x="0" y="0"/>
                  </a:moveTo>
                  <a:lnTo>
                    <a:pt x="21042" y="8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7893911" y="4004699"/>
              <a:ext cx="48185" cy="15427"/>
            </a:xfrm>
            <a:custGeom>
              <a:avLst/>
              <a:pathLst>
                <a:path w="48185" h="15427">
                  <a:moveTo>
                    <a:pt x="0" y="0"/>
                  </a:moveTo>
                  <a:lnTo>
                    <a:pt x="48185" y="15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l243"/>
            <p:cNvSpPr/>
            <p:nvPr/>
          </p:nvSpPr>
          <p:spPr>
            <a:xfrm>
              <a:off x="7862186" y="4060987"/>
              <a:ext cx="11282" cy="4036"/>
            </a:xfrm>
            <a:custGeom>
              <a:avLst/>
              <a:pathLst>
                <a:path w="11282" h="4036">
                  <a:moveTo>
                    <a:pt x="0" y="0"/>
                  </a:moveTo>
                  <a:lnTo>
                    <a:pt x="11282" y="4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l244"/>
            <p:cNvSpPr/>
            <p:nvPr/>
          </p:nvSpPr>
          <p:spPr>
            <a:xfrm>
              <a:off x="7906072" y="3921388"/>
              <a:ext cx="70661" cy="19220"/>
            </a:xfrm>
            <a:custGeom>
              <a:avLst/>
              <a:pathLst>
                <a:path w="70661" h="19220">
                  <a:moveTo>
                    <a:pt x="0" y="0"/>
                  </a:moveTo>
                  <a:lnTo>
                    <a:pt x="70661" y="19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l245"/>
            <p:cNvSpPr/>
            <p:nvPr/>
          </p:nvSpPr>
          <p:spPr>
            <a:xfrm>
              <a:off x="7811822" y="3968456"/>
              <a:ext cx="73668" cy="23159"/>
            </a:xfrm>
            <a:custGeom>
              <a:avLst/>
              <a:pathLst>
                <a:path w="73668" h="23159">
                  <a:moveTo>
                    <a:pt x="0" y="0"/>
                  </a:moveTo>
                  <a:lnTo>
                    <a:pt x="73668" y="23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l246"/>
            <p:cNvSpPr/>
            <p:nvPr/>
          </p:nvSpPr>
          <p:spPr>
            <a:xfrm>
              <a:off x="7894137" y="3470688"/>
              <a:ext cx="85189" cy="1974"/>
            </a:xfrm>
            <a:custGeom>
              <a:avLst/>
              <a:pathLst>
                <a:path w="85189" h="1974">
                  <a:moveTo>
                    <a:pt x="0" y="0"/>
                  </a:moveTo>
                  <a:lnTo>
                    <a:pt x="85189" y="19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l247"/>
            <p:cNvSpPr/>
            <p:nvPr/>
          </p:nvSpPr>
          <p:spPr>
            <a:xfrm>
              <a:off x="7769266" y="4446628"/>
              <a:ext cx="1137" cy="691"/>
            </a:xfrm>
            <a:custGeom>
              <a:avLst/>
              <a:pathLst>
                <a:path w="1137" h="691">
                  <a:moveTo>
                    <a:pt x="0" y="0"/>
                  </a:moveTo>
                  <a:lnTo>
                    <a:pt x="1137" y="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248"/>
            <p:cNvSpPr/>
            <p:nvPr/>
          </p:nvSpPr>
          <p:spPr>
            <a:xfrm>
              <a:off x="7773595" y="4439476"/>
              <a:ext cx="1140" cy="686"/>
            </a:xfrm>
            <a:custGeom>
              <a:avLst/>
              <a:pathLst>
                <a:path w="1140" h="686">
                  <a:moveTo>
                    <a:pt x="0" y="0"/>
                  </a:moveTo>
                  <a:lnTo>
                    <a:pt x="1140" y="6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249"/>
            <p:cNvSpPr/>
            <p:nvPr/>
          </p:nvSpPr>
          <p:spPr>
            <a:xfrm>
              <a:off x="7770295" y="4442365"/>
              <a:ext cx="1139" cy="689"/>
            </a:xfrm>
            <a:custGeom>
              <a:avLst/>
              <a:pathLst>
                <a:path w="1139" h="689">
                  <a:moveTo>
                    <a:pt x="0" y="0"/>
                  </a:moveTo>
                  <a:lnTo>
                    <a:pt x="1139" y="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250"/>
            <p:cNvSpPr/>
            <p:nvPr/>
          </p:nvSpPr>
          <p:spPr>
            <a:xfrm>
              <a:off x="7776749" y="4431623"/>
              <a:ext cx="2286" cy="1364"/>
            </a:xfrm>
            <a:custGeom>
              <a:avLst/>
              <a:pathLst>
                <a:path w="2286" h="1364">
                  <a:moveTo>
                    <a:pt x="0" y="0"/>
                  </a:moveTo>
                  <a:lnTo>
                    <a:pt x="2286" y="13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1"/>
            <p:cNvSpPr/>
            <p:nvPr/>
          </p:nvSpPr>
          <p:spPr>
            <a:xfrm>
              <a:off x="7772389" y="4436314"/>
              <a:ext cx="1141" cy="685"/>
            </a:xfrm>
            <a:custGeom>
              <a:avLst/>
              <a:pathLst>
                <a:path w="1141" h="685">
                  <a:moveTo>
                    <a:pt x="0" y="0"/>
                  </a:moveTo>
                  <a:lnTo>
                    <a:pt x="1141" y="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7779867" y="4423762"/>
              <a:ext cx="3439" cy="2031"/>
            </a:xfrm>
            <a:custGeom>
              <a:avLst/>
              <a:pathLst>
                <a:path w="3439" h="2031">
                  <a:moveTo>
                    <a:pt x="0" y="0"/>
                  </a:moveTo>
                  <a:lnTo>
                    <a:pt x="3439" y="20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3"/>
            <p:cNvSpPr/>
            <p:nvPr/>
          </p:nvSpPr>
          <p:spPr>
            <a:xfrm>
              <a:off x="7774996" y="4429363"/>
              <a:ext cx="1143" cy="681"/>
            </a:xfrm>
            <a:custGeom>
              <a:avLst/>
              <a:pathLst>
                <a:path w="1143" h="681">
                  <a:moveTo>
                    <a:pt x="0" y="0"/>
                  </a:moveTo>
                  <a:lnTo>
                    <a:pt x="1143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254"/>
            <p:cNvSpPr/>
            <p:nvPr/>
          </p:nvSpPr>
          <p:spPr>
            <a:xfrm>
              <a:off x="7782948" y="4415893"/>
              <a:ext cx="4597" cy="2689"/>
            </a:xfrm>
            <a:custGeom>
              <a:avLst/>
              <a:pathLst>
                <a:path w="4597" h="2689">
                  <a:moveTo>
                    <a:pt x="0" y="0"/>
                  </a:moveTo>
                  <a:lnTo>
                    <a:pt x="4597" y="2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255"/>
            <p:cNvSpPr/>
            <p:nvPr/>
          </p:nvSpPr>
          <p:spPr>
            <a:xfrm>
              <a:off x="7777839" y="4421959"/>
              <a:ext cx="1146" cy="676"/>
            </a:xfrm>
            <a:custGeom>
              <a:avLst/>
              <a:pathLst>
                <a:path w="1146" h="676">
                  <a:moveTo>
                    <a:pt x="0" y="0"/>
                  </a:moveTo>
                  <a:lnTo>
                    <a:pt x="1146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256"/>
            <p:cNvSpPr/>
            <p:nvPr/>
          </p:nvSpPr>
          <p:spPr>
            <a:xfrm>
              <a:off x="7785993" y="4408015"/>
              <a:ext cx="5760" cy="3336"/>
            </a:xfrm>
            <a:custGeom>
              <a:avLst/>
              <a:pathLst>
                <a:path w="5760" h="3336">
                  <a:moveTo>
                    <a:pt x="0" y="0"/>
                  </a:moveTo>
                  <a:lnTo>
                    <a:pt x="5760" y="33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257"/>
            <p:cNvSpPr/>
            <p:nvPr/>
          </p:nvSpPr>
          <p:spPr>
            <a:xfrm>
              <a:off x="7756098" y="4467973"/>
              <a:ext cx="1128" cy="706"/>
            </a:xfrm>
            <a:custGeom>
              <a:avLst/>
              <a:pathLst>
                <a:path w="1128" h="706">
                  <a:moveTo>
                    <a:pt x="0" y="0"/>
                  </a:moveTo>
                  <a:lnTo>
                    <a:pt x="1128" y="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258"/>
            <p:cNvSpPr/>
            <p:nvPr/>
          </p:nvSpPr>
          <p:spPr>
            <a:xfrm>
              <a:off x="7760518" y="4460877"/>
              <a:ext cx="1131" cy="701"/>
            </a:xfrm>
            <a:custGeom>
              <a:avLst/>
              <a:pathLst>
                <a:path w="1131" h="701">
                  <a:moveTo>
                    <a:pt x="0" y="0"/>
                  </a:moveTo>
                  <a:lnTo>
                    <a:pt x="1131" y="7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l259"/>
            <p:cNvSpPr/>
            <p:nvPr/>
          </p:nvSpPr>
          <p:spPr>
            <a:xfrm>
              <a:off x="7757182" y="4463723"/>
              <a:ext cx="1130" cy="703"/>
            </a:xfrm>
            <a:custGeom>
              <a:avLst/>
              <a:pathLst>
                <a:path w="1130" h="703">
                  <a:moveTo>
                    <a:pt x="0" y="0"/>
                  </a:moveTo>
                  <a:lnTo>
                    <a:pt x="1130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l260"/>
            <p:cNvSpPr/>
            <p:nvPr/>
          </p:nvSpPr>
          <p:spPr>
            <a:xfrm>
              <a:off x="7763772" y="4453065"/>
              <a:ext cx="2269" cy="1393"/>
            </a:xfrm>
            <a:custGeom>
              <a:avLst/>
              <a:pathLst>
                <a:path w="2269" h="1393">
                  <a:moveTo>
                    <a:pt x="0" y="0"/>
                  </a:moveTo>
                  <a:lnTo>
                    <a:pt x="2269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261"/>
            <p:cNvSpPr/>
            <p:nvPr/>
          </p:nvSpPr>
          <p:spPr>
            <a:xfrm>
              <a:off x="7747168" y="4482108"/>
              <a:ext cx="1122" cy="715"/>
            </a:xfrm>
            <a:custGeom>
              <a:avLst/>
              <a:pathLst>
                <a:path w="1122" h="715">
                  <a:moveTo>
                    <a:pt x="0" y="0"/>
                  </a:moveTo>
                  <a:lnTo>
                    <a:pt x="1122" y="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2"/>
            <p:cNvSpPr/>
            <p:nvPr/>
          </p:nvSpPr>
          <p:spPr>
            <a:xfrm>
              <a:off x="7751648" y="4475050"/>
              <a:ext cx="1125" cy="711"/>
            </a:xfrm>
            <a:custGeom>
              <a:avLst/>
              <a:pathLst>
                <a:path w="1125" h="711">
                  <a:moveTo>
                    <a:pt x="0" y="0"/>
                  </a:moveTo>
                  <a:lnTo>
                    <a:pt x="1125" y="7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3"/>
            <p:cNvSpPr/>
            <p:nvPr/>
          </p:nvSpPr>
          <p:spPr>
            <a:xfrm>
              <a:off x="7733548" y="4503167"/>
              <a:ext cx="1113" cy="730"/>
            </a:xfrm>
            <a:custGeom>
              <a:avLst/>
              <a:pathLst>
                <a:path w="1113" h="730">
                  <a:moveTo>
                    <a:pt x="0" y="0"/>
                  </a:moveTo>
                  <a:lnTo>
                    <a:pt x="1113" y="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4"/>
            <p:cNvSpPr/>
            <p:nvPr/>
          </p:nvSpPr>
          <p:spPr>
            <a:xfrm>
              <a:off x="7738118" y="4496167"/>
              <a:ext cx="1116" cy="725"/>
            </a:xfrm>
            <a:custGeom>
              <a:avLst/>
              <a:pathLst>
                <a:path w="1116" h="725">
                  <a:moveTo>
                    <a:pt x="0" y="0"/>
                  </a:moveTo>
                  <a:lnTo>
                    <a:pt x="1116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5"/>
            <p:cNvSpPr/>
            <p:nvPr/>
          </p:nvSpPr>
          <p:spPr>
            <a:xfrm>
              <a:off x="7734721" y="4498942"/>
              <a:ext cx="1114" cy="727"/>
            </a:xfrm>
            <a:custGeom>
              <a:avLst/>
              <a:pathLst>
                <a:path w="1114" h="727">
                  <a:moveTo>
                    <a:pt x="0" y="0"/>
                  </a:moveTo>
                  <a:lnTo>
                    <a:pt x="1114" y="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266"/>
            <p:cNvSpPr/>
            <p:nvPr/>
          </p:nvSpPr>
          <p:spPr>
            <a:xfrm>
              <a:off x="7741538" y="4488427"/>
              <a:ext cx="2239" cy="1441"/>
            </a:xfrm>
            <a:custGeom>
              <a:avLst/>
              <a:pathLst>
                <a:path w="2239" h="1441">
                  <a:moveTo>
                    <a:pt x="0" y="0"/>
                  </a:moveTo>
                  <a:lnTo>
                    <a:pt x="2239" y="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l267"/>
            <p:cNvSpPr/>
            <p:nvPr/>
          </p:nvSpPr>
          <p:spPr>
            <a:xfrm>
              <a:off x="7719658" y="4524050"/>
              <a:ext cx="1103" cy="744"/>
            </a:xfrm>
            <a:custGeom>
              <a:avLst/>
              <a:pathLst>
                <a:path w="1103" h="744">
                  <a:moveTo>
                    <a:pt x="0" y="0"/>
                  </a:moveTo>
                  <a:lnTo>
                    <a:pt x="1103" y="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l268"/>
            <p:cNvSpPr/>
            <p:nvPr/>
          </p:nvSpPr>
          <p:spPr>
            <a:xfrm>
              <a:off x="7724318" y="4517109"/>
              <a:ext cx="1107" cy="739"/>
            </a:xfrm>
            <a:custGeom>
              <a:avLst/>
              <a:pathLst>
                <a:path w="1107" h="739">
                  <a:moveTo>
                    <a:pt x="0" y="0"/>
                  </a:moveTo>
                  <a:lnTo>
                    <a:pt x="1107" y="7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l269"/>
            <p:cNvSpPr/>
            <p:nvPr/>
          </p:nvSpPr>
          <p:spPr>
            <a:xfrm>
              <a:off x="7710251" y="4537872"/>
              <a:ext cx="1097" cy="753"/>
            </a:xfrm>
            <a:custGeom>
              <a:avLst/>
              <a:pathLst>
                <a:path w="1097" h="753">
                  <a:moveTo>
                    <a:pt x="0" y="0"/>
                  </a:moveTo>
                  <a:lnTo>
                    <a:pt x="1097" y="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l270"/>
            <p:cNvSpPr/>
            <p:nvPr/>
          </p:nvSpPr>
          <p:spPr>
            <a:xfrm>
              <a:off x="7714969" y="4530971"/>
              <a:ext cx="1100" cy="749"/>
            </a:xfrm>
            <a:custGeom>
              <a:avLst/>
              <a:pathLst>
                <a:path w="1100" h="749">
                  <a:moveTo>
                    <a:pt x="0" y="0"/>
                  </a:moveTo>
                  <a:lnTo>
                    <a:pt x="1100" y="7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l271"/>
            <p:cNvSpPr/>
            <p:nvPr/>
          </p:nvSpPr>
          <p:spPr>
            <a:xfrm>
              <a:off x="7695919" y="4558454"/>
              <a:ext cx="1087" cy="767"/>
            </a:xfrm>
            <a:custGeom>
              <a:avLst/>
              <a:pathLst>
                <a:path w="1087" h="767">
                  <a:moveTo>
                    <a:pt x="0" y="0"/>
                  </a:moveTo>
                  <a:lnTo>
                    <a:pt x="1087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l272"/>
            <p:cNvSpPr/>
            <p:nvPr/>
          </p:nvSpPr>
          <p:spPr>
            <a:xfrm>
              <a:off x="7700726" y="4551614"/>
              <a:ext cx="1091" cy="763"/>
            </a:xfrm>
            <a:custGeom>
              <a:avLst/>
              <a:pathLst>
                <a:path w="1091" h="763">
                  <a:moveTo>
                    <a:pt x="0" y="0"/>
                  </a:moveTo>
                  <a:lnTo>
                    <a:pt x="1091" y="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l273"/>
            <p:cNvSpPr/>
            <p:nvPr/>
          </p:nvSpPr>
          <p:spPr>
            <a:xfrm>
              <a:off x="7686219" y="4572072"/>
              <a:ext cx="1081" cy="777"/>
            </a:xfrm>
            <a:custGeom>
              <a:avLst/>
              <a:pathLst>
                <a:path w="1081" h="777">
                  <a:moveTo>
                    <a:pt x="0" y="0"/>
                  </a:moveTo>
                  <a:lnTo>
                    <a:pt x="1081" y="7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l274"/>
            <p:cNvSpPr/>
            <p:nvPr/>
          </p:nvSpPr>
          <p:spPr>
            <a:xfrm>
              <a:off x="7691084" y="4565273"/>
              <a:ext cx="1084" cy="772"/>
            </a:xfrm>
            <a:custGeom>
              <a:avLst/>
              <a:pathLst>
                <a:path w="1084" h="772">
                  <a:moveTo>
                    <a:pt x="0" y="0"/>
                  </a:moveTo>
                  <a:lnTo>
                    <a:pt x="1084" y="7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l275"/>
            <p:cNvSpPr/>
            <p:nvPr/>
          </p:nvSpPr>
          <p:spPr>
            <a:xfrm>
              <a:off x="7686490" y="4567126"/>
              <a:ext cx="2165" cy="1549"/>
            </a:xfrm>
            <a:custGeom>
              <a:avLst/>
              <a:pathLst>
                <a:path w="2165" h="1549">
                  <a:moveTo>
                    <a:pt x="0" y="0"/>
                  </a:moveTo>
                  <a:lnTo>
                    <a:pt x="2165" y="1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l276"/>
            <p:cNvSpPr/>
            <p:nvPr/>
          </p:nvSpPr>
          <p:spPr>
            <a:xfrm>
              <a:off x="7696148" y="4553505"/>
              <a:ext cx="2178" cy="1530"/>
            </a:xfrm>
            <a:custGeom>
              <a:avLst/>
              <a:pathLst>
                <a:path w="2178" h="1530">
                  <a:moveTo>
                    <a:pt x="0" y="0"/>
                  </a:moveTo>
                  <a:lnTo>
                    <a:pt x="2178" y="1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l277"/>
            <p:cNvSpPr/>
            <p:nvPr/>
          </p:nvSpPr>
          <p:spPr>
            <a:xfrm>
              <a:off x="7661463" y="4605752"/>
              <a:ext cx="1064" cy="799"/>
            </a:xfrm>
            <a:custGeom>
              <a:avLst/>
              <a:pathLst>
                <a:path w="1064" h="799">
                  <a:moveTo>
                    <a:pt x="0" y="0"/>
                  </a:moveTo>
                  <a:lnTo>
                    <a:pt x="1064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l278"/>
            <p:cNvSpPr/>
            <p:nvPr/>
          </p:nvSpPr>
          <p:spPr>
            <a:xfrm>
              <a:off x="7666472" y="4599058"/>
              <a:ext cx="1067" cy="795"/>
            </a:xfrm>
            <a:custGeom>
              <a:avLst/>
              <a:pathLst>
                <a:path w="1067" h="795">
                  <a:moveTo>
                    <a:pt x="0" y="0"/>
                  </a:moveTo>
                  <a:lnTo>
                    <a:pt x="1067" y="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l279"/>
            <p:cNvSpPr/>
            <p:nvPr/>
          </p:nvSpPr>
          <p:spPr>
            <a:xfrm>
              <a:off x="7662905" y="4601610"/>
              <a:ext cx="1066" cy="797"/>
            </a:xfrm>
            <a:custGeom>
              <a:avLst/>
              <a:pathLst>
                <a:path w="1066" h="797">
                  <a:moveTo>
                    <a:pt x="0" y="0"/>
                  </a:moveTo>
                  <a:lnTo>
                    <a:pt x="1066" y="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l280"/>
            <p:cNvSpPr/>
            <p:nvPr/>
          </p:nvSpPr>
          <p:spPr>
            <a:xfrm>
              <a:off x="7670381" y="4591553"/>
              <a:ext cx="2142" cy="1581"/>
            </a:xfrm>
            <a:custGeom>
              <a:avLst/>
              <a:pathLst>
                <a:path w="2142" h="1581">
                  <a:moveTo>
                    <a:pt x="0" y="0"/>
                  </a:moveTo>
                  <a:lnTo>
                    <a:pt x="2142" y="1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1"/>
            <p:cNvSpPr/>
            <p:nvPr/>
          </p:nvSpPr>
          <p:spPr>
            <a:xfrm>
              <a:off x="7665582" y="4595793"/>
              <a:ext cx="1068" cy="794"/>
            </a:xfrm>
            <a:custGeom>
              <a:avLst/>
              <a:pathLst>
                <a:path w="1068" h="794">
                  <a:moveTo>
                    <a:pt x="0" y="0"/>
                  </a:moveTo>
                  <a:lnTo>
                    <a:pt x="1068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2"/>
            <p:cNvSpPr/>
            <p:nvPr/>
          </p:nvSpPr>
          <p:spPr>
            <a:xfrm>
              <a:off x="7674254" y="4584035"/>
              <a:ext cx="3223" cy="2358"/>
            </a:xfrm>
            <a:custGeom>
              <a:avLst/>
              <a:pathLst>
                <a:path w="3223" h="2358">
                  <a:moveTo>
                    <a:pt x="0" y="0"/>
                  </a:moveTo>
                  <a:lnTo>
                    <a:pt x="3223" y="2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3"/>
            <p:cNvSpPr/>
            <p:nvPr/>
          </p:nvSpPr>
          <p:spPr>
            <a:xfrm>
              <a:off x="7668858" y="4589132"/>
              <a:ext cx="1071" cy="790"/>
            </a:xfrm>
            <a:custGeom>
              <a:avLst/>
              <a:pathLst>
                <a:path w="1071" h="790">
                  <a:moveTo>
                    <a:pt x="0" y="0"/>
                  </a:moveTo>
                  <a:lnTo>
                    <a:pt x="1071" y="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4"/>
            <p:cNvSpPr/>
            <p:nvPr/>
          </p:nvSpPr>
          <p:spPr>
            <a:xfrm>
              <a:off x="7678092" y="4576505"/>
              <a:ext cx="4311" cy="3126"/>
            </a:xfrm>
            <a:custGeom>
              <a:avLst/>
              <a:pathLst>
                <a:path w="4311" h="3126">
                  <a:moveTo>
                    <a:pt x="0" y="0"/>
                  </a:moveTo>
                  <a:lnTo>
                    <a:pt x="4311" y="31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5"/>
            <p:cNvSpPr/>
            <p:nvPr/>
          </p:nvSpPr>
          <p:spPr>
            <a:xfrm>
              <a:off x="7669189" y="4579684"/>
              <a:ext cx="4298" cy="3143"/>
            </a:xfrm>
            <a:custGeom>
              <a:avLst/>
              <a:pathLst>
                <a:path w="4298" h="3143">
                  <a:moveTo>
                    <a:pt x="0" y="0"/>
                  </a:moveTo>
                  <a:lnTo>
                    <a:pt x="4298" y="3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6"/>
            <p:cNvSpPr/>
            <p:nvPr/>
          </p:nvSpPr>
          <p:spPr>
            <a:xfrm>
              <a:off x="7685903" y="4556475"/>
              <a:ext cx="5430" cy="3850"/>
            </a:xfrm>
            <a:custGeom>
              <a:avLst/>
              <a:pathLst>
                <a:path w="5430" h="3850">
                  <a:moveTo>
                    <a:pt x="0" y="0"/>
                  </a:moveTo>
                  <a:lnTo>
                    <a:pt x="5430" y="3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7"/>
            <p:cNvSpPr/>
            <p:nvPr/>
          </p:nvSpPr>
          <p:spPr>
            <a:xfrm>
              <a:off x="7676508" y="4567332"/>
              <a:ext cx="1080" cy="778"/>
            </a:xfrm>
            <a:custGeom>
              <a:avLst/>
              <a:pathLst>
                <a:path w="1080" h="778">
                  <a:moveTo>
                    <a:pt x="0" y="0"/>
                  </a:moveTo>
                  <a:lnTo>
                    <a:pt x="1080" y="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8"/>
            <p:cNvSpPr/>
            <p:nvPr/>
          </p:nvSpPr>
          <p:spPr>
            <a:xfrm>
              <a:off x="7696749" y="4538685"/>
              <a:ext cx="9848" cy="6826"/>
            </a:xfrm>
            <a:custGeom>
              <a:avLst/>
              <a:pathLst>
                <a:path w="9848" h="6826">
                  <a:moveTo>
                    <a:pt x="0" y="0"/>
                  </a:moveTo>
                  <a:lnTo>
                    <a:pt x="9848" y="6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9"/>
            <p:cNvSpPr/>
            <p:nvPr/>
          </p:nvSpPr>
          <p:spPr>
            <a:xfrm>
              <a:off x="7684518" y="4551518"/>
              <a:ext cx="2174" cy="1536"/>
            </a:xfrm>
            <a:custGeom>
              <a:avLst/>
              <a:pathLst>
                <a:path w="2174" h="1536">
                  <a:moveTo>
                    <a:pt x="0" y="0"/>
                  </a:moveTo>
                  <a:lnTo>
                    <a:pt x="2174" y="1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90"/>
            <p:cNvSpPr/>
            <p:nvPr/>
          </p:nvSpPr>
          <p:spPr>
            <a:xfrm>
              <a:off x="7701623" y="4526909"/>
              <a:ext cx="10990" cy="7514"/>
            </a:xfrm>
            <a:custGeom>
              <a:avLst/>
              <a:pathLst>
                <a:path w="10990" h="7514">
                  <a:moveTo>
                    <a:pt x="0" y="0"/>
                  </a:moveTo>
                  <a:lnTo>
                    <a:pt x="10990" y="75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1"/>
            <p:cNvSpPr/>
            <p:nvPr/>
          </p:nvSpPr>
          <p:spPr>
            <a:xfrm>
              <a:off x="7690931" y="4537727"/>
              <a:ext cx="2186" cy="1519"/>
            </a:xfrm>
            <a:custGeom>
              <a:avLst/>
              <a:pathLst>
                <a:path w="2186" h="1519">
                  <a:moveTo>
                    <a:pt x="0" y="0"/>
                  </a:moveTo>
                  <a:lnTo>
                    <a:pt x="2186" y="1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2"/>
            <p:cNvSpPr/>
            <p:nvPr/>
          </p:nvSpPr>
          <p:spPr>
            <a:xfrm>
              <a:off x="7708726" y="4511677"/>
              <a:ext cx="13265" cy="8904"/>
            </a:xfrm>
            <a:custGeom>
              <a:avLst/>
              <a:pathLst>
                <a:path w="13265" h="8904">
                  <a:moveTo>
                    <a:pt x="0" y="0"/>
                  </a:moveTo>
                  <a:lnTo>
                    <a:pt x="13265" y="8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3"/>
            <p:cNvSpPr/>
            <p:nvPr/>
          </p:nvSpPr>
          <p:spPr>
            <a:xfrm>
              <a:off x="7698782" y="4523987"/>
              <a:ext cx="1099" cy="751"/>
            </a:xfrm>
            <a:custGeom>
              <a:avLst/>
              <a:pathLst>
                <a:path w="1099" h="751">
                  <a:moveTo>
                    <a:pt x="0" y="0"/>
                  </a:moveTo>
                  <a:lnTo>
                    <a:pt x="1099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4"/>
            <p:cNvSpPr/>
            <p:nvPr/>
          </p:nvSpPr>
          <p:spPr>
            <a:xfrm>
              <a:off x="7714515" y="4500593"/>
              <a:ext cx="15542" cy="10289"/>
            </a:xfrm>
            <a:custGeom>
              <a:avLst/>
              <a:pathLst>
                <a:path w="15542" h="10289">
                  <a:moveTo>
                    <a:pt x="0" y="0"/>
                  </a:moveTo>
                  <a:lnTo>
                    <a:pt x="15542" y="10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7703377" y="4510090"/>
              <a:ext cx="3314" cy="2229"/>
            </a:xfrm>
            <a:custGeom>
              <a:avLst/>
              <a:pathLst>
                <a:path w="3314" h="2229">
                  <a:moveTo>
                    <a:pt x="0" y="0"/>
                  </a:moveTo>
                  <a:lnTo>
                    <a:pt x="3314" y="2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7721380" y="4482825"/>
              <a:ext cx="16758" cy="10864"/>
            </a:xfrm>
            <a:custGeom>
              <a:avLst/>
              <a:pathLst>
                <a:path w="16758" h="10864">
                  <a:moveTo>
                    <a:pt x="0" y="0"/>
                  </a:moveTo>
                  <a:lnTo>
                    <a:pt x="16758" y="108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7"/>
            <p:cNvSpPr/>
            <p:nvPr/>
          </p:nvSpPr>
          <p:spPr>
            <a:xfrm>
              <a:off x="7710214" y="4495028"/>
              <a:ext cx="2222" cy="1467"/>
            </a:xfrm>
            <a:custGeom>
              <a:avLst/>
              <a:pathLst>
                <a:path w="2222" h="1467">
                  <a:moveTo>
                    <a:pt x="0" y="0"/>
                  </a:moveTo>
                  <a:lnTo>
                    <a:pt x="2222" y="1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8"/>
            <p:cNvSpPr/>
            <p:nvPr/>
          </p:nvSpPr>
          <p:spPr>
            <a:xfrm>
              <a:off x="7729178" y="4465738"/>
              <a:ext cx="20233" cy="12843"/>
            </a:xfrm>
            <a:custGeom>
              <a:avLst/>
              <a:pathLst>
                <a:path w="20233" h="12843">
                  <a:moveTo>
                    <a:pt x="0" y="0"/>
                  </a:moveTo>
                  <a:lnTo>
                    <a:pt x="20233" y="1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9"/>
            <p:cNvSpPr/>
            <p:nvPr/>
          </p:nvSpPr>
          <p:spPr>
            <a:xfrm>
              <a:off x="7716409" y="4478255"/>
              <a:ext cx="3352" cy="2170"/>
            </a:xfrm>
            <a:custGeom>
              <a:avLst/>
              <a:pathLst>
                <a:path w="3352" h="2170">
                  <a:moveTo>
                    <a:pt x="0" y="0"/>
                  </a:moveTo>
                  <a:lnTo>
                    <a:pt x="3352" y="21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300"/>
            <p:cNvSpPr/>
            <p:nvPr/>
          </p:nvSpPr>
          <p:spPr>
            <a:xfrm>
              <a:off x="7737837" y="4444394"/>
              <a:ext cx="22648" cy="14005"/>
            </a:xfrm>
            <a:custGeom>
              <a:avLst/>
              <a:pathLst>
                <a:path w="22648" h="14005">
                  <a:moveTo>
                    <a:pt x="0" y="0"/>
                  </a:moveTo>
                  <a:lnTo>
                    <a:pt x="22648" y="140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1"/>
            <p:cNvSpPr/>
            <p:nvPr/>
          </p:nvSpPr>
          <p:spPr>
            <a:xfrm>
              <a:off x="7646266" y="4625703"/>
              <a:ext cx="1053" cy="813"/>
            </a:xfrm>
            <a:custGeom>
              <a:avLst/>
              <a:pathLst>
                <a:path w="1053" h="813">
                  <a:moveTo>
                    <a:pt x="0" y="0"/>
                  </a:moveTo>
                  <a:lnTo>
                    <a:pt x="1053" y="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7651360" y="4619074"/>
              <a:ext cx="1057" cy="809"/>
            </a:xfrm>
            <a:custGeom>
              <a:avLst/>
              <a:pathLst>
                <a:path w="1057" h="809">
                  <a:moveTo>
                    <a:pt x="0" y="0"/>
                  </a:moveTo>
                  <a:lnTo>
                    <a:pt x="1057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3"/>
            <p:cNvSpPr/>
            <p:nvPr/>
          </p:nvSpPr>
          <p:spPr>
            <a:xfrm>
              <a:off x="7647761" y="4621580"/>
              <a:ext cx="1055" cy="811"/>
            </a:xfrm>
            <a:custGeom>
              <a:avLst/>
              <a:pathLst>
                <a:path w="1055" h="811">
                  <a:moveTo>
                    <a:pt x="0" y="0"/>
                  </a:moveTo>
                  <a:lnTo>
                    <a:pt x="1055" y="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4"/>
            <p:cNvSpPr/>
            <p:nvPr/>
          </p:nvSpPr>
          <p:spPr>
            <a:xfrm>
              <a:off x="7655365" y="4611619"/>
              <a:ext cx="2121" cy="1609"/>
            </a:xfrm>
            <a:custGeom>
              <a:avLst/>
              <a:pathLst>
                <a:path w="2121" h="1609">
                  <a:moveTo>
                    <a:pt x="0" y="0"/>
                  </a:moveTo>
                  <a:lnTo>
                    <a:pt x="2121" y="1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5"/>
            <p:cNvSpPr/>
            <p:nvPr/>
          </p:nvSpPr>
          <p:spPr>
            <a:xfrm>
              <a:off x="7620375" y="4658518"/>
              <a:ext cx="1036" cy="835"/>
            </a:xfrm>
            <a:custGeom>
              <a:avLst/>
              <a:pathLst>
                <a:path w="1036" h="835">
                  <a:moveTo>
                    <a:pt x="0" y="0"/>
                  </a:moveTo>
                  <a:lnTo>
                    <a:pt x="1036" y="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6"/>
            <p:cNvSpPr/>
            <p:nvPr/>
          </p:nvSpPr>
          <p:spPr>
            <a:xfrm>
              <a:off x="7625609" y="4651999"/>
              <a:ext cx="1039" cy="831"/>
            </a:xfrm>
            <a:custGeom>
              <a:avLst/>
              <a:pathLst>
                <a:path w="1039" h="831">
                  <a:moveTo>
                    <a:pt x="0" y="0"/>
                  </a:moveTo>
                  <a:lnTo>
                    <a:pt x="1039" y="8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7"/>
            <p:cNvSpPr/>
            <p:nvPr/>
          </p:nvSpPr>
          <p:spPr>
            <a:xfrm>
              <a:off x="7621957" y="4654427"/>
              <a:ext cx="1038" cy="833"/>
            </a:xfrm>
            <a:custGeom>
              <a:avLst/>
              <a:pathLst>
                <a:path w="1038" h="833">
                  <a:moveTo>
                    <a:pt x="0" y="0"/>
                  </a:moveTo>
                  <a:lnTo>
                    <a:pt x="1038" y="8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8"/>
            <p:cNvSpPr/>
            <p:nvPr/>
          </p:nvSpPr>
          <p:spPr>
            <a:xfrm>
              <a:off x="7629772" y="4644631"/>
              <a:ext cx="2086" cy="1653"/>
            </a:xfrm>
            <a:custGeom>
              <a:avLst/>
              <a:pathLst>
                <a:path w="2086" h="1653">
                  <a:moveTo>
                    <a:pt x="0" y="0"/>
                  </a:moveTo>
                  <a:lnTo>
                    <a:pt x="2086" y="1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9"/>
            <p:cNvSpPr/>
            <p:nvPr/>
          </p:nvSpPr>
          <p:spPr>
            <a:xfrm>
              <a:off x="7599161" y="4684367"/>
              <a:ext cx="1021" cy="853"/>
            </a:xfrm>
            <a:custGeom>
              <a:avLst/>
              <a:pathLst>
                <a:path w="1021" h="853">
                  <a:moveTo>
                    <a:pt x="0" y="0"/>
                  </a:moveTo>
                  <a:lnTo>
                    <a:pt x="1021" y="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10"/>
            <p:cNvSpPr/>
            <p:nvPr/>
          </p:nvSpPr>
          <p:spPr>
            <a:xfrm>
              <a:off x="7604506" y="4677938"/>
              <a:ext cx="1025" cy="849"/>
            </a:xfrm>
            <a:custGeom>
              <a:avLst/>
              <a:pathLst>
                <a:path w="1025" h="849">
                  <a:moveTo>
                    <a:pt x="0" y="0"/>
                  </a:moveTo>
                  <a:lnTo>
                    <a:pt x="1025" y="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1"/>
            <p:cNvSpPr/>
            <p:nvPr/>
          </p:nvSpPr>
          <p:spPr>
            <a:xfrm>
              <a:off x="7600813" y="4680304"/>
              <a:ext cx="1023" cy="851"/>
            </a:xfrm>
            <a:custGeom>
              <a:avLst/>
              <a:pathLst>
                <a:path w="1023" h="851">
                  <a:moveTo>
                    <a:pt x="0" y="0"/>
                  </a:moveTo>
                  <a:lnTo>
                    <a:pt x="1023" y="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2"/>
            <p:cNvSpPr/>
            <p:nvPr/>
          </p:nvSpPr>
          <p:spPr>
            <a:xfrm>
              <a:off x="7608794" y="4670643"/>
              <a:ext cx="2058" cy="1689"/>
            </a:xfrm>
            <a:custGeom>
              <a:avLst/>
              <a:pathLst>
                <a:path w="2058" h="1689">
                  <a:moveTo>
                    <a:pt x="0" y="0"/>
                  </a:moveTo>
                  <a:lnTo>
                    <a:pt x="2058" y="1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3"/>
            <p:cNvSpPr/>
            <p:nvPr/>
          </p:nvSpPr>
          <p:spPr>
            <a:xfrm>
              <a:off x="7603785" y="4674632"/>
              <a:ext cx="1026" cy="847"/>
            </a:xfrm>
            <a:custGeom>
              <a:avLst/>
              <a:pathLst>
                <a:path w="1026" h="847">
                  <a:moveTo>
                    <a:pt x="0" y="0"/>
                  </a:moveTo>
                  <a:lnTo>
                    <a:pt x="1026" y="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l314"/>
            <p:cNvSpPr/>
            <p:nvPr/>
          </p:nvSpPr>
          <p:spPr>
            <a:xfrm>
              <a:off x="7613047" y="4663333"/>
              <a:ext cx="3098" cy="2520"/>
            </a:xfrm>
            <a:custGeom>
              <a:avLst/>
              <a:pathLst>
                <a:path w="3098" h="2520">
                  <a:moveTo>
                    <a:pt x="0" y="0"/>
                  </a:moveTo>
                  <a:lnTo>
                    <a:pt x="3098" y="25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l315"/>
            <p:cNvSpPr/>
            <p:nvPr/>
          </p:nvSpPr>
          <p:spPr>
            <a:xfrm>
              <a:off x="7588389" y="4697154"/>
              <a:ext cx="1014" cy="862"/>
            </a:xfrm>
            <a:custGeom>
              <a:avLst/>
              <a:pathLst>
                <a:path w="1014" h="862">
                  <a:moveTo>
                    <a:pt x="0" y="0"/>
                  </a:moveTo>
                  <a:lnTo>
                    <a:pt x="1014" y="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l316"/>
            <p:cNvSpPr/>
            <p:nvPr/>
          </p:nvSpPr>
          <p:spPr>
            <a:xfrm>
              <a:off x="7593789" y="4690772"/>
              <a:ext cx="1018" cy="857"/>
            </a:xfrm>
            <a:custGeom>
              <a:avLst/>
              <a:pathLst>
                <a:path w="1018" h="857">
                  <a:moveTo>
                    <a:pt x="0" y="0"/>
                  </a:moveTo>
                  <a:lnTo>
                    <a:pt x="1018" y="8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l317"/>
            <p:cNvSpPr/>
            <p:nvPr/>
          </p:nvSpPr>
          <p:spPr>
            <a:xfrm>
              <a:off x="7572028" y="4716163"/>
              <a:ext cx="1003" cy="875"/>
            </a:xfrm>
            <a:custGeom>
              <a:avLst/>
              <a:pathLst>
                <a:path w="1003" h="875">
                  <a:moveTo>
                    <a:pt x="0" y="0"/>
                  </a:moveTo>
                  <a:lnTo>
                    <a:pt x="1003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7577509" y="4709850"/>
              <a:ext cx="1007" cy="870"/>
            </a:xfrm>
            <a:custGeom>
              <a:avLst/>
              <a:pathLst>
                <a:path w="1007" h="870">
                  <a:moveTo>
                    <a:pt x="0" y="0"/>
                  </a:moveTo>
                  <a:lnTo>
                    <a:pt x="1007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7573766" y="4712136"/>
              <a:ext cx="1005" cy="872"/>
            </a:xfrm>
            <a:custGeom>
              <a:avLst/>
              <a:pathLst>
                <a:path w="1005" h="872">
                  <a:moveTo>
                    <a:pt x="0" y="0"/>
                  </a:moveTo>
                  <a:lnTo>
                    <a:pt x="1005" y="8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l320"/>
            <p:cNvSpPr/>
            <p:nvPr/>
          </p:nvSpPr>
          <p:spPr>
            <a:xfrm>
              <a:off x="7581952" y="4702647"/>
              <a:ext cx="2021" cy="1732"/>
            </a:xfrm>
            <a:custGeom>
              <a:avLst/>
              <a:pathLst>
                <a:path w="2021" h="1732">
                  <a:moveTo>
                    <a:pt x="0" y="0"/>
                  </a:moveTo>
                  <a:lnTo>
                    <a:pt x="2021" y="1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1"/>
            <p:cNvSpPr/>
            <p:nvPr/>
          </p:nvSpPr>
          <p:spPr>
            <a:xfrm>
              <a:off x="7575850" y="4705659"/>
              <a:ext cx="2016" cy="1739"/>
            </a:xfrm>
            <a:custGeom>
              <a:avLst/>
              <a:pathLst>
                <a:path w="2016" h="1739">
                  <a:moveTo>
                    <a:pt x="0" y="0"/>
                  </a:moveTo>
                  <a:lnTo>
                    <a:pt x="2016" y="17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l322"/>
            <p:cNvSpPr/>
            <p:nvPr/>
          </p:nvSpPr>
          <p:spPr>
            <a:xfrm>
              <a:off x="7588043" y="4691386"/>
              <a:ext cx="3049" cy="2579"/>
            </a:xfrm>
            <a:custGeom>
              <a:avLst/>
              <a:pathLst>
                <a:path w="3049" h="2579">
                  <a:moveTo>
                    <a:pt x="0" y="0"/>
                  </a:moveTo>
                  <a:lnTo>
                    <a:pt x="3049" y="25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7577914" y="4695078"/>
              <a:ext cx="4049" cy="3459"/>
            </a:xfrm>
            <a:custGeom>
              <a:avLst/>
              <a:pathLst>
                <a:path w="4049" h="3459">
                  <a:moveTo>
                    <a:pt x="0" y="0"/>
                  </a:moveTo>
                  <a:lnTo>
                    <a:pt x="4049" y="3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l324"/>
            <p:cNvSpPr/>
            <p:nvPr/>
          </p:nvSpPr>
          <p:spPr>
            <a:xfrm>
              <a:off x="7603278" y="4664771"/>
              <a:ext cx="5148" cy="4220"/>
            </a:xfrm>
            <a:custGeom>
              <a:avLst/>
              <a:pathLst>
                <a:path w="5148" h="4220">
                  <a:moveTo>
                    <a:pt x="0" y="0"/>
                  </a:moveTo>
                  <a:lnTo>
                    <a:pt x="5148" y="4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l325"/>
            <p:cNvSpPr/>
            <p:nvPr/>
          </p:nvSpPr>
          <p:spPr>
            <a:xfrm>
              <a:off x="7587610" y="4677425"/>
              <a:ext cx="3063" cy="2563"/>
            </a:xfrm>
            <a:custGeom>
              <a:avLst/>
              <a:pathLst>
                <a:path w="3063" h="2563">
                  <a:moveTo>
                    <a:pt x="0" y="0"/>
                  </a:moveTo>
                  <a:lnTo>
                    <a:pt x="3063" y="2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l326"/>
            <p:cNvSpPr/>
            <p:nvPr/>
          </p:nvSpPr>
          <p:spPr>
            <a:xfrm>
              <a:off x="7616505" y="4642063"/>
              <a:ext cx="9367" cy="7472"/>
            </a:xfrm>
            <a:custGeom>
              <a:avLst/>
              <a:pathLst>
                <a:path w="9367" h="7472">
                  <a:moveTo>
                    <a:pt x="0" y="0"/>
                  </a:moveTo>
                  <a:lnTo>
                    <a:pt x="9367" y="7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l327"/>
            <p:cNvSpPr/>
            <p:nvPr/>
          </p:nvSpPr>
          <p:spPr>
            <a:xfrm>
              <a:off x="7601130" y="4658986"/>
              <a:ext cx="1031" cy="842"/>
            </a:xfrm>
            <a:custGeom>
              <a:avLst/>
              <a:pathLst>
                <a:path w="1031" h="842">
                  <a:moveTo>
                    <a:pt x="0" y="0"/>
                  </a:moveTo>
                  <a:lnTo>
                    <a:pt x="1031" y="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l328"/>
            <p:cNvSpPr/>
            <p:nvPr/>
          </p:nvSpPr>
          <p:spPr>
            <a:xfrm>
              <a:off x="7624477" y="4629848"/>
              <a:ext cx="12564" cy="9869"/>
            </a:xfrm>
            <a:custGeom>
              <a:avLst/>
              <a:pathLst>
                <a:path w="12564" h="9869">
                  <a:moveTo>
                    <a:pt x="0" y="0"/>
                  </a:moveTo>
                  <a:lnTo>
                    <a:pt x="12564" y="9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9"/>
            <p:cNvSpPr/>
            <p:nvPr/>
          </p:nvSpPr>
          <p:spPr>
            <a:xfrm>
              <a:off x="7611834" y="4643640"/>
              <a:ext cx="1039" cy="832"/>
            </a:xfrm>
            <a:custGeom>
              <a:avLst/>
              <a:pathLst>
                <a:path w="1039" h="832">
                  <a:moveTo>
                    <a:pt x="0" y="0"/>
                  </a:moveTo>
                  <a:lnTo>
                    <a:pt x="1039" y="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7628538" y="4622494"/>
              <a:ext cx="13656" cy="10634"/>
            </a:xfrm>
            <a:custGeom>
              <a:avLst/>
              <a:pathLst>
                <a:path w="13656" h="10634">
                  <a:moveTo>
                    <a:pt x="0" y="0"/>
                  </a:moveTo>
                  <a:lnTo>
                    <a:pt x="13656" y="10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l331"/>
            <p:cNvSpPr/>
            <p:nvPr/>
          </p:nvSpPr>
          <p:spPr>
            <a:xfrm>
              <a:off x="7555425" y="4734960"/>
              <a:ext cx="992" cy="887"/>
            </a:xfrm>
            <a:custGeom>
              <a:avLst/>
              <a:pathLst>
                <a:path w="992" h="887">
                  <a:moveTo>
                    <a:pt x="0" y="0"/>
                  </a:moveTo>
                  <a:lnTo>
                    <a:pt x="992" y="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l332"/>
            <p:cNvSpPr/>
            <p:nvPr/>
          </p:nvSpPr>
          <p:spPr>
            <a:xfrm>
              <a:off x="7560986" y="4728718"/>
              <a:ext cx="996" cy="883"/>
            </a:xfrm>
            <a:custGeom>
              <a:avLst/>
              <a:pathLst>
                <a:path w="996" h="883">
                  <a:moveTo>
                    <a:pt x="0" y="0"/>
                  </a:moveTo>
                  <a:lnTo>
                    <a:pt x="996" y="8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l333"/>
            <p:cNvSpPr/>
            <p:nvPr/>
          </p:nvSpPr>
          <p:spPr>
            <a:xfrm>
              <a:off x="7557215" y="4730956"/>
              <a:ext cx="994" cy="885"/>
            </a:xfrm>
            <a:custGeom>
              <a:avLst/>
              <a:pathLst>
                <a:path w="994" h="885">
                  <a:moveTo>
                    <a:pt x="0" y="0"/>
                  </a:moveTo>
                  <a:lnTo>
                    <a:pt x="994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7565521" y="4721573"/>
              <a:ext cx="1999" cy="1758"/>
            </a:xfrm>
            <a:custGeom>
              <a:avLst/>
              <a:pathLst>
                <a:path w="1999" h="1758">
                  <a:moveTo>
                    <a:pt x="0" y="0"/>
                  </a:moveTo>
                  <a:lnTo>
                    <a:pt x="1999" y="1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7532915" y="4759689"/>
              <a:ext cx="976" cy="904"/>
            </a:xfrm>
            <a:custGeom>
              <a:avLst/>
              <a:pathLst>
                <a:path w="976" h="904">
                  <a:moveTo>
                    <a:pt x="0" y="0"/>
                  </a:moveTo>
                  <a:lnTo>
                    <a:pt x="976" y="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7538582" y="4753542"/>
              <a:ext cx="980" cy="900"/>
            </a:xfrm>
            <a:custGeom>
              <a:avLst/>
              <a:pathLst>
                <a:path w="980" h="900">
                  <a:moveTo>
                    <a:pt x="0" y="0"/>
                  </a:moveTo>
                  <a:lnTo>
                    <a:pt x="98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l337"/>
            <p:cNvSpPr/>
            <p:nvPr/>
          </p:nvSpPr>
          <p:spPr>
            <a:xfrm>
              <a:off x="7534773" y="4755716"/>
              <a:ext cx="978" cy="902"/>
            </a:xfrm>
            <a:custGeom>
              <a:avLst/>
              <a:pathLst>
                <a:path w="978" h="902">
                  <a:moveTo>
                    <a:pt x="0" y="0"/>
                  </a:moveTo>
                  <a:lnTo>
                    <a:pt x="978" y="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l338"/>
            <p:cNvSpPr/>
            <p:nvPr/>
          </p:nvSpPr>
          <p:spPr>
            <a:xfrm>
              <a:off x="7543238" y="4746476"/>
              <a:ext cx="1969" cy="1792"/>
            </a:xfrm>
            <a:custGeom>
              <a:avLst/>
              <a:pathLst>
                <a:path w="1969" h="1792">
                  <a:moveTo>
                    <a:pt x="0" y="0"/>
                  </a:moveTo>
                  <a:lnTo>
                    <a:pt x="1969" y="17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l339"/>
            <p:cNvSpPr/>
            <p:nvPr/>
          </p:nvSpPr>
          <p:spPr>
            <a:xfrm>
              <a:off x="7538031" y="4750203"/>
              <a:ext cx="981" cy="899"/>
            </a:xfrm>
            <a:custGeom>
              <a:avLst/>
              <a:pathLst>
                <a:path w="981" h="899">
                  <a:moveTo>
                    <a:pt x="0" y="0"/>
                  </a:moveTo>
                  <a:lnTo>
                    <a:pt x="981" y="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l340"/>
            <p:cNvSpPr/>
            <p:nvPr/>
          </p:nvSpPr>
          <p:spPr>
            <a:xfrm>
              <a:off x="7547860" y="4739394"/>
              <a:ext cx="2965" cy="2676"/>
            </a:xfrm>
            <a:custGeom>
              <a:avLst/>
              <a:pathLst>
                <a:path w="2965" h="2676">
                  <a:moveTo>
                    <a:pt x="0" y="0"/>
                  </a:moveTo>
                  <a:lnTo>
                    <a:pt x="2965" y="2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l341"/>
            <p:cNvSpPr/>
            <p:nvPr/>
          </p:nvSpPr>
          <p:spPr>
            <a:xfrm>
              <a:off x="7521503" y="4771908"/>
              <a:ext cx="969" cy="912"/>
            </a:xfrm>
            <a:custGeom>
              <a:avLst/>
              <a:pathLst>
                <a:path w="969" h="912">
                  <a:moveTo>
                    <a:pt x="0" y="0"/>
                  </a:moveTo>
                  <a:lnTo>
                    <a:pt x="969" y="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7527222" y="4765811"/>
              <a:ext cx="973" cy="908"/>
            </a:xfrm>
            <a:custGeom>
              <a:avLst/>
              <a:pathLst>
                <a:path w="973" h="908">
                  <a:moveTo>
                    <a:pt x="0" y="0"/>
                  </a:moveTo>
                  <a:lnTo>
                    <a:pt x="973" y="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7504190" y="4790054"/>
              <a:ext cx="957" cy="925"/>
            </a:xfrm>
            <a:custGeom>
              <a:avLst/>
              <a:pathLst>
                <a:path w="957" h="925">
                  <a:moveTo>
                    <a:pt x="0" y="0"/>
                  </a:moveTo>
                  <a:lnTo>
                    <a:pt x="957" y="9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7509987" y="4784030"/>
              <a:ext cx="961" cy="921"/>
            </a:xfrm>
            <a:custGeom>
              <a:avLst/>
              <a:pathLst>
                <a:path w="961" h="921">
                  <a:moveTo>
                    <a:pt x="0" y="0"/>
                  </a:moveTo>
                  <a:lnTo>
                    <a:pt x="961" y="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7492520" y="4802027"/>
              <a:ext cx="949" cy="933"/>
            </a:xfrm>
            <a:custGeom>
              <a:avLst/>
              <a:pathLst>
                <a:path w="949" h="933">
                  <a:moveTo>
                    <a:pt x="0" y="0"/>
                  </a:moveTo>
                  <a:lnTo>
                    <a:pt x="949" y="9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7498368" y="4796053"/>
              <a:ext cx="953" cy="929"/>
            </a:xfrm>
            <a:custGeom>
              <a:avLst/>
              <a:pathLst>
                <a:path w="953" h="929">
                  <a:moveTo>
                    <a:pt x="0" y="0"/>
                  </a:moveTo>
                  <a:lnTo>
                    <a:pt x="953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7493544" y="4797180"/>
              <a:ext cx="1902" cy="1862"/>
            </a:xfrm>
            <a:custGeom>
              <a:avLst/>
              <a:pathLst>
                <a:path w="1902" h="1862">
                  <a:moveTo>
                    <a:pt x="0" y="0"/>
                  </a:moveTo>
                  <a:lnTo>
                    <a:pt x="1902" y="1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7505173" y="4785198"/>
              <a:ext cx="1918" cy="1846"/>
            </a:xfrm>
            <a:custGeom>
              <a:avLst/>
              <a:pathLst>
                <a:path w="1918" h="1846">
                  <a:moveTo>
                    <a:pt x="0" y="0"/>
                  </a:moveTo>
                  <a:lnTo>
                    <a:pt x="1918" y="1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7498416" y="4790274"/>
              <a:ext cx="955" cy="927"/>
            </a:xfrm>
            <a:custGeom>
              <a:avLst/>
              <a:pathLst>
                <a:path w="955" h="927">
                  <a:moveTo>
                    <a:pt x="0" y="0"/>
                  </a:moveTo>
                  <a:lnTo>
                    <a:pt x="955" y="9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7512862" y="4775230"/>
              <a:ext cx="3861" cy="3668"/>
            </a:xfrm>
            <a:custGeom>
              <a:avLst/>
              <a:pathLst>
                <a:path w="3861" h="3668">
                  <a:moveTo>
                    <a:pt x="0" y="0"/>
                  </a:moveTo>
                  <a:lnTo>
                    <a:pt x="3861" y="3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7474824" y="4819799"/>
              <a:ext cx="937" cy="945"/>
            </a:xfrm>
            <a:custGeom>
              <a:avLst/>
              <a:pathLst>
                <a:path w="937" h="945">
                  <a:moveTo>
                    <a:pt x="0" y="0"/>
                  </a:moveTo>
                  <a:lnTo>
                    <a:pt x="937" y="9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7480748" y="4813900"/>
              <a:ext cx="941" cy="941"/>
            </a:xfrm>
            <a:custGeom>
              <a:avLst/>
              <a:pathLst>
                <a:path w="941" h="941">
                  <a:moveTo>
                    <a:pt x="0" y="0"/>
                  </a:moveTo>
                  <a:lnTo>
                    <a:pt x="941" y="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3"/>
            <p:cNvSpPr/>
            <p:nvPr/>
          </p:nvSpPr>
          <p:spPr>
            <a:xfrm>
              <a:off x="7456901" y="4837343"/>
              <a:ext cx="925" cy="957"/>
            </a:xfrm>
            <a:custGeom>
              <a:avLst/>
              <a:pathLst>
                <a:path w="925" h="957">
                  <a:moveTo>
                    <a:pt x="0" y="0"/>
                  </a:moveTo>
                  <a:lnTo>
                    <a:pt x="925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7462900" y="4831520"/>
              <a:ext cx="929" cy="953"/>
            </a:xfrm>
            <a:custGeom>
              <a:avLst/>
              <a:pathLst>
                <a:path w="929" h="953">
                  <a:moveTo>
                    <a:pt x="0" y="0"/>
                  </a:moveTo>
                  <a:lnTo>
                    <a:pt x="929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5"/>
            <p:cNvSpPr/>
            <p:nvPr/>
          </p:nvSpPr>
          <p:spPr>
            <a:xfrm>
              <a:off x="7458977" y="4833479"/>
              <a:ext cx="927" cy="955"/>
            </a:xfrm>
            <a:custGeom>
              <a:avLst/>
              <a:pathLst>
                <a:path w="927" h="955">
                  <a:moveTo>
                    <a:pt x="0" y="0"/>
                  </a:moveTo>
                  <a:lnTo>
                    <a:pt x="927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6"/>
            <p:cNvSpPr/>
            <p:nvPr/>
          </p:nvSpPr>
          <p:spPr>
            <a:xfrm>
              <a:off x="7467941" y="4824723"/>
              <a:ext cx="1866" cy="1898"/>
            </a:xfrm>
            <a:custGeom>
              <a:avLst/>
              <a:pathLst>
                <a:path w="1866" h="1898">
                  <a:moveTo>
                    <a:pt x="0" y="0"/>
                  </a:moveTo>
                  <a:lnTo>
                    <a:pt x="1866" y="1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7461605" y="4827203"/>
              <a:ext cx="1860" cy="1904"/>
            </a:xfrm>
            <a:custGeom>
              <a:avLst/>
              <a:pathLst>
                <a:path w="1860" h="1904">
                  <a:moveTo>
                    <a:pt x="0" y="0"/>
                  </a:moveTo>
                  <a:lnTo>
                    <a:pt x="1860" y="1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8"/>
            <p:cNvSpPr/>
            <p:nvPr/>
          </p:nvSpPr>
          <p:spPr>
            <a:xfrm>
              <a:off x="7474970" y="4814022"/>
              <a:ext cx="2818" cy="2830"/>
            </a:xfrm>
            <a:custGeom>
              <a:avLst/>
              <a:pathLst>
                <a:path w="2818" h="2830">
                  <a:moveTo>
                    <a:pt x="0" y="0"/>
                  </a:moveTo>
                  <a:lnTo>
                    <a:pt x="2818" y="2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l359"/>
            <p:cNvSpPr/>
            <p:nvPr/>
          </p:nvSpPr>
          <p:spPr>
            <a:xfrm>
              <a:off x="7467369" y="4819681"/>
              <a:ext cx="934" cy="947"/>
            </a:xfrm>
            <a:custGeom>
              <a:avLst/>
              <a:pathLst>
                <a:path w="934" h="947">
                  <a:moveTo>
                    <a:pt x="0" y="0"/>
                  </a:moveTo>
                  <a:lnTo>
                    <a:pt x="934" y="9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l360"/>
            <p:cNvSpPr/>
            <p:nvPr/>
          </p:nvSpPr>
          <p:spPr>
            <a:xfrm>
              <a:off x="7482864" y="4804226"/>
              <a:ext cx="4727" cy="4687"/>
            </a:xfrm>
            <a:custGeom>
              <a:avLst/>
              <a:pathLst>
                <a:path w="4727" h="4687">
                  <a:moveTo>
                    <a:pt x="0" y="0"/>
                  </a:moveTo>
                  <a:lnTo>
                    <a:pt x="4727" y="4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l361"/>
            <p:cNvSpPr/>
            <p:nvPr/>
          </p:nvSpPr>
          <p:spPr>
            <a:xfrm>
              <a:off x="7470437" y="4807262"/>
              <a:ext cx="4701" cy="4713"/>
            </a:xfrm>
            <a:custGeom>
              <a:avLst/>
              <a:pathLst>
                <a:path w="4701" h="4713">
                  <a:moveTo>
                    <a:pt x="0" y="0"/>
                  </a:moveTo>
                  <a:lnTo>
                    <a:pt x="4701" y="4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7499897" y="4777238"/>
              <a:ext cx="5762" cy="5533"/>
            </a:xfrm>
            <a:custGeom>
              <a:avLst/>
              <a:pathLst>
                <a:path w="5762" h="5533">
                  <a:moveTo>
                    <a:pt x="0" y="0"/>
                  </a:moveTo>
                  <a:lnTo>
                    <a:pt x="5762" y="55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7483347" y="4790465"/>
              <a:ext cx="1900" cy="1865"/>
            </a:xfrm>
            <a:custGeom>
              <a:avLst/>
              <a:pathLst>
                <a:path w="1900" h="1865">
                  <a:moveTo>
                    <a:pt x="0" y="0"/>
                  </a:moveTo>
                  <a:lnTo>
                    <a:pt x="1900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7513684" y="4758843"/>
              <a:ext cx="10682" cy="10019"/>
            </a:xfrm>
            <a:custGeom>
              <a:avLst/>
              <a:pathLst>
                <a:path w="10682" h="10019">
                  <a:moveTo>
                    <a:pt x="0" y="0"/>
                  </a:moveTo>
                  <a:lnTo>
                    <a:pt x="10682" y="10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7494761" y="4771052"/>
              <a:ext cx="3843" cy="3686"/>
            </a:xfrm>
            <a:custGeom>
              <a:avLst/>
              <a:pathLst>
                <a:path w="3843" h="3686">
                  <a:moveTo>
                    <a:pt x="0" y="0"/>
                  </a:moveTo>
                  <a:lnTo>
                    <a:pt x="3843" y="36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7530150" y="4733163"/>
              <a:ext cx="12806" cy="11644"/>
            </a:xfrm>
            <a:custGeom>
              <a:avLst/>
              <a:pathLst>
                <a:path w="12806" h="11644">
                  <a:moveTo>
                    <a:pt x="0" y="0"/>
                  </a:moveTo>
                  <a:lnTo>
                    <a:pt x="12806" y="116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7509663" y="4749500"/>
              <a:ext cx="2919" cy="2726"/>
            </a:xfrm>
            <a:custGeom>
              <a:avLst/>
              <a:pathLst>
                <a:path w="2919" h="2726">
                  <a:moveTo>
                    <a:pt x="0" y="0"/>
                  </a:moveTo>
                  <a:lnTo>
                    <a:pt x="2919" y="2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7544427" y="4711268"/>
              <a:ext cx="16948" cy="15002"/>
            </a:xfrm>
            <a:custGeom>
              <a:avLst/>
              <a:pathLst>
                <a:path w="16948" h="15002">
                  <a:moveTo>
                    <a:pt x="0" y="0"/>
                  </a:moveTo>
                  <a:lnTo>
                    <a:pt x="16948" y="1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7513381" y="4717960"/>
              <a:ext cx="13791" cy="12540"/>
            </a:xfrm>
            <a:custGeom>
              <a:avLst/>
              <a:pathLst>
                <a:path w="13791" h="12540">
                  <a:moveTo>
                    <a:pt x="0" y="0"/>
                  </a:moveTo>
                  <a:lnTo>
                    <a:pt x="13791" y="12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l370"/>
            <p:cNvSpPr/>
            <p:nvPr/>
          </p:nvSpPr>
          <p:spPr>
            <a:xfrm>
              <a:off x="7599327" y="4616590"/>
              <a:ext cx="20896" cy="16505"/>
            </a:xfrm>
            <a:custGeom>
              <a:avLst/>
              <a:pathLst>
                <a:path w="20896" h="16505">
                  <a:moveTo>
                    <a:pt x="0" y="0"/>
                  </a:moveTo>
                  <a:lnTo>
                    <a:pt x="20896" y="16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7554187" y="4665437"/>
              <a:ext cx="3046" cy="2583"/>
            </a:xfrm>
            <a:custGeom>
              <a:avLst/>
              <a:pathLst>
                <a:path w="3046" h="2583">
                  <a:moveTo>
                    <a:pt x="0" y="0"/>
                  </a:moveTo>
                  <a:lnTo>
                    <a:pt x="3046" y="2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7615588" y="4589137"/>
              <a:ext cx="35982" cy="27468"/>
            </a:xfrm>
            <a:custGeom>
              <a:avLst/>
              <a:pathLst>
                <a:path w="35982" h="27468">
                  <a:moveTo>
                    <a:pt x="0" y="0"/>
                  </a:moveTo>
                  <a:lnTo>
                    <a:pt x="35982" y="274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3"/>
            <p:cNvSpPr/>
            <p:nvPr/>
          </p:nvSpPr>
          <p:spPr>
            <a:xfrm>
              <a:off x="7561519" y="4608482"/>
              <a:ext cx="23857" cy="19198"/>
            </a:xfrm>
            <a:custGeom>
              <a:avLst/>
              <a:pathLst>
                <a:path w="23857" h="19198">
                  <a:moveTo>
                    <a:pt x="0" y="0"/>
                  </a:moveTo>
                  <a:lnTo>
                    <a:pt x="23857" y="19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4"/>
            <p:cNvSpPr/>
            <p:nvPr/>
          </p:nvSpPr>
          <p:spPr>
            <a:xfrm>
              <a:off x="7685583" y="4435037"/>
              <a:ext cx="41627" cy="26343"/>
            </a:xfrm>
            <a:custGeom>
              <a:avLst/>
              <a:pathLst>
                <a:path w="41627" h="26343">
                  <a:moveTo>
                    <a:pt x="0" y="0"/>
                  </a:moveTo>
                  <a:lnTo>
                    <a:pt x="41627" y="263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5"/>
            <p:cNvSpPr/>
            <p:nvPr/>
          </p:nvSpPr>
          <p:spPr>
            <a:xfrm>
              <a:off x="7420390" y="4871735"/>
              <a:ext cx="900" cy="980"/>
            </a:xfrm>
            <a:custGeom>
              <a:avLst/>
              <a:pathLst>
                <a:path w="900" h="980">
                  <a:moveTo>
                    <a:pt x="0" y="0"/>
                  </a:moveTo>
                  <a:lnTo>
                    <a:pt x="900" y="9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6"/>
            <p:cNvSpPr/>
            <p:nvPr/>
          </p:nvSpPr>
          <p:spPr>
            <a:xfrm>
              <a:off x="7426536" y="4866068"/>
              <a:ext cx="904" cy="976"/>
            </a:xfrm>
            <a:custGeom>
              <a:avLst/>
              <a:pathLst>
                <a:path w="904" h="976">
                  <a:moveTo>
                    <a:pt x="0" y="0"/>
                  </a:moveTo>
                  <a:lnTo>
                    <a:pt x="904" y="9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7"/>
            <p:cNvSpPr/>
            <p:nvPr/>
          </p:nvSpPr>
          <p:spPr>
            <a:xfrm>
              <a:off x="7422564" y="4867926"/>
              <a:ext cx="902" cy="978"/>
            </a:xfrm>
            <a:custGeom>
              <a:avLst/>
              <a:pathLst>
                <a:path w="902" h="978">
                  <a:moveTo>
                    <a:pt x="0" y="0"/>
                  </a:moveTo>
                  <a:lnTo>
                    <a:pt x="902" y="9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8"/>
            <p:cNvSpPr/>
            <p:nvPr/>
          </p:nvSpPr>
          <p:spPr>
            <a:xfrm>
              <a:off x="7431749" y="4859402"/>
              <a:ext cx="1817" cy="1946"/>
            </a:xfrm>
            <a:custGeom>
              <a:avLst/>
              <a:pathLst>
                <a:path w="1817" h="1946">
                  <a:moveTo>
                    <a:pt x="0" y="0"/>
                  </a:moveTo>
                  <a:lnTo>
                    <a:pt x="1817" y="19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9"/>
            <p:cNvSpPr/>
            <p:nvPr/>
          </p:nvSpPr>
          <p:spPr>
            <a:xfrm>
              <a:off x="7426258" y="4862695"/>
              <a:ext cx="905" cy="975"/>
            </a:xfrm>
            <a:custGeom>
              <a:avLst/>
              <a:pathLst>
                <a:path w="905" h="975">
                  <a:moveTo>
                    <a:pt x="0" y="0"/>
                  </a:moveTo>
                  <a:lnTo>
                    <a:pt x="905" y="9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80"/>
            <p:cNvSpPr/>
            <p:nvPr/>
          </p:nvSpPr>
          <p:spPr>
            <a:xfrm>
              <a:off x="7436930" y="4852717"/>
              <a:ext cx="2738" cy="2907"/>
            </a:xfrm>
            <a:custGeom>
              <a:avLst/>
              <a:pathLst>
                <a:path w="2738" h="2907">
                  <a:moveTo>
                    <a:pt x="0" y="0"/>
                  </a:moveTo>
                  <a:lnTo>
                    <a:pt x="2738" y="2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1"/>
            <p:cNvSpPr/>
            <p:nvPr/>
          </p:nvSpPr>
          <p:spPr>
            <a:xfrm>
              <a:off x="7430694" y="4856743"/>
              <a:ext cx="909" cy="972"/>
            </a:xfrm>
            <a:custGeom>
              <a:avLst/>
              <a:pathLst>
                <a:path w="909" h="972">
                  <a:moveTo>
                    <a:pt x="0" y="0"/>
                  </a:moveTo>
                  <a:lnTo>
                    <a:pt x="909" y="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2"/>
            <p:cNvSpPr/>
            <p:nvPr/>
          </p:nvSpPr>
          <p:spPr>
            <a:xfrm>
              <a:off x="7442078" y="4846015"/>
              <a:ext cx="3668" cy="3861"/>
            </a:xfrm>
            <a:custGeom>
              <a:avLst/>
              <a:pathLst>
                <a:path w="3668" h="3861">
                  <a:moveTo>
                    <a:pt x="0" y="0"/>
                  </a:moveTo>
                  <a:lnTo>
                    <a:pt x="3668" y="38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3"/>
            <p:cNvSpPr/>
            <p:nvPr/>
          </p:nvSpPr>
          <p:spPr>
            <a:xfrm>
              <a:off x="7435483" y="4850422"/>
              <a:ext cx="913" cy="968"/>
            </a:xfrm>
            <a:custGeom>
              <a:avLst/>
              <a:pathLst>
                <a:path w="913" h="968">
                  <a:moveTo>
                    <a:pt x="0" y="0"/>
                  </a:moveTo>
                  <a:lnTo>
                    <a:pt x="913" y="9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7447193" y="4839294"/>
              <a:ext cx="4605" cy="4806"/>
            </a:xfrm>
            <a:custGeom>
              <a:avLst/>
              <a:pathLst>
                <a:path w="4605" h="4806">
                  <a:moveTo>
                    <a:pt x="0" y="0"/>
                  </a:moveTo>
                  <a:lnTo>
                    <a:pt x="4605" y="4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5"/>
            <p:cNvSpPr/>
            <p:nvPr/>
          </p:nvSpPr>
          <p:spPr>
            <a:xfrm>
              <a:off x="7383010" y="4905180"/>
              <a:ext cx="875" cy="1003"/>
            </a:xfrm>
            <a:custGeom>
              <a:avLst/>
              <a:pathLst>
                <a:path w="875" h="1003">
                  <a:moveTo>
                    <a:pt x="0" y="0"/>
                  </a:moveTo>
                  <a:lnTo>
                    <a:pt x="875" y="10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6"/>
            <p:cNvSpPr/>
            <p:nvPr/>
          </p:nvSpPr>
          <p:spPr>
            <a:xfrm>
              <a:off x="7389299" y="4899673"/>
              <a:ext cx="879" cy="999"/>
            </a:xfrm>
            <a:custGeom>
              <a:avLst/>
              <a:pathLst>
                <a:path w="879" h="999">
                  <a:moveTo>
                    <a:pt x="0" y="0"/>
                  </a:moveTo>
                  <a:lnTo>
                    <a:pt x="879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7"/>
            <p:cNvSpPr/>
            <p:nvPr/>
          </p:nvSpPr>
          <p:spPr>
            <a:xfrm>
              <a:off x="7385281" y="4901428"/>
              <a:ext cx="877" cy="1001"/>
            </a:xfrm>
            <a:custGeom>
              <a:avLst/>
              <a:pathLst>
                <a:path w="877" h="1001">
                  <a:moveTo>
                    <a:pt x="0" y="0"/>
                  </a:moveTo>
                  <a:lnTo>
                    <a:pt x="877" y="1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8"/>
            <p:cNvSpPr/>
            <p:nvPr/>
          </p:nvSpPr>
          <p:spPr>
            <a:xfrm>
              <a:off x="7394682" y="4893142"/>
              <a:ext cx="1767" cy="1992"/>
            </a:xfrm>
            <a:custGeom>
              <a:avLst/>
              <a:pathLst>
                <a:path w="1767" h="1992">
                  <a:moveTo>
                    <a:pt x="0" y="0"/>
                  </a:moveTo>
                  <a:lnTo>
                    <a:pt x="1767" y="1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9"/>
            <p:cNvSpPr/>
            <p:nvPr/>
          </p:nvSpPr>
          <p:spPr>
            <a:xfrm>
              <a:off x="7389107" y="4896294"/>
              <a:ext cx="880" cy="998"/>
            </a:xfrm>
            <a:custGeom>
              <a:avLst/>
              <a:pathLst>
                <a:path w="880" h="998">
                  <a:moveTo>
                    <a:pt x="0" y="0"/>
                  </a:moveTo>
                  <a:lnTo>
                    <a:pt x="880" y="9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90"/>
            <p:cNvSpPr/>
            <p:nvPr/>
          </p:nvSpPr>
          <p:spPr>
            <a:xfrm>
              <a:off x="7400032" y="4886593"/>
              <a:ext cx="2663" cy="2976"/>
            </a:xfrm>
            <a:custGeom>
              <a:avLst/>
              <a:pathLst>
                <a:path w="2663" h="2976">
                  <a:moveTo>
                    <a:pt x="0" y="0"/>
                  </a:moveTo>
                  <a:lnTo>
                    <a:pt x="2663" y="29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1"/>
            <p:cNvSpPr/>
            <p:nvPr/>
          </p:nvSpPr>
          <p:spPr>
            <a:xfrm>
              <a:off x="7370361" y="4916115"/>
              <a:ext cx="866" cy="1010"/>
            </a:xfrm>
            <a:custGeom>
              <a:avLst/>
              <a:pathLst>
                <a:path w="866" h="1010">
                  <a:moveTo>
                    <a:pt x="0" y="0"/>
                  </a:moveTo>
                  <a:lnTo>
                    <a:pt x="866" y="1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2"/>
            <p:cNvSpPr/>
            <p:nvPr/>
          </p:nvSpPr>
          <p:spPr>
            <a:xfrm>
              <a:off x="7376697" y="4910661"/>
              <a:ext cx="870" cy="1007"/>
            </a:xfrm>
            <a:custGeom>
              <a:avLst/>
              <a:pathLst>
                <a:path w="870" h="1007">
                  <a:moveTo>
                    <a:pt x="0" y="0"/>
                  </a:moveTo>
                  <a:lnTo>
                    <a:pt x="870" y="10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3"/>
            <p:cNvSpPr/>
            <p:nvPr/>
          </p:nvSpPr>
          <p:spPr>
            <a:xfrm>
              <a:off x="7344786" y="4937658"/>
              <a:ext cx="849" cy="1025"/>
            </a:xfrm>
            <a:custGeom>
              <a:avLst/>
              <a:pathLst>
                <a:path w="849" h="1025">
                  <a:moveTo>
                    <a:pt x="0" y="0"/>
                  </a:moveTo>
                  <a:lnTo>
                    <a:pt x="849" y="1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4"/>
            <p:cNvSpPr/>
            <p:nvPr/>
          </p:nvSpPr>
          <p:spPr>
            <a:xfrm>
              <a:off x="7351214" y="4932313"/>
              <a:ext cx="853" cy="1021"/>
            </a:xfrm>
            <a:custGeom>
              <a:avLst/>
              <a:pathLst>
                <a:path w="853" h="1021">
                  <a:moveTo>
                    <a:pt x="0" y="0"/>
                  </a:moveTo>
                  <a:lnTo>
                    <a:pt x="853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7318847" y="4958761"/>
              <a:ext cx="831" cy="1039"/>
            </a:xfrm>
            <a:custGeom>
              <a:avLst/>
              <a:pathLst>
                <a:path w="831" h="1039">
                  <a:moveTo>
                    <a:pt x="0" y="0"/>
                  </a:moveTo>
                  <a:lnTo>
                    <a:pt x="831" y="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6"/>
            <p:cNvSpPr/>
            <p:nvPr/>
          </p:nvSpPr>
          <p:spPr>
            <a:xfrm>
              <a:off x="7325365" y="4953527"/>
              <a:ext cx="835" cy="1036"/>
            </a:xfrm>
            <a:custGeom>
              <a:avLst/>
              <a:pathLst>
                <a:path w="835" h="1036">
                  <a:moveTo>
                    <a:pt x="0" y="0"/>
                  </a:moveTo>
                  <a:lnTo>
                    <a:pt x="835" y="1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7"/>
            <p:cNvSpPr/>
            <p:nvPr/>
          </p:nvSpPr>
          <p:spPr>
            <a:xfrm>
              <a:off x="7321275" y="4955110"/>
              <a:ext cx="833" cy="1038"/>
            </a:xfrm>
            <a:custGeom>
              <a:avLst/>
              <a:pathLst>
                <a:path w="833" h="1038">
                  <a:moveTo>
                    <a:pt x="0" y="0"/>
                  </a:moveTo>
                  <a:lnTo>
                    <a:pt x="833" y="1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8"/>
            <p:cNvSpPr/>
            <p:nvPr/>
          </p:nvSpPr>
          <p:spPr>
            <a:xfrm>
              <a:off x="7331021" y="4947232"/>
              <a:ext cx="1680" cy="2065"/>
            </a:xfrm>
            <a:custGeom>
              <a:avLst/>
              <a:pathLst>
                <a:path w="1680" h="2065">
                  <a:moveTo>
                    <a:pt x="0" y="0"/>
                  </a:moveTo>
                  <a:lnTo>
                    <a:pt x="1680" y="20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9"/>
            <p:cNvSpPr/>
            <p:nvPr/>
          </p:nvSpPr>
          <p:spPr>
            <a:xfrm>
              <a:off x="7325317" y="4950143"/>
              <a:ext cx="836" cy="1035"/>
            </a:xfrm>
            <a:custGeom>
              <a:avLst/>
              <a:pathLst>
                <a:path w="836" h="1035">
                  <a:moveTo>
                    <a:pt x="0" y="0"/>
                  </a:moveTo>
                  <a:lnTo>
                    <a:pt x="836" y="10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400"/>
            <p:cNvSpPr/>
            <p:nvPr/>
          </p:nvSpPr>
          <p:spPr>
            <a:xfrm>
              <a:off x="7336646" y="4940917"/>
              <a:ext cx="2533" cy="3087"/>
            </a:xfrm>
            <a:custGeom>
              <a:avLst/>
              <a:pathLst>
                <a:path w="2533" h="3087">
                  <a:moveTo>
                    <a:pt x="0" y="0"/>
                  </a:moveTo>
                  <a:lnTo>
                    <a:pt x="2533" y="3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1"/>
            <p:cNvSpPr/>
            <p:nvPr/>
          </p:nvSpPr>
          <p:spPr>
            <a:xfrm>
              <a:off x="7329309" y="4943476"/>
              <a:ext cx="1681" cy="2064"/>
            </a:xfrm>
            <a:custGeom>
              <a:avLst/>
              <a:pathLst>
                <a:path w="1681" h="2064">
                  <a:moveTo>
                    <a:pt x="0" y="0"/>
                  </a:moveTo>
                  <a:lnTo>
                    <a:pt x="1681" y="2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2"/>
            <p:cNvSpPr/>
            <p:nvPr/>
          </p:nvSpPr>
          <p:spPr>
            <a:xfrm>
              <a:off x="7344598" y="4930894"/>
              <a:ext cx="3404" cy="4095"/>
            </a:xfrm>
            <a:custGeom>
              <a:avLst/>
              <a:pathLst>
                <a:path w="3404" h="4095">
                  <a:moveTo>
                    <a:pt x="0" y="0"/>
                  </a:moveTo>
                  <a:lnTo>
                    <a:pt x="3404" y="40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3"/>
            <p:cNvSpPr/>
            <p:nvPr/>
          </p:nvSpPr>
          <p:spPr>
            <a:xfrm>
              <a:off x="7336123" y="4936176"/>
              <a:ext cx="846" cy="1028"/>
            </a:xfrm>
            <a:custGeom>
              <a:avLst/>
              <a:pathLst>
                <a:path w="846" h="1028">
                  <a:moveTo>
                    <a:pt x="0" y="0"/>
                  </a:moveTo>
                  <a:lnTo>
                    <a:pt x="846" y="10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4"/>
            <p:cNvSpPr/>
            <p:nvPr/>
          </p:nvSpPr>
          <p:spPr>
            <a:xfrm>
              <a:off x="7353331" y="4921850"/>
              <a:ext cx="5146" cy="6109"/>
            </a:xfrm>
            <a:custGeom>
              <a:avLst/>
              <a:pathLst>
                <a:path w="5146" h="6109">
                  <a:moveTo>
                    <a:pt x="0" y="0"/>
                  </a:moveTo>
                  <a:lnTo>
                    <a:pt x="5146" y="6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5"/>
            <p:cNvSpPr/>
            <p:nvPr/>
          </p:nvSpPr>
          <p:spPr>
            <a:xfrm>
              <a:off x="7343896" y="4928014"/>
              <a:ext cx="851" cy="1023"/>
            </a:xfrm>
            <a:custGeom>
              <a:avLst/>
              <a:pathLst>
                <a:path w="851" h="1023">
                  <a:moveTo>
                    <a:pt x="0" y="0"/>
                  </a:moveTo>
                  <a:lnTo>
                    <a:pt x="851" y="1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6"/>
            <p:cNvSpPr/>
            <p:nvPr/>
          </p:nvSpPr>
          <p:spPr>
            <a:xfrm>
              <a:off x="7358829" y="4915454"/>
              <a:ext cx="6034" cy="7102"/>
            </a:xfrm>
            <a:custGeom>
              <a:avLst/>
              <a:pathLst>
                <a:path w="6034" h="7102">
                  <a:moveTo>
                    <a:pt x="0" y="0"/>
                  </a:moveTo>
                  <a:lnTo>
                    <a:pt x="6034" y="7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l407"/>
            <p:cNvSpPr/>
            <p:nvPr/>
          </p:nvSpPr>
          <p:spPr>
            <a:xfrm>
              <a:off x="7349664" y="4919715"/>
              <a:ext cx="1714" cy="2037"/>
            </a:xfrm>
            <a:custGeom>
              <a:avLst/>
              <a:pathLst>
                <a:path w="1714" h="2037">
                  <a:moveTo>
                    <a:pt x="0" y="0"/>
                  </a:moveTo>
                  <a:lnTo>
                    <a:pt x="1714" y="20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8"/>
            <p:cNvSpPr/>
            <p:nvPr/>
          </p:nvSpPr>
          <p:spPr>
            <a:xfrm>
              <a:off x="7366584" y="4905319"/>
              <a:ext cx="6948" cy="8072"/>
            </a:xfrm>
            <a:custGeom>
              <a:avLst/>
              <a:pathLst>
                <a:path w="6948" h="8072">
                  <a:moveTo>
                    <a:pt x="0" y="0"/>
                  </a:moveTo>
                  <a:lnTo>
                    <a:pt x="6948" y="80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9"/>
            <p:cNvSpPr/>
            <p:nvPr/>
          </p:nvSpPr>
          <p:spPr>
            <a:xfrm>
              <a:off x="7354693" y="4908485"/>
              <a:ext cx="3451" cy="4056"/>
            </a:xfrm>
            <a:custGeom>
              <a:avLst/>
              <a:pathLst>
                <a:path w="3451" h="4056">
                  <a:moveTo>
                    <a:pt x="0" y="0"/>
                  </a:moveTo>
                  <a:lnTo>
                    <a:pt x="3451" y="4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l410"/>
            <p:cNvSpPr/>
            <p:nvPr/>
          </p:nvSpPr>
          <p:spPr>
            <a:xfrm>
              <a:off x="7385738" y="4881498"/>
              <a:ext cx="8840" cy="9955"/>
            </a:xfrm>
            <a:custGeom>
              <a:avLst/>
              <a:pathLst>
                <a:path w="8840" h="9955">
                  <a:moveTo>
                    <a:pt x="0" y="0"/>
                  </a:moveTo>
                  <a:lnTo>
                    <a:pt x="8840" y="9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l411"/>
            <p:cNvSpPr/>
            <p:nvPr/>
          </p:nvSpPr>
          <p:spPr>
            <a:xfrm>
              <a:off x="7369413" y="4894069"/>
              <a:ext cx="873" cy="1004"/>
            </a:xfrm>
            <a:custGeom>
              <a:avLst/>
              <a:pathLst>
                <a:path w="873" h="1004">
                  <a:moveTo>
                    <a:pt x="0" y="0"/>
                  </a:moveTo>
                  <a:lnTo>
                    <a:pt x="873" y="1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l412"/>
            <p:cNvSpPr/>
            <p:nvPr/>
          </p:nvSpPr>
          <p:spPr>
            <a:xfrm>
              <a:off x="7396429" y="4870140"/>
              <a:ext cx="12488" cy="13838"/>
            </a:xfrm>
            <a:custGeom>
              <a:avLst/>
              <a:pathLst>
                <a:path w="12488" h="13838">
                  <a:moveTo>
                    <a:pt x="0" y="0"/>
                  </a:moveTo>
                  <a:lnTo>
                    <a:pt x="12488" y="1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l413"/>
            <p:cNvSpPr/>
            <p:nvPr/>
          </p:nvSpPr>
          <p:spPr>
            <a:xfrm>
              <a:off x="7382094" y="4881170"/>
              <a:ext cx="882" cy="996"/>
            </a:xfrm>
            <a:custGeom>
              <a:avLst/>
              <a:pathLst>
                <a:path w="882" h="996">
                  <a:moveTo>
                    <a:pt x="0" y="0"/>
                  </a:moveTo>
                  <a:lnTo>
                    <a:pt x="882" y="9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l414"/>
            <p:cNvSpPr/>
            <p:nvPr/>
          </p:nvSpPr>
          <p:spPr>
            <a:xfrm>
              <a:off x="7401672" y="4863591"/>
              <a:ext cx="13443" cy="14769"/>
            </a:xfrm>
            <a:custGeom>
              <a:avLst/>
              <a:pathLst>
                <a:path w="13443" h="14769">
                  <a:moveTo>
                    <a:pt x="0" y="0"/>
                  </a:moveTo>
                  <a:lnTo>
                    <a:pt x="13443" y="14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l415"/>
            <p:cNvSpPr/>
            <p:nvPr/>
          </p:nvSpPr>
          <p:spPr>
            <a:xfrm>
              <a:off x="7386576" y="4866470"/>
              <a:ext cx="5337" cy="5944"/>
            </a:xfrm>
            <a:custGeom>
              <a:avLst/>
              <a:pathLst>
                <a:path w="5337" h="5944">
                  <a:moveTo>
                    <a:pt x="0" y="0"/>
                  </a:moveTo>
                  <a:lnTo>
                    <a:pt x="5337" y="5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l416"/>
            <p:cNvSpPr/>
            <p:nvPr/>
          </p:nvSpPr>
          <p:spPr>
            <a:xfrm>
              <a:off x="7426675" y="4829428"/>
              <a:ext cx="14674" cy="15442"/>
            </a:xfrm>
            <a:custGeom>
              <a:avLst/>
              <a:pathLst>
                <a:path w="14674" h="15442">
                  <a:moveTo>
                    <a:pt x="0" y="0"/>
                  </a:moveTo>
                  <a:lnTo>
                    <a:pt x="14674" y="15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l417"/>
            <p:cNvSpPr/>
            <p:nvPr/>
          </p:nvSpPr>
          <p:spPr>
            <a:xfrm>
              <a:off x="7299158" y="4974296"/>
              <a:ext cx="818" cy="1050"/>
            </a:xfrm>
            <a:custGeom>
              <a:avLst/>
              <a:pathLst>
                <a:path w="818" h="1050">
                  <a:moveTo>
                    <a:pt x="0" y="0"/>
                  </a:moveTo>
                  <a:lnTo>
                    <a:pt x="818" y="10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l418"/>
            <p:cNvSpPr/>
            <p:nvPr/>
          </p:nvSpPr>
          <p:spPr>
            <a:xfrm>
              <a:off x="7305743" y="4969146"/>
              <a:ext cx="822" cy="1047"/>
            </a:xfrm>
            <a:custGeom>
              <a:avLst/>
              <a:pathLst>
                <a:path w="822" h="1047">
                  <a:moveTo>
                    <a:pt x="0" y="0"/>
                  </a:moveTo>
                  <a:lnTo>
                    <a:pt x="822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l419"/>
            <p:cNvSpPr/>
            <p:nvPr/>
          </p:nvSpPr>
          <p:spPr>
            <a:xfrm>
              <a:off x="7301633" y="4970676"/>
              <a:ext cx="820" cy="1048"/>
            </a:xfrm>
            <a:custGeom>
              <a:avLst/>
              <a:pathLst>
                <a:path w="820" h="1048">
                  <a:moveTo>
                    <a:pt x="0" y="0"/>
                  </a:moveTo>
                  <a:lnTo>
                    <a:pt x="820" y="1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l420"/>
            <p:cNvSpPr/>
            <p:nvPr/>
          </p:nvSpPr>
          <p:spPr>
            <a:xfrm>
              <a:off x="7311479" y="4962924"/>
              <a:ext cx="1653" cy="2086"/>
            </a:xfrm>
            <a:custGeom>
              <a:avLst/>
              <a:pathLst>
                <a:path w="1653" h="2086">
                  <a:moveTo>
                    <a:pt x="0" y="0"/>
                  </a:moveTo>
                  <a:lnTo>
                    <a:pt x="1653" y="2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l421"/>
            <p:cNvSpPr/>
            <p:nvPr/>
          </p:nvSpPr>
          <p:spPr>
            <a:xfrm>
              <a:off x="7272599" y="4994615"/>
              <a:ext cx="799" cy="1064"/>
            </a:xfrm>
            <a:custGeom>
              <a:avLst/>
              <a:pathLst>
                <a:path w="799" h="1064">
                  <a:moveTo>
                    <a:pt x="0" y="0"/>
                  </a:moveTo>
                  <a:lnTo>
                    <a:pt x="799" y="1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l422"/>
            <p:cNvSpPr/>
            <p:nvPr/>
          </p:nvSpPr>
          <p:spPr>
            <a:xfrm>
              <a:off x="7279271" y="4989578"/>
              <a:ext cx="804" cy="1060"/>
            </a:xfrm>
            <a:custGeom>
              <a:avLst/>
              <a:pathLst>
                <a:path w="804" h="1060">
                  <a:moveTo>
                    <a:pt x="0" y="0"/>
                  </a:moveTo>
                  <a:lnTo>
                    <a:pt x="804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l423"/>
            <p:cNvSpPr/>
            <p:nvPr/>
          </p:nvSpPr>
          <p:spPr>
            <a:xfrm>
              <a:off x="7275136" y="4991038"/>
              <a:ext cx="802" cy="1062"/>
            </a:xfrm>
            <a:custGeom>
              <a:avLst/>
              <a:pathLst>
                <a:path w="802" h="1062">
                  <a:moveTo>
                    <a:pt x="0" y="0"/>
                  </a:moveTo>
                  <a:lnTo>
                    <a:pt x="802" y="1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l424"/>
            <p:cNvSpPr/>
            <p:nvPr/>
          </p:nvSpPr>
          <p:spPr>
            <a:xfrm>
              <a:off x="7285113" y="4983455"/>
              <a:ext cx="1618" cy="2114"/>
            </a:xfrm>
            <a:custGeom>
              <a:avLst/>
              <a:pathLst>
                <a:path w="1618" h="2114">
                  <a:moveTo>
                    <a:pt x="0" y="0"/>
                  </a:moveTo>
                  <a:lnTo>
                    <a:pt x="1618" y="2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l425"/>
            <p:cNvSpPr/>
            <p:nvPr/>
          </p:nvSpPr>
          <p:spPr>
            <a:xfrm>
              <a:off x="7279325" y="4986194"/>
              <a:ext cx="805" cy="1060"/>
            </a:xfrm>
            <a:custGeom>
              <a:avLst/>
              <a:pathLst>
                <a:path w="805" h="1060">
                  <a:moveTo>
                    <a:pt x="0" y="0"/>
                  </a:moveTo>
                  <a:lnTo>
                    <a:pt x="805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l426"/>
            <p:cNvSpPr/>
            <p:nvPr/>
          </p:nvSpPr>
          <p:spPr>
            <a:xfrm>
              <a:off x="7290924" y="4977311"/>
              <a:ext cx="2440" cy="3161"/>
            </a:xfrm>
            <a:custGeom>
              <a:avLst/>
              <a:pathLst>
                <a:path w="2440" h="3161">
                  <a:moveTo>
                    <a:pt x="0" y="0"/>
                  </a:moveTo>
                  <a:lnTo>
                    <a:pt x="2440" y="3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7252455" y="5009555"/>
              <a:ext cx="786" cy="1074"/>
            </a:xfrm>
            <a:custGeom>
              <a:avLst/>
              <a:pathLst>
                <a:path w="786" h="1074">
                  <a:moveTo>
                    <a:pt x="0" y="0"/>
                  </a:moveTo>
                  <a:lnTo>
                    <a:pt x="786" y="10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7259191" y="5004604"/>
              <a:ext cx="790" cy="1071"/>
            </a:xfrm>
            <a:custGeom>
              <a:avLst/>
              <a:pathLst>
                <a:path w="790" h="1071">
                  <a:moveTo>
                    <a:pt x="0" y="0"/>
                  </a:moveTo>
                  <a:lnTo>
                    <a:pt x="790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7255037" y="5006011"/>
              <a:ext cx="788" cy="1072"/>
            </a:xfrm>
            <a:custGeom>
              <a:avLst/>
              <a:pathLst>
                <a:path w="788" h="1072">
                  <a:moveTo>
                    <a:pt x="0" y="0"/>
                  </a:moveTo>
                  <a:lnTo>
                    <a:pt x="788" y="10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l430"/>
            <p:cNvSpPr/>
            <p:nvPr/>
          </p:nvSpPr>
          <p:spPr>
            <a:xfrm>
              <a:off x="7265110" y="4998556"/>
              <a:ext cx="1590" cy="2135"/>
            </a:xfrm>
            <a:custGeom>
              <a:avLst/>
              <a:pathLst>
                <a:path w="1590" h="2135">
                  <a:moveTo>
                    <a:pt x="0" y="0"/>
                  </a:moveTo>
                  <a:lnTo>
                    <a:pt x="1590" y="2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l431"/>
            <p:cNvSpPr/>
            <p:nvPr/>
          </p:nvSpPr>
          <p:spPr>
            <a:xfrm>
              <a:off x="7225302" y="5029072"/>
              <a:ext cx="767" cy="1087"/>
            </a:xfrm>
            <a:custGeom>
              <a:avLst/>
              <a:pathLst>
                <a:path w="767" h="1087">
                  <a:moveTo>
                    <a:pt x="0" y="0"/>
                  </a:moveTo>
                  <a:lnTo>
                    <a:pt x="767" y="1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7232121" y="5024236"/>
              <a:ext cx="772" cy="1084"/>
            </a:xfrm>
            <a:custGeom>
              <a:avLst/>
              <a:pathLst>
                <a:path w="772" h="1084">
                  <a:moveTo>
                    <a:pt x="0" y="0"/>
                  </a:moveTo>
                  <a:lnTo>
                    <a:pt x="772" y="10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l433"/>
            <p:cNvSpPr/>
            <p:nvPr/>
          </p:nvSpPr>
          <p:spPr>
            <a:xfrm>
              <a:off x="7227944" y="5025572"/>
              <a:ext cx="770" cy="1086"/>
            </a:xfrm>
            <a:custGeom>
              <a:avLst/>
              <a:pathLst>
                <a:path w="770" h="1086">
                  <a:moveTo>
                    <a:pt x="0" y="0"/>
                  </a:moveTo>
                  <a:lnTo>
                    <a:pt x="770" y="1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l434"/>
            <p:cNvSpPr/>
            <p:nvPr/>
          </p:nvSpPr>
          <p:spPr>
            <a:xfrm>
              <a:off x="7238143" y="5018290"/>
              <a:ext cx="1554" cy="2162"/>
            </a:xfrm>
            <a:custGeom>
              <a:avLst/>
              <a:pathLst>
                <a:path w="1554" h="2162">
                  <a:moveTo>
                    <a:pt x="0" y="0"/>
                  </a:moveTo>
                  <a:lnTo>
                    <a:pt x="1554" y="21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l435"/>
            <p:cNvSpPr/>
            <p:nvPr/>
          </p:nvSpPr>
          <p:spPr>
            <a:xfrm>
              <a:off x="7197819" y="5048122"/>
              <a:ext cx="749" cy="1100"/>
            </a:xfrm>
            <a:custGeom>
              <a:avLst/>
              <a:pathLst>
                <a:path w="749" h="1100">
                  <a:moveTo>
                    <a:pt x="0" y="0"/>
                  </a:moveTo>
                  <a:lnTo>
                    <a:pt x="749" y="11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l436"/>
            <p:cNvSpPr/>
            <p:nvPr/>
          </p:nvSpPr>
          <p:spPr>
            <a:xfrm>
              <a:off x="7204720" y="5043403"/>
              <a:ext cx="753" cy="1097"/>
            </a:xfrm>
            <a:custGeom>
              <a:avLst/>
              <a:pathLst>
                <a:path w="753" h="1097">
                  <a:moveTo>
                    <a:pt x="0" y="0"/>
                  </a:moveTo>
                  <a:lnTo>
                    <a:pt x="753" y="10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l437"/>
            <p:cNvSpPr/>
            <p:nvPr/>
          </p:nvSpPr>
          <p:spPr>
            <a:xfrm>
              <a:off x="7200520" y="5044667"/>
              <a:ext cx="751" cy="1099"/>
            </a:xfrm>
            <a:custGeom>
              <a:avLst/>
              <a:pathLst>
                <a:path w="751" h="1099">
                  <a:moveTo>
                    <a:pt x="0" y="0"/>
                  </a:moveTo>
                  <a:lnTo>
                    <a:pt x="751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l438"/>
            <p:cNvSpPr/>
            <p:nvPr/>
          </p:nvSpPr>
          <p:spPr>
            <a:xfrm>
              <a:off x="7210842" y="5037561"/>
              <a:ext cx="1517" cy="2188"/>
            </a:xfrm>
            <a:custGeom>
              <a:avLst/>
              <a:pathLst>
                <a:path w="1517" h="2188">
                  <a:moveTo>
                    <a:pt x="0" y="0"/>
                  </a:moveTo>
                  <a:lnTo>
                    <a:pt x="1517" y="21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l439"/>
            <p:cNvSpPr/>
            <p:nvPr/>
          </p:nvSpPr>
          <p:spPr>
            <a:xfrm>
              <a:off x="7170015" y="5066700"/>
              <a:ext cx="730" cy="1113"/>
            </a:xfrm>
            <a:custGeom>
              <a:avLst/>
              <a:pathLst>
                <a:path w="730" h="1113">
                  <a:moveTo>
                    <a:pt x="0" y="0"/>
                  </a:moveTo>
                  <a:lnTo>
                    <a:pt x="730" y="11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l440"/>
            <p:cNvSpPr/>
            <p:nvPr/>
          </p:nvSpPr>
          <p:spPr>
            <a:xfrm>
              <a:off x="7176995" y="5062100"/>
              <a:ext cx="734" cy="1110"/>
            </a:xfrm>
            <a:custGeom>
              <a:avLst/>
              <a:pathLst>
                <a:path w="734" h="1110">
                  <a:moveTo>
                    <a:pt x="0" y="0"/>
                  </a:moveTo>
                  <a:lnTo>
                    <a:pt x="734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l441"/>
            <p:cNvSpPr/>
            <p:nvPr/>
          </p:nvSpPr>
          <p:spPr>
            <a:xfrm>
              <a:off x="7141898" y="5084801"/>
              <a:ext cx="711" cy="1125"/>
            </a:xfrm>
            <a:custGeom>
              <a:avLst/>
              <a:pathLst>
                <a:path w="711" h="1125">
                  <a:moveTo>
                    <a:pt x="0" y="0"/>
                  </a:moveTo>
                  <a:lnTo>
                    <a:pt x="711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l442"/>
            <p:cNvSpPr/>
            <p:nvPr/>
          </p:nvSpPr>
          <p:spPr>
            <a:xfrm>
              <a:off x="7148956" y="5080320"/>
              <a:ext cx="715" cy="1122"/>
            </a:xfrm>
            <a:custGeom>
              <a:avLst/>
              <a:pathLst>
                <a:path w="715" h="1122">
                  <a:moveTo>
                    <a:pt x="0" y="0"/>
                  </a:moveTo>
                  <a:lnTo>
                    <a:pt x="715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7144716" y="5081440"/>
              <a:ext cx="713" cy="1124"/>
            </a:xfrm>
            <a:custGeom>
              <a:avLst/>
              <a:pathLst>
                <a:path w="713" h="1124">
                  <a:moveTo>
                    <a:pt x="0" y="0"/>
                  </a:moveTo>
                  <a:lnTo>
                    <a:pt x="713" y="11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7155274" y="5074691"/>
              <a:ext cx="1441" cy="2239"/>
            </a:xfrm>
            <a:custGeom>
              <a:avLst/>
              <a:pathLst>
                <a:path w="1441" h="2239">
                  <a:moveTo>
                    <a:pt x="0" y="0"/>
                  </a:moveTo>
                  <a:lnTo>
                    <a:pt x="1441" y="2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7149283" y="5076952"/>
              <a:ext cx="717" cy="1121"/>
            </a:xfrm>
            <a:custGeom>
              <a:avLst/>
              <a:pathLst>
                <a:path w="717" h="1121">
                  <a:moveTo>
                    <a:pt x="0" y="0"/>
                  </a:moveTo>
                  <a:lnTo>
                    <a:pt x="717" y="1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7161564" y="5069037"/>
              <a:ext cx="2176" cy="3349"/>
            </a:xfrm>
            <a:custGeom>
              <a:avLst/>
              <a:pathLst>
                <a:path w="2176" h="3349">
                  <a:moveTo>
                    <a:pt x="0" y="0"/>
                  </a:moveTo>
                  <a:lnTo>
                    <a:pt x="2176" y="3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7153988" y="5070768"/>
              <a:ext cx="1442" cy="2238"/>
            </a:xfrm>
            <a:custGeom>
              <a:avLst/>
              <a:pathLst>
                <a:path w="1442" h="2238">
                  <a:moveTo>
                    <a:pt x="0" y="0"/>
                  </a:moveTo>
                  <a:lnTo>
                    <a:pt x="1442" y="2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7170577" y="5059957"/>
              <a:ext cx="2930" cy="4447"/>
            </a:xfrm>
            <a:custGeom>
              <a:avLst/>
              <a:pathLst>
                <a:path w="2930" h="4447">
                  <a:moveTo>
                    <a:pt x="0" y="0"/>
                  </a:moveTo>
                  <a:lnTo>
                    <a:pt x="2930" y="4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l449"/>
            <p:cNvSpPr/>
            <p:nvPr/>
          </p:nvSpPr>
          <p:spPr>
            <a:xfrm>
              <a:off x="7161569" y="5064268"/>
              <a:ext cx="726" cy="1115"/>
            </a:xfrm>
            <a:custGeom>
              <a:avLst/>
              <a:pathLst>
                <a:path w="726" h="1115">
                  <a:moveTo>
                    <a:pt x="0" y="0"/>
                  </a:moveTo>
                  <a:lnTo>
                    <a:pt x="726" y="1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l450"/>
            <p:cNvSpPr/>
            <p:nvPr/>
          </p:nvSpPr>
          <p:spPr>
            <a:xfrm>
              <a:off x="7180258" y="5051935"/>
              <a:ext cx="4438" cy="6642"/>
            </a:xfrm>
            <a:custGeom>
              <a:avLst/>
              <a:pathLst>
                <a:path w="4438" h="6642">
                  <a:moveTo>
                    <a:pt x="0" y="0"/>
                  </a:moveTo>
                  <a:lnTo>
                    <a:pt x="4438" y="6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l451"/>
            <p:cNvSpPr/>
            <p:nvPr/>
          </p:nvSpPr>
          <p:spPr>
            <a:xfrm>
              <a:off x="7170198" y="5057017"/>
              <a:ext cx="733" cy="1111"/>
            </a:xfrm>
            <a:custGeom>
              <a:avLst/>
              <a:pathLst>
                <a:path w="733" h="1111">
                  <a:moveTo>
                    <a:pt x="0" y="0"/>
                  </a:moveTo>
                  <a:lnTo>
                    <a:pt x="733" y="1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l452"/>
            <p:cNvSpPr/>
            <p:nvPr/>
          </p:nvSpPr>
          <p:spPr>
            <a:xfrm>
              <a:off x="7186431" y="5046188"/>
              <a:ext cx="5210" cy="7727"/>
            </a:xfrm>
            <a:custGeom>
              <a:avLst/>
              <a:pathLst>
                <a:path w="5210" h="7727">
                  <a:moveTo>
                    <a:pt x="0" y="0"/>
                  </a:moveTo>
                  <a:lnTo>
                    <a:pt x="5210" y="7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7176111" y="5048300"/>
              <a:ext cx="2216" cy="3322"/>
            </a:xfrm>
            <a:custGeom>
              <a:avLst/>
              <a:pathLst>
                <a:path w="2216" h="3322">
                  <a:moveTo>
                    <a:pt x="0" y="0"/>
                  </a:moveTo>
                  <a:lnTo>
                    <a:pt x="2216" y="3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l454"/>
            <p:cNvSpPr/>
            <p:nvPr/>
          </p:nvSpPr>
          <p:spPr>
            <a:xfrm>
              <a:off x="7199647" y="5032349"/>
              <a:ext cx="6039" cy="8773"/>
            </a:xfrm>
            <a:custGeom>
              <a:avLst/>
              <a:pathLst>
                <a:path w="6039" h="8773">
                  <a:moveTo>
                    <a:pt x="0" y="0"/>
                  </a:moveTo>
                  <a:lnTo>
                    <a:pt x="6039" y="8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l455"/>
            <p:cNvSpPr/>
            <p:nvPr/>
          </p:nvSpPr>
          <p:spPr>
            <a:xfrm>
              <a:off x="7187161" y="5039265"/>
              <a:ext cx="746" cy="1102"/>
            </a:xfrm>
            <a:custGeom>
              <a:avLst/>
              <a:pathLst>
                <a:path w="746" h="1102">
                  <a:moveTo>
                    <a:pt x="0" y="0"/>
                  </a:moveTo>
                  <a:lnTo>
                    <a:pt x="746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l456"/>
            <p:cNvSpPr/>
            <p:nvPr/>
          </p:nvSpPr>
          <p:spPr>
            <a:xfrm>
              <a:off x="7210830" y="5022968"/>
              <a:ext cx="8394" cy="12001"/>
            </a:xfrm>
            <a:custGeom>
              <a:avLst/>
              <a:pathLst>
                <a:path w="8394" h="12001">
                  <a:moveTo>
                    <a:pt x="0" y="0"/>
                  </a:moveTo>
                  <a:lnTo>
                    <a:pt x="8394" y="1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l457"/>
            <p:cNvSpPr/>
            <p:nvPr/>
          </p:nvSpPr>
          <p:spPr>
            <a:xfrm>
              <a:off x="7196760" y="5027871"/>
              <a:ext cx="2265" cy="3289"/>
            </a:xfrm>
            <a:custGeom>
              <a:avLst/>
              <a:pathLst>
                <a:path w="2265" h="3289">
                  <a:moveTo>
                    <a:pt x="0" y="0"/>
                  </a:moveTo>
                  <a:lnTo>
                    <a:pt x="2265" y="3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l458"/>
            <p:cNvSpPr/>
            <p:nvPr/>
          </p:nvSpPr>
          <p:spPr>
            <a:xfrm>
              <a:off x="7223766" y="5008936"/>
              <a:ext cx="9283" cy="13003"/>
            </a:xfrm>
            <a:custGeom>
              <a:avLst/>
              <a:pathLst>
                <a:path w="9283" h="13003">
                  <a:moveTo>
                    <a:pt x="0" y="0"/>
                  </a:moveTo>
                  <a:lnTo>
                    <a:pt x="9283" y="130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l459"/>
            <p:cNvSpPr/>
            <p:nvPr/>
          </p:nvSpPr>
          <p:spPr>
            <a:xfrm>
              <a:off x="7209539" y="5017370"/>
              <a:ext cx="764" cy="1090"/>
            </a:xfrm>
            <a:custGeom>
              <a:avLst/>
              <a:pathLst>
                <a:path w="764" h="1090">
                  <a:moveTo>
                    <a:pt x="0" y="0"/>
                  </a:moveTo>
                  <a:lnTo>
                    <a:pt x="764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l460"/>
            <p:cNvSpPr/>
            <p:nvPr/>
          </p:nvSpPr>
          <p:spPr>
            <a:xfrm>
              <a:off x="7234754" y="4999388"/>
              <a:ext cx="11725" cy="16167"/>
            </a:xfrm>
            <a:custGeom>
              <a:avLst/>
              <a:pathLst>
                <a:path w="11725" h="16167">
                  <a:moveTo>
                    <a:pt x="0" y="0"/>
                  </a:moveTo>
                  <a:lnTo>
                    <a:pt x="11725" y="16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l461"/>
            <p:cNvSpPr/>
            <p:nvPr/>
          </p:nvSpPr>
          <p:spPr>
            <a:xfrm>
              <a:off x="7219863" y="5005178"/>
              <a:ext cx="2319" cy="3252"/>
            </a:xfrm>
            <a:custGeom>
              <a:avLst/>
              <a:pathLst>
                <a:path w="2319" h="3252">
                  <a:moveTo>
                    <a:pt x="0" y="0"/>
                  </a:moveTo>
                  <a:lnTo>
                    <a:pt x="2319" y="3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l462"/>
            <p:cNvSpPr/>
            <p:nvPr/>
          </p:nvSpPr>
          <p:spPr>
            <a:xfrm>
              <a:off x="7247408" y="4985167"/>
              <a:ext cx="12671" cy="17124"/>
            </a:xfrm>
            <a:custGeom>
              <a:avLst/>
              <a:pathLst>
                <a:path w="12671" h="17124">
                  <a:moveTo>
                    <a:pt x="0" y="0"/>
                  </a:moveTo>
                  <a:lnTo>
                    <a:pt x="12671" y="171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l463"/>
            <p:cNvSpPr/>
            <p:nvPr/>
          </p:nvSpPr>
          <p:spPr>
            <a:xfrm>
              <a:off x="7120609" y="5098059"/>
              <a:ext cx="696" cy="1134"/>
            </a:xfrm>
            <a:custGeom>
              <a:avLst/>
              <a:pathLst>
                <a:path w="696" h="1134">
                  <a:moveTo>
                    <a:pt x="0" y="0"/>
                  </a:moveTo>
                  <a:lnTo>
                    <a:pt x="696" y="1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l464"/>
            <p:cNvSpPr/>
            <p:nvPr/>
          </p:nvSpPr>
          <p:spPr>
            <a:xfrm>
              <a:off x="7127724" y="5093670"/>
              <a:ext cx="701" cy="1131"/>
            </a:xfrm>
            <a:custGeom>
              <a:avLst/>
              <a:pathLst>
                <a:path w="701" h="1131">
                  <a:moveTo>
                    <a:pt x="0" y="0"/>
                  </a:moveTo>
                  <a:lnTo>
                    <a:pt x="701" y="1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l465"/>
            <p:cNvSpPr/>
            <p:nvPr/>
          </p:nvSpPr>
          <p:spPr>
            <a:xfrm>
              <a:off x="7123470" y="5094735"/>
              <a:ext cx="699" cy="1133"/>
            </a:xfrm>
            <a:custGeom>
              <a:avLst/>
              <a:pathLst>
                <a:path w="699" h="1133">
                  <a:moveTo>
                    <a:pt x="0" y="0"/>
                  </a:moveTo>
                  <a:lnTo>
                    <a:pt x="699" y="1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l466"/>
            <p:cNvSpPr/>
            <p:nvPr/>
          </p:nvSpPr>
          <p:spPr>
            <a:xfrm>
              <a:off x="7134114" y="5088122"/>
              <a:ext cx="1412" cy="2257"/>
            </a:xfrm>
            <a:custGeom>
              <a:avLst/>
              <a:pathLst>
                <a:path w="1412" h="2257">
                  <a:moveTo>
                    <a:pt x="0" y="0"/>
                  </a:moveTo>
                  <a:lnTo>
                    <a:pt x="1412" y="22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7"/>
            <p:cNvSpPr/>
            <p:nvPr/>
          </p:nvSpPr>
          <p:spPr>
            <a:xfrm>
              <a:off x="7091964" y="5115312"/>
              <a:ext cx="677" cy="1146"/>
            </a:xfrm>
            <a:custGeom>
              <a:avLst/>
              <a:pathLst>
                <a:path w="677" h="1146">
                  <a:moveTo>
                    <a:pt x="0" y="0"/>
                  </a:moveTo>
                  <a:lnTo>
                    <a:pt x="677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8"/>
            <p:cNvSpPr/>
            <p:nvPr/>
          </p:nvSpPr>
          <p:spPr>
            <a:xfrm>
              <a:off x="7099153" y="5111045"/>
              <a:ext cx="682" cy="1143"/>
            </a:xfrm>
            <a:custGeom>
              <a:avLst/>
              <a:pathLst>
                <a:path w="682" h="1143">
                  <a:moveTo>
                    <a:pt x="0" y="0"/>
                  </a:moveTo>
                  <a:lnTo>
                    <a:pt x="682" y="1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9"/>
            <p:cNvSpPr/>
            <p:nvPr/>
          </p:nvSpPr>
          <p:spPr>
            <a:xfrm>
              <a:off x="7094881" y="5112037"/>
              <a:ext cx="679" cy="1144"/>
            </a:xfrm>
            <a:custGeom>
              <a:avLst/>
              <a:pathLst>
                <a:path w="679" h="1144">
                  <a:moveTo>
                    <a:pt x="0" y="0"/>
                  </a:moveTo>
                  <a:lnTo>
                    <a:pt x="679" y="11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70"/>
            <p:cNvSpPr/>
            <p:nvPr/>
          </p:nvSpPr>
          <p:spPr>
            <a:xfrm>
              <a:off x="7105637" y="5105606"/>
              <a:ext cx="1373" cy="2281"/>
            </a:xfrm>
            <a:custGeom>
              <a:avLst/>
              <a:pathLst>
                <a:path w="1373" h="2281">
                  <a:moveTo>
                    <a:pt x="0" y="0"/>
                  </a:moveTo>
                  <a:lnTo>
                    <a:pt x="1373" y="2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1"/>
            <p:cNvSpPr/>
            <p:nvPr/>
          </p:nvSpPr>
          <p:spPr>
            <a:xfrm>
              <a:off x="7099581" y="5107688"/>
              <a:ext cx="683" cy="1142"/>
            </a:xfrm>
            <a:custGeom>
              <a:avLst/>
              <a:pathLst>
                <a:path w="683" h="1142">
                  <a:moveTo>
                    <a:pt x="0" y="0"/>
                  </a:moveTo>
                  <a:lnTo>
                    <a:pt x="683" y="1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2"/>
            <p:cNvSpPr/>
            <p:nvPr/>
          </p:nvSpPr>
          <p:spPr>
            <a:xfrm>
              <a:off x="7112092" y="5100143"/>
              <a:ext cx="2075" cy="3412"/>
            </a:xfrm>
            <a:custGeom>
              <a:avLst/>
              <a:pathLst>
                <a:path w="2075" h="3412">
                  <a:moveTo>
                    <a:pt x="0" y="0"/>
                  </a:moveTo>
                  <a:lnTo>
                    <a:pt x="2075" y="3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3"/>
            <p:cNvSpPr/>
            <p:nvPr/>
          </p:nvSpPr>
          <p:spPr>
            <a:xfrm>
              <a:off x="7103781" y="5100507"/>
              <a:ext cx="2062" cy="3420"/>
            </a:xfrm>
            <a:custGeom>
              <a:avLst/>
              <a:pathLst>
                <a:path w="2062" h="3420">
                  <a:moveTo>
                    <a:pt x="0" y="0"/>
                  </a:moveTo>
                  <a:lnTo>
                    <a:pt x="2062" y="3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4"/>
            <p:cNvSpPr/>
            <p:nvPr/>
          </p:nvSpPr>
          <p:spPr>
            <a:xfrm>
              <a:off x="7125987" y="5086914"/>
              <a:ext cx="2810" cy="4523"/>
            </a:xfrm>
            <a:custGeom>
              <a:avLst/>
              <a:pathLst>
                <a:path w="2810" h="4523">
                  <a:moveTo>
                    <a:pt x="0" y="0"/>
                  </a:moveTo>
                  <a:lnTo>
                    <a:pt x="2810" y="4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l475"/>
            <p:cNvSpPr/>
            <p:nvPr/>
          </p:nvSpPr>
          <p:spPr>
            <a:xfrm>
              <a:off x="7070289" y="5127929"/>
              <a:ext cx="662" cy="1154"/>
            </a:xfrm>
            <a:custGeom>
              <a:avLst/>
              <a:pathLst>
                <a:path w="662" h="1154">
                  <a:moveTo>
                    <a:pt x="0" y="0"/>
                  </a:moveTo>
                  <a:lnTo>
                    <a:pt x="662" y="11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l476"/>
            <p:cNvSpPr/>
            <p:nvPr/>
          </p:nvSpPr>
          <p:spPr>
            <a:xfrm>
              <a:off x="7077532" y="5123754"/>
              <a:ext cx="667" cy="1152"/>
            </a:xfrm>
            <a:custGeom>
              <a:avLst/>
              <a:pathLst>
                <a:path w="667" h="1152">
                  <a:moveTo>
                    <a:pt x="0" y="0"/>
                  </a:moveTo>
                  <a:lnTo>
                    <a:pt x="667" y="11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l477"/>
            <p:cNvSpPr/>
            <p:nvPr/>
          </p:nvSpPr>
          <p:spPr>
            <a:xfrm>
              <a:off x="7073248" y="5124692"/>
              <a:ext cx="664" cy="1153"/>
            </a:xfrm>
            <a:custGeom>
              <a:avLst/>
              <a:pathLst>
                <a:path w="664" h="1153">
                  <a:moveTo>
                    <a:pt x="0" y="0"/>
                  </a:moveTo>
                  <a:lnTo>
                    <a:pt x="664" y="11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l478"/>
            <p:cNvSpPr/>
            <p:nvPr/>
          </p:nvSpPr>
          <p:spPr>
            <a:xfrm>
              <a:off x="7084085" y="5118399"/>
              <a:ext cx="1344" cy="2298"/>
            </a:xfrm>
            <a:custGeom>
              <a:avLst/>
              <a:pathLst>
                <a:path w="1344" h="2298">
                  <a:moveTo>
                    <a:pt x="0" y="0"/>
                  </a:moveTo>
                  <a:lnTo>
                    <a:pt x="1344" y="2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l479"/>
            <p:cNvSpPr/>
            <p:nvPr/>
          </p:nvSpPr>
          <p:spPr>
            <a:xfrm>
              <a:off x="7048454" y="5140268"/>
              <a:ext cx="647" cy="1163"/>
            </a:xfrm>
            <a:custGeom>
              <a:avLst/>
              <a:pathLst>
                <a:path w="647" h="1163">
                  <a:moveTo>
                    <a:pt x="0" y="0"/>
                  </a:moveTo>
                  <a:lnTo>
                    <a:pt x="647" y="1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l480"/>
            <p:cNvSpPr/>
            <p:nvPr/>
          </p:nvSpPr>
          <p:spPr>
            <a:xfrm>
              <a:off x="7055750" y="5136186"/>
              <a:ext cx="652" cy="1160"/>
            </a:xfrm>
            <a:custGeom>
              <a:avLst/>
              <a:pathLst>
                <a:path w="652" h="1160">
                  <a:moveTo>
                    <a:pt x="0" y="0"/>
                  </a:moveTo>
                  <a:lnTo>
                    <a:pt x="652" y="11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l481"/>
            <p:cNvSpPr/>
            <p:nvPr/>
          </p:nvSpPr>
          <p:spPr>
            <a:xfrm>
              <a:off x="7051454" y="5137069"/>
              <a:ext cx="650" cy="1161"/>
            </a:xfrm>
            <a:custGeom>
              <a:avLst/>
              <a:pathLst>
                <a:path w="650" h="1161">
                  <a:moveTo>
                    <a:pt x="0" y="0"/>
                  </a:moveTo>
                  <a:lnTo>
                    <a:pt x="65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l482"/>
            <p:cNvSpPr/>
            <p:nvPr/>
          </p:nvSpPr>
          <p:spPr>
            <a:xfrm>
              <a:off x="7062371" y="5130915"/>
              <a:ext cx="1314" cy="2315"/>
            </a:xfrm>
            <a:custGeom>
              <a:avLst/>
              <a:pathLst>
                <a:path w="1314" h="2315">
                  <a:moveTo>
                    <a:pt x="0" y="0"/>
                  </a:moveTo>
                  <a:lnTo>
                    <a:pt x="1314" y="23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7026463" y="5152325"/>
              <a:ext cx="632" cy="1171"/>
            </a:xfrm>
            <a:custGeom>
              <a:avLst/>
              <a:pathLst>
                <a:path w="632" h="1171">
                  <a:moveTo>
                    <a:pt x="0" y="0"/>
                  </a:moveTo>
                  <a:lnTo>
                    <a:pt x="632" y="1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7033811" y="5148337"/>
              <a:ext cx="637" cy="1168"/>
            </a:xfrm>
            <a:custGeom>
              <a:avLst/>
              <a:pathLst>
                <a:path w="637" h="1168">
                  <a:moveTo>
                    <a:pt x="0" y="0"/>
                  </a:moveTo>
                  <a:lnTo>
                    <a:pt x="637" y="11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7011718" y="5160207"/>
              <a:ext cx="622" cy="1176"/>
            </a:xfrm>
            <a:custGeom>
              <a:avLst/>
              <a:pathLst>
                <a:path w="622" h="1176">
                  <a:moveTo>
                    <a:pt x="0" y="0"/>
                  </a:moveTo>
                  <a:lnTo>
                    <a:pt x="622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7019099" y="5156282"/>
              <a:ext cx="627" cy="1174"/>
            </a:xfrm>
            <a:custGeom>
              <a:avLst/>
              <a:pathLst>
                <a:path w="627" h="1174">
                  <a:moveTo>
                    <a:pt x="0" y="0"/>
                  </a:moveTo>
                  <a:lnTo>
                    <a:pt x="627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l487"/>
            <p:cNvSpPr/>
            <p:nvPr/>
          </p:nvSpPr>
          <p:spPr>
            <a:xfrm>
              <a:off x="7014160" y="5155897"/>
              <a:ext cx="1250" cy="2351"/>
            </a:xfrm>
            <a:custGeom>
              <a:avLst/>
              <a:pathLst>
                <a:path w="1250" h="2351">
                  <a:moveTo>
                    <a:pt x="0" y="0"/>
                  </a:moveTo>
                  <a:lnTo>
                    <a:pt x="1250" y="2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8"/>
            <p:cNvSpPr/>
            <p:nvPr/>
          </p:nvSpPr>
          <p:spPr>
            <a:xfrm>
              <a:off x="7028869" y="5147995"/>
              <a:ext cx="1270" cy="2340"/>
            </a:xfrm>
            <a:custGeom>
              <a:avLst/>
              <a:pathLst>
                <a:path w="1270" h="2340">
                  <a:moveTo>
                    <a:pt x="0" y="0"/>
                  </a:moveTo>
                  <a:lnTo>
                    <a:pt x="1270" y="2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9"/>
            <p:cNvSpPr/>
            <p:nvPr/>
          </p:nvSpPr>
          <p:spPr>
            <a:xfrm>
              <a:off x="7020893" y="5150789"/>
              <a:ext cx="630" cy="1172"/>
            </a:xfrm>
            <a:custGeom>
              <a:avLst/>
              <a:pathLst>
                <a:path w="630" h="1172">
                  <a:moveTo>
                    <a:pt x="0" y="0"/>
                  </a:moveTo>
                  <a:lnTo>
                    <a:pt x="63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90"/>
            <p:cNvSpPr/>
            <p:nvPr/>
          </p:nvSpPr>
          <p:spPr>
            <a:xfrm>
              <a:off x="7039213" y="5140820"/>
              <a:ext cx="2570" cy="4664"/>
            </a:xfrm>
            <a:custGeom>
              <a:avLst/>
              <a:pathLst>
                <a:path w="2570" h="4664">
                  <a:moveTo>
                    <a:pt x="0" y="0"/>
                  </a:moveTo>
                  <a:lnTo>
                    <a:pt x="2570" y="46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1"/>
            <p:cNvSpPr/>
            <p:nvPr/>
          </p:nvSpPr>
          <p:spPr>
            <a:xfrm>
              <a:off x="7028157" y="5142320"/>
              <a:ext cx="1909" cy="3508"/>
            </a:xfrm>
            <a:custGeom>
              <a:avLst/>
              <a:pathLst>
                <a:path w="1909" h="3508">
                  <a:moveTo>
                    <a:pt x="0" y="0"/>
                  </a:moveTo>
                  <a:lnTo>
                    <a:pt x="1909" y="3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2"/>
            <p:cNvSpPr/>
            <p:nvPr/>
          </p:nvSpPr>
          <p:spPr>
            <a:xfrm>
              <a:off x="7053649" y="5128201"/>
              <a:ext cx="3268" cy="5799"/>
            </a:xfrm>
            <a:custGeom>
              <a:avLst/>
              <a:pathLst>
                <a:path w="3268" h="5799">
                  <a:moveTo>
                    <a:pt x="0" y="0"/>
                  </a:moveTo>
                  <a:lnTo>
                    <a:pt x="3268" y="5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3"/>
            <p:cNvSpPr/>
            <p:nvPr/>
          </p:nvSpPr>
          <p:spPr>
            <a:xfrm>
              <a:off x="7038994" y="5131814"/>
              <a:ext cx="1935" cy="3494"/>
            </a:xfrm>
            <a:custGeom>
              <a:avLst/>
              <a:pathLst>
                <a:path w="1935" h="3494">
                  <a:moveTo>
                    <a:pt x="0" y="0"/>
                  </a:moveTo>
                  <a:lnTo>
                    <a:pt x="1935" y="3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4"/>
            <p:cNvSpPr/>
            <p:nvPr/>
          </p:nvSpPr>
          <p:spPr>
            <a:xfrm>
              <a:off x="7073323" y="5112343"/>
              <a:ext cx="5348" cy="9211"/>
            </a:xfrm>
            <a:custGeom>
              <a:avLst/>
              <a:pathLst>
                <a:path w="5348" h="9211">
                  <a:moveTo>
                    <a:pt x="0" y="0"/>
                  </a:moveTo>
                  <a:lnTo>
                    <a:pt x="5348" y="9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5"/>
            <p:cNvSpPr/>
            <p:nvPr/>
          </p:nvSpPr>
          <p:spPr>
            <a:xfrm>
              <a:off x="6967084" y="5183093"/>
              <a:ext cx="592" cy="1192"/>
            </a:xfrm>
            <a:custGeom>
              <a:avLst/>
              <a:pathLst>
                <a:path w="592" h="1192">
                  <a:moveTo>
                    <a:pt x="0" y="0"/>
                  </a:moveTo>
                  <a:lnTo>
                    <a:pt x="592" y="1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6"/>
            <p:cNvSpPr/>
            <p:nvPr/>
          </p:nvSpPr>
          <p:spPr>
            <a:xfrm>
              <a:off x="6974564" y="5179358"/>
              <a:ext cx="597" cy="1189"/>
            </a:xfrm>
            <a:custGeom>
              <a:avLst/>
              <a:pathLst>
                <a:path w="597" h="1189">
                  <a:moveTo>
                    <a:pt x="0" y="0"/>
                  </a:moveTo>
                  <a:lnTo>
                    <a:pt x="597" y="11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7"/>
            <p:cNvSpPr/>
            <p:nvPr/>
          </p:nvSpPr>
          <p:spPr>
            <a:xfrm>
              <a:off x="6970231" y="5180038"/>
              <a:ext cx="594" cy="1191"/>
            </a:xfrm>
            <a:custGeom>
              <a:avLst/>
              <a:pathLst>
                <a:path w="594" h="1191">
                  <a:moveTo>
                    <a:pt x="0" y="0"/>
                  </a:moveTo>
                  <a:lnTo>
                    <a:pt x="594" y="11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8"/>
            <p:cNvSpPr/>
            <p:nvPr/>
          </p:nvSpPr>
          <p:spPr>
            <a:xfrm>
              <a:off x="6981425" y="5174404"/>
              <a:ext cx="1204" cy="2374"/>
            </a:xfrm>
            <a:custGeom>
              <a:avLst/>
              <a:pathLst>
                <a:path w="1204" h="2374">
                  <a:moveTo>
                    <a:pt x="0" y="0"/>
                  </a:moveTo>
                  <a:lnTo>
                    <a:pt x="1204" y="2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9"/>
            <p:cNvSpPr/>
            <p:nvPr/>
          </p:nvSpPr>
          <p:spPr>
            <a:xfrm>
              <a:off x="6975234" y="5176041"/>
              <a:ext cx="598" cy="1189"/>
            </a:xfrm>
            <a:custGeom>
              <a:avLst/>
              <a:pathLst>
                <a:path w="598" h="1189">
                  <a:moveTo>
                    <a:pt x="0" y="0"/>
                  </a:moveTo>
                  <a:lnTo>
                    <a:pt x="598" y="11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500"/>
            <p:cNvSpPr/>
            <p:nvPr/>
          </p:nvSpPr>
          <p:spPr>
            <a:xfrm>
              <a:off x="6988259" y="5169423"/>
              <a:ext cx="1822" cy="3554"/>
            </a:xfrm>
            <a:custGeom>
              <a:avLst/>
              <a:pathLst>
                <a:path w="1822" h="3554">
                  <a:moveTo>
                    <a:pt x="0" y="0"/>
                  </a:moveTo>
                  <a:lnTo>
                    <a:pt x="1822" y="35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l501"/>
            <p:cNvSpPr/>
            <p:nvPr/>
          </p:nvSpPr>
          <p:spPr>
            <a:xfrm>
              <a:off x="6981150" y="5171557"/>
              <a:ext cx="603" cy="1187"/>
            </a:xfrm>
            <a:custGeom>
              <a:avLst/>
              <a:pathLst>
                <a:path w="603" h="1187">
                  <a:moveTo>
                    <a:pt x="0" y="0"/>
                  </a:moveTo>
                  <a:lnTo>
                    <a:pt x="603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l502"/>
            <p:cNvSpPr/>
            <p:nvPr/>
          </p:nvSpPr>
          <p:spPr>
            <a:xfrm>
              <a:off x="6995068" y="5164416"/>
              <a:ext cx="2450" cy="4728"/>
            </a:xfrm>
            <a:custGeom>
              <a:avLst/>
              <a:pathLst>
                <a:path w="2450" h="4728">
                  <a:moveTo>
                    <a:pt x="0" y="0"/>
                  </a:moveTo>
                  <a:lnTo>
                    <a:pt x="2450" y="47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l503"/>
            <p:cNvSpPr/>
            <p:nvPr/>
          </p:nvSpPr>
          <p:spPr>
            <a:xfrm>
              <a:off x="6987508" y="5166816"/>
              <a:ext cx="607" cy="1184"/>
            </a:xfrm>
            <a:custGeom>
              <a:avLst/>
              <a:pathLst>
                <a:path w="607" h="1184">
                  <a:moveTo>
                    <a:pt x="0" y="0"/>
                  </a:moveTo>
                  <a:lnTo>
                    <a:pt x="607" y="11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l504"/>
            <p:cNvSpPr/>
            <p:nvPr/>
          </p:nvSpPr>
          <p:spPr>
            <a:xfrm>
              <a:off x="7001849" y="5159383"/>
              <a:ext cx="3087" cy="5897"/>
            </a:xfrm>
            <a:custGeom>
              <a:avLst/>
              <a:pathLst>
                <a:path w="3087" h="5897">
                  <a:moveTo>
                    <a:pt x="0" y="0"/>
                  </a:moveTo>
                  <a:lnTo>
                    <a:pt x="3087" y="5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l505"/>
            <p:cNvSpPr/>
            <p:nvPr/>
          </p:nvSpPr>
          <p:spPr>
            <a:xfrm>
              <a:off x="6944552" y="5194106"/>
              <a:ext cx="576" cy="1199"/>
            </a:xfrm>
            <a:custGeom>
              <a:avLst/>
              <a:pathLst>
                <a:path w="576" h="1199">
                  <a:moveTo>
                    <a:pt x="0" y="0"/>
                  </a:moveTo>
                  <a:lnTo>
                    <a:pt x="576" y="1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l506"/>
            <p:cNvSpPr/>
            <p:nvPr/>
          </p:nvSpPr>
          <p:spPr>
            <a:xfrm>
              <a:off x="6952078" y="5190467"/>
              <a:ext cx="582" cy="1197"/>
            </a:xfrm>
            <a:custGeom>
              <a:avLst/>
              <a:pathLst>
                <a:path w="582" h="1197">
                  <a:moveTo>
                    <a:pt x="0" y="0"/>
                  </a:moveTo>
                  <a:lnTo>
                    <a:pt x="582" y="1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l507"/>
            <p:cNvSpPr/>
            <p:nvPr/>
          </p:nvSpPr>
          <p:spPr>
            <a:xfrm>
              <a:off x="6947737" y="5191091"/>
              <a:ext cx="579" cy="1198"/>
            </a:xfrm>
            <a:custGeom>
              <a:avLst/>
              <a:pathLst>
                <a:path w="579" h="1198">
                  <a:moveTo>
                    <a:pt x="0" y="0"/>
                  </a:moveTo>
                  <a:lnTo>
                    <a:pt x="579" y="1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l508"/>
            <p:cNvSpPr/>
            <p:nvPr/>
          </p:nvSpPr>
          <p:spPr>
            <a:xfrm>
              <a:off x="6959002" y="5185601"/>
              <a:ext cx="1174" cy="2389"/>
            </a:xfrm>
            <a:custGeom>
              <a:avLst/>
              <a:pathLst>
                <a:path w="1174" h="2389">
                  <a:moveTo>
                    <a:pt x="0" y="0"/>
                  </a:moveTo>
                  <a:lnTo>
                    <a:pt x="1174" y="23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l509"/>
            <p:cNvSpPr/>
            <p:nvPr/>
          </p:nvSpPr>
          <p:spPr>
            <a:xfrm>
              <a:off x="6921880" y="5204829"/>
              <a:ext cx="561" cy="1207"/>
            </a:xfrm>
            <a:custGeom>
              <a:avLst/>
              <a:pathLst>
                <a:path w="561" h="1207">
                  <a:moveTo>
                    <a:pt x="0" y="0"/>
                  </a:moveTo>
                  <a:lnTo>
                    <a:pt x="561" y="1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l510"/>
            <p:cNvSpPr/>
            <p:nvPr/>
          </p:nvSpPr>
          <p:spPr>
            <a:xfrm>
              <a:off x="6929452" y="5201286"/>
              <a:ext cx="566" cy="1204"/>
            </a:xfrm>
            <a:custGeom>
              <a:avLst/>
              <a:pathLst>
                <a:path w="566" h="1204">
                  <a:moveTo>
                    <a:pt x="0" y="0"/>
                  </a:moveTo>
                  <a:lnTo>
                    <a:pt x="566" y="1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l511"/>
            <p:cNvSpPr/>
            <p:nvPr/>
          </p:nvSpPr>
          <p:spPr>
            <a:xfrm>
              <a:off x="6899073" y="5215260"/>
              <a:ext cx="546" cy="1214"/>
            </a:xfrm>
            <a:custGeom>
              <a:avLst/>
              <a:pathLst>
                <a:path w="546" h="1214">
                  <a:moveTo>
                    <a:pt x="0" y="0"/>
                  </a:moveTo>
                  <a:lnTo>
                    <a:pt x="546" y="1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l512"/>
            <p:cNvSpPr/>
            <p:nvPr/>
          </p:nvSpPr>
          <p:spPr>
            <a:xfrm>
              <a:off x="6906690" y="5211816"/>
              <a:ext cx="551" cy="1211"/>
            </a:xfrm>
            <a:custGeom>
              <a:avLst/>
              <a:pathLst>
                <a:path w="551" h="1211">
                  <a:moveTo>
                    <a:pt x="0" y="0"/>
                  </a:moveTo>
                  <a:lnTo>
                    <a:pt x="551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l513"/>
            <p:cNvSpPr/>
            <p:nvPr/>
          </p:nvSpPr>
          <p:spPr>
            <a:xfrm>
              <a:off x="6902334" y="5212329"/>
              <a:ext cx="548" cy="1213"/>
            </a:xfrm>
            <a:custGeom>
              <a:avLst/>
              <a:pathLst>
                <a:path w="548" h="1213">
                  <a:moveTo>
                    <a:pt x="0" y="0"/>
                  </a:moveTo>
                  <a:lnTo>
                    <a:pt x="548" y="1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l514"/>
            <p:cNvSpPr/>
            <p:nvPr/>
          </p:nvSpPr>
          <p:spPr>
            <a:xfrm>
              <a:off x="6913736" y="5207129"/>
              <a:ext cx="1112" cy="2419"/>
            </a:xfrm>
            <a:custGeom>
              <a:avLst/>
              <a:pathLst>
                <a:path w="1112" h="2419">
                  <a:moveTo>
                    <a:pt x="0" y="0"/>
                  </a:moveTo>
                  <a:lnTo>
                    <a:pt x="1112" y="2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l515"/>
            <p:cNvSpPr/>
            <p:nvPr/>
          </p:nvSpPr>
          <p:spPr>
            <a:xfrm>
              <a:off x="6906934" y="5207315"/>
              <a:ext cx="1105" cy="2422"/>
            </a:xfrm>
            <a:custGeom>
              <a:avLst/>
              <a:pathLst>
                <a:path w="1105" h="2422">
                  <a:moveTo>
                    <a:pt x="0" y="0"/>
                  </a:moveTo>
                  <a:lnTo>
                    <a:pt x="1105" y="2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l516"/>
            <p:cNvSpPr/>
            <p:nvPr/>
          </p:nvSpPr>
          <p:spPr>
            <a:xfrm>
              <a:off x="6923976" y="5199443"/>
              <a:ext cx="1692" cy="3618"/>
            </a:xfrm>
            <a:custGeom>
              <a:avLst/>
              <a:pathLst>
                <a:path w="1692" h="3618">
                  <a:moveTo>
                    <a:pt x="0" y="0"/>
                  </a:moveTo>
                  <a:lnTo>
                    <a:pt x="1692" y="36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7"/>
            <p:cNvSpPr/>
            <p:nvPr/>
          </p:nvSpPr>
          <p:spPr>
            <a:xfrm>
              <a:off x="6914906" y="5202191"/>
              <a:ext cx="558" cy="1208"/>
            </a:xfrm>
            <a:custGeom>
              <a:avLst/>
              <a:pathLst>
                <a:path w="558" h="1208">
                  <a:moveTo>
                    <a:pt x="0" y="0"/>
                  </a:moveTo>
                  <a:lnTo>
                    <a:pt x="558" y="12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8"/>
            <p:cNvSpPr/>
            <p:nvPr/>
          </p:nvSpPr>
          <p:spPr>
            <a:xfrm>
              <a:off x="6934722" y="5192903"/>
              <a:ext cx="2859" cy="6011"/>
            </a:xfrm>
            <a:custGeom>
              <a:avLst/>
              <a:pathLst>
                <a:path w="2859" h="6011">
                  <a:moveTo>
                    <a:pt x="0" y="0"/>
                  </a:moveTo>
                  <a:lnTo>
                    <a:pt x="2859" y="6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9"/>
            <p:cNvSpPr/>
            <p:nvPr/>
          </p:nvSpPr>
          <p:spPr>
            <a:xfrm>
              <a:off x="6883794" y="5222052"/>
              <a:ext cx="535" cy="1218"/>
            </a:xfrm>
            <a:custGeom>
              <a:avLst/>
              <a:pathLst>
                <a:path w="535" h="1218">
                  <a:moveTo>
                    <a:pt x="0" y="0"/>
                  </a:moveTo>
                  <a:lnTo>
                    <a:pt x="535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l520"/>
            <p:cNvSpPr/>
            <p:nvPr/>
          </p:nvSpPr>
          <p:spPr>
            <a:xfrm>
              <a:off x="6891441" y="5218673"/>
              <a:ext cx="540" cy="1216"/>
            </a:xfrm>
            <a:custGeom>
              <a:avLst/>
              <a:pathLst>
                <a:path w="540" h="1216">
                  <a:moveTo>
                    <a:pt x="0" y="0"/>
                  </a:moveTo>
                  <a:lnTo>
                    <a:pt x="540" y="1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l521"/>
            <p:cNvSpPr/>
            <p:nvPr/>
          </p:nvSpPr>
          <p:spPr>
            <a:xfrm>
              <a:off x="6837619" y="5241642"/>
              <a:ext cx="504" cy="1232"/>
            </a:xfrm>
            <a:custGeom>
              <a:avLst/>
              <a:pathLst>
                <a:path w="504" h="1232">
                  <a:moveTo>
                    <a:pt x="0" y="0"/>
                  </a:moveTo>
                  <a:lnTo>
                    <a:pt x="504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l522"/>
            <p:cNvSpPr/>
            <p:nvPr/>
          </p:nvSpPr>
          <p:spPr>
            <a:xfrm>
              <a:off x="6845350" y="5238459"/>
              <a:ext cx="509" cy="1230"/>
            </a:xfrm>
            <a:custGeom>
              <a:avLst/>
              <a:pathLst>
                <a:path w="509" h="1230">
                  <a:moveTo>
                    <a:pt x="0" y="0"/>
                  </a:moveTo>
                  <a:lnTo>
                    <a:pt x="509" y="1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l523"/>
            <p:cNvSpPr/>
            <p:nvPr/>
          </p:nvSpPr>
          <p:spPr>
            <a:xfrm>
              <a:off x="6840979" y="5238824"/>
              <a:ext cx="506" cy="1231"/>
            </a:xfrm>
            <a:custGeom>
              <a:avLst/>
              <a:pathLst>
                <a:path w="506" h="1231">
                  <a:moveTo>
                    <a:pt x="0" y="0"/>
                  </a:moveTo>
                  <a:lnTo>
                    <a:pt x="506" y="12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l524"/>
            <p:cNvSpPr/>
            <p:nvPr/>
          </p:nvSpPr>
          <p:spPr>
            <a:xfrm>
              <a:off x="6852552" y="5234016"/>
              <a:ext cx="1029" cy="2455"/>
            </a:xfrm>
            <a:custGeom>
              <a:avLst/>
              <a:pathLst>
                <a:path w="1029" h="2455">
                  <a:moveTo>
                    <a:pt x="0" y="0"/>
                  </a:moveTo>
                  <a:lnTo>
                    <a:pt x="1029" y="2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l525"/>
            <p:cNvSpPr/>
            <p:nvPr/>
          </p:nvSpPr>
          <p:spPr>
            <a:xfrm>
              <a:off x="6846259" y="5235199"/>
              <a:ext cx="510" cy="1229"/>
            </a:xfrm>
            <a:custGeom>
              <a:avLst/>
              <a:pathLst>
                <a:path w="510" h="1229">
                  <a:moveTo>
                    <a:pt x="0" y="0"/>
                  </a:moveTo>
                  <a:lnTo>
                    <a:pt x="510" y="1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l526"/>
            <p:cNvSpPr/>
            <p:nvPr/>
          </p:nvSpPr>
          <p:spPr>
            <a:xfrm>
              <a:off x="6859730" y="5229544"/>
              <a:ext cx="1560" cy="3677"/>
            </a:xfrm>
            <a:custGeom>
              <a:avLst/>
              <a:pathLst>
                <a:path w="1560" h="3677">
                  <a:moveTo>
                    <a:pt x="0" y="0"/>
                  </a:moveTo>
                  <a:lnTo>
                    <a:pt x="1560" y="3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l527"/>
            <p:cNvSpPr/>
            <p:nvPr/>
          </p:nvSpPr>
          <p:spPr>
            <a:xfrm>
              <a:off x="6852484" y="5231156"/>
              <a:ext cx="515" cy="1227"/>
            </a:xfrm>
            <a:custGeom>
              <a:avLst/>
              <a:pathLst>
                <a:path w="515" h="1227">
                  <a:moveTo>
                    <a:pt x="0" y="0"/>
                  </a:moveTo>
                  <a:lnTo>
                    <a:pt x="515" y="1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l528"/>
            <p:cNvSpPr/>
            <p:nvPr/>
          </p:nvSpPr>
          <p:spPr>
            <a:xfrm>
              <a:off x="6866883" y="5225043"/>
              <a:ext cx="2100" cy="4893"/>
            </a:xfrm>
            <a:custGeom>
              <a:avLst/>
              <a:pathLst>
                <a:path w="2100" h="4893">
                  <a:moveTo>
                    <a:pt x="0" y="0"/>
                  </a:moveTo>
                  <a:lnTo>
                    <a:pt x="2100" y="4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l529"/>
            <p:cNvSpPr/>
            <p:nvPr/>
          </p:nvSpPr>
          <p:spPr>
            <a:xfrm>
              <a:off x="6859169" y="5226889"/>
              <a:ext cx="520" cy="1225"/>
            </a:xfrm>
            <a:custGeom>
              <a:avLst/>
              <a:pathLst>
                <a:path w="520" h="1225">
                  <a:moveTo>
                    <a:pt x="0" y="0"/>
                  </a:moveTo>
                  <a:lnTo>
                    <a:pt x="520" y="1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l530"/>
            <p:cNvSpPr/>
            <p:nvPr/>
          </p:nvSpPr>
          <p:spPr>
            <a:xfrm>
              <a:off x="6874012" y="5220514"/>
              <a:ext cx="2652" cy="6106"/>
            </a:xfrm>
            <a:custGeom>
              <a:avLst/>
              <a:pathLst>
                <a:path w="2652" h="6106">
                  <a:moveTo>
                    <a:pt x="0" y="0"/>
                  </a:moveTo>
                  <a:lnTo>
                    <a:pt x="2652" y="6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l531"/>
            <p:cNvSpPr/>
            <p:nvPr/>
          </p:nvSpPr>
          <p:spPr>
            <a:xfrm>
              <a:off x="6865546" y="5221270"/>
              <a:ext cx="1050" cy="2446"/>
            </a:xfrm>
            <a:custGeom>
              <a:avLst/>
              <a:pathLst>
                <a:path w="1050" h="2446">
                  <a:moveTo>
                    <a:pt x="0" y="0"/>
                  </a:moveTo>
                  <a:lnTo>
                    <a:pt x="1050" y="2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l532"/>
            <p:cNvSpPr/>
            <p:nvPr/>
          </p:nvSpPr>
          <p:spPr>
            <a:xfrm>
              <a:off x="6884390" y="5213060"/>
              <a:ext cx="3229" cy="7306"/>
            </a:xfrm>
            <a:custGeom>
              <a:avLst/>
              <a:pathLst>
                <a:path w="3229" h="7306">
                  <a:moveTo>
                    <a:pt x="0" y="0"/>
                  </a:moveTo>
                  <a:lnTo>
                    <a:pt x="3229" y="73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l533"/>
            <p:cNvSpPr/>
            <p:nvPr/>
          </p:nvSpPr>
          <p:spPr>
            <a:xfrm>
              <a:off x="6822118" y="5247908"/>
              <a:ext cx="493" cy="1236"/>
            </a:xfrm>
            <a:custGeom>
              <a:avLst/>
              <a:pathLst>
                <a:path w="493" h="1236">
                  <a:moveTo>
                    <a:pt x="0" y="0"/>
                  </a:moveTo>
                  <a:lnTo>
                    <a:pt x="493" y="12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l534"/>
            <p:cNvSpPr/>
            <p:nvPr/>
          </p:nvSpPr>
          <p:spPr>
            <a:xfrm>
              <a:off x="6829875" y="5244792"/>
              <a:ext cx="498" cy="1234"/>
            </a:xfrm>
            <a:custGeom>
              <a:avLst/>
              <a:pathLst>
                <a:path w="498" h="1234">
                  <a:moveTo>
                    <a:pt x="0" y="0"/>
                  </a:moveTo>
                  <a:lnTo>
                    <a:pt x="498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l535"/>
            <p:cNvSpPr/>
            <p:nvPr/>
          </p:nvSpPr>
          <p:spPr>
            <a:xfrm>
              <a:off x="6790958" y="5260043"/>
              <a:ext cx="472" cy="1244"/>
            </a:xfrm>
            <a:custGeom>
              <a:avLst/>
              <a:pathLst>
                <a:path w="472" h="1244">
                  <a:moveTo>
                    <a:pt x="0" y="0"/>
                  </a:moveTo>
                  <a:lnTo>
                    <a:pt x="472" y="1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l536"/>
            <p:cNvSpPr/>
            <p:nvPr/>
          </p:nvSpPr>
          <p:spPr>
            <a:xfrm>
              <a:off x="6798767" y="5257059"/>
              <a:ext cx="477" cy="1242"/>
            </a:xfrm>
            <a:custGeom>
              <a:avLst/>
              <a:pathLst>
                <a:path w="477" h="1242">
                  <a:moveTo>
                    <a:pt x="0" y="0"/>
                  </a:moveTo>
                  <a:lnTo>
                    <a:pt x="477" y="12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l537"/>
            <p:cNvSpPr/>
            <p:nvPr/>
          </p:nvSpPr>
          <p:spPr>
            <a:xfrm>
              <a:off x="6794389" y="5257311"/>
              <a:ext cx="475" cy="1243"/>
            </a:xfrm>
            <a:custGeom>
              <a:avLst/>
              <a:pathLst>
                <a:path w="475" h="1243">
                  <a:moveTo>
                    <a:pt x="0" y="0"/>
                  </a:moveTo>
                  <a:lnTo>
                    <a:pt x="475" y="1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l538"/>
            <p:cNvSpPr/>
            <p:nvPr/>
          </p:nvSpPr>
          <p:spPr>
            <a:xfrm>
              <a:off x="6806081" y="5252801"/>
              <a:ext cx="966" cy="2481"/>
            </a:xfrm>
            <a:custGeom>
              <a:avLst/>
              <a:pathLst>
                <a:path w="966" h="2481">
                  <a:moveTo>
                    <a:pt x="0" y="0"/>
                  </a:moveTo>
                  <a:lnTo>
                    <a:pt x="966" y="24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l539"/>
            <p:cNvSpPr/>
            <p:nvPr/>
          </p:nvSpPr>
          <p:spPr>
            <a:xfrm>
              <a:off x="6799759" y="5253824"/>
              <a:ext cx="479" cy="1242"/>
            </a:xfrm>
            <a:custGeom>
              <a:avLst/>
              <a:pathLst>
                <a:path w="479" h="1242">
                  <a:moveTo>
                    <a:pt x="0" y="0"/>
                  </a:moveTo>
                  <a:lnTo>
                    <a:pt x="479" y="12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l540"/>
            <p:cNvSpPr/>
            <p:nvPr/>
          </p:nvSpPr>
          <p:spPr>
            <a:xfrm>
              <a:off x="6813371" y="5248515"/>
              <a:ext cx="1465" cy="3715"/>
            </a:xfrm>
            <a:custGeom>
              <a:avLst/>
              <a:pathLst>
                <a:path w="1465" h="3715">
                  <a:moveTo>
                    <a:pt x="0" y="0"/>
                  </a:moveTo>
                  <a:lnTo>
                    <a:pt x="1465" y="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l541"/>
            <p:cNvSpPr/>
            <p:nvPr/>
          </p:nvSpPr>
          <p:spPr>
            <a:xfrm>
              <a:off x="6767454" y="5268794"/>
              <a:ext cx="456" cy="1250"/>
            </a:xfrm>
            <a:custGeom>
              <a:avLst/>
              <a:pathLst>
                <a:path w="456" h="1250">
                  <a:moveTo>
                    <a:pt x="0" y="0"/>
                  </a:moveTo>
                  <a:lnTo>
                    <a:pt x="456" y="1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l542"/>
            <p:cNvSpPr/>
            <p:nvPr/>
          </p:nvSpPr>
          <p:spPr>
            <a:xfrm>
              <a:off x="6775301" y="5265910"/>
              <a:ext cx="461" cy="1248"/>
            </a:xfrm>
            <a:custGeom>
              <a:avLst/>
              <a:pathLst>
                <a:path w="461" h="1248">
                  <a:moveTo>
                    <a:pt x="0" y="0"/>
                  </a:moveTo>
                  <a:lnTo>
                    <a:pt x="461" y="1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l543"/>
            <p:cNvSpPr/>
            <p:nvPr/>
          </p:nvSpPr>
          <p:spPr>
            <a:xfrm>
              <a:off x="6743841" y="5277243"/>
              <a:ext cx="440" cy="1256"/>
            </a:xfrm>
            <a:custGeom>
              <a:avLst/>
              <a:pathLst>
                <a:path w="440" h="1256">
                  <a:moveTo>
                    <a:pt x="0" y="0"/>
                  </a:moveTo>
                  <a:lnTo>
                    <a:pt x="440" y="1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l544"/>
            <p:cNvSpPr/>
            <p:nvPr/>
          </p:nvSpPr>
          <p:spPr>
            <a:xfrm>
              <a:off x="6751724" y="5274460"/>
              <a:ext cx="445" cy="1254"/>
            </a:xfrm>
            <a:custGeom>
              <a:avLst/>
              <a:pathLst>
                <a:path w="445" h="1254">
                  <a:moveTo>
                    <a:pt x="0" y="0"/>
                  </a:moveTo>
                  <a:lnTo>
                    <a:pt x="445" y="1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l545"/>
            <p:cNvSpPr/>
            <p:nvPr/>
          </p:nvSpPr>
          <p:spPr>
            <a:xfrm>
              <a:off x="6747341" y="5274600"/>
              <a:ext cx="443" cy="1255"/>
            </a:xfrm>
            <a:custGeom>
              <a:avLst/>
              <a:pathLst>
                <a:path w="443" h="1255">
                  <a:moveTo>
                    <a:pt x="0" y="0"/>
                  </a:moveTo>
                  <a:lnTo>
                    <a:pt x="443" y="1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l546"/>
            <p:cNvSpPr/>
            <p:nvPr/>
          </p:nvSpPr>
          <p:spPr>
            <a:xfrm>
              <a:off x="6759144" y="5270391"/>
              <a:ext cx="902" cy="2505"/>
            </a:xfrm>
            <a:custGeom>
              <a:avLst/>
              <a:pathLst>
                <a:path w="902" h="2505">
                  <a:moveTo>
                    <a:pt x="0" y="0"/>
                  </a:moveTo>
                  <a:lnTo>
                    <a:pt x="902" y="2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l547"/>
            <p:cNvSpPr/>
            <p:nvPr/>
          </p:nvSpPr>
          <p:spPr>
            <a:xfrm>
              <a:off x="6752351" y="5269997"/>
              <a:ext cx="894" cy="2508"/>
            </a:xfrm>
            <a:custGeom>
              <a:avLst/>
              <a:pathLst>
                <a:path w="894" h="2508">
                  <a:moveTo>
                    <a:pt x="0" y="0"/>
                  </a:moveTo>
                  <a:lnTo>
                    <a:pt x="894" y="2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l548"/>
            <p:cNvSpPr/>
            <p:nvPr/>
          </p:nvSpPr>
          <p:spPr>
            <a:xfrm>
              <a:off x="6770002" y="5263607"/>
              <a:ext cx="1377" cy="3749"/>
            </a:xfrm>
            <a:custGeom>
              <a:avLst/>
              <a:pathLst>
                <a:path w="1377" h="3749">
                  <a:moveTo>
                    <a:pt x="0" y="0"/>
                  </a:moveTo>
                  <a:lnTo>
                    <a:pt x="1377" y="37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l549"/>
            <p:cNvSpPr/>
            <p:nvPr/>
          </p:nvSpPr>
          <p:spPr>
            <a:xfrm>
              <a:off x="6760731" y="5265571"/>
              <a:ext cx="453" cy="1251"/>
            </a:xfrm>
            <a:custGeom>
              <a:avLst/>
              <a:pathLst>
                <a:path w="453" h="1251">
                  <a:moveTo>
                    <a:pt x="0" y="0"/>
                  </a:moveTo>
                  <a:lnTo>
                    <a:pt x="453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l550"/>
            <p:cNvSpPr/>
            <p:nvPr/>
          </p:nvSpPr>
          <p:spPr>
            <a:xfrm>
              <a:off x="6781267" y="5258006"/>
              <a:ext cx="2336" cy="6233"/>
            </a:xfrm>
            <a:custGeom>
              <a:avLst/>
              <a:pathLst>
                <a:path w="2336" h="6233">
                  <a:moveTo>
                    <a:pt x="0" y="0"/>
                  </a:moveTo>
                  <a:lnTo>
                    <a:pt x="2336" y="6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l551"/>
            <p:cNvSpPr/>
            <p:nvPr/>
          </p:nvSpPr>
          <p:spPr>
            <a:xfrm>
              <a:off x="6769169" y="5256820"/>
              <a:ext cx="1840" cy="4997"/>
            </a:xfrm>
            <a:custGeom>
              <a:avLst/>
              <a:pathLst>
                <a:path w="1840" h="4997">
                  <a:moveTo>
                    <a:pt x="0" y="0"/>
                  </a:moveTo>
                  <a:lnTo>
                    <a:pt x="1840" y="4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l552"/>
            <p:cNvSpPr/>
            <p:nvPr/>
          </p:nvSpPr>
          <p:spPr>
            <a:xfrm>
              <a:off x="6803667" y="5243739"/>
              <a:ext cx="2902" cy="7442"/>
            </a:xfrm>
            <a:custGeom>
              <a:avLst/>
              <a:pathLst>
                <a:path w="2902" h="7442">
                  <a:moveTo>
                    <a:pt x="0" y="0"/>
                  </a:moveTo>
                  <a:lnTo>
                    <a:pt x="2902" y="7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l553"/>
            <p:cNvSpPr/>
            <p:nvPr/>
          </p:nvSpPr>
          <p:spPr>
            <a:xfrm>
              <a:off x="6785505" y="5247871"/>
              <a:ext cx="944" cy="2489"/>
            </a:xfrm>
            <a:custGeom>
              <a:avLst/>
              <a:pathLst>
                <a:path w="944" h="2489">
                  <a:moveTo>
                    <a:pt x="0" y="0"/>
                  </a:moveTo>
                  <a:lnTo>
                    <a:pt x="944" y="2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l554"/>
            <p:cNvSpPr/>
            <p:nvPr/>
          </p:nvSpPr>
          <p:spPr>
            <a:xfrm>
              <a:off x="6821035" y="5234000"/>
              <a:ext cx="4963" cy="12354"/>
            </a:xfrm>
            <a:custGeom>
              <a:avLst/>
              <a:pathLst>
                <a:path w="4963" h="12354">
                  <a:moveTo>
                    <a:pt x="0" y="0"/>
                  </a:moveTo>
                  <a:lnTo>
                    <a:pt x="4963" y="12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l555"/>
            <p:cNvSpPr/>
            <p:nvPr/>
          </p:nvSpPr>
          <p:spPr>
            <a:xfrm>
              <a:off x="6799430" y="5231100"/>
              <a:ext cx="3873" cy="9922"/>
            </a:xfrm>
            <a:custGeom>
              <a:avLst/>
              <a:pathLst>
                <a:path w="3873" h="9922">
                  <a:moveTo>
                    <a:pt x="0" y="0"/>
                  </a:moveTo>
                  <a:lnTo>
                    <a:pt x="3873" y="9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l556"/>
            <p:cNvSpPr/>
            <p:nvPr/>
          </p:nvSpPr>
          <p:spPr>
            <a:xfrm>
              <a:off x="6868597" y="5202542"/>
              <a:ext cx="6381" cy="14647"/>
            </a:xfrm>
            <a:custGeom>
              <a:avLst/>
              <a:pathLst>
                <a:path w="6381" h="14647">
                  <a:moveTo>
                    <a:pt x="0" y="0"/>
                  </a:moveTo>
                  <a:lnTo>
                    <a:pt x="6381" y="14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l557"/>
            <p:cNvSpPr/>
            <p:nvPr/>
          </p:nvSpPr>
          <p:spPr>
            <a:xfrm>
              <a:off x="6831103" y="5209772"/>
              <a:ext cx="3048" cy="7383"/>
            </a:xfrm>
            <a:custGeom>
              <a:avLst/>
              <a:pathLst>
                <a:path w="3048" h="7383">
                  <a:moveTo>
                    <a:pt x="0" y="0"/>
                  </a:moveTo>
                  <a:lnTo>
                    <a:pt x="3048" y="73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l558"/>
            <p:cNvSpPr/>
            <p:nvPr/>
          </p:nvSpPr>
          <p:spPr>
            <a:xfrm>
              <a:off x="6913526" y="5173463"/>
              <a:ext cx="11301" cy="24111"/>
            </a:xfrm>
            <a:custGeom>
              <a:avLst/>
              <a:pathLst>
                <a:path w="11301" h="24111">
                  <a:moveTo>
                    <a:pt x="0" y="0"/>
                  </a:moveTo>
                  <a:lnTo>
                    <a:pt x="11301" y="24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9"/>
            <p:cNvSpPr/>
            <p:nvPr/>
          </p:nvSpPr>
          <p:spPr>
            <a:xfrm>
              <a:off x="6870916" y="5188444"/>
              <a:ext cx="1610" cy="3655"/>
            </a:xfrm>
            <a:custGeom>
              <a:avLst/>
              <a:pathLst>
                <a:path w="1610" h="3655">
                  <a:moveTo>
                    <a:pt x="0" y="0"/>
                  </a:moveTo>
                  <a:lnTo>
                    <a:pt x="1610" y="3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60"/>
            <p:cNvSpPr/>
            <p:nvPr/>
          </p:nvSpPr>
          <p:spPr>
            <a:xfrm>
              <a:off x="6938207" y="5157237"/>
              <a:ext cx="15167" cy="31117"/>
            </a:xfrm>
            <a:custGeom>
              <a:avLst/>
              <a:pathLst>
                <a:path w="15167" h="31117">
                  <a:moveTo>
                    <a:pt x="0" y="0"/>
                  </a:moveTo>
                  <a:lnTo>
                    <a:pt x="15167" y="31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1"/>
            <p:cNvSpPr/>
            <p:nvPr/>
          </p:nvSpPr>
          <p:spPr>
            <a:xfrm>
              <a:off x="6901351" y="5165918"/>
              <a:ext cx="3360" cy="7247"/>
            </a:xfrm>
            <a:custGeom>
              <a:avLst/>
              <a:pathLst>
                <a:path w="3360" h="7247">
                  <a:moveTo>
                    <a:pt x="0" y="0"/>
                  </a:moveTo>
                  <a:lnTo>
                    <a:pt x="3360" y="7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2"/>
            <p:cNvSpPr/>
            <p:nvPr/>
          </p:nvSpPr>
          <p:spPr>
            <a:xfrm>
              <a:off x="6976918" y="5128834"/>
              <a:ext cx="17768" cy="34280"/>
            </a:xfrm>
            <a:custGeom>
              <a:avLst/>
              <a:pathLst>
                <a:path w="17768" h="34280">
                  <a:moveTo>
                    <a:pt x="0" y="0"/>
                  </a:moveTo>
                  <a:lnTo>
                    <a:pt x="17768" y="34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3"/>
            <p:cNvSpPr/>
            <p:nvPr/>
          </p:nvSpPr>
          <p:spPr>
            <a:xfrm>
              <a:off x="6932886" y="5134643"/>
              <a:ext cx="6452" cy="13147"/>
            </a:xfrm>
            <a:custGeom>
              <a:avLst/>
              <a:pathLst>
                <a:path w="6452" h="13147">
                  <a:moveTo>
                    <a:pt x="0" y="0"/>
                  </a:moveTo>
                  <a:lnTo>
                    <a:pt x="6452" y="13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4"/>
            <p:cNvSpPr/>
            <p:nvPr/>
          </p:nvSpPr>
          <p:spPr>
            <a:xfrm>
              <a:off x="7033217" y="5081632"/>
              <a:ext cx="22990" cy="40534"/>
            </a:xfrm>
            <a:custGeom>
              <a:avLst/>
              <a:pathLst>
                <a:path w="22990" h="40534">
                  <a:moveTo>
                    <a:pt x="0" y="0"/>
                  </a:moveTo>
                  <a:lnTo>
                    <a:pt x="22990" y="40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5"/>
            <p:cNvSpPr/>
            <p:nvPr/>
          </p:nvSpPr>
          <p:spPr>
            <a:xfrm>
              <a:off x="6979093" y="5100646"/>
              <a:ext cx="4354" cy="8240"/>
            </a:xfrm>
            <a:custGeom>
              <a:avLst/>
              <a:pathLst>
                <a:path w="4354" h="8240">
                  <a:moveTo>
                    <a:pt x="0" y="0"/>
                  </a:moveTo>
                  <a:lnTo>
                    <a:pt x="4354" y="8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l566"/>
            <p:cNvSpPr/>
            <p:nvPr/>
          </p:nvSpPr>
          <p:spPr>
            <a:xfrm>
              <a:off x="7082930" y="5041511"/>
              <a:ext cx="31975" cy="52236"/>
            </a:xfrm>
            <a:custGeom>
              <a:avLst/>
              <a:pathLst>
                <a:path w="31975" h="52236">
                  <a:moveTo>
                    <a:pt x="0" y="0"/>
                  </a:moveTo>
                  <a:lnTo>
                    <a:pt x="31975" y="522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l567"/>
            <p:cNvSpPr/>
            <p:nvPr/>
          </p:nvSpPr>
          <p:spPr>
            <a:xfrm>
              <a:off x="7018960" y="5049917"/>
              <a:ext cx="12519" cy="21982"/>
            </a:xfrm>
            <a:custGeom>
              <a:avLst/>
              <a:pathLst>
                <a:path w="12519" h="21982">
                  <a:moveTo>
                    <a:pt x="0" y="0"/>
                  </a:moveTo>
                  <a:lnTo>
                    <a:pt x="12519" y="21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l568"/>
            <p:cNvSpPr/>
            <p:nvPr/>
          </p:nvSpPr>
          <p:spPr>
            <a:xfrm>
              <a:off x="7192204" y="4938142"/>
              <a:ext cx="41475" cy="57091"/>
            </a:xfrm>
            <a:custGeom>
              <a:avLst/>
              <a:pathLst>
                <a:path w="41475" h="57091">
                  <a:moveTo>
                    <a:pt x="0" y="0"/>
                  </a:moveTo>
                  <a:lnTo>
                    <a:pt x="41475" y="570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l569"/>
            <p:cNvSpPr/>
            <p:nvPr/>
          </p:nvSpPr>
          <p:spPr>
            <a:xfrm>
              <a:off x="7104240" y="4991949"/>
              <a:ext cx="2887" cy="4475"/>
            </a:xfrm>
            <a:custGeom>
              <a:avLst/>
              <a:pathLst>
                <a:path w="2887" h="4475">
                  <a:moveTo>
                    <a:pt x="0" y="0"/>
                  </a:moveTo>
                  <a:lnTo>
                    <a:pt x="2887" y="44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l570"/>
            <p:cNvSpPr/>
            <p:nvPr/>
          </p:nvSpPr>
          <p:spPr>
            <a:xfrm>
              <a:off x="7226842" y="4905658"/>
              <a:ext cx="58290" cy="76105"/>
            </a:xfrm>
            <a:custGeom>
              <a:avLst/>
              <a:pathLst>
                <a:path w="58290" h="76105">
                  <a:moveTo>
                    <a:pt x="0" y="0"/>
                  </a:moveTo>
                  <a:lnTo>
                    <a:pt x="58290" y="76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l571"/>
            <p:cNvSpPr/>
            <p:nvPr/>
          </p:nvSpPr>
          <p:spPr>
            <a:xfrm>
              <a:off x="7164112" y="4946773"/>
              <a:ext cx="2298" cy="3266"/>
            </a:xfrm>
            <a:custGeom>
              <a:avLst/>
              <a:pathLst>
                <a:path w="2298" h="3266">
                  <a:moveTo>
                    <a:pt x="0" y="0"/>
                  </a:moveTo>
                  <a:lnTo>
                    <a:pt x="2298" y="32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l572"/>
            <p:cNvSpPr/>
            <p:nvPr/>
          </p:nvSpPr>
          <p:spPr>
            <a:xfrm>
              <a:off x="7243967" y="4887302"/>
              <a:ext cx="62594" cy="79505"/>
            </a:xfrm>
            <a:custGeom>
              <a:avLst/>
              <a:pathLst>
                <a:path w="62594" h="79505">
                  <a:moveTo>
                    <a:pt x="0" y="0"/>
                  </a:moveTo>
                  <a:lnTo>
                    <a:pt x="62594" y="79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l573"/>
            <p:cNvSpPr/>
            <p:nvPr/>
          </p:nvSpPr>
          <p:spPr>
            <a:xfrm>
              <a:off x="7186943" y="4894081"/>
              <a:ext cx="17495" cy="23492"/>
            </a:xfrm>
            <a:custGeom>
              <a:avLst/>
              <a:pathLst>
                <a:path w="17495" h="23492">
                  <a:moveTo>
                    <a:pt x="0" y="0"/>
                  </a:moveTo>
                  <a:lnTo>
                    <a:pt x="17495" y="234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l574"/>
            <p:cNvSpPr/>
            <p:nvPr/>
          </p:nvSpPr>
          <p:spPr>
            <a:xfrm>
              <a:off x="7335383" y="4770828"/>
              <a:ext cx="71372" cy="77262"/>
            </a:xfrm>
            <a:custGeom>
              <a:avLst/>
              <a:pathLst>
                <a:path w="71372" h="77262">
                  <a:moveTo>
                    <a:pt x="0" y="0"/>
                  </a:moveTo>
                  <a:lnTo>
                    <a:pt x="71372" y="77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l575"/>
            <p:cNvSpPr/>
            <p:nvPr/>
          </p:nvSpPr>
          <p:spPr>
            <a:xfrm>
              <a:off x="6712191" y="5288037"/>
              <a:ext cx="418" cy="1263"/>
            </a:xfrm>
            <a:custGeom>
              <a:avLst/>
              <a:pathLst>
                <a:path w="418" h="1263">
                  <a:moveTo>
                    <a:pt x="0" y="0"/>
                  </a:moveTo>
                  <a:lnTo>
                    <a:pt x="418" y="1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l576"/>
            <p:cNvSpPr/>
            <p:nvPr/>
          </p:nvSpPr>
          <p:spPr>
            <a:xfrm>
              <a:off x="6720121" y="5285389"/>
              <a:ext cx="424" cy="1261"/>
            </a:xfrm>
            <a:custGeom>
              <a:avLst/>
              <a:pathLst>
                <a:path w="424" h="1261">
                  <a:moveTo>
                    <a:pt x="0" y="0"/>
                  </a:moveTo>
                  <a:lnTo>
                    <a:pt x="424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l577"/>
            <p:cNvSpPr/>
            <p:nvPr/>
          </p:nvSpPr>
          <p:spPr>
            <a:xfrm>
              <a:off x="6715736" y="5285454"/>
              <a:ext cx="421" cy="1262"/>
            </a:xfrm>
            <a:custGeom>
              <a:avLst/>
              <a:pathLst>
                <a:path w="421" h="1262">
                  <a:moveTo>
                    <a:pt x="0" y="0"/>
                  </a:moveTo>
                  <a:lnTo>
                    <a:pt x="421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l578"/>
            <p:cNvSpPr/>
            <p:nvPr/>
          </p:nvSpPr>
          <p:spPr>
            <a:xfrm>
              <a:off x="6727609" y="5281447"/>
              <a:ext cx="859" cy="2520"/>
            </a:xfrm>
            <a:custGeom>
              <a:avLst/>
              <a:pathLst>
                <a:path w="859" h="2520">
                  <a:moveTo>
                    <a:pt x="0" y="0"/>
                  </a:moveTo>
                  <a:lnTo>
                    <a:pt x="859" y="25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l579"/>
            <p:cNvSpPr/>
            <p:nvPr/>
          </p:nvSpPr>
          <p:spPr>
            <a:xfrm>
              <a:off x="6672378" y="5300766"/>
              <a:ext cx="391" cy="1272"/>
            </a:xfrm>
            <a:custGeom>
              <a:avLst/>
              <a:pathLst>
                <a:path w="391" h="1272">
                  <a:moveTo>
                    <a:pt x="0" y="0"/>
                  </a:moveTo>
                  <a:lnTo>
                    <a:pt x="391" y="12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80"/>
            <p:cNvSpPr/>
            <p:nvPr/>
          </p:nvSpPr>
          <p:spPr>
            <a:xfrm>
              <a:off x="6680362" y="5298289"/>
              <a:ext cx="397" cy="1270"/>
            </a:xfrm>
            <a:custGeom>
              <a:avLst/>
              <a:pathLst>
                <a:path w="397" h="1270">
                  <a:moveTo>
                    <a:pt x="0" y="0"/>
                  </a:moveTo>
                  <a:lnTo>
                    <a:pt x="397" y="1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l581"/>
            <p:cNvSpPr/>
            <p:nvPr/>
          </p:nvSpPr>
          <p:spPr>
            <a:xfrm>
              <a:off x="6675976" y="5298260"/>
              <a:ext cx="394" cy="1271"/>
            </a:xfrm>
            <a:custGeom>
              <a:avLst/>
              <a:pathLst>
                <a:path w="394" h="1271">
                  <a:moveTo>
                    <a:pt x="0" y="0"/>
                  </a:moveTo>
                  <a:lnTo>
                    <a:pt x="394" y="12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l582"/>
            <p:cNvSpPr/>
            <p:nvPr/>
          </p:nvSpPr>
          <p:spPr>
            <a:xfrm>
              <a:off x="6687933" y="5294507"/>
              <a:ext cx="805" cy="2538"/>
            </a:xfrm>
            <a:custGeom>
              <a:avLst/>
              <a:pathLst>
                <a:path w="805" h="2538">
                  <a:moveTo>
                    <a:pt x="0" y="0"/>
                  </a:moveTo>
                  <a:lnTo>
                    <a:pt x="805" y="25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3"/>
            <p:cNvSpPr/>
            <p:nvPr/>
          </p:nvSpPr>
          <p:spPr>
            <a:xfrm>
              <a:off x="6681559" y="5295123"/>
              <a:ext cx="398" cy="1270"/>
            </a:xfrm>
            <a:custGeom>
              <a:avLst/>
              <a:pathLst>
                <a:path w="398" h="1270">
                  <a:moveTo>
                    <a:pt x="0" y="0"/>
                  </a:moveTo>
                  <a:lnTo>
                    <a:pt x="398" y="1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l584"/>
            <p:cNvSpPr/>
            <p:nvPr/>
          </p:nvSpPr>
          <p:spPr>
            <a:xfrm>
              <a:off x="6695482" y="5290696"/>
              <a:ext cx="1224" cy="3801"/>
            </a:xfrm>
            <a:custGeom>
              <a:avLst/>
              <a:pathLst>
                <a:path w="1224" h="3801">
                  <a:moveTo>
                    <a:pt x="0" y="0"/>
                  </a:moveTo>
                  <a:lnTo>
                    <a:pt x="1224" y="3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l585"/>
            <p:cNvSpPr/>
            <p:nvPr/>
          </p:nvSpPr>
          <p:spPr>
            <a:xfrm>
              <a:off x="6688121" y="5291654"/>
              <a:ext cx="403" cy="1268"/>
            </a:xfrm>
            <a:custGeom>
              <a:avLst/>
              <a:pathLst>
                <a:path w="403" h="1268">
                  <a:moveTo>
                    <a:pt x="0" y="0"/>
                  </a:moveTo>
                  <a:lnTo>
                    <a:pt x="403" y="1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6"/>
            <p:cNvSpPr/>
            <p:nvPr/>
          </p:nvSpPr>
          <p:spPr>
            <a:xfrm>
              <a:off x="6703009" y="5286854"/>
              <a:ext cx="1654" cy="5062"/>
            </a:xfrm>
            <a:custGeom>
              <a:avLst/>
              <a:pathLst>
                <a:path w="1654" h="5062">
                  <a:moveTo>
                    <a:pt x="0" y="0"/>
                  </a:moveTo>
                  <a:lnTo>
                    <a:pt x="1654" y="5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7"/>
            <p:cNvSpPr/>
            <p:nvPr/>
          </p:nvSpPr>
          <p:spPr>
            <a:xfrm>
              <a:off x="6694344" y="5285467"/>
              <a:ext cx="1225" cy="3801"/>
            </a:xfrm>
            <a:custGeom>
              <a:avLst/>
              <a:pathLst>
                <a:path w="1225" h="3801">
                  <a:moveTo>
                    <a:pt x="0" y="0"/>
                  </a:moveTo>
                  <a:lnTo>
                    <a:pt x="1225" y="3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8"/>
            <p:cNvSpPr/>
            <p:nvPr/>
          </p:nvSpPr>
          <p:spPr>
            <a:xfrm>
              <a:off x="6719547" y="5277152"/>
              <a:ext cx="2128" cy="6307"/>
            </a:xfrm>
            <a:custGeom>
              <a:avLst/>
              <a:pathLst>
                <a:path w="2128" h="6307">
                  <a:moveTo>
                    <a:pt x="0" y="0"/>
                  </a:moveTo>
                  <a:lnTo>
                    <a:pt x="2128" y="6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9"/>
            <p:cNvSpPr/>
            <p:nvPr/>
          </p:nvSpPr>
          <p:spPr>
            <a:xfrm>
              <a:off x="6706543" y="5280088"/>
              <a:ext cx="417" cy="1264"/>
            </a:xfrm>
            <a:custGeom>
              <a:avLst/>
              <a:pathLst>
                <a:path w="417" h="1264">
                  <a:moveTo>
                    <a:pt x="0" y="0"/>
                  </a:moveTo>
                  <a:lnTo>
                    <a:pt x="417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90"/>
            <p:cNvSpPr/>
            <p:nvPr/>
          </p:nvSpPr>
          <p:spPr>
            <a:xfrm>
              <a:off x="6732900" y="5271184"/>
              <a:ext cx="3481" cy="10066"/>
            </a:xfrm>
            <a:custGeom>
              <a:avLst/>
              <a:pathLst>
                <a:path w="3481" h="10066">
                  <a:moveTo>
                    <a:pt x="0" y="0"/>
                  </a:moveTo>
                  <a:lnTo>
                    <a:pt x="3481" y="100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1"/>
            <p:cNvSpPr/>
            <p:nvPr/>
          </p:nvSpPr>
          <p:spPr>
            <a:xfrm>
              <a:off x="6648362" y="5307996"/>
              <a:ext cx="375" cy="1277"/>
            </a:xfrm>
            <a:custGeom>
              <a:avLst/>
              <a:pathLst>
                <a:path w="375" h="1277">
                  <a:moveTo>
                    <a:pt x="0" y="0"/>
                  </a:moveTo>
                  <a:lnTo>
                    <a:pt x="375" y="1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2"/>
            <p:cNvSpPr/>
            <p:nvPr/>
          </p:nvSpPr>
          <p:spPr>
            <a:xfrm>
              <a:off x="6656378" y="5305620"/>
              <a:ext cx="381" cy="1275"/>
            </a:xfrm>
            <a:custGeom>
              <a:avLst/>
              <a:pathLst>
                <a:path w="381" h="1275">
                  <a:moveTo>
                    <a:pt x="0" y="0"/>
                  </a:moveTo>
                  <a:lnTo>
                    <a:pt x="381" y="12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3"/>
            <p:cNvSpPr/>
            <p:nvPr/>
          </p:nvSpPr>
          <p:spPr>
            <a:xfrm>
              <a:off x="6632301" y="5312644"/>
              <a:ext cx="364" cy="1280"/>
            </a:xfrm>
            <a:custGeom>
              <a:avLst/>
              <a:pathLst>
                <a:path w="364" h="1280">
                  <a:moveTo>
                    <a:pt x="0" y="0"/>
                  </a:moveTo>
                  <a:lnTo>
                    <a:pt x="364" y="1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4"/>
            <p:cNvSpPr/>
            <p:nvPr/>
          </p:nvSpPr>
          <p:spPr>
            <a:xfrm>
              <a:off x="6640337" y="5310337"/>
              <a:ext cx="370" cy="1278"/>
            </a:xfrm>
            <a:custGeom>
              <a:avLst/>
              <a:pathLst>
                <a:path w="370" h="1278">
                  <a:moveTo>
                    <a:pt x="0" y="0"/>
                  </a:moveTo>
                  <a:lnTo>
                    <a:pt x="370" y="12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5"/>
            <p:cNvSpPr/>
            <p:nvPr/>
          </p:nvSpPr>
          <p:spPr>
            <a:xfrm>
              <a:off x="6635585" y="5308935"/>
              <a:ext cx="734" cy="2559"/>
            </a:xfrm>
            <a:custGeom>
              <a:avLst/>
              <a:pathLst>
                <a:path w="734" h="2559">
                  <a:moveTo>
                    <a:pt x="0" y="0"/>
                  </a:moveTo>
                  <a:lnTo>
                    <a:pt x="734" y="25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6"/>
            <p:cNvSpPr/>
            <p:nvPr/>
          </p:nvSpPr>
          <p:spPr>
            <a:xfrm>
              <a:off x="6651614" y="5304259"/>
              <a:ext cx="756" cy="2553"/>
            </a:xfrm>
            <a:custGeom>
              <a:avLst/>
              <a:pathLst>
                <a:path w="756" h="2553">
                  <a:moveTo>
                    <a:pt x="0" y="0"/>
                  </a:moveTo>
                  <a:lnTo>
                    <a:pt x="756" y="2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7"/>
            <p:cNvSpPr/>
            <p:nvPr/>
          </p:nvSpPr>
          <p:spPr>
            <a:xfrm>
              <a:off x="6600064" y="5321528"/>
              <a:ext cx="342" cy="1286"/>
            </a:xfrm>
            <a:custGeom>
              <a:avLst/>
              <a:pathLst>
                <a:path w="342" h="1286">
                  <a:moveTo>
                    <a:pt x="0" y="0"/>
                  </a:moveTo>
                  <a:lnTo>
                    <a:pt x="342" y="12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8"/>
            <p:cNvSpPr/>
            <p:nvPr/>
          </p:nvSpPr>
          <p:spPr>
            <a:xfrm>
              <a:off x="6608137" y="5319359"/>
              <a:ext cx="348" cy="1285"/>
            </a:xfrm>
            <a:custGeom>
              <a:avLst/>
              <a:pathLst>
                <a:path w="348" h="1285">
                  <a:moveTo>
                    <a:pt x="0" y="0"/>
                  </a:moveTo>
                  <a:lnTo>
                    <a:pt x="348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9"/>
            <p:cNvSpPr/>
            <p:nvPr/>
          </p:nvSpPr>
          <p:spPr>
            <a:xfrm>
              <a:off x="6603756" y="5319162"/>
              <a:ext cx="345" cy="1285"/>
            </a:xfrm>
            <a:custGeom>
              <a:avLst/>
              <a:pathLst>
                <a:path w="345" h="1285">
                  <a:moveTo>
                    <a:pt x="0" y="0"/>
                  </a:moveTo>
                  <a:lnTo>
                    <a:pt x="345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600"/>
            <p:cNvSpPr/>
            <p:nvPr/>
          </p:nvSpPr>
          <p:spPr>
            <a:xfrm>
              <a:off x="6615848" y="5315871"/>
              <a:ext cx="707" cy="2567"/>
            </a:xfrm>
            <a:custGeom>
              <a:avLst/>
              <a:pathLst>
                <a:path w="707" h="2567">
                  <a:moveTo>
                    <a:pt x="0" y="0"/>
                  </a:moveTo>
                  <a:lnTo>
                    <a:pt x="707" y="25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1"/>
            <p:cNvSpPr/>
            <p:nvPr/>
          </p:nvSpPr>
          <p:spPr>
            <a:xfrm>
              <a:off x="6609455" y="5316241"/>
              <a:ext cx="349" cy="1284"/>
            </a:xfrm>
            <a:custGeom>
              <a:avLst/>
              <a:pathLst>
                <a:path w="349" h="1284">
                  <a:moveTo>
                    <a:pt x="0" y="0"/>
                  </a:moveTo>
                  <a:lnTo>
                    <a:pt x="349" y="1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l602"/>
            <p:cNvSpPr/>
            <p:nvPr/>
          </p:nvSpPr>
          <p:spPr>
            <a:xfrm>
              <a:off x="6623538" y="5312352"/>
              <a:ext cx="1077" cy="3846"/>
            </a:xfrm>
            <a:custGeom>
              <a:avLst/>
              <a:pathLst>
                <a:path w="1077" h="3846">
                  <a:moveTo>
                    <a:pt x="0" y="0"/>
                  </a:moveTo>
                  <a:lnTo>
                    <a:pt x="1077" y="3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3"/>
            <p:cNvSpPr/>
            <p:nvPr/>
          </p:nvSpPr>
          <p:spPr>
            <a:xfrm>
              <a:off x="6575788" y="5327829"/>
              <a:ext cx="326" cy="1290"/>
            </a:xfrm>
            <a:custGeom>
              <a:avLst/>
              <a:pathLst>
                <a:path w="326" h="1290">
                  <a:moveTo>
                    <a:pt x="0" y="0"/>
                  </a:moveTo>
                  <a:lnTo>
                    <a:pt x="326" y="1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l604"/>
            <p:cNvSpPr/>
            <p:nvPr/>
          </p:nvSpPr>
          <p:spPr>
            <a:xfrm>
              <a:off x="6583889" y="5325764"/>
              <a:ext cx="331" cy="1289"/>
            </a:xfrm>
            <a:custGeom>
              <a:avLst/>
              <a:pathLst>
                <a:path w="331" h="1289">
                  <a:moveTo>
                    <a:pt x="0" y="0"/>
                  </a:moveTo>
                  <a:lnTo>
                    <a:pt x="331" y="1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l605"/>
            <p:cNvSpPr/>
            <p:nvPr/>
          </p:nvSpPr>
          <p:spPr>
            <a:xfrm>
              <a:off x="6551434" y="5333819"/>
              <a:ext cx="309" cy="1294"/>
            </a:xfrm>
            <a:custGeom>
              <a:avLst/>
              <a:pathLst>
                <a:path w="309" h="1294">
                  <a:moveTo>
                    <a:pt x="0" y="0"/>
                  </a:moveTo>
                  <a:lnTo>
                    <a:pt x="309" y="1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l606"/>
            <p:cNvSpPr/>
            <p:nvPr/>
          </p:nvSpPr>
          <p:spPr>
            <a:xfrm>
              <a:off x="6559561" y="5331857"/>
              <a:ext cx="315" cy="1293"/>
            </a:xfrm>
            <a:custGeom>
              <a:avLst/>
              <a:pathLst>
                <a:path w="315" h="1293">
                  <a:moveTo>
                    <a:pt x="0" y="0"/>
                  </a:moveTo>
                  <a:lnTo>
                    <a:pt x="315" y="12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l607"/>
            <p:cNvSpPr/>
            <p:nvPr/>
          </p:nvSpPr>
          <p:spPr>
            <a:xfrm>
              <a:off x="6555186" y="5331549"/>
              <a:ext cx="312" cy="1294"/>
            </a:xfrm>
            <a:custGeom>
              <a:avLst/>
              <a:pathLst>
                <a:path w="312" h="1294">
                  <a:moveTo>
                    <a:pt x="0" y="0"/>
                  </a:moveTo>
                  <a:lnTo>
                    <a:pt x="312" y="1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8"/>
            <p:cNvSpPr/>
            <p:nvPr/>
          </p:nvSpPr>
          <p:spPr>
            <a:xfrm>
              <a:off x="6567358" y="5328569"/>
              <a:ext cx="641" cy="2584"/>
            </a:xfrm>
            <a:custGeom>
              <a:avLst/>
              <a:pathLst>
                <a:path w="641" h="2584">
                  <a:moveTo>
                    <a:pt x="0" y="0"/>
                  </a:moveTo>
                  <a:lnTo>
                    <a:pt x="641" y="25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l609"/>
            <p:cNvSpPr/>
            <p:nvPr/>
          </p:nvSpPr>
          <p:spPr>
            <a:xfrm>
              <a:off x="6535157" y="5337639"/>
              <a:ext cx="298" cy="1297"/>
            </a:xfrm>
            <a:custGeom>
              <a:avLst/>
              <a:pathLst>
                <a:path w="298" h="1297">
                  <a:moveTo>
                    <a:pt x="0" y="0"/>
                  </a:moveTo>
                  <a:lnTo>
                    <a:pt x="298" y="1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l610"/>
            <p:cNvSpPr/>
            <p:nvPr/>
          </p:nvSpPr>
          <p:spPr>
            <a:xfrm>
              <a:off x="6543300" y="5335747"/>
              <a:ext cx="304" cy="1296"/>
            </a:xfrm>
            <a:custGeom>
              <a:avLst/>
              <a:pathLst>
                <a:path w="304" h="1296">
                  <a:moveTo>
                    <a:pt x="0" y="0"/>
                  </a:moveTo>
                  <a:lnTo>
                    <a:pt x="304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l611"/>
            <p:cNvSpPr/>
            <p:nvPr/>
          </p:nvSpPr>
          <p:spPr>
            <a:xfrm>
              <a:off x="6510680" y="5343108"/>
              <a:ext cx="282" cy="1301"/>
            </a:xfrm>
            <a:custGeom>
              <a:avLst/>
              <a:pathLst>
                <a:path w="282" h="1301">
                  <a:moveTo>
                    <a:pt x="0" y="0"/>
                  </a:moveTo>
                  <a:lnTo>
                    <a:pt x="282" y="1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l612"/>
            <p:cNvSpPr/>
            <p:nvPr/>
          </p:nvSpPr>
          <p:spPr>
            <a:xfrm>
              <a:off x="6518847" y="5341320"/>
              <a:ext cx="287" cy="1300"/>
            </a:xfrm>
            <a:custGeom>
              <a:avLst/>
              <a:pathLst>
                <a:path w="287" h="1300">
                  <a:moveTo>
                    <a:pt x="0" y="0"/>
                  </a:moveTo>
                  <a:lnTo>
                    <a:pt x="287" y="13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l613"/>
            <p:cNvSpPr/>
            <p:nvPr/>
          </p:nvSpPr>
          <p:spPr>
            <a:xfrm>
              <a:off x="6514480" y="5340918"/>
              <a:ext cx="284" cy="1300"/>
            </a:xfrm>
            <a:custGeom>
              <a:avLst/>
              <a:pathLst>
                <a:path w="284" h="1300">
                  <a:moveTo>
                    <a:pt x="0" y="0"/>
                  </a:moveTo>
                  <a:lnTo>
                    <a:pt x="284" y="13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4"/>
            <p:cNvSpPr/>
            <p:nvPr/>
          </p:nvSpPr>
          <p:spPr>
            <a:xfrm>
              <a:off x="6526713" y="5338198"/>
              <a:ext cx="586" cy="2597"/>
            </a:xfrm>
            <a:custGeom>
              <a:avLst/>
              <a:pathLst>
                <a:path w="586" h="2597">
                  <a:moveTo>
                    <a:pt x="0" y="0"/>
                  </a:moveTo>
                  <a:lnTo>
                    <a:pt x="586" y="2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l615"/>
            <p:cNvSpPr/>
            <p:nvPr/>
          </p:nvSpPr>
          <p:spPr>
            <a:xfrm>
              <a:off x="6520021" y="5336969"/>
              <a:ext cx="577" cy="2599"/>
            </a:xfrm>
            <a:custGeom>
              <a:avLst/>
              <a:pathLst>
                <a:path w="577" h="2599">
                  <a:moveTo>
                    <a:pt x="0" y="0"/>
                  </a:moveTo>
                  <a:lnTo>
                    <a:pt x="577" y="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6538325" y="5332807"/>
              <a:ext cx="904" cy="3890"/>
            </a:xfrm>
            <a:custGeom>
              <a:avLst/>
              <a:pathLst>
                <a:path w="904" h="3890">
                  <a:moveTo>
                    <a:pt x="0" y="0"/>
                  </a:moveTo>
                  <a:lnTo>
                    <a:pt x="904" y="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6528292" y="5331015"/>
              <a:ext cx="885" cy="3894"/>
            </a:xfrm>
            <a:custGeom>
              <a:avLst/>
              <a:pathLst>
                <a:path w="885" h="3894">
                  <a:moveTo>
                    <a:pt x="0" y="0"/>
                  </a:moveTo>
                  <a:lnTo>
                    <a:pt x="885" y="3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6559692" y="5323602"/>
              <a:ext cx="1583" cy="6466"/>
            </a:xfrm>
            <a:custGeom>
              <a:avLst/>
              <a:pathLst>
                <a:path w="1583" h="6466">
                  <a:moveTo>
                    <a:pt x="0" y="0"/>
                  </a:moveTo>
                  <a:lnTo>
                    <a:pt x="1583" y="64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6543395" y="5324782"/>
              <a:ext cx="611" cy="2591"/>
            </a:xfrm>
            <a:custGeom>
              <a:avLst/>
              <a:pathLst>
                <a:path w="611" h="2591">
                  <a:moveTo>
                    <a:pt x="0" y="0"/>
                  </a:moveTo>
                  <a:lnTo>
                    <a:pt x="611" y="2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20"/>
            <p:cNvSpPr/>
            <p:nvPr/>
          </p:nvSpPr>
          <p:spPr>
            <a:xfrm>
              <a:off x="6577208" y="5316480"/>
              <a:ext cx="2632" cy="10321"/>
            </a:xfrm>
            <a:custGeom>
              <a:avLst/>
              <a:pathLst>
                <a:path w="2632" h="10321">
                  <a:moveTo>
                    <a:pt x="0" y="0"/>
                  </a:moveTo>
                  <a:lnTo>
                    <a:pt x="2632" y="10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1"/>
            <p:cNvSpPr/>
            <p:nvPr/>
          </p:nvSpPr>
          <p:spPr>
            <a:xfrm>
              <a:off x="6560003" y="5319413"/>
              <a:ext cx="317" cy="1293"/>
            </a:xfrm>
            <a:custGeom>
              <a:avLst/>
              <a:pathLst>
                <a:path w="317" h="1293">
                  <a:moveTo>
                    <a:pt x="0" y="0"/>
                  </a:moveTo>
                  <a:lnTo>
                    <a:pt x="317" y="12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2"/>
            <p:cNvSpPr/>
            <p:nvPr/>
          </p:nvSpPr>
          <p:spPr>
            <a:xfrm>
              <a:off x="6588945" y="5312071"/>
              <a:ext cx="3372" cy="12880"/>
            </a:xfrm>
            <a:custGeom>
              <a:avLst/>
              <a:pathLst>
                <a:path w="3372" h="12880">
                  <a:moveTo>
                    <a:pt x="0" y="0"/>
                  </a:moveTo>
                  <a:lnTo>
                    <a:pt x="3372" y="12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3"/>
            <p:cNvSpPr/>
            <p:nvPr/>
          </p:nvSpPr>
          <p:spPr>
            <a:xfrm>
              <a:off x="6573179" y="5310635"/>
              <a:ext cx="1309" cy="5162"/>
            </a:xfrm>
            <a:custGeom>
              <a:avLst/>
              <a:pathLst>
                <a:path w="1309" h="5162">
                  <a:moveTo>
                    <a:pt x="0" y="0"/>
                  </a:moveTo>
                  <a:lnTo>
                    <a:pt x="1309" y="51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l624"/>
            <p:cNvSpPr/>
            <p:nvPr/>
          </p:nvSpPr>
          <p:spPr>
            <a:xfrm>
              <a:off x="6612601" y="5300193"/>
              <a:ext cx="3898" cy="14117"/>
            </a:xfrm>
            <a:custGeom>
              <a:avLst/>
              <a:pathLst>
                <a:path w="3898" h="14117">
                  <a:moveTo>
                    <a:pt x="0" y="0"/>
                  </a:moveTo>
                  <a:lnTo>
                    <a:pt x="3898" y="14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l625"/>
            <p:cNvSpPr/>
            <p:nvPr/>
          </p:nvSpPr>
          <p:spPr>
            <a:xfrm>
              <a:off x="6591554" y="5300369"/>
              <a:ext cx="1363" cy="5148"/>
            </a:xfrm>
            <a:custGeom>
              <a:avLst/>
              <a:pathLst>
                <a:path w="1363" h="5148">
                  <a:moveTo>
                    <a:pt x="0" y="0"/>
                  </a:moveTo>
                  <a:lnTo>
                    <a:pt x="1363" y="51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l626"/>
            <p:cNvSpPr/>
            <p:nvPr/>
          </p:nvSpPr>
          <p:spPr>
            <a:xfrm>
              <a:off x="6638012" y="5287442"/>
              <a:ext cx="5593" cy="19172"/>
            </a:xfrm>
            <a:custGeom>
              <a:avLst/>
              <a:pathLst>
                <a:path w="5593" h="19172">
                  <a:moveTo>
                    <a:pt x="0" y="0"/>
                  </a:moveTo>
                  <a:lnTo>
                    <a:pt x="5593" y="19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l627"/>
            <p:cNvSpPr/>
            <p:nvPr/>
          </p:nvSpPr>
          <p:spPr>
            <a:xfrm>
              <a:off x="6614466" y="5292768"/>
              <a:ext cx="356" cy="1282"/>
            </a:xfrm>
            <a:custGeom>
              <a:avLst/>
              <a:pathLst>
                <a:path w="356" h="1282">
                  <a:moveTo>
                    <a:pt x="0" y="0"/>
                  </a:moveTo>
                  <a:lnTo>
                    <a:pt x="356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l628"/>
            <p:cNvSpPr/>
            <p:nvPr/>
          </p:nvSpPr>
          <p:spPr>
            <a:xfrm>
              <a:off x="6657426" y="5280276"/>
              <a:ext cx="7343" cy="24208"/>
            </a:xfrm>
            <a:custGeom>
              <a:avLst/>
              <a:pathLst>
                <a:path w="7343" h="24208">
                  <a:moveTo>
                    <a:pt x="0" y="0"/>
                  </a:moveTo>
                  <a:lnTo>
                    <a:pt x="7343" y="242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l629"/>
            <p:cNvSpPr/>
            <p:nvPr/>
          </p:nvSpPr>
          <p:spPr>
            <a:xfrm>
              <a:off x="6632636" y="5275140"/>
              <a:ext cx="3345" cy="11506"/>
            </a:xfrm>
            <a:custGeom>
              <a:avLst/>
              <a:pathLst>
                <a:path w="3345" h="11506">
                  <a:moveTo>
                    <a:pt x="0" y="0"/>
                  </a:moveTo>
                  <a:lnTo>
                    <a:pt x="3345" y="11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l630"/>
            <p:cNvSpPr/>
            <p:nvPr/>
          </p:nvSpPr>
          <p:spPr>
            <a:xfrm>
              <a:off x="6711214" y="5250455"/>
              <a:ext cx="8523" cy="25227"/>
            </a:xfrm>
            <a:custGeom>
              <a:avLst/>
              <a:pathLst>
                <a:path w="8523" h="25227">
                  <a:moveTo>
                    <a:pt x="0" y="0"/>
                  </a:moveTo>
                  <a:lnTo>
                    <a:pt x="8523" y="25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l631"/>
            <p:cNvSpPr/>
            <p:nvPr/>
          </p:nvSpPr>
          <p:spPr>
            <a:xfrm>
              <a:off x="6486136" y="5348263"/>
              <a:ext cx="265" cy="1304"/>
            </a:xfrm>
            <a:custGeom>
              <a:avLst/>
              <a:pathLst>
                <a:path w="265" h="1304">
                  <a:moveTo>
                    <a:pt x="0" y="0"/>
                  </a:moveTo>
                  <a:lnTo>
                    <a:pt x="265" y="1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l632"/>
            <p:cNvSpPr/>
            <p:nvPr/>
          </p:nvSpPr>
          <p:spPr>
            <a:xfrm>
              <a:off x="6494325" y="5346580"/>
              <a:ext cx="270" cy="1303"/>
            </a:xfrm>
            <a:custGeom>
              <a:avLst/>
              <a:pathLst>
                <a:path w="270" h="1303">
                  <a:moveTo>
                    <a:pt x="0" y="0"/>
                  </a:moveTo>
                  <a:lnTo>
                    <a:pt x="270" y="1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l633"/>
            <p:cNvSpPr/>
            <p:nvPr/>
          </p:nvSpPr>
          <p:spPr>
            <a:xfrm>
              <a:off x="6489963" y="5346122"/>
              <a:ext cx="268" cy="1304"/>
            </a:xfrm>
            <a:custGeom>
              <a:avLst/>
              <a:pathLst>
                <a:path w="268" h="1304">
                  <a:moveTo>
                    <a:pt x="0" y="0"/>
                  </a:moveTo>
                  <a:lnTo>
                    <a:pt x="268" y="1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6502230" y="5343559"/>
              <a:ext cx="552" cy="2604"/>
            </a:xfrm>
            <a:custGeom>
              <a:avLst/>
              <a:pathLst>
                <a:path w="552" h="2604">
                  <a:moveTo>
                    <a:pt x="0" y="0"/>
                  </a:moveTo>
                  <a:lnTo>
                    <a:pt x="552" y="2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l635"/>
            <p:cNvSpPr/>
            <p:nvPr/>
          </p:nvSpPr>
          <p:spPr>
            <a:xfrm>
              <a:off x="6469737" y="5351525"/>
              <a:ext cx="254" cy="1306"/>
            </a:xfrm>
            <a:custGeom>
              <a:avLst/>
              <a:pathLst>
                <a:path w="254" h="1306">
                  <a:moveTo>
                    <a:pt x="0" y="0"/>
                  </a:moveTo>
                  <a:lnTo>
                    <a:pt x="254" y="13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l636"/>
            <p:cNvSpPr/>
            <p:nvPr/>
          </p:nvSpPr>
          <p:spPr>
            <a:xfrm>
              <a:off x="6477940" y="5349912"/>
              <a:ext cx="259" cy="1305"/>
            </a:xfrm>
            <a:custGeom>
              <a:avLst/>
              <a:pathLst>
                <a:path w="259" h="1305">
                  <a:moveTo>
                    <a:pt x="0" y="0"/>
                  </a:moveTo>
                  <a:lnTo>
                    <a:pt x="259" y="1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l637"/>
            <p:cNvSpPr/>
            <p:nvPr/>
          </p:nvSpPr>
          <p:spPr>
            <a:xfrm>
              <a:off x="6453312" y="5354647"/>
              <a:ext cx="243" cy="1309"/>
            </a:xfrm>
            <a:custGeom>
              <a:avLst/>
              <a:pathLst>
                <a:path w="243" h="1309">
                  <a:moveTo>
                    <a:pt x="0" y="0"/>
                  </a:moveTo>
                  <a:lnTo>
                    <a:pt x="243" y="1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l638"/>
            <p:cNvSpPr/>
            <p:nvPr/>
          </p:nvSpPr>
          <p:spPr>
            <a:xfrm>
              <a:off x="6461528" y="5353104"/>
              <a:ext cx="248" cy="1308"/>
            </a:xfrm>
            <a:custGeom>
              <a:avLst/>
              <a:pathLst>
                <a:path w="248" h="1308">
                  <a:moveTo>
                    <a:pt x="0" y="0"/>
                  </a:moveTo>
                  <a:lnTo>
                    <a:pt x="248" y="1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l639"/>
            <p:cNvSpPr/>
            <p:nvPr/>
          </p:nvSpPr>
          <p:spPr>
            <a:xfrm>
              <a:off x="6456929" y="5351263"/>
              <a:ext cx="491" cy="2617"/>
            </a:xfrm>
            <a:custGeom>
              <a:avLst/>
              <a:pathLst>
                <a:path w="491" h="2617">
                  <a:moveTo>
                    <a:pt x="0" y="0"/>
                  </a:moveTo>
                  <a:lnTo>
                    <a:pt x="491" y="26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l640"/>
            <p:cNvSpPr/>
            <p:nvPr/>
          </p:nvSpPr>
          <p:spPr>
            <a:xfrm>
              <a:off x="6473326" y="5348110"/>
              <a:ext cx="513" cy="2612"/>
            </a:xfrm>
            <a:custGeom>
              <a:avLst/>
              <a:pathLst>
                <a:path w="513" h="2612">
                  <a:moveTo>
                    <a:pt x="0" y="0"/>
                  </a:moveTo>
                  <a:lnTo>
                    <a:pt x="513" y="2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l641"/>
            <p:cNvSpPr/>
            <p:nvPr/>
          </p:nvSpPr>
          <p:spPr>
            <a:xfrm>
              <a:off x="6428624" y="5359066"/>
              <a:ext cx="226" cy="1312"/>
            </a:xfrm>
            <a:custGeom>
              <a:avLst/>
              <a:pathLst>
                <a:path w="226" h="1312">
                  <a:moveTo>
                    <a:pt x="0" y="0"/>
                  </a:moveTo>
                  <a:lnTo>
                    <a:pt x="226" y="13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l642"/>
            <p:cNvSpPr/>
            <p:nvPr/>
          </p:nvSpPr>
          <p:spPr>
            <a:xfrm>
              <a:off x="6436860" y="5357628"/>
              <a:ext cx="231" cy="1311"/>
            </a:xfrm>
            <a:custGeom>
              <a:avLst/>
              <a:pathLst>
                <a:path w="231" h="1311">
                  <a:moveTo>
                    <a:pt x="0" y="0"/>
                  </a:moveTo>
                  <a:lnTo>
                    <a:pt x="231" y="13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l643"/>
            <p:cNvSpPr/>
            <p:nvPr/>
          </p:nvSpPr>
          <p:spPr>
            <a:xfrm>
              <a:off x="6432514" y="5357040"/>
              <a:ext cx="229" cy="1311"/>
            </a:xfrm>
            <a:custGeom>
              <a:avLst/>
              <a:pathLst>
                <a:path w="229" h="1311">
                  <a:moveTo>
                    <a:pt x="0" y="0"/>
                  </a:moveTo>
                  <a:lnTo>
                    <a:pt x="229" y="13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l644"/>
            <p:cNvSpPr/>
            <p:nvPr/>
          </p:nvSpPr>
          <p:spPr>
            <a:xfrm>
              <a:off x="6444851" y="5354845"/>
              <a:ext cx="474" cy="2620"/>
            </a:xfrm>
            <a:custGeom>
              <a:avLst/>
              <a:pathLst>
                <a:path w="474" h="2620">
                  <a:moveTo>
                    <a:pt x="0" y="0"/>
                  </a:moveTo>
                  <a:lnTo>
                    <a:pt x="474" y="2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l645"/>
            <p:cNvSpPr/>
            <p:nvPr/>
          </p:nvSpPr>
          <p:spPr>
            <a:xfrm>
              <a:off x="6395624" y="5364467"/>
              <a:ext cx="203" cy="1315"/>
            </a:xfrm>
            <a:custGeom>
              <a:avLst/>
              <a:pathLst>
                <a:path w="203" h="1315">
                  <a:moveTo>
                    <a:pt x="0" y="0"/>
                  </a:moveTo>
                  <a:lnTo>
                    <a:pt x="203" y="13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l646"/>
            <p:cNvSpPr/>
            <p:nvPr/>
          </p:nvSpPr>
          <p:spPr>
            <a:xfrm>
              <a:off x="6403882" y="5363169"/>
              <a:ext cx="209" cy="1314"/>
            </a:xfrm>
            <a:custGeom>
              <a:avLst/>
              <a:pathLst>
                <a:path w="209" h="1314">
                  <a:moveTo>
                    <a:pt x="0" y="0"/>
                  </a:moveTo>
                  <a:lnTo>
                    <a:pt x="209" y="1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7"/>
            <p:cNvSpPr/>
            <p:nvPr/>
          </p:nvSpPr>
          <p:spPr>
            <a:xfrm>
              <a:off x="6399547" y="5362507"/>
              <a:ext cx="206" cy="1315"/>
            </a:xfrm>
            <a:custGeom>
              <a:avLst/>
              <a:pathLst>
                <a:path w="206" h="1315">
                  <a:moveTo>
                    <a:pt x="0" y="0"/>
                  </a:moveTo>
                  <a:lnTo>
                    <a:pt x="206" y="13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l648"/>
            <p:cNvSpPr/>
            <p:nvPr/>
          </p:nvSpPr>
          <p:spPr>
            <a:xfrm>
              <a:off x="6411920" y="5360523"/>
              <a:ext cx="430" cy="2627"/>
            </a:xfrm>
            <a:custGeom>
              <a:avLst/>
              <a:pathLst>
                <a:path w="430" h="2627">
                  <a:moveTo>
                    <a:pt x="0" y="0"/>
                  </a:moveTo>
                  <a:lnTo>
                    <a:pt x="430" y="2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9"/>
            <p:cNvSpPr/>
            <p:nvPr/>
          </p:nvSpPr>
          <p:spPr>
            <a:xfrm>
              <a:off x="6405525" y="5360210"/>
              <a:ext cx="210" cy="1314"/>
            </a:xfrm>
            <a:custGeom>
              <a:avLst/>
              <a:pathLst>
                <a:path w="210" h="1314">
                  <a:moveTo>
                    <a:pt x="0" y="0"/>
                  </a:moveTo>
                  <a:lnTo>
                    <a:pt x="210" y="1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l650"/>
            <p:cNvSpPr/>
            <p:nvPr/>
          </p:nvSpPr>
          <p:spPr>
            <a:xfrm>
              <a:off x="6419942" y="5357843"/>
              <a:ext cx="661" cy="3939"/>
            </a:xfrm>
            <a:custGeom>
              <a:avLst/>
              <a:pathLst>
                <a:path w="661" h="3939">
                  <a:moveTo>
                    <a:pt x="0" y="0"/>
                  </a:moveTo>
                  <a:lnTo>
                    <a:pt x="661" y="3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l651"/>
            <p:cNvSpPr/>
            <p:nvPr/>
          </p:nvSpPr>
          <p:spPr>
            <a:xfrm>
              <a:off x="6345962" y="5371509"/>
              <a:ext cx="170" cy="1320"/>
            </a:xfrm>
            <a:custGeom>
              <a:avLst/>
              <a:pathLst>
                <a:path w="170" h="1320">
                  <a:moveTo>
                    <a:pt x="0" y="0"/>
                  </a:moveTo>
                  <a:lnTo>
                    <a:pt x="170" y="1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2"/>
            <p:cNvSpPr/>
            <p:nvPr/>
          </p:nvSpPr>
          <p:spPr>
            <a:xfrm>
              <a:off x="6354251" y="5370423"/>
              <a:ext cx="175" cy="1319"/>
            </a:xfrm>
            <a:custGeom>
              <a:avLst/>
              <a:pathLst>
                <a:path w="175" h="1319">
                  <a:moveTo>
                    <a:pt x="0" y="0"/>
                  </a:moveTo>
                  <a:lnTo>
                    <a:pt x="175" y="13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3"/>
            <p:cNvSpPr/>
            <p:nvPr/>
          </p:nvSpPr>
          <p:spPr>
            <a:xfrm>
              <a:off x="6349934" y="5369650"/>
              <a:ext cx="172" cy="1320"/>
            </a:xfrm>
            <a:custGeom>
              <a:avLst/>
              <a:pathLst>
                <a:path w="172" h="1320">
                  <a:moveTo>
                    <a:pt x="0" y="0"/>
                  </a:moveTo>
                  <a:lnTo>
                    <a:pt x="172" y="1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4"/>
            <p:cNvSpPr/>
            <p:nvPr/>
          </p:nvSpPr>
          <p:spPr>
            <a:xfrm>
              <a:off x="6362354" y="5367984"/>
              <a:ext cx="362" cy="2638"/>
            </a:xfrm>
            <a:custGeom>
              <a:avLst/>
              <a:pathLst>
                <a:path w="362" h="2638">
                  <a:moveTo>
                    <a:pt x="0" y="0"/>
                  </a:moveTo>
                  <a:lnTo>
                    <a:pt x="362" y="26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l655"/>
            <p:cNvSpPr/>
            <p:nvPr/>
          </p:nvSpPr>
          <p:spPr>
            <a:xfrm>
              <a:off x="6355969" y="5367507"/>
              <a:ext cx="177" cy="1319"/>
            </a:xfrm>
            <a:custGeom>
              <a:avLst/>
              <a:pathLst>
                <a:path w="177" h="1319">
                  <a:moveTo>
                    <a:pt x="0" y="0"/>
                  </a:moveTo>
                  <a:lnTo>
                    <a:pt x="177" y="13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l656"/>
            <p:cNvSpPr/>
            <p:nvPr/>
          </p:nvSpPr>
          <p:spPr>
            <a:xfrm>
              <a:off x="6370441" y="5365510"/>
              <a:ext cx="560" cy="3954"/>
            </a:xfrm>
            <a:custGeom>
              <a:avLst/>
              <a:pathLst>
                <a:path w="560" h="3954">
                  <a:moveTo>
                    <a:pt x="0" y="0"/>
                  </a:moveTo>
                  <a:lnTo>
                    <a:pt x="560" y="39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l657"/>
            <p:cNvSpPr/>
            <p:nvPr/>
          </p:nvSpPr>
          <p:spPr>
            <a:xfrm>
              <a:off x="6363025" y="5365203"/>
              <a:ext cx="182" cy="1318"/>
            </a:xfrm>
            <a:custGeom>
              <a:avLst/>
              <a:pathLst>
                <a:path w="182" h="1318">
                  <a:moveTo>
                    <a:pt x="0" y="0"/>
                  </a:moveTo>
                  <a:lnTo>
                    <a:pt x="182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l658"/>
            <p:cNvSpPr/>
            <p:nvPr/>
          </p:nvSpPr>
          <p:spPr>
            <a:xfrm>
              <a:off x="6378512" y="5363003"/>
              <a:ext cx="770" cy="5269"/>
            </a:xfrm>
            <a:custGeom>
              <a:avLst/>
              <a:pathLst>
                <a:path w="770" h="5269">
                  <a:moveTo>
                    <a:pt x="0" y="0"/>
                  </a:moveTo>
                  <a:lnTo>
                    <a:pt x="770" y="52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9"/>
            <p:cNvSpPr/>
            <p:nvPr/>
          </p:nvSpPr>
          <p:spPr>
            <a:xfrm>
              <a:off x="6370583" y="5362800"/>
              <a:ext cx="187" cy="1318"/>
            </a:xfrm>
            <a:custGeom>
              <a:avLst/>
              <a:pathLst>
                <a:path w="187" h="1318">
                  <a:moveTo>
                    <a:pt x="0" y="0"/>
                  </a:moveTo>
                  <a:lnTo>
                    <a:pt x="187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l660"/>
            <p:cNvSpPr/>
            <p:nvPr/>
          </p:nvSpPr>
          <p:spPr>
            <a:xfrm>
              <a:off x="6386567" y="5360462"/>
              <a:ext cx="990" cy="6583"/>
            </a:xfrm>
            <a:custGeom>
              <a:avLst/>
              <a:pathLst>
                <a:path w="990" h="6583">
                  <a:moveTo>
                    <a:pt x="0" y="0"/>
                  </a:moveTo>
                  <a:lnTo>
                    <a:pt x="990" y="6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l661"/>
            <p:cNvSpPr/>
            <p:nvPr/>
          </p:nvSpPr>
          <p:spPr>
            <a:xfrm>
              <a:off x="6329370" y="5373573"/>
              <a:ext cx="158" cy="1321"/>
            </a:xfrm>
            <a:custGeom>
              <a:avLst/>
              <a:pathLst>
                <a:path w="158" h="1321">
                  <a:moveTo>
                    <a:pt x="0" y="0"/>
                  </a:moveTo>
                  <a:lnTo>
                    <a:pt x="158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l662"/>
            <p:cNvSpPr/>
            <p:nvPr/>
          </p:nvSpPr>
          <p:spPr>
            <a:xfrm>
              <a:off x="6337668" y="5372558"/>
              <a:ext cx="164" cy="1321"/>
            </a:xfrm>
            <a:custGeom>
              <a:avLst/>
              <a:pathLst>
                <a:path w="164" h="1321">
                  <a:moveTo>
                    <a:pt x="0" y="0"/>
                  </a:moveTo>
                  <a:lnTo>
                    <a:pt x="164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l663"/>
            <p:cNvSpPr/>
            <p:nvPr/>
          </p:nvSpPr>
          <p:spPr>
            <a:xfrm>
              <a:off x="6312761" y="5375496"/>
              <a:ext cx="147" cy="1323"/>
            </a:xfrm>
            <a:custGeom>
              <a:avLst/>
              <a:pathLst>
                <a:path w="147" h="1323">
                  <a:moveTo>
                    <a:pt x="0" y="0"/>
                  </a:moveTo>
                  <a:lnTo>
                    <a:pt x="147" y="1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l664"/>
            <p:cNvSpPr/>
            <p:nvPr/>
          </p:nvSpPr>
          <p:spPr>
            <a:xfrm>
              <a:off x="6321067" y="5374552"/>
              <a:ext cx="153" cy="1322"/>
            </a:xfrm>
            <a:custGeom>
              <a:avLst/>
              <a:pathLst>
                <a:path w="153" h="1322">
                  <a:moveTo>
                    <a:pt x="0" y="0"/>
                  </a:moveTo>
                  <a:lnTo>
                    <a:pt x="153" y="1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l665"/>
            <p:cNvSpPr/>
            <p:nvPr/>
          </p:nvSpPr>
          <p:spPr>
            <a:xfrm>
              <a:off x="6287818" y="5378114"/>
              <a:ext cx="130" cy="1325"/>
            </a:xfrm>
            <a:custGeom>
              <a:avLst/>
              <a:pathLst>
                <a:path w="130" h="1325">
                  <a:moveTo>
                    <a:pt x="0" y="0"/>
                  </a:moveTo>
                  <a:lnTo>
                    <a:pt x="130" y="1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l666"/>
            <p:cNvSpPr/>
            <p:nvPr/>
          </p:nvSpPr>
          <p:spPr>
            <a:xfrm>
              <a:off x="6296136" y="5377276"/>
              <a:ext cx="136" cy="1324"/>
            </a:xfrm>
            <a:custGeom>
              <a:avLst/>
              <a:pathLst>
                <a:path w="136" h="1324">
                  <a:moveTo>
                    <a:pt x="0" y="0"/>
                  </a:moveTo>
                  <a:lnTo>
                    <a:pt x="136" y="13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l667"/>
            <p:cNvSpPr/>
            <p:nvPr/>
          </p:nvSpPr>
          <p:spPr>
            <a:xfrm>
              <a:off x="6291844" y="5376375"/>
              <a:ext cx="133" cy="1324"/>
            </a:xfrm>
            <a:custGeom>
              <a:avLst/>
              <a:pathLst>
                <a:path w="133" h="1324">
                  <a:moveTo>
                    <a:pt x="0" y="0"/>
                  </a:moveTo>
                  <a:lnTo>
                    <a:pt x="133" y="13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l668"/>
            <p:cNvSpPr/>
            <p:nvPr/>
          </p:nvSpPr>
          <p:spPr>
            <a:xfrm>
              <a:off x="6304309" y="5375080"/>
              <a:ext cx="283" cy="2647"/>
            </a:xfrm>
            <a:custGeom>
              <a:avLst/>
              <a:pathLst>
                <a:path w="283" h="2647">
                  <a:moveTo>
                    <a:pt x="0" y="0"/>
                  </a:moveTo>
                  <a:lnTo>
                    <a:pt x="283" y="2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l669"/>
            <p:cNvSpPr/>
            <p:nvPr/>
          </p:nvSpPr>
          <p:spPr>
            <a:xfrm>
              <a:off x="6297802" y="5373089"/>
              <a:ext cx="275" cy="2648"/>
            </a:xfrm>
            <a:custGeom>
              <a:avLst/>
              <a:pathLst>
                <a:path w="275" h="2648">
                  <a:moveTo>
                    <a:pt x="0" y="0"/>
                  </a:moveTo>
                  <a:lnTo>
                    <a:pt x="275" y="2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l670"/>
            <p:cNvSpPr/>
            <p:nvPr/>
          </p:nvSpPr>
          <p:spPr>
            <a:xfrm>
              <a:off x="6316464" y="5371060"/>
              <a:ext cx="450" cy="3968"/>
            </a:xfrm>
            <a:custGeom>
              <a:avLst/>
              <a:pathLst>
                <a:path w="450" h="3968">
                  <a:moveTo>
                    <a:pt x="0" y="0"/>
                  </a:moveTo>
                  <a:lnTo>
                    <a:pt x="450" y="39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l671"/>
            <p:cNvSpPr/>
            <p:nvPr/>
          </p:nvSpPr>
          <p:spPr>
            <a:xfrm>
              <a:off x="6306848" y="5369449"/>
              <a:ext cx="287" cy="2647"/>
            </a:xfrm>
            <a:custGeom>
              <a:avLst/>
              <a:pathLst>
                <a:path w="287" h="2647">
                  <a:moveTo>
                    <a:pt x="0" y="0"/>
                  </a:moveTo>
                  <a:lnTo>
                    <a:pt x="287" y="2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l672"/>
            <p:cNvSpPr/>
            <p:nvPr/>
          </p:nvSpPr>
          <p:spPr>
            <a:xfrm>
              <a:off x="6332712" y="5366462"/>
              <a:ext cx="807" cy="6607"/>
            </a:xfrm>
            <a:custGeom>
              <a:avLst/>
              <a:pathLst>
                <a:path w="807" h="6607">
                  <a:moveTo>
                    <a:pt x="0" y="0"/>
                  </a:moveTo>
                  <a:lnTo>
                    <a:pt x="807" y="6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l673"/>
            <p:cNvSpPr/>
            <p:nvPr/>
          </p:nvSpPr>
          <p:spPr>
            <a:xfrm>
              <a:off x="6318868" y="5360063"/>
              <a:ext cx="916" cy="7935"/>
            </a:xfrm>
            <a:custGeom>
              <a:avLst/>
              <a:pathLst>
                <a:path w="916" h="7935">
                  <a:moveTo>
                    <a:pt x="0" y="0"/>
                  </a:moveTo>
                  <a:lnTo>
                    <a:pt x="916" y="7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l674"/>
            <p:cNvSpPr/>
            <p:nvPr/>
          </p:nvSpPr>
          <p:spPr>
            <a:xfrm>
              <a:off x="6377228" y="5352426"/>
              <a:ext cx="1349" cy="9221"/>
            </a:xfrm>
            <a:custGeom>
              <a:avLst/>
              <a:pathLst>
                <a:path w="1349" h="9221">
                  <a:moveTo>
                    <a:pt x="0" y="0"/>
                  </a:moveTo>
                  <a:lnTo>
                    <a:pt x="1349" y="92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l675"/>
            <p:cNvSpPr/>
            <p:nvPr/>
          </p:nvSpPr>
          <p:spPr>
            <a:xfrm>
              <a:off x="6347386" y="5351185"/>
              <a:ext cx="691" cy="5280"/>
            </a:xfrm>
            <a:custGeom>
              <a:avLst/>
              <a:pathLst>
                <a:path w="691" h="5280">
                  <a:moveTo>
                    <a:pt x="0" y="0"/>
                  </a:moveTo>
                  <a:lnTo>
                    <a:pt x="691" y="5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6409931" y="5341960"/>
              <a:ext cx="2804" cy="17080"/>
            </a:xfrm>
            <a:custGeom>
              <a:avLst/>
              <a:pathLst>
                <a:path w="2804" h="17080">
                  <a:moveTo>
                    <a:pt x="0" y="0"/>
                  </a:moveTo>
                  <a:lnTo>
                    <a:pt x="2804" y="17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l677"/>
            <p:cNvSpPr/>
            <p:nvPr/>
          </p:nvSpPr>
          <p:spPr>
            <a:xfrm>
              <a:off x="6378113" y="5342876"/>
              <a:ext cx="582" cy="3951"/>
            </a:xfrm>
            <a:custGeom>
              <a:avLst/>
              <a:pathLst>
                <a:path w="582" h="3951">
                  <a:moveTo>
                    <a:pt x="0" y="0"/>
                  </a:moveTo>
                  <a:lnTo>
                    <a:pt x="582" y="39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l678"/>
            <p:cNvSpPr/>
            <p:nvPr/>
          </p:nvSpPr>
          <p:spPr>
            <a:xfrm>
              <a:off x="6434719" y="5333668"/>
              <a:ext cx="3964" cy="22284"/>
            </a:xfrm>
            <a:custGeom>
              <a:avLst/>
              <a:pathLst>
                <a:path w="3964" h="22284">
                  <a:moveTo>
                    <a:pt x="0" y="0"/>
                  </a:moveTo>
                  <a:lnTo>
                    <a:pt x="3964" y="22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l679"/>
            <p:cNvSpPr/>
            <p:nvPr/>
          </p:nvSpPr>
          <p:spPr>
            <a:xfrm>
              <a:off x="6405595" y="5333225"/>
              <a:ext cx="855" cy="5256"/>
            </a:xfrm>
            <a:custGeom>
              <a:avLst/>
              <a:pathLst>
                <a:path w="855" h="5256">
                  <a:moveTo>
                    <a:pt x="0" y="0"/>
                  </a:moveTo>
                  <a:lnTo>
                    <a:pt x="855" y="5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l680"/>
            <p:cNvSpPr/>
            <p:nvPr/>
          </p:nvSpPr>
          <p:spPr>
            <a:xfrm>
              <a:off x="6460103" y="5323554"/>
              <a:ext cx="5027" cy="26149"/>
            </a:xfrm>
            <a:custGeom>
              <a:avLst/>
              <a:pathLst>
                <a:path w="5027" h="26149">
                  <a:moveTo>
                    <a:pt x="0" y="0"/>
                  </a:moveTo>
                  <a:lnTo>
                    <a:pt x="5027" y="26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1"/>
            <p:cNvSpPr/>
            <p:nvPr/>
          </p:nvSpPr>
          <p:spPr>
            <a:xfrm>
              <a:off x="6432186" y="5324652"/>
              <a:ext cx="697" cy="3932"/>
            </a:xfrm>
            <a:custGeom>
              <a:avLst/>
              <a:pathLst>
                <a:path w="697" h="3932">
                  <a:moveTo>
                    <a:pt x="0" y="0"/>
                  </a:moveTo>
                  <a:lnTo>
                    <a:pt x="697" y="39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2"/>
            <p:cNvSpPr/>
            <p:nvPr/>
          </p:nvSpPr>
          <p:spPr>
            <a:xfrm>
              <a:off x="6489564" y="5313571"/>
              <a:ext cx="6534" cy="31279"/>
            </a:xfrm>
            <a:custGeom>
              <a:avLst/>
              <a:pathLst>
                <a:path w="6534" h="31279">
                  <a:moveTo>
                    <a:pt x="0" y="0"/>
                  </a:moveTo>
                  <a:lnTo>
                    <a:pt x="6534" y="31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3"/>
            <p:cNvSpPr/>
            <p:nvPr/>
          </p:nvSpPr>
          <p:spPr>
            <a:xfrm>
              <a:off x="6262844" y="5380412"/>
              <a:ext cx="113" cy="1326"/>
            </a:xfrm>
            <a:custGeom>
              <a:avLst/>
              <a:pathLst>
                <a:path w="113" h="1326">
                  <a:moveTo>
                    <a:pt x="0" y="0"/>
                  </a:moveTo>
                  <a:lnTo>
                    <a:pt x="113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4"/>
            <p:cNvSpPr/>
            <p:nvPr/>
          </p:nvSpPr>
          <p:spPr>
            <a:xfrm>
              <a:off x="6271172" y="5379681"/>
              <a:ext cx="119" cy="1326"/>
            </a:xfrm>
            <a:custGeom>
              <a:avLst/>
              <a:pathLst>
                <a:path w="119" h="1326">
                  <a:moveTo>
                    <a:pt x="0" y="0"/>
                  </a:moveTo>
                  <a:lnTo>
                    <a:pt x="119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5"/>
            <p:cNvSpPr/>
            <p:nvPr/>
          </p:nvSpPr>
          <p:spPr>
            <a:xfrm>
              <a:off x="6266892" y="5378725"/>
              <a:ext cx="116" cy="1326"/>
            </a:xfrm>
            <a:custGeom>
              <a:avLst/>
              <a:pathLst>
                <a:path w="116" h="1326">
                  <a:moveTo>
                    <a:pt x="0" y="0"/>
                  </a:moveTo>
                  <a:lnTo>
                    <a:pt x="116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6"/>
            <p:cNvSpPr/>
            <p:nvPr/>
          </p:nvSpPr>
          <p:spPr>
            <a:xfrm>
              <a:off x="6279372" y="5377590"/>
              <a:ext cx="249" cy="2651"/>
            </a:xfrm>
            <a:custGeom>
              <a:avLst/>
              <a:pathLst>
                <a:path w="249" h="2651">
                  <a:moveTo>
                    <a:pt x="0" y="0"/>
                  </a:moveTo>
                  <a:lnTo>
                    <a:pt x="249" y="26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7"/>
            <p:cNvSpPr/>
            <p:nvPr/>
          </p:nvSpPr>
          <p:spPr>
            <a:xfrm>
              <a:off x="6229503" y="5382979"/>
              <a:ext cx="90" cy="1328"/>
            </a:xfrm>
            <a:custGeom>
              <a:avLst/>
              <a:pathLst>
                <a:path w="90" h="1328">
                  <a:moveTo>
                    <a:pt x="0" y="0"/>
                  </a:moveTo>
                  <a:lnTo>
                    <a:pt x="90" y="13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8"/>
            <p:cNvSpPr/>
            <p:nvPr/>
          </p:nvSpPr>
          <p:spPr>
            <a:xfrm>
              <a:off x="6237842" y="5382390"/>
              <a:ext cx="96" cy="1327"/>
            </a:xfrm>
            <a:custGeom>
              <a:avLst/>
              <a:pathLst>
                <a:path w="96" h="1327">
                  <a:moveTo>
                    <a:pt x="0" y="0"/>
                  </a:moveTo>
                  <a:lnTo>
                    <a:pt x="96" y="1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l689"/>
            <p:cNvSpPr/>
            <p:nvPr/>
          </p:nvSpPr>
          <p:spPr>
            <a:xfrm>
              <a:off x="6233579" y="5381361"/>
              <a:ext cx="93" cy="1328"/>
            </a:xfrm>
            <a:custGeom>
              <a:avLst/>
              <a:pathLst>
                <a:path w="93" h="1328">
                  <a:moveTo>
                    <a:pt x="0" y="0"/>
                  </a:moveTo>
                  <a:lnTo>
                    <a:pt x="93" y="13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l690"/>
            <p:cNvSpPr/>
            <p:nvPr/>
          </p:nvSpPr>
          <p:spPr>
            <a:xfrm>
              <a:off x="6246077" y="5380439"/>
              <a:ext cx="204" cy="2655"/>
            </a:xfrm>
            <a:custGeom>
              <a:avLst/>
              <a:pathLst>
                <a:path w="204" h="2655">
                  <a:moveTo>
                    <a:pt x="0" y="0"/>
                  </a:moveTo>
                  <a:lnTo>
                    <a:pt x="204" y="2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l691"/>
            <p:cNvSpPr/>
            <p:nvPr/>
          </p:nvSpPr>
          <p:spPr>
            <a:xfrm>
              <a:off x="6239731" y="5379582"/>
              <a:ext cx="97" cy="1327"/>
            </a:xfrm>
            <a:custGeom>
              <a:avLst/>
              <a:pathLst>
                <a:path w="97" h="1327">
                  <a:moveTo>
                    <a:pt x="0" y="0"/>
                  </a:moveTo>
                  <a:lnTo>
                    <a:pt x="97" y="1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l692"/>
            <p:cNvSpPr/>
            <p:nvPr/>
          </p:nvSpPr>
          <p:spPr>
            <a:xfrm>
              <a:off x="6254297" y="5378453"/>
              <a:ext cx="323" cy="3981"/>
            </a:xfrm>
            <a:custGeom>
              <a:avLst/>
              <a:pathLst>
                <a:path w="323" h="3981">
                  <a:moveTo>
                    <a:pt x="0" y="0"/>
                  </a:moveTo>
                  <a:lnTo>
                    <a:pt x="323" y="39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l693"/>
            <p:cNvSpPr/>
            <p:nvPr/>
          </p:nvSpPr>
          <p:spPr>
            <a:xfrm>
              <a:off x="6212817" y="5384049"/>
              <a:ext cx="79" cy="1329"/>
            </a:xfrm>
            <a:custGeom>
              <a:avLst/>
              <a:pathLst>
                <a:path w="79" h="1329">
                  <a:moveTo>
                    <a:pt x="0" y="0"/>
                  </a:moveTo>
                  <a:lnTo>
                    <a:pt x="79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l694"/>
            <p:cNvSpPr/>
            <p:nvPr/>
          </p:nvSpPr>
          <p:spPr>
            <a:xfrm>
              <a:off x="6221161" y="5383531"/>
              <a:ext cx="85" cy="1328"/>
            </a:xfrm>
            <a:custGeom>
              <a:avLst/>
              <a:pathLst>
                <a:path w="85" h="1328">
                  <a:moveTo>
                    <a:pt x="0" y="0"/>
                  </a:moveTo>
                  <a:lnTo>
                    <a:pt x="85" y="13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l695"/>
            <p:cNvSpPr/>
            <p:nvPr/>
          </p:nvSpPr>
          <p:spPr>
            <a:xfrm>
              <a:off x="6196123" y="5384976"/>
              <a:ext cx="68" cy="1329"/>
            </a:xfrm>
            <a:custGeom>
              <a:avLst/>
              <a:pathLst>
                <a:path w="68" h="1329">
                  <a:moveTo>
                    <a:pt x="0" y="0"/>
                  </a:moveTo>
                  <a:lnTo>
                    <a:pt x="68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l696"/>
            <p:cNvSpPr/>
            <p:nvPr/>
          </p:nvSpPr>
          <p:spPr>
            <a:xfrm>
              <a:off x="6204471" y="5384530"/>
              <a:ext cx="73" cy="1329"/>
            </a:xfrm>
            <a:custGeom>
              <a:avLst/>
              <a:pathLst>
                <a:path w="73" h="1329">
                  <a:moveTo>
                    <a:pt x="0" y="0"/>
                  </a:moveTo>
                  <a:lnTo>
                    <a:pt x="73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l697"/>
            <p:cNvSpPr/>
            <p:nvPr/>
          </p:nvSpPr>
          <p:spPr>
            <a:xfrm>
              <a:off x="6179422" y="5385761"/>
              <a:ext cx="56" cy="1330"/>
            </a:xfrm>
            <a:custGeom>
              <a:avLst/>
              <a:pathLst>
                <a:path w="56" h="1330">
                  <a:moveTo>
                    <a:pt x="0" y="0"/>
                  </a:moveTo>
                  <a:lnTo>
                    <a:pt x="56" y="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l698"/>
            <p:cNvSpPr/>
            <p:nvPr/>
          </p:nvSpPr>
          <p:spPr>
            <a:xfrm>
              <a:off x="6187773" y="5385386"/>
              <a:ext cx="62" cy="1329"/>
            </a:xfrm>
            <a:custGeom>
              <a:avLst/>
              <a:pathLst>
                <a:path w="62" h="1329">
                  <a:moveTo>
                    <a:pt x="0" y="0"/>
                  </a:moveTo>
                  <a:lnTo>
                    <a:pt x="62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l699"/>
            <p:cNvSpPr/>
            <p:nvPr/>
          </p:nvSpPr>
          <p:spPr>
            <a:xfrm>
              <a:off x="6154358" y="5386670"/>
              <a:ext cx="39" cy="1330"/>
            </a:xfrm>
            <a:custGeom>
              <a:avLst/>
              <a:pathLst>
                <a:path w="39" h="1330">
                  <a:moveTo>
                    <a:pt x="0" y="0"/>
                  </a:moveTo>
                  <a:lnTo>
                    <a:pt x="39" y="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6162714" y="5386403"/>
              <a:ext cx="45" cy="1330"/>
            </a:xfrm>
            <a:custGeom>
              <a:avLst/>
              <a:pathLst>
                <a:path w="45" h="1330">
                  <a:moveTo>
                    <a:pt x="0" y="0"/>
                  </a:moveTo>
                  <a:lnTo>
                    <a:pt x="45" y="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6129285" y="5387259"/>
              <a:ext cx="22" cy="1331"/>
            </a:xfrm>
            <a:custGeom>
              <a:avLst/>
              <a:pathLst>
                <a:path w="22" h="1331">
                  <a:moveTo>
                    <a:pt x="0" y="0"/>
                  </a:moveTo>
                  <a:lnTo>
                    <a:pt x="22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6137644" y="5387099"/>
              <a:ext cx="28" cy="1331"/>
            </a:xfrm>
            <a:custGeom>
              <a:avLst/>
              <a:pathLst>
                <a:path w="28" h="1331">
                  <a:moveTo>
                    <a:pt x="0" y="0"/>
                  </a:moveTo>
                  <a:lnTo>
                    <a:pt x="28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6133439" y="5385852"/>
              <a:ext cx="25" cy="1331"/>
            </a:xfrm>
            <a:custGeom>
              <a:avLst/>
              <a:pathLst>
                <a:path w="25" h="1331">
                  <a:moveTo>
                    <a:pt x="0" y="0"/>
                  </a:moveTo>
                  <a:lnTo>
                    <a:pt x="2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6145967" y="5385571"/>
              <a:ext cx="68" cy="2662"/>
            </a:xfrm>
            <a:custGeom>
              <a:avLst/>
              <a:pathLst>
                <a:path w="68" h="2662">
                  <a:moveTo>
                    <a:pt x="0" y="0"/>
                  </a:moveTo>
                  <a:lnTo>
                    <a:pt x="68" y="2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5"/>
            <p:cNvSpPr/>
            <p:nvPr/>
          </p:nvSpPr>
          <p:spPr>
            <a:xfrm>
              <a:off x="6139644" y="5383060"/>
              <a:ext cx="59" cy="2662"/>
            </a:xfrm>
            <a:custGeom>
              <a:avLst/>
              <a:pathLst>
                <a:path w="59" h="2662">
                  <a:moveTo>
                    <a:pt x="0" y="0"/>
                  </a:moveTo>
                  <a:lnTo>
                    <a:pt x="59" y="2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l706"/>
            <p:cNvSpPr/>
            <p:nvPr/>
          </p:nvSpPr>
          <p:spPr>
            <a:xfrm>
              <a:off x="6158408" y="5382549"/>
              <a:ext cx="127" cy="3992"/>
            </a:xfrm>
            <a:custGeom>
              <a:avLst/>
              <a:pathLst>
                <a:path w="127" h="3992">
                  <a:moveTo>
                    <a:pt x="0" y="0"/>
                  </a:moveTo>
                  <a:lnTo>
                    <a:pt x="127" y="3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l707"/>
            <p:cNvSpPr/>
            <p:nvPr/>
          </p:nvSpPr>
          <p:spPr>
            <a:xfrm>
              <a:off x="6148991" y="5381496"/>
              <a:ext cx="36" cy="1330"/>
            </a:xfrm>
            <a:custGeom>
              <a:avLst/>
              <a:pathLst>
                <a:path w="36" h="1330">
                  <a:moveTo>
                    <a:pt x="0" y="0"/>
                  </a:moveTo>
                  <a:lnTo>
                    <a:pt x="36" y="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8"/>
            <p:cNvSpPr/>
            <p:nvPr/>
          </p:nvSpPr>
          <p:spPr>
            <a:xfrm>
              <a:off x="6170864" y="5380778"/>
              <a:ext cx="255" cy="6652"/>
            </a:xfrm>
            <a:custGeom>
              <a:avLst/>
              <a:pathLst>
                <a:path w="255" h="6652">
                  <a:moveTo>
                    <a:pt x="0" y="0"/>
                  </a:moveTo>
                  <a:lnTo>
                    <a:pt x="255" y="6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6159841" y="5378506"/>
              <a:ext cx="87" cy="2661"/>
            </a:xfrm>
            <a:custGeom>
              <a:avLst/>
              <a:pathLst>
                <a:path w="87" h="2661">
                  <a:moveTo>
                    <a:pt x="0" y="0"/>
                  </a:moveTo>
                  <a:lnTo>
                    <a:pt x="87" y="2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l710"/>
            <p:cNvSpPr/>
            <p:nvPr/>
          </p:nvSpPr>
          <p:spPr>
            <a:xfrm>
              <a:off x="6183240" y="5377597"/>
              <a:ext cx="357" cy="7980"/>
            </a:xfrm>
            <a:custGeom>
              <a:avLst/>
              <a:pathLst>
                <a:path w="357" h="7980">
                  <a:moveTo>
                    <a:pt x="0" y="0"/>
                  </a:moveTo>
                  <a:lnTo>
                    <a:pt x="357" y="79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l711"/>
            <p:cNvSpPr/>
            <p:nvPr/>
          </p:nvSpPr>
          <p:spPr>
            <a:xfrm>
              <a:off x="6171438" y="5375426"/>
              <a:ext cx="103" cy="2660"/>
            </a:xfrm>
            <a:custGeom>
              <a:avLst/>
              <a:pathLst>
                <a:path w="103" h="2660">
                  <a:moveTo>
                    <a:pt x="0" y="0"/>
                  </a:moveTo>
                  <a:lnTo>
                    <a:pt x="103" y="26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l712"/>
            <p:cNvSpPr/>
            <p:nvPr/>
          </p:nvSpPr>
          <p:spPr>
            <a:xfrm>
              <a:off x="6199729" y="5374121"/>
              <a:ext cx="568" cy="10636"/>
            </a:xfrm>
            <a:custGeom>
              <a:avLst/>
              <a:pathLst>
                <a:path w="568" h="10636">
                  <a:moveTo>
                    <a:pt x="0" y="0"/>
                  </a:moveTo>
                  <a:lnTo>
                    <a:pt x="568" y="106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l713"/>
            <p:cNvSpPr/>
            <p:nvPr/>
          </p:nvSpPr>
          <p:spPr>
            <a:xfrm>
              <a:off x="6112567" y="5387473"/>
              <a:ext cx="11" cy="1331"/>
            </a:xfrm>
            <a:custGeom>
              <a:avLst/>
              <a:pathLst>
                <a:path w="11" h="1331">
                  <a:moveTo>
                    <a:pt x="0" y="0"/>
                  </a:moveTo>
                  <a:lnTo>
                    <a:pt x="11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l714"/>
            <p:cNvSpPr/>
            <p:nvPr/>
          </p:nvSpPr>
          <p:spPr>
            <a:xfrm>
              <a:off x="6120926" y="5387384"/>
              <a:ext cx="17" cy="1331"/>
            </a:xfrm>
            <a:custGeom>
              <a:avLst/>
              <a:pathLst>
                <a:path w="17" h="1331">
                  <a:moveTo>
                    <a:pt x="0" y="0"/>
                  </a:moveTo>
                  <a:lnTo>
                    <a:pt x="17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l715"/>
            <p:cNvSpPr/>
            <p:nvPr/>
          </p:nvSpPr>
          <p:spPr>
            <a:xfrm>
              <a:off x="6095847" y="5387545"/>
              <a:ext cx="0" cy="1331"/>
            </a:xfrm>
            <a:custGeom>
              <a:avLst/>
              <a:pathLst>
                <a:path w="0" h="1331">
                  <a:moveTo>
                    <a:pt x="0" y="0"/>
                  </a:moveTo>
                  <a:lnTo>
                    <a:pt x="0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l716"/>
            <p:cNvSpPr/>
            <p:nvPr/>
          </p:nvSpPr>
          <p:spPr>
            <a:xfrm>
              <a:off x="6104207" y="5387527"/>
              <a:ext cx="5" cy="1331"/>
            </a:xfrm>
            <a:custGeom>
              <a:avLst/>
              <a:pathLst>
                <a:path w="5" h="1331">
                  <a:moveTo>
                    <a:pt x="0" y="0"/>
                  </a:moveTo>
                  <a:lnTo>
                    <a:pt x="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l717"/>
            <p:cNvSpPr/>
            <p:nvPr/>
          </p:nvSpPr>
          <p:spPr>
            <a:xfrm>
              <a:off x="6070751" y="5387384"/>
              <a:ext cx="17" cy="1331"/>
            </a:xfrm>
            <a:custGeom>
              <a:avLst/>
              <a:pathLst>
                <a:path w="17" h="1331">
                  <a:moveTo>
                    <a:pt x="17" y="0"/>
                  </a:moveTo>
                  <a:lnTo>
                    <a:pt x="0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l718"/>
            <p:cNvSpPr/>
            <p:nvPr/>
          </p:nvSpPr>
          <p:spPr>
            <a:xfrm>
              <a:off x="6079116" y="5387473"/>
              <a:ext cx="11" cy="1331"/>
            </a:xfrm>
            <a:custGeom>
              <a:avLst/>
              <a:pathLst>
                <a:path w="11" h="1331">
                  <a:moveTo>
                    <a:pt x="11" y="0"/>
                  </a:moveTo>
                  <a:lnTo>
                    <a:pt x="0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l719"/>
            <p:cNvSpPr/>
            <p:nvPr/>
          </p:nvSpPr>
          <p:spPr>
            <a:xfrm>
              <a:off x="6045659" y="5386902"/>
              <a:ext cx="34" cy="1331"/>
            </a:xfrm>
            <a:custGeom>
              <a:avLst/>
              <a:pathLst>
                <a:path w="34" h="1331">
                  <a:moveTo>
                    <a:pt x="34" y="0"/>
                  </a:moveTo>
                  <a:lnTo>
                    <a:pt x="0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l720"/>
            <p:cNvSpPr/>
            <p:nvPr/>
          </p:nvSpPr>
          <p:spPr>
            <a:xfrm>
              <a:off x="6054022" y="5387099"/>
              <a:ext cx="28" cy="1331"/>
            </a:xfrm>
            <a:custGeom>
              <a:avLst/>
              <a:pathLst>
                <a:path w="28" h="1331">
                  <a:moveTo>
                    <a:pt x="28" y="0"/>
                  </a:moveTo>
                  <a:lnTo>
                    <a:pt x="0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l721"/>
            <p:cNvSpPr/>
            <p:nvPr/>
          </p:nvSpPr>
          <p:spPr>
            <a:xfrm>
              <a:off x="6049871" y="5385674"/>
              <a:ext cx="31" cy="1331"/>
            </a:xfrm>
            <a:custGeom>
              <a:avLst/>
              <a:pathLst>
                <a:path w="31" h="1331">
                  <a:moveTo>
                    <a:pt x="31" y="0"/>
                  </a:moveTo>
                  <a:lnTo>
                    <a:pt x="0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l722"/>
            <p:cNvSpPr/>
            <p:nvPr/>
          </p:nvSpPr>
          <p:spPr>
            <a:xfrm>
              <a:off x="6062386" y="5385928"/>
              <a:ext cx="45" cy="2662"/>
            </a:xfrm>
            <a:custGeom>
              <a:avLst/>
              <a:pathLst>
                <a:path w="45" h="2662">
                  <a:moveTo>
                    <a:pt x="45" y="0"/>
                  </a:moveTo>
                  <a:lnTo>
                    <a:pt x="0" y="2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l723"/>
            <p:cNvSpPr/>
            <p:nvPr/>
          </p:nvSpPr>
          <p:spPr>
            <a:xfrm>
              <a:off x="6012216" y="5385761"/>
              <a:ext cx="56" cy="1330"/>
            </a:xfrm>
            <a:custGeom>
              <a:avLst/>
              <a:pathLst>
                <a:path w="56" h="1330">
                  <a:moveTo>
                    <a:pt x="56" y="0"/>
                  </a:moveTo>
                  <a:lnTo>
                    <a:pt x="0" y="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l724"/>
            <p:cNvSpPr/>
            <p:nvPr/>
          </p:nvSpPr>
          <p:spPr>
            <a:xfrm>
              <a:off x="6020575" y="5386100"/>
              <a:ext cx="51" cy="1330"/>
            </a:xfrm>
            <a:custGeom>
              <a:avLst/>
              <a:pathLst>
                <a:path w="51" h="1330">
                  <a:moveTo>
                    <a:pt x="51" y="0"/>
                  </a:moveTo>
                  <a:lnTo>
                    <a:pt x="0" y="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l725"/>
            <p:cNvSpPr/>
            <p:nvPr/>
          </p:nvSpPr>
          <p:spPr>
            <a:xfrm>
              <a:off x="6016449" y="5384604"/>
              <a:ext cx="53" cy="1330"/>
            </a:xfrm>
            <a:custGeom>
              <a:avLst/>
              <a:pathLst>
                <a:path w="53" h="1330">
                  <a:moveTo>
                    <a:pt x="53" y="0"/>
                  </a:moveTo>
                  <a:lnTo>
                    <a:pt x="0" y="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l726"/>
            <p:cNvSpPr/>
            <p:nvPr/>
          </p:nvSpPr>
          <p:spPr>
            <a:xfrm>
              <a:off x="6028935" y="5385072"/>
              <a:ext cx="90" cy="2661"/>
            </a:xfrm>
            <a:custGeom>
              <a:avLst/>
              <a:pathLst>
                <a:path w="90" h="2661">
                  <a:moveTo>
                    <a:pt x="90" y="0"/>
                  </a:moveTo>
                  <a:lnTo>
                    <a:pt x="0" y="2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l727"/>
            <p:cNvSpPr/>
            <p:nvPr/>
          </p:nvSpPr>
          <p:spPr>
            <a:xfrm>
              <a:off x="6022764" y="5383518"/>
              <a:ext cx="49" cy="1330"/>
            </a:xfrm>
            <a:custGeom>
              <a:avLst/>
              <a:pathLst>
                <a:path w="49" h="1330">
                  <a:moveTo>
                    <a:pt x="49" y="0"/>
                  </a:moveTo>
                  <a:lnTo>
                    <a:pt x="0" y="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l728"/>
            <p:cNvSpPr/>
            <p:nvPr/>
          </p:nvSpPr>
          <p:spPr>
            <a:xfrm>
              <a:off x="6037296" y="5384009"/>
              <a:ext cx="119" cy="3992"/>
            </a:xfrm>
            <a:custGeom>
              <a:avLst/>
              <a:pathLst>
                <a:path w="119" h="3992">
                  <a:moveTo>
                    <a:pt x="119" y="0"/>
                  </a:moveTo>
                  <a:lnTo>
                    <a:pt x="0" y="3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l729"/>
            <p:cNvSpPr/>
            <p:nvPr/>
          </p:nvSpPr>
          <p:spPr>
            <a:xfrm>
              <a:off x="6030114" y="5379785"/>
              <a:ext cx="134" cy="3992"/>
            </a:xfrm>
            <a:custGeom>
              <a:avLst/>
              <a:pathLst>
                <a:path w="134" h="3992">
                  <a:moveTo>
                    <a:pt x="134" y="0"/>
                  </a:moveTo>
                  <a:lnTo>
                    <a:pt x="0" y="3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l730"/>
            <p:cNvSpPr/>
            <p:nvPr/>
          </p:nvSpPr>
          <p:spPr>
            <a:xfrm>
              <a:off x="6056167" y="5380486"/>
              <a:ext cx="107" cy="5324"/>
            </a:xfrm>
            <a:custGeom>
              <a:avLst/>
              <a:pathLst>
                <a:path w="107" h="5324">
                  <a:moveTo>
                    <a:pt x="107" y="0"/>
                  </a:moveTo>
                  <a:lnTo>
                    <a:pt x="0" y="53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l731"/>
            <p:cNvSpPr/>
            <p:nvPr/>
          </p:nvSpPr>
          <p:spPr>
            <a:xfrm>
              <a:off x="6043260" y="5377517"/>
              <a:ext cx="71" cy="2661"/>
            </a:xfrm>
            <a:custGeom>
              <a:avLst/>
              <a:pathLst>
                <a:path w="71" h="2661">
                  <a:moveTo>
                    <a:pt x="71" y="0"/>
                  </a:moveTo>
                  <a:lnTo>
                    <a:pt x="0" y="2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l732"/>
            <p:cNvSpPr/>
            <p:nvPr/>
          </p:nvSpPr>
          <p:spPr>
            <a:xfrm>
              <a:off x="6074948" y="5378114"/>
              <a:ext cx="99" cy="9319"/>
            </a:xfrm>
            <a:custGeom>
              <a:avLst/>
              <a:pathLst>
                <a:path w="99" h="9319">
                  <a:moveTo>
                    <a:pt x="99" y="0"/>
                  </a:moveTo>
                  <a:lnTo>
                    <a:pt x="0" y="93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l733"/>
            <p:cNvSpPr/>
            <p:nvPr/>
          </p:nvSpPr>
          <p:spPr>
            <a:xfrm>
              <a:off x="6059188" y="5376549"/>
              <a:ext cx="25" cy="1331"/>
            </a:xfrm>
            <a:custGeom>
              <a:avLst/>
              <a:pathLst>
                <a:path w="25" h="1331">
                  <a:moveTo>
                    <a:pt x="25" y="0"/>
                  </a:moveTo>
                  <a:lnTo>
                    <a:pt x="0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6087481" y="5376875"/>
              <a:ext cx="51" cy="11982"/>
            </a:xfrm>
            <a:custGeom>
              <a:avLst/>
              <a:pathLst>
                <a:path w="51" h="11982">
                  <a:moveTo>
                    <a:pt x="51" y="0"/>
                  </a:moveTo>
                  <a:lnTo>
                    <a:pt x="0" y="11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6073372" y="5374101"/>
              <a:ext cx="30" cy="2662"/>
            </a:xfrm>
            <a:custGeom>
              <a:avLst/>
              <a:pathLst>
                <a:path w="30" h="2662">
                  <a:moveTo>
                    <a:pt x="30" y="0"/>
                  </a:moveTo>
                  <a:lnTo>
                    <a:pt x="0" y="2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099999" y="5374226"/>
              <a:ext cx="28" cy="13314"/>
            </a:xfrm>
            <a:custGeom>
              <a:avLst/>
              <a:pathLst>
                <a:path w="28" h="13314">
                  <a:moveTo>
                    <a:pt x="0" y="0"/>
                  </a:moveTo>
                  <a:lnTo>
                    <a:pt x="28" y="13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086701" y="5371546"/>
              <a:ext cx="12" cy="2662"/>
            </a:xfrm>
            <a:custGeom>
              <a:avLst/>
              <a:pathLst>
                <a:path w="12" h="2662">
                  <a:moveTo>
                    <a:pt x="12" y="0"/>
                  </a:moveTo>
                  <a:lnTo>
                    <a:pt x="0" y="2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116576" y="5371457"/>
              <a:ext cx="170" cy="15976"/>
            </a:xfrm>
            <a:custGeom>
              <a:avLst/>
              <a:pathLst>
                <a:path w="170" h="15976">
                  <a:moveTo>
                    <a:pt x="0" y="0"/>
                  </a:moveTo>
                  <a:lnTo>
                    <a:pt x="170" y="159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5987149" y="5384530"/>
              <a:ext cx="73" cy="1329"/>
            </a:xfrm>
            <a:custGeom>
              <a:avLst/>
              <a:pathLst>
                <a:path w="73" h="1329">
                  <a:moveTo>
                    <a:pt x="73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5995503" y="5384976"/>
              <a:ext cx="68" cy="1329"/>
            </a:xfrm>
            <a:custGeom>
              <a:avLst/>
              <a:pathLst>
                <a:path w="68" h="1329">
                  <a:moveTo>
                    <a:pt x="68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1"/>
            <p:cNvSpPr/>
            <p:nvPr/>
          </p:nvSpPr>
          <p:spPr>
            <a:xfrm>
              <a:off x="5962100" y="5382979"/>
              <a:ext cx="90" cy="1328"/>
            </a:xfrm>
            <a:custGeom>
              <a:avLst/>
              <a:pathLst>
                <a:path w="90" h="1328">
                  <a:moveTo>
                    <a:pt x="90" y="0"/>
                  </a:moveTo>
                  <a:lnTo>
                    <a:pt x="0" y="13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2"/>
            <p:cNvSpPr/>
            <p:nvPr/>
          </p:nvSpPr>
          <p:spPr>
            <a:xfrm>
              <a:off x="5970448" y="5383531"/>
              <a:ext cx="85" cy="1328"/>
            </a:xfrm>
            <a:custGeom>
              <a:avLst/>
              <a:pathLst>
                <a:path w="85" h="1328">
                  <a:moveTo>
                    <a:pt x="85" y="0"/>
                  </a:moveTo>
                  <a:lnTo>
                    <a:pt x="0" y="13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3"/>
            <p:cNvSpPr/>
            <p:nvPr/>
          </p:nvSpPr>
          <p:spPr>
            <a:xfrm>
              <a:off x="5945413" y="5381767"/>
              <a:ext cx="102" cy="1327"/>
            </a:xfrm>
            <a:custGeom>
              <a:avLst/>
              <a:pathLst>
                <a:path w="102" h="1327">
                  <a:moveTo>
                    <a:pt x="102" y="0"/>
                  </a:moveTo>
                  <a:lnTo>
                    <a:pt x="0" y="1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4"/>
            <p:cNvSpPr/>
            <p:nvPr/>
          </p:nvSpPr>
          <p:spPr>
            <a:xfrm>
              <a:off x="5953755" y="5382390"/>
              <a:ext cx="96" cy="1327"/>
            </a:xfrm>
            <a:custGeom>
              <a:avLst/>
              <a:pathLst>
                <a:path w="96" h="1327">
                  <a:moveTo>
                    <a:pt x="96" y="0"/>
                  </a:moveTo>
                  <a:lnTo>
                    <a:pt x="0" y="1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5"/>
            <p:cNvSpPr/>
            <p:nvPr/>
          </p:nvSpPr>
          <p:spPr>
            <a:xfrm>
              <a:off x="5928737" y="5380412"/>
              <a:ext cx="113" cy="1326"/>
            </a:xfrm>
            <a:custGeom>
              <a:avLst/>
              <a:pathLst>
                <a:path w="113" h="1326">
                  <a:moveTo>
                    <a:pt x="113" y="0"/>
                  </a:moveTo>
                  <a:lnTo>
                    <a:pt x="0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l746"/>
            <p:cNvSpPr/>
            <p:nvPr/>
          </p:nvSpPr>
          <p:spPr>
            <a:xfrm>
              <a:off x="5937074" y="5381107"/>
              <a:ext cx="107" cy="1327"/>
            </a:xfrm>
            <a:custGeom>
              <a:avLst/>
              <a:pathLst>
                <a:path w="107" h="1327">
                  <a:moveTo>
                    <a:pt x="107" y="0"/>
                  </a:moveTo>
                  <a:lnTo>
                    <a:pt x="0" y="1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l747"/>
            <p:cNvSpPr/>
            <p:nvPr/>
          </p:nvSpPr>
          <p:spPr>
            <a:xfrm>
              <a:off x="5912073" y="5378915"/>
              <a:ext cx="124" cy="1325"/>
            </a:xfrm>
            <a:custGeom>
              <a:avLst/>
              <a:pathLst>
                <a:path w="124" h="1325">
                  <a:moveTo>
                    <a:pt x="124" y="0"/>
                  </a:moveTo>
                  <a:lnTo>
                    <a:pt x="0" y="1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l748"/>
            <p:cNvSpPr/>
            <p:nvPr/>
          </p:nvSpPr>
          <p:spPr>
            <a:xfrm>
              <a:off x="5920403" y="5379681"/>
              <a:ext cx="119" cy="1326"/>
            </a:xfrm>
            <a:custGeom>
              <a:avLst/>
              <a:pathLst>
                <a:path w="119" h="1326">
                  <a:moveTo>
                    <a:pt x="119" y="0"/>
                  </a:moveTo>
                  <a:lnTo>
                    <a:pt x="0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l749"/>
            <p:cNvSpPr/>
            <p:nvPr/>
          </p:nvSpPr>
          <p:spPr>
            <a:xfrm>
              <a:off x="5916360" y="5376651"/>
              <a:ext cx="244" cy="2651"/>
            </a:xfrm>
            <a:custGeom>
              <a:avLst/>
              <a:pathLst>
                <a:path w="244" h="2651">
                  <a:moveTo>
                    <a:pt x="244" y="0"/>
                  </a:moveTo>
                  <a:lnTo>
                    <a:pt x="0" y="26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l750"/>
            <p:cNvSpPr/>
            <p:nvPr/>
          </p:nvSpPr>
          <p:spPr>
            <a:xfrm>
              <a:off x="5933016" y="5378110"/>
              <a:ext cx="221" cy="2653"/>
            </a:xfrm>
            <a:custGeom>
              <a:avLst/>
              <a:pathLst>
                <a:path w="221" h="2653">
                  <a:moveTo>
                    <a:pt x="221" y="0"/>
                  </a:moveTo>
                  <a:lnTo>
                    <a:pt x="0" y="2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l751"/>
            <p:cNvSpPr/>
            <p:nvPr/>
          </p:nvSpPr>
          <p:spPr>
            <a:xfrm>
              <a:off x="5924919" y="5374746"/>
              <a:ext cx="232" cy="2652"/>
            </a:xfrm>
            <a:custGeom>
              <a:avLst/>
              <a:pathLst>
                <a:path w="232" h="2652">
                  <a:moveTo>
                    <a:pt x="232" y="0"/>
                  </a:moveTo>
                  <a:lnTo>
                    <a:pt x="0" y="2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l752"/>
            <p:cNvSpPr/>
            <p:nvPr/>
          </p:nvSpPr>
          <p:spPr>
            <a:xfrm>
              <a:off x="5949683" y="5376772"/>
              <a:ext cx="397" cy="5310"/>
            </a:xfrm>
            <a:custGeom>
              <a:avLst/>
              <a:pathLst>
                <a:path w="397" h="5310">
                  <a:moveTo>
                    <a:pt x="397" y="0"/>
                  </a:moveTo>
                  <a:lnTo>
                    <a:pt x="0" y="5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l753"/>
            <p:cNvSpPr/>
            <p:nvPr/>
          </p:nvSpPr>
          <p:spPr>
            <a:xfrm>
              <a:off x="5878786" y="5375496"/>
              <a:ext cx="147" cy="1323"/>
            </a:xfrm>
            <a:custGeom>
              <a:avLst/>
              <a:pathLst>
                <a:path w="147" h="1323">
                  <a:moveTo>
                    <a:pt x="147" y="0"/>
                  </a:moveTo>
                  <a:lnTo>
                    <a:pt x="0" y="1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l754"/>
            <p:cNvSpPr/>
            <p:nvPr/>
          </p:nvSpPr>
          <p:spPr>
            <a:xfrm>
              <a:off x="5887102" y="5376404"/>
              <a:ext cx="141" cy="1323"/>
            </a:xfrm>
            <a:custGeom>
              <a:avLst/>
              <a:pathLst>
                <a:path w="141" h="1323">
                  <a:moveTo>
                    <a:pt x="141" y="0"/>
                  </a:moveTo>
                  <a:lnTo>
                    <a:pt x="0" y="1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l755"/>
            <p:cNvSpPr/>
            <p:nvPr/>
          </p:nvSpPr>
          <p:spPr>
            <a:xfrm>
              <a:off x="5883088" y="5374631"/>
              <a:ext cx="144" cy="1323"/>
            </a:xfrm>
            <a:custGeom>
              <a:avLst/>
              <a:pathLst>
                <a:path w="144" h="1323">
                  <a:moveTo>
                    <a:pt x="144" y="0"/>
                  </a:moveTo>
                  <a:lnTo>
                    <a:pt x="0" y="1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l756"/>
            <p:cNvSpPr/>
            <p:nvPr/>
          </p:nvSpPr>
          <p:spPr>
            <a:xfrm>
              <a:off x="5895422" y="5375952"/>
              <a:ext cx="272" cy="2648"/>
            </a:xfrm>
            <a:custGeom>
              <a:avLst/>
              <a:pathLst>
                <a:path w="272" h="2648">
                  <a:moveTo>
                    <a:pt x="272" y="0"/>
                  </a:moveTo>
                  <a:lnTo>
                    <a:pt x="0" y="2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5853862" y="5372558"/>
              <a:ext cx="164" cy="1321"/>
            </a:xfrm>
            <a:custGeom>
              <a:avLst/>
              <a:pathLst>
                <a:path w="164" h="1321">
                  <a:moveTo>
                    <a:pt x="164" y="0"/>
                  </a:moveTo>
                  <a:lnTo>
                    <a:pt x="0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5862166" y="5373573"/>
              <a:ext cx="158" cy="1321"/>
            </a:xfrm>
            <a:custGeom>
              <a:avLst/>
              <a:pathLst>
                <a:path w="158" h="1321">
                  <a:moveTo>
                    <a:pt x="158" y="0"/>
                  </a:moveTo>
                  <a:lnTo>
                    <a:pt x="0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5837267" y="5370423"/>
              <a:ext cx="175" cy="1319"/>
            </a:xfrm>
            <a:custGeom>
              <a:avLst/>
              <a:pathLst>
                <a:path w="175" h="1319">
                  <a:moveTo>
                    <a:pt x="175" y="0"/>
                  </a:moveTo>
                  <a:lnTo>
                    <a:pt x="0" y="13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l760"/>
            <p:cNvSpPr/>
            <p:nvPr/>
          </p:nvSpPr>
          <p:spPr>
            <a:xfrm>
              <a:off x="5845562" y="5371509"/>
              <a:ext cx="170" cy="1320"/>
            </a:xfrm>
            <a:custGeom>
              <a:avLst/>
              <a:pathLst>
                <a:path w="170" h="1320">
                  <a:moveTo>
                    <a:pt x="170" y="0"/>
                  </a:moveTo>
                  <a:lnTo>
                    <a:pt x="0" y="1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l761"/>
            <p:cNvSpPr/>
            <p:nvPr/>
          </p:nvSpPr>
          <p:spPr>
            <a:xfrm>
              <a:off x="5841587" y="5368330"/>
              <a:ext cx="345" cy="2640"/>
            </a:xfrm>
            <a:custGeom>
              <a:avLst/>
              <a:pathLst>
                <a:path w="345" h="2640">
                  <a:moveTo>
                    <a:pt x="345" y="0"/>
                  </a:moveTo>
                  <a:lnTo>
                    <a:pt x="0" y="2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l762"/>
            <p:cNvSpPr/>
            <p:nvPr/>
          </p:nvSpPr>
          <p:spPr>
            <a:xfrm>
              <a:off x="5858175" y="5370427"/>
              <a:ext cx="323" cy="2643"/>
            </a:xfrm>
            <a:custGeom>
              <a:avLst/>
              <a:pathLst>
                <a:path w="323" h="2643">
                  <a:moveTo>
                    <a:pt x="323" y="0"/>
                  </a:moveTo>
                  <a:lnTo>
                    <a:pt x="0" y="2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l763"/>
            <p:cNvSpPr/>
            <p:nvPr/>
          </p:nvSpPr>
          <p:spPr>
            <a:xfrm>
              <a:off x="5850213" y="5368075"/>
              <a:ext cx="167" cy="1320"/>
            </a:xfrm>
            <a:custGeom>
              <a:avLst/>
              <a:pathLst>
                <a:path w="167" h="1320">
                  <a:moveTo>
                    <a:pt x="167" y="0"/>
                  </a:moveTo>
                  <a:lnTo>
                    <a:pt x="0" y="1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l764"/>
            <p:cNvSpPr/>
            <p:nvPr/>
          </p:nvSpPr>
          <p:spPr>
            <a:xfrm>
              <a:off x="5870474" y="5370584"/>
              <a:ext cx="612" cy="5290"/>
            </a:xfrm>
            <a:custGeom>
              <a:avLst/>
              <a:pathLst>
                <a:path w="612" h="5290">
                  <a:moveTo>
                    <a:pt x="612" y="0"/>
                  </a:moveTo>
                  <a:lnTo>
                    <a:pt x="0" y="5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5860730" y="5365392"/>
              <a:ext cx="480" cy="3965"/>
            </a:xfrm>
            <a:custGeom>
              <a:avLst/>
              <a:pathLst>
                <a:path w="480" h="3965">
                  <a:moveTo>
                    <a:pt x="480" y="0"/>
                  </a:moveTo>
                  <a:lnTo>
                    <a:pt x="0" y="3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6"/>
            <p:cNvSpPr/>
            <p:nvPr/>
          </p:nvSpPr>
          <p:spPr>
            <a:xfrm>
              <a:off x="5889462" y="5368681"/>
              <a:ext cx="701" cy="6620"/>
            </a:xfrm>
            <a:custGeom>
              <a:avLst/>
              <a:pathLst>
                <a:path w="701" h="6620">
                  <a:moveTo>
                    <a:pt x="701" y="0"/>
                  </a:moveTo>
                  <a:lnTo>
                    <a:pt x="0" y="6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l767"/>
            <p:cNvSpPr/>
            <p:nvPr/>
          </p:nvSpPr>
          <p:spPr>
            <a:xfrm>
              <a:off x="5875681" y="5365768"/>
              <a:ext cx="150" cy="1322"/>
            </a:xfrm>
            <a:custGeom>
              <a:avLst/>
              <a:pathLst>
                <a:path w="150" h="1322">
                  <a:moveTo>
                    <a:pt x="150" y="0"/>
                  </a:moveTo>
                  <a:lnTo>
                    <a:pt x="0" y="1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l768"/>
            <p:cNvSpPr/>
            <p:nvPr/>
          </p:nvSpPr>
          <p:spPr>
            <a:xfrm>
              <a:off x="5903746" y="5368838"/>
              <a:ext cx="1044" cy="10600"/>
            </a:xfrm>
            <a:custGeom>
              <a:avLst/>
              <a:pathLst>
                <a:path w="1044" h="10600">
                  <a:moveTo>
                    <a:pt x="1044" y="0"/>
                  </a:moveTo>
                  <a:lnTo>
                    <a:pt x="0" y="10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l769"/>
            <p:cNvSpPr/>
            <p:nvPr/>
          </p:nvSpPr>
          <p:spPr>
            <a:xfrm>
              <a:off x="5890305" y="5359413"/>
              <a:ext cx="842" cy="7944"/>
            </a:xfrm>
            <a:custGeom>
              <a:avLst/>
              <a:pathLst>
                <a:path w="842" h="7944">
                  <a:moveTo>
                    <a:pt x="842" y="0"/>
                  </a:moveTo>
                  <a:lnTo>
                    <a:pt x="0" y="7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l770"/>
            <p:cNvSpPr/>
            <p:nvPr/>
          </p:nvSpPr>
          <p:spPr>
            <a:xfrm>
              <a:off x="5937613" y="5363855"/>
              <a:ext cx="970" cy="11943"/>
            </a:xfrm>
            <a:custGeom>
              <a:avLst/>
              <a:pathLst>
                <a:path w="970" h="11943">
                  <a:moveTo>
                    <a:pt x="970" y="0"/>
                  </a:moveTo>
                  <a:lnTo>
                    <a:pt x="0" y="11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l771"/>
            <p:cNvSpPr/>
            <p:nvPr/>
          </p:nvSpPr>
          <p:spPr>
            <a:xfrm>
              <a:off x="5914852" y="5359128"/>
              <a:ext cx="248" cy="2651"/>
            </a:xfrm>
            <a:custGeom>
              <a:avLst/>
              <a:pathLst>
                <a:path w="248" h="2651">
                  <a:moveTo>
                    <a:pt x="248" y="0"/>
                  </a:moveTo>
                  <a:lnTo>
                    <a:pt x="0" y="26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l772"/>
            <p:cNvSpPr/>
            <p:nvPr/>
          </p:nvSpPr>
          <p:spPr>
            <a:xfrm>
              <a:off x="5966362" y="5363332"/>
              <a:ext cx="1320" cy="19927"/>
            </a:xfrm>
            <a:custGeom>
              <a:avLst/>
              <a:pathLst>
                <a:path w="1320" h="19927">
                  <a:moveTo>
                    <a:pt x="1320" y="0"/>
                  </a:moveTo>
                  <a:lnTo>
                    <a:pt x="0" y="199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l773"/>
            <p:cNvSpPr/>
            <p:nvPr/>
          </p:nvSpPr>
          <p:spPr>
            <a:xfrm>
              <a:off x="5941377" y="5360082"/>
              <a:ext cx="106" cy="1327"/>
            </a:xfrm>
            <a:custGeom>
              <a:avLst/>
              <a:pathLst>
                <a:path w="106" h="1327">
                  <a:moveTo>
                    <a:pt x="106" y="0"/>
                  </a:moveTo>
                  <a:lnTo>
                    <a:pt x="0" y="1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l774"/>
            <p:cNvSpPr/>
            <p:nvPr/>
          </p:nvSpPr>
          <p:spPr>
            <a:xfrm>
              <a:off x="5978797" y="5362784"/>
              <a:ext cx="1351" cy="22594"/>
            </a:xfrm>
            <a:custGeom>
              <a:avLst/>
              <a:pathLst>
                <a:path w="1351" h="22594">
                  <a:moveTo>
                    <a:pt x="1351" y="0"/>
                  </a:moveTo>
                  <a:lnTo>
                    <a:pt x="0" y="22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l775"/>
            <p:cNvSpPr/>
            <p:nvPr/>
          </p:nvSpPr>
          <p:spPr>
            <a:xfrm>
              <a:off x="5960809" y="5358873"/>
              <a:ext cx="185" cy="2656"/>
            </a:xfrm>
            <a:custGeom>
              <a:avLst/>
              <a:pathLst>
                <a:path w="185" h="2656">
                  <a:moveTo>
                    <a:pt x="185" y="0"/>
                  </a:moveTo>
                  <a:lnTo>
                    <a:pt x="0" y="2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l776"/>
            <p:cNvSpPr/>
            <p:nvPr/>
          </p:nvSpPr>
          <p:spPr>
            <a:xfrm>
              <a:off x="5991397" y="5360826"/>
              <a:ext cx="1278" cy="23931"/>
            </a:xfrm>
            <a:custGeom>
              <a:avLst/>
              <a:pathLst>
                <a:path w="1278" h="23931">
                  <a:moveTo>
                    <a:pt x="1278" y="0"/>
                  </a:moveTo>
                  <a:lnTo>
                    <a:pt x="0" y="23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l777"/>
            <p:cNvSpPr/>
            <p:nvPr/>
          </p:nvSpPr>
          <p:spPr>
            <a:xfrm>
              <a:off x="5976831" y="5358585"/>
              <a:ext cx="81" cy="1328"/>
            </a:xfrm>
            <a:custGeom>
              <a:avLst/>
              <a:pathLst>
                <a:path w="81" h="1328">
                  <a:moveTo>
                    <a:pt x="81" y="0"/>
                  </a:moveTo>
                  <a:lnTo>
                    <a:pt x="0" y="13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l778"/>
            <p:cNvSpPr/>
            <p:nvPr/>
          </p:nvSpPr>
          <p:spPr>
            <a:xfrm>
              <a:off x="6003859" y="5360117"/>
              <a:ext cx="1249" cy="26599"/>
            </a:xfrm>
            <a:custGeom>
              <a:avLst/>
              <a:pathLst>
                <a:path w="1249" h="26599">
                  <a:moveTo>
                    <a:pt x="1249" y="0"/>
                  </a:moveTo>
                  <a:lnTo>
                    <a:pt x="0" y="26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9"/>
            <p:cNvSpPr/>
            <p:nvPr/>
          </p:nvSpPr>
          <p:spPr>
            <a:xfrm>
              <a:off x="5991008" y="5340790"/>
              <a:ext cx="1010" cy="18612"/>
            </a:xfrm>
            <a:custGeom>
              <a:avLst/>
              <a:pathLst>
                <a:path w="1010" h="18612">
                  <a:moveTo>
                    <a:pt x="1010" y="0"/>
                  </a:moveTo>
                  <a:lnTo>
                    <a:pt x="0" y="18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80"/>
            <p:cNvSpPr/>
            <p:nvPr/>
          </p:nvSpPr>
          <p:spPr>
            <a:xfrm>
              <a:off x="6101561" y="5343599"/>
              <a:ext cx="83" cy="27960"/>
            </a:xfrm>
            <a:custGeom>
              <a:avLst/>
              <a:pathLst>
                <a:path w="83" h="27960">
                  <a:moveTo>
                    <a:pt x="0" y="0"/>
                  </a:moveTo>
                  <a:lnTo>
                    <a:pt x="83" y="279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1"/>
            <p:cNvSpPr/>
            <p:nvPr/>
          </p:nvSpPr>
          <p:spPr>
            <a:xfrm>
              <a:off x="6046770" y="5329668"/>
              <a:ext cx="341" cy="13310"/>
            </a:xfrm>
            <a:custGeom>
              <a:avLst/>
              <a:pathLst>
                <a:path w="341" h="13310">
                  <a:moveTo>
                    <a:pt x="341" y="0"/>
                  </a:moveTo>
                  <a:lnTo>
                    <a:pt x="0" y="13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2"/>
            <p:cNvSpPr/>
            <p:nvPr/>
          </p:nvSpPr>
          <p:spPr>
            <a:xfrm>
              <a:off x="6183439" y="5328274"/>
              <a:ext cx="2146" cy="46550"/>
            </a:xfrm>
            <a:custGeom>
              <a:avLst/>
              <a:pathLst>
                <a:path w="2146" h="46550">
                  <a:moveTo>
                    <a:pt x="0" y="0"/>
                  </a:moveTo>
                  <a:lnTo>
                    <a:pt x="2146" y="46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3"/>
            <p:cNvSpPr/>
            <p:nvPr/>
          </p:nvSpPr>
          <p:spPr>
            <a:xfrm>
              <a:off x="6115261" y="5327531"/>
              <a:ext cx="27" cy="2662"/>
            </a:xfrm>
            <a:custGeom>
              <a:avLst/>
              <a:pathLst>
                <a:path w="27" h="2662">
                  <a:moveTo>
                    <a:pt x="0" y="0"/>
                  </a:moveTo>
                  <a:lnTo>
                    <a:pt x="27" y="2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4"/>
            <p:cNvSpPr/>
            <p:nvPr/>
          </p:nvSpPr>
          <p:spPr>
            <a:xfrm>
              <a:off x="6213284" y="5323995"/>
              <a:ext cx="3705" cy="59799"/>
            </a:xfrm>
            <a:custGeom>
              <a:avLst/>
              <a:pathLst>
                <a:path w="3705" h="59799">
                  <a:moveTo>
                    <a:pt x="0" y="0"/>
                  </a:moveTo>
                  <a:lnTo>
                    <a:pt x="3705" y="59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5"/>
            <p:cNvSpPr/>
            <p:nvPr/>
          </p:nvSpPr>
          <p:spPr>
            <a:xfrm>
              <a:off x="6164103" y="5321073"/>
              <a:ext cx="191" cy="5322"/>
            </a:xfrm>
            <a:custGeom>
              <a:avLst/>
              <a:pathLst>
                <a:path w="191" h="5322">
                  <a:moveTo>
                    <a:pt x="0" y="0"/>
                  </a:moveTo>
                  <a:lnTo>
                    <a:pt x="191" y="5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6"/>
            <p:cNvSpPr/>
            <p:nvPr/>
          </p:nvSpPr>
          <p:spPr>
            <a:xfrm>
              <a:off x="6242178" y="5316641"/>
              <a:ext cx="4836" cy="62390"/>
            </a:xfrm>
            <a:custGeom>
              <a:avLst/>
              <a:pathLst>
                <a:path w="4836" h="62390">
                  <a:moveTo>
                    <a:pt x="0" y="0"/>
                  </a:moveTo>
                  <a:lnTo>
                    <a:pt x="4836" y="62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l787"/>
            <p:cNvSpPr/>
            <p:nvPr/>
          </p:nvSpPr>
          <p:spPr>
            <a:xfrm>
              <a:off x="6202937" y="5315272"/>
              <a:ext cx="226" cy="3987"/>
            </a:xfrm>
            <a:custGeom>
              <a:avLst/>
              <a:pathLst>
                <a:path w="226" h="3987">
                  <a:moveTo>
                    <a:pt x="0" y="0"/>
                  </a:moveTo>
                  <a:lnTo>
                    <a:pt x="226" y="3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l788"/>
            <p:cNvSpPr/>
            <p:nvPr/>
          </p:nvSpPr>
          <p:spPr>
            <a:xfrm>
              <a:off x="6266982" y="5310543"/>
              <a:ext cx="6150" cy="67624"/>
            </a:xfrm>
            <a:custGeom>
              <a:avLst/>
              <a:pathLst>
                <a:path w="6150" h="67624">
                  <a:moveTo>
                    <a:pt x="0" y="0"/>
                  </a:moveTo>
                  <a:lnTo>
                    <a:pt x="6150" y="67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l789"/>
            <p:cNvSpPr/>
            <p:nvPr/>
          </p:nvSpPr>
          <p:spPr>
            <a:xfrm>
              <a:off x="5812412" y="5366955"/>
              <a:ext cx="192" cy="1317"/>
            </a:xfrm>
            <a:custGeom>
              <a:avLst/>
              <a:pathLst>
                <a:path w="192" h="1317">
                  <a:moveTo>
                    <a:pt x="192" y="0"/>
                  </a:moveTo>
                  <a:lnTo>
                    <a:pt x="0" y="1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l790"/>
            <p:cNvSpPr/>
            <p:nvPr/>
          </p:nvSpPr>
          <p:spPr>
            <a:xfrm>
              <a:off x="5820692" y="5368147"/>
              <a:ext cx="186" cy="1318"/>
            </a:xfrm>
            <a:custGeom>
              <a:avLst/>
              <a:pathLst>
                <a:path w="186" h="1318">
                  <a:moveTo>
                    <a:pt x="186" y="0"/>
                  </a:moveTo>
                  <a:lnTo>
                    <a:pt x="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5816741" y="5366237"/>
              <a:ext cx="189" cy="1317"/>
            </a:xfrm>
            <a:custGeom>
              <a:avLst/>
              <a:pathLst>
                <a:path w="189" h="1317">
                  <a:moveTo>
                    <a:pt x="189" y="0"/>
                  </a:moveTo>
                  <a:lnTo>
                    <a:pt x="0" y="1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5828977" y="5367984"/>
              <a:ext cx="362" cy="2638"/>
            </a:xfrm>
            <a:custGeom>
              <a:avLst/>
              <a:pathLst>
                <a:path w="362" h="2638">
                  <a:moveTo>
                    <a:pt x="362" y="0"/>
                  </a:moveTo>
                  <a:lnTo>
                    <a:pt x="0" y="26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5795867" y="5364467"/>
              <a:ext cx="203" cy="1315"/>
            </a:xfrm>
            <a:custGeom>
              <a:avLst/>
              <a:pathLst>
                <a:path w="203" h="1315">
                  <a:moveTo>
                    <a:pt x="203" y="0"/>
                  </a:moveTo>
                  <a:lnTo>
                    <a:pt x="0" y="13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5804137" y="5365729"/>
              <a:ext cx="198" cy="1316"/>
            </a:xfrm>
            <a:custGeom>
              <a:avLst/>
              <a:pathLst>
                <a:path w="198" h="1316">
                  <a:moveTo>
                    <a:pt x="198" y="0"/>
                  </a:moveTo>
                  <a:lnTo>
                    <a:pt x="0" y="1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5779344" y="5361837"/>
              <a:ext cx="215" cy="1313"/>
            </a:xfrm>
            <a:custGeom>
              <a:avLst/>
              <a:pathLst>
                <a:path w="215" h="1313">
                  <a:moveTo>
                    <a:pt x="215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5787602" y="5363169"/>
              <a:ext cx="209" cy="1314"/>
            </a:xfrm>
            <a:custGeom>
              <a:avLst/>
              <a:pathLst>
                <a:path w="209" h="1314">
                  <a:moveTo>
                    <a:pt x="209" y="0"/>
                  </a:moveTo>
                  <a:lnTo>
                    <a:pt x="0" y="1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5783685" y="5359879"/>
              <a:ext cx="424" cy="2628"/>
            </a:xfrm>
            <a:custGeom>
              <a:avLst/>
              <a:pathLst>
                <a:path w="424" h="2628">
                  <a:moveTo>
                    <a:pt x="424" y="0"/>
                  </a:moveTo>
                  <a:lnTo>
                    <a:pt x="0" y="2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5800202" y="5362470"/>
              <a:ext cx="401" cy="2632"/>
            </a:xfrm>
            <a:custGeom>
              <a:avLst/>
              <a:pathLst>
                <a:path w="401" h="2632">
                  <a:moveTo>
                    <a:pt x="401" y="0"/>
                  </a:moveTo>
                  <a:lnTo>
                    <a:pt x="0" y="2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5762844" y="5359066"/>
              <a:ext cx="226" cy="1312"/>
            </a:xfrm>
            <a:custGeom>
              <a:avLst/>
              <a:pathLst>
                <a:path w="226" h="1312">
                  <a:moveTo>
                    <a:pt x="226" y="0"/>
                  </a:moveTo>
                  <a:lnTo>
                    <a:pt x="0" y="13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5771091" y="5360469"/>
              <a:ext cx="220" cy="1313"/>
            </a:xfrm>
            <a:custGeom>
              <a:avLst/>
              <a:pathLst>
                <a:path w="220" h="1313">
                  <a:moveTo>
                    <a:pt x="220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5746368" y="5356155"/>
              <a:ext cx="237" cy="1310"/>
            </a:xfrm>
            <a:custGeom>
              <a:avLst/>
              <a:pathLst>
                <a:path w="237" h="1310">
                  <a:moveTo>
                    <a:pt x="237" y="0"/>
                  </a:moveTo>
                  <a:lnTo>
                    <a:pt x="0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2"/>
            <p:cNvSpPr/>
            <p:nvPr/>
          </p:nvSpPr>
          <p:spPr>
            <a:xfrm>
              <a:off x="5754603" y="5357628"/>
              <a:ext cx="231" cy="1311"/>
            </a:xfrm>
            <a:custGeom>
              <a:avLst/>
              <a:pathLst>
                <a:path w="231" h="1311">
                  <a:moveTo>
                    <a:pt x="231" y="0"/>
                  </a:moveTo>
                  <a:lnTo>
                    <a:pt x="0" y="13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l803"/>
            <p:cNvSpPr/>
            <p:nvPr/>
          </p:nvSpPr>
          <p:spPr>
            <a:xfrm>
              <a:off x="5750719" y="5354275"/>
              <a:ext cx="469" cy="2621"/>
            </a:xfrm>
            <a:custGeom>
              <a:avLst/>
              <a:pathLst>
                <a:path w="469" h="2621">
                  <a:moveTo>
                    <a:pt x="469" y="0"/>
                  </a:moveTo>
                  <a:lnTo>
                    <a:pt x="0" y="2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l804"/>
            <p:cNvSpPr/>
            <p:nvPr/>
          </p:nvSpPr>
          <p:spPr>
            <a:xfrm>
              <a:off x="5767190" y="5357147"/>
              <a:ext cx="446" cy="2625"/>
            </a:xfrm>
            <a:custGeom>
              <a:avLst/>
              <a:pathLst>
                <a:path w="446" h="2625">
                  <a:moveTo>
                    <a:pt x="446" y="0"/>
                  </a:moveTo>
                  <a:lnTo>
                    <a:pt x="0" y="2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l805"/>
            <p:cNvSpPr/>
            <p:nvPr/>
          </p:nvSpPr>
          <p:spPr>
            <a:xfrm>
              <a:off x="5705293" y="5348263"/>
              <a:ext cx="265" cy="1304"/>
            </a:xfrm>
            <a:custGeom>
              <a:avLst/>
              <a:pathLst>
                <a:path w="265" h="1304">
                  <a:moveTo>
                    <a:pt x="265" y="0"/>
                  </a:moveTo>
                  <a:lnTo>
                    <a:pt x="0" y="1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l806"/>
            <p:cNvSpPr/>
            <p:nvPr/>
          </p:nvSpPr>
          <p:spPr>
            <a:xfrm>
              <a:off x="5713494" y="5349912"/>
              <a:ext cx="259" cy="1305"/>
            </a:xfrm>
            <a:custGeom>
              <a:avLst/>
              <a:pathLst>
                <a:path w="259" h="1305">
                  <a:moveTo>
                    <a:pt x="259" y="0"/>
                  </a:moveTo>
                  <a:lnTo>
                    <a:pt x="0" y="1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l807"/>
            <p:cNvSpPr/>
            <p:nvPr/>
          </p:nvSpPr>
          <p:spPr>
            <a:xfrm>
              <a:off x="5709655" y="5347787"/>
              <a:ext cx="262" cy="1305"/>
            </a:xfrm>
            <a:custGeom>
              <a:avLst/>
              <a:pathLst>
                <a:path w="262" h="1305">
                  <a:moveTo>
                    <a:pt x="262" y="0"/>
                  </a:moveTo>
                  <a:lnTo>
                    <a:pt x="0" y="1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l808"/>
            <p:cNvSpPr/>
            <p:nvPr/>
          </p:nvSpPr>
          <p:spPr>
            <a:xfrm>
              <a:off x="5721703" y="5350218"/>
              <a:ext cx="508" cy="2613"/>
            </a:xfrm>
            <a:custGeom>
              <a:avLst/>
              <a:pathLst>
                <a:path w="508" h="2613">
                  <a:moveTo>
                    <a:pt x="508" y="0"/>
                  </a:moveTo>
                  <a:lnTo>
                    <a:pt x="0" y="2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l809"/>
            <p:cNvSpPr/>
            <p:nvPr/>
          </p:nvSpPr>
          <p:spPr>
            <a:xfrm>
              <a:off x="5716062" y="5347706"/>
              <a:ext cx="258" cy="1306"/>
            </a:xfrm>
            <a:custGeom>
              <a:avLst/>
              <a:pathLst>
                <a:path w="258" h="1306">
                  <a:moveTo>
                    <a:pt x="258" y="0"/>
                  </a:moveTo>
                  <a:lnTo>
                    <a:pt x="0" y="13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l810"/>
            <p:cNvSpPr/>
            <p:nvPr/>
          </p:nvSpPr>
          <p:spPr>
            <a:xfrm>
              <a:off x="5729918" y="5350488"/>
              <a:ext cx="745" cy="3924"/>
            </a:xfrm>
            <a:custGeom>
              <a:avLst/>
              <a:pathLst>
                <a:path w="745" h="3924">
                  <a:moveTo>
                    <a:pt x="745" y="0"/>
                  </a:moveTo>
                  <a:lnTo>
                    <a:pt x="0" y="3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l811"/>
            <p:cNvSpPr/>
            <p:nvPr/>
          </p:nvSpPr>
          <p:spPr>
            <a:xfrm>
              <a:off x="5723490" y="5347803"/>
              <a:ext cx="253" cy="1307"/>
            </a:xfrm>
            <a:custGeom>
              <a:avLst/>
              <a:pathLst>
                <a:path w="253" h="1307">
                  <a:moveTo>
                    <a:pt x="253" y="0"/>
                  </a:moveTo>
                  <a:lnTo>
                    <a:pt x="0" y="1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l812"/>
            <p:cNvSpPr/>
            <p:nvPr/>
          </p:nvSpPr>
          <p:spPr>
            <a:xfrm>
              <a:off x="5738140" y="5350720"/>
              <a:ext cx="972" cy="5236"/>
            </a:xfrm>
            <a:custGeom>
              <a:avLst/>
              <a:pathLst>
                <a:path w="972" h="5236">
                  <a:moveTo>
                    <a:pt x="972" y="0"/>
                  </a:moveTo>
                  <a:lnTo>
                    <a:pt x="0" y="52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l813"/>
            <p:cNvSpPr/>
            <p:nvPr/>
          </p:nvSpPr>
          <p:spPr>
            <a:xfrm>
              <a:off x="5731424" y="5344044"/>
              <a:ext cx="992" cy="5232"/>
            </a:xfrm>
            <a:custGeom>
              <a:avLst/>
              <a:pathLst>
                <a:path w="992" h="5232">
                  <a:moveTo>
                    <a:pt x="992" y="0"/>
                  </a:moveTo>
                  <a:lnTo>
                    <a:pt x="0" y="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l814"/>
            <p:cNvSpPr/>
            <p:nvPr/>
          </p:nvSpPr>
          <p:spPr>
            <a:xfrm>
              <a:off x="5759410" y="5349171"/>
              <a:ext cx="1145" cy="6557"/>
            </a:xfrm>
            <a:custGeom>
              <a:avLst/>
              <a:pathLst>
                <a:path w="1145" h="6557">
                  <a:moveTo>
                    <a:pt x="1145" y="0"/>
                  </a:moveTo>
                  <a:lnTo>
                    <a:pt x="0" y="65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l815"/>
            <p:cNvSpPr/>
            <p:nvPr/>
          </p:nvSpPr>
          <p:spPr>
            <a:xfrm>
              <a:off x="5672560" y="5341320"/>
              <a:ext cx="287" cy="1300"/>
            </a:xfrm>
            <a:custGeom>
              <a:avLst/>
              <a:pathLst>
                <a:path w="287" h="1300">
                  <a:moveTo>
                    <a:pt x="287" y="0"/>
                  </a:moveTo>
                  <a:lnTo>
                    <a:pt x="0" y="13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l816"/>
            <p:cNvSpPr/>
            <p:nvPr/>
          </p:nvSpPr>
          <p:spPr>
            <a:xfrm>
              <a:off x="5680732" y="5343108"/>
              <a:ext cx="282" cy="1301"/>
            </a:xfrm>
            <a:custGeom>
              <a:avLst/>
              <a:pathLst>
                <a:path w="282" h="1301">
                  <a:moveTo>
                    <a:pt x="282" y="0"/>
                  </a:moveTo>
                  <a:lnTo>
                    <a:pt x="0" y="1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l817"/>
            <p:cNvSpPr/>
            <p:nvPr/>
          </p:nvSpPr>
          <p:spPr>
            <a:xfrm>
              <a:off x="5676930" y="5340918"/>
              <a:ext cx="284" cy="1300"/>
            </a:xfrm>
            <a:custGeom>
              <a:avLst/>
              <a:pathLst>
                <a:path w="284" h="1300">
                  <a:moveTo>
                    <a:pt x="284" y="0"/>
                  </a:moveTo>
                  <a:lnTo>
                    <a:pt x="0" y="13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l818"/>
            <p:cNvSpPr/>
            <p:nvPr/>
          </p:nvSpPr>
          <p:spPr>
            <a:xfrm>
              <a:off x="5688911" y="5343559"/>
              <a:ext cx="552" cy="2604"/>
            </a:xfrm>
            <a:custGeom>
              <a:avLst/>
              <a:pathLst>
                <a:path w="552" h="2604">
                  <a:moveTo>
                    <a:pt x="552" y="0"/>
                  </a:moveTo>
                  <a:lnTo>
                    <a:pt x="0" y="2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l819"/>
            <p:cNvSpPr/>
            <p:nvPr/>
          </p:nvSpPr>
          <p:spPr>
            <a:xfrm>
              <a:off x="5648090" y="5335747"/>
              <a:ext cx="304" cy="1296"/>
            </a:xfrm>
            <a:custGeom>
              <a:avLst/>
              <a:pathLst>
                <a:path w="304" h="1296">
                  <a:moveTo>
                    <a:pt x="304" y="0"/>
                  </a:moveTo>
                  <a:lnTo>
                    <a:pt x="0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l820"/>
            <p:cNvSpPr/>
            <p:nvPr/>
          </p:nvSpPr>
          <p:spPr>
            <a:xfrm>
              <a:off x="5656239" y="5337639"/>
              <a:ext cx="298" cy="1297"/>
            </a:xfrm>
            <a:custGeom>
              <a:avLst/>
              <a:pathLst>
                <a:path w="298" h="1297">
                  <a:moveTo>
                    <a:pt x="298" y="0"/>
                  </a:moveTo>
                  <a:lnTo>
                    <a:pt x="0" y="1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l821"/>
            <p:cNvSpPr/>
            <p:nvPr/>
          </p:nvSpPr>
          <p:spPr>
            <a:xfrm>
              <a:off x="5652465" y="5335401"/>
              <a:ext cx="301" cy="1296"/>
            </a:xfrm>
            <a:custGeom>
              <a:avLst/>
              <a:pathLst>
                <a:path w="301" h="1296">
                  <a:moveTo>
                    <a:pt x="301" y="0"/>
                  </a:moveTo>
                  <a:lnTo>
                    <a:pt x="0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l822"/>
            <p:cNvSpPr/>
            <p:nvPr/>
          </p:nvSpPr>
          <p:spPr>
            <a:xfrm>
              <a:off x="5664395" y="5338198"/>
              <a:ext cx="586" cy="2597"/>
            </a:xfrm>
            <a:custGeom>
              <a:avLst/>
              <a:pathLst>
                <a:path w="586" h="2597">
                  <a:moveTo>
                    <a:pt x="586" y="0"/>
                  </a:moveTo>
                  <a:lnTo>
                    <a:pt x="0" y="2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l823"/>
            <p:cNvSpPr/>
            <p:nvPr/>
          </p:nvSpPr>
          <p:spPr>
            <a:xfrm>
              <a:off x="5623695" y="5329861"/>
              <a:ext cx="320" cy="1292"/>
            </a:xfrm>
            <a:custGeom>
              <a:avLst/>
              <a:pathLst>
                <a:path w="320" h="1292">
                  <a:moveTo>
                    <a:pt x="320" y="0"/>
                  </a:moveTo>
                  <a:lnTo>
                    <a:pt x="0" y="1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l824"/>
            <p:cNvSpPr/>
            <p:nvPr/>
          </p:nvSpPr>
          <p:spPr>
            <a:xfrm>
              <a:off x="5631818" y="5331857"/>
              <a:ext cx="315" cy="1293"/>
            </a:xfrm>
            <a:custGeom>
              <a:avLst/>
              <a:pathLst>
                <a:path w="315" h="1293">
                  <a:moveTo>
                    <a:pt x="315" y="0"/>
                  </a:moveTo>
                  <a:lnTo>
                    <a:pt x="0" y="12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l825"/>
            <p:cNvSpPr/>
            <p:nvPr/>
          </p:nvSpPr>
          <p:spPr>
            <a:xfrm>
              <a:off x="5599376" y="5323663"/>
              <a:ext cx="337" cy="1288"/>
            </a:xfrm>
            <a:custGeom>
              <a:avLst/>
              <a:pathLst>
                <a:path w="337" h="1288">
                  <a:moveTo>
                    <a:pt x="337" y="0"/>
                  </a:moveTo>
                  <a:lnTo>
                    <a:pt x="0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l826"/>
            <p:cNvSpPr/>
            <p:nvPr/>
          </p:nvSpPr>
          <p:spPr>
            <a:xfrm>
              <a:off x="5607473" y="5325764"/>
              <a:ext cx="331" cy="1289"/>
            </a:xfrm>
            <a:custGeom>
              <a:avLst/>
              <a:pathLst>
                <a:path w="331" h="1289">
                  <a:moveTo>
                    <a:pt x="331" y="0"/>
                  </a:moveTo>
                  <a:lnTo>
                    <a:pt x="0" y="1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l827"/>
            <p:cNvSpPr/>
            <p:nvPr/>
          </p:nvSpPr>
          <p:spPr>
            <a:xfrm>
              <a:off x="5603758" y="5323429"/>
              <a:ext cx="334" cy="1288"/>
            </a:xfrm>
            <a:custGeom>
              <a:avLst/>
              <a:pathLst>
                <a:path w="334" h="1288">
                  <a:moveTo>
                    <a:pt x="334" y="0"/>
                  </a:moveTo>
                  <a:lnTo>
                    <a:pt x="0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l828"/>
            <p:cNvSpPr/>
            <p:nvPr/>
          </p:nvSpPr>
          <p:spPr>
            <a:xfrm>
              <a:off x="5615580" y="5326539"/>
              <a:ext cx="652" cy="2581"/>
            </a:xfrm>
            <a:custGeom>
              <a:avLst/>
              <a:pathLst>
                <a:path w="652" h="2581">
                  <a:moveTo>
                    <a:pt x="652" y="0"/>
                  </a:moveTo>
                  <a:lnTo>
                    <a:pt x="0" y="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l829"/>
            <p:cNvSpPr/>
            <p:nvPr/>
          </p:nvSpPr>
          <p:spPr>
            <a:xfrm>
              <a:off x="5567079" y="5314916"/>
              <a:ext cx="359" cy="1282"/>
            </a:xfrm>
            <a:custGeom>
              <a:avLst/>
              <a:pathLst>
                <a:path w="359" h="1282">
                  <a:moveTo>
                    <a:pt x="359" y="0"/>
                  </a:moveTo>
                  <a:lnTo>
                    <a:pt x="0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l830"/>
            <p:cNvSpPr/>
            <p:nvPr/>
          </p:nvSpPr>
          <p:spPr>
            <a:xfrm>
              <a:off x="5575139" y="5317155"/>
              <a:ext cx="353" cy="1283"/>
            </a:xfrm>
            <a:custGeom>
              <a:avLst/>
              <a:pathLst>
                <a:path w="353" h="1283">
                  <a:moveTo>
                    <a:pt x="353" y="0"/>
                  </a:moveTo>
                  <a:lnTo>
                    <a:pt x="0" y="1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l831"/>
            <p:cNvSpPr/>
            <p:nvPr/>
          </p:nvSpPr>
          <p:spPr>
            <a:xfrm>
              <a:off x="5571464" y="5314757"/>
              <a:ext cx="356" cy="1282"/>
            </a:xfrm>
            <a:custGeom>
              <a:avLst/>
              <a:pathLst>
                <a:path w="356" h="1282">
                  <a:moveTo>
                    <a:pt x="356" y="0"/>
                  </a:moveTo>
                  <a:lnTo>
                    <a:pt x="0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l832"/>
            <p:cNvSpPr/>
            <p:nvPr/>
          </p:nvSpPr>
          <p:spPr>
            <a:xfrm>
              <a:off x="5583209" y="5318074"/>
              <a:ext cx="696" cy="2570"/>
            </a:xfrm>
            <a:custGeom>
              <a:avLst/>
              <a:pathLst>
                <a:path w="696" h="2570">
                  <a:moveTo>
                    <a:pt x="696" y="0"/>
                  </a:moveTo>
                  <a:lnTo>
                    <a:pt x="0" y="25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l833"/>
            <p:cNvSpPr/>
            <p:nvPr/>
          </p:nvSpPr>
          <p:spPr>
            <a:xfrm>
              <a:off x="5577860" y="5315141"/>
              <a:ext cx="352" cy="1283"/>
            </a:xfrm>
            <a:custGeom>
              <a:avLst/>
              <a:pathLst>
                <a:path w="352" h="1283">
                  <a:moveTo>
                    <a:pt x="352" y="0"/>
                  </a:moveTo>
                  <a:lnTo>
                    <a:pt x="0" y="1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4"/>
            <p:cNvSpPr/>
            <p:nvPr/>
          </p:nvSpPr>
          <p:spPr>
            <a:xfrm>
              <a:off x="5591288" y="5318955"/>
              <a:ext cx="1028" cy="3859"/>
            </a:xfrm>
            <a:custGeom>
              <a:avLst/>
              <a:pathLst>
                <a:path w="1028" h="3859">
                  <a:moveTo>
                    <a:pt x="1028" y="0"/>
                  </a:moveTo>
                  <a:lnTo>
                    <a:pt x="0" y="3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5"/>
            <p:cNvSpPr/>
            <p:nvPr/>
          </p:nvSpPr>
          <p:spPr>
            <a:xfrm>
              <a:off x="5526925" y="5303210"/>
              <a:ext cx="386" cy="1274"/>
            </a:xfrm>
            <a:custGeom>
              <a:avLst/>
              <a:pathLst>
                <a:path w="386" h="1274">
                  <a:moveTo>
                    <a:pt x="386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6"/>
            <p:cNvSpPr/>
            <p:nvPr/>
          </p:nvSpPr>
          <p:spPr>
            <a:xfrm>
              <a:off x="5534936" y="5305620"/>
              <a:ext cx="381" cy="1275"/>
            </a:xfrm>
            <a:custGeom>
              <a:avLst/>
              <a:pathLst>
                <a:path w="381" h="1275">
                  <a:moveTo>
                    <a:pt x="381" y="0"/>
                  </a:moveTo>
                  <a:lnTo>
                    <a:pt x="0" y="12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7"/>
            <p:cNvSpPr/>
            <p:nvPr/>
          </p:nvSpPr>
          <p:spPr>
            <a:xfrm>
              <a:off x="5531313" y="5303145"/>
              <a:ext cx="383" cy="1274"/>
            </a:xfrm>
            <a:custGeom>
              <a:avLst/>
              <a:pathLst>
                <a:path w="383" h="1274">
                  <a:moveTo>
                    <a:pt x="383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8"/>
            <p:cNvSpPr/>
            <p:nvPr/>
          </p:nvSpPr>
          <p:spPr>
            <a:xfrm>
              <a:off x="5542956" y="5306718"/>
              <a:ext cx="751" cy="2554"/>
            </a:xfrm>
            <a:custGeom>
              <a:avLst/>
              <a:pathLst>
                <a:path w="751" h="2554">
                  <a:moveTo>
                    <a:pt x="751" y="0"/>
                  </a:moveTo>
                  <a:lnTo>
                    <a:pt x="0" y="25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9"/>
            <p:cNvSpPr/>
            <p:nvPr/>
          </p:nvSpPr>
          <p:spPr>
            <a:xfrm>
              <a:off x="5537699" y="5303665"/>
              <a:ext cx="379" cy="1276"/>
            </a:xfrm>
            <a:custGeom>
              <a:avLst/>
              <a:pathLst>
                <a:path w="379" h="1276">
                  <a:moveTo>
                    <a:pt x="379" y="0"/>
                  </a:moveTo>
                  <a:lnTo>
                    <a:pt x="0" y="1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40"/>
            <p:cNvSpPr/>
            <p:nvPr/>
          </p:nvSpPr>
          <p:spPr>
            <a:xfrm>
              <a:off x="5550987" y="5307779"/>
              <a:ext cx="1110" cy="3836"/>
            </a:xfrm>
            <a:custGeom>
              <a:avLst/>
              <a:pathLst>
                <a:path w="1110" h="3836">
                  <a:moveTo>
                    <a:pt x="1110" y="0"/>
                  </a:moveTo>
                  <a:lnTo>
                    <a:pt x="0" y="3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1"/>
            <p:cNvSpPr/>
            <p:nvPr/>
          </p:nvSpPr>
          <p:spPr>
            <a:xfrm>
              <a:off x="5545084" y="5304457"/>
              <a:ext cx="374" cy="1277"/>
            </a:xfrm>
            <a:custGeom>
              <a:avLst/>
              <a:pathLst>
                <a:path w="374" h="1277">
                  <a:moveTo>
                    <a:pt x="374" y="0"/>
                  </a:moveTo>
                  <a:lnTo>
                    <a:pt x="0" y="1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l842"/>
            <p:cNvSpPr/>
            <p:nvPr/>
          </p:nvSpPr>
          <p:spPr>
            <a:xfrm>
              <a:off x="5559028" y="5308802"/>
              <a:ext cx="1458" cy="5122"/>
            </a:xfrm>
            <a:custGeom>
              <a:avLst/>
              <a:pathLst>
                <a:path w="1458" h="5122">
                  <a:moveTo>
                    <a:pt x="1458" y="0"/>
                  </a:moveTo>
                  <a:lnTo>
                    <a:pt x="0" y="5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l843"/>
            <p:cNvSpPr/>
            <p:nvPr/>
          </p:nvSpPr>
          <p:spPr>
            <a:xfrm>
              <a:off x="5552969" y="5301529"/>
              <a:ext cx="1479" cy="5116"/>
            </a:xfrm>
            <a:custGeom>
              <a:avLst/>
              <a:pathLst>
                <a:path w="1479" h="5116">
                  <a:moveTo>
                    <a:pt x="1479" y="0"/>
                  </a:moveTo>
                  <a:lnTo>
                    <a:pt x="0" y="5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l844"/>
            <p:cNvSpPr/>
            <p:nvPr/>
          </p:nvSpPr>
          <p:spPr>
            <a:xfrm>
              <a:off x="5585261" y="5310635"/>
              <a:ext cx="1737" cy="6426"/>
            </a:xfrm>
            <a:custGeom>
              <a:avLst/>
              <a:pathLst>
                <a:path w="1737" h="6426">
                  <a:moveTo>
                    <a:pt x="1737" y="0"/>
                  </a:moveTo>
                  <a:lnTo>
                    <a:pt x="0" y="64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l845"/>
            <p:cNvSpPr/>
            <p:nvPr/>
          </p:nvSpPr>
          <p:spPr>
            <a:xfrm>
              <a:off x="5570704" y="5302306"/>
              <a:ext cx="1076" cy="3846"/>
            </a:xfrm>
            <a:custGeom>
              <a:avLst/>
              <a:pathLst>
                <a:path w="1076" h="3846">
                  <a:moveTo>
                    <a:pt x="1076" y="0"/>
                  </a:moveTo>
                  <a:lnTo>
                    <a:pt x="0" y="3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l846"/>
            <p:cNvSpPr/>
            <p:nvPr/>
          </p:nvSpPr>
          <p:spPr>
            <a:xfrm>
              <a:off x="5610160" y="5313385"/>
              <a:ext cx="2973" cy="11608"/>
            </a:xfrm>
            <a:custGeom>
              <a:avLst/>
              <a:pathLst>
                <a:path w="2973" h="11608">
                  <a:moveTo>
                    <a:pt x="2973" y="0"/>
                  </a:moveTo>
                  <a:lnTo>
                    <a:pt x="0" y="116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l847"/>
            <p:cNvSpPr/>
            <p:nvPr/>
          </p:nvSpPr>
          <p:spPr>
            <a:xfrm>
              <a:off x="5592426" y="5305387"/>
              <a:ext cx="689" cy="2572"/>
            </a:xfrm>
            <a:custGeom>
              <a:avLst/>
              <a:pathLst>
                <a:path w="689" h="2572">
                  <a:moveTo>
                    <a:pt x="689" y="0"/>
                  </a:moveTo>
                  <a:lnTo>
                    <a:pt x="0" y="25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l848"/>
            <p:cNvSpPr/>
            <p:nvPr/>
          </p:nvSpPr>
          <p:spPr>
            <a:xfrm>
              <a:off x="5628073" y="5315349"/>
              <a:ext cx="3815" cy="15514"/>
            </a:xfrm>
            <a:custGeom>
              <a:avLst/>
              <a:pathLst>
                <a:path w="3815" h="15514">
                  <a:moveTo>
                    <a:pt x="3815" y="0"/>
                  </a:moveTo>
                  <a:lnTo>
                    <a:pt x="0" y="155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l849"/>
            <p:cNvSpPr/>
            <p:nvPr/>
          </p:nvSpPr>
          <p:spPr>
            <a:xfrm>
              <a:off x="5612477" y="5309178"/>
              <a:ext cx="331" cy="1289"/>
            </a:xfrm>
            <a:custGeom>
              <a:avLst/>
              <a:pathLst>
                <a:path w="331" h="1289">
                  <a:moveTo>
                    <a:pt x="331" y="0"/>
                  </a:moveTo>
                  <a:lnTo>
                    <a:pt x="0" y="1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l850"/>
            <p:cNvSpPr/>
            <p:nvPr/>
          </p:nvSpPr>
          <p:spPr>
            <a:xfrm>
              <a:off x="5639950" y="5316986"/>
              <a:ext cx="4335" cy="18128"/>
            </a:xfrm>
            <a:custGeom>
              <a:avLst/>
              <a:pathLst>
                <a:path w="4335" h="18128">
                  <a:moveTo>
                    <a:pt x="4335" y="0"/>
                  </a:moveTo>
                  <a:lnTo>
                    <a:pt x="0" y="18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l851"/>
            <p:cNvSpPr/>
            <p:nvPr/>
          </p:nvSpPr>
          <p:spPr>
            <a:xfrm>
              <a:off x="5628531" y="5309271"/>
              <a:ext cx="961" cy="3876"/>
            </a:xfrm>
            <a:custGeom>
              <a:avLst/>
              <a:pathLst>
                <a:path w="961" h="3876">
                  <a:moveTo>
                    <a:pt x="961" y="0"/>
                  </a:moveTo>
                  <a:lnTo>
                    <a:pt x="0" y="3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l852"/>
            <p:cNvSpPr/>
            <p:nvPr/>
          </p:nvSpPr>
          <p:spPr>
            <a:xfrm>
              <a:off x="5658872" y="5317342"/>
              <a:ext cx="4458" cy="19467"/>
            </a:xfrm>
            <a:custGeom>
              <a:avLst/>
              <a:pathLst>
                <a:path w="4458" h="19467">
                  <a:moveTo>
                    <a:pt x="4458" y="0"/>
                  </a:moveTo>
                  <a:lnTo>
                    <a:pt x="0" y="19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l853"/>
            <p:cNvSpPr/>
            <p:nvPr/>
          </p:nvSpPr>
          <p:spPr>
            <a:xfrm>
              <a:off x="5646393" y="5309497"/>
              <a:ext cx="926" cy="3885"/>
            </a:xfrm>
            <a:custGeom>
              <a:avLst/>
              <a:pathLst>
                <a:path w="926" h="3885">
                  <a:moveTo>
                    <a:pt x="926" y="0"/>
                  </a:moveTo>
                  <a:lnTo>
                    <a:pt x="0" y="3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l854"/>
            <p:cNvSpPr/>
            <p:nvPr/>
          </p:nvSpPr>
          <p:spPr>
            <a:xfrm>
              <a:off x="5683337" y="5318821"/>
              <a:ext cx="5051" cy="23427"/>
            </a:xfrm>
            <a:custGeom>
              <a:avLst/>
              <a:pathLst>
                <a:path w="5051" h="23427">
                  <a:moveTo>
                    <a:pt x="5051" y="0"/>
                  </a:moveTo>
                  <a:lnTo>
                    <a:pt x="0" y="23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l855"/>
            <p:cNvSpPr/>
            <p:nvPr/>
          </p:nvSpPr>
          <p:spPr>
            <a:xfrm>
              <a:off x="5667829" y="5312972"/>
              <a:ext cx="294" cy="1298"/>
            </a:xfrm>
            <a:custGeom>
              <a:avLst/>
              <a:pathLst>
                <a:path w="294" h="1298">
                  <a:moveTo>
                    <a:pt x="294" y="0"/>
                  </a:moveTo>
                  <a:lnTo>
                    <a:pt x="0" y="1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l856"/>
            <p:cNvSpPr/>
            <p:nvPr/>
          </p:nvSpPr>
          <p:spPr>
            <a:xfrm>
              <a:off x="5697098" y="5320508"/>
              <a:ext cx="5688" cy="27375"/>
            </a:xfrm>
            <a:custGeom>
              <a:avLst/>
              <a:pathLst>
                <a:path w="5688" h="27375">
                  <a:moveTo>
                    <a:pt x="5688" y="0"/>
                  </a:moveTo>
                  <a:lnTo>
                    <a:pt x="0" y="27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l857"/>
            <p:cNvSpPr/>
            <p:nvPr/>
          </p:nvSpPr>
          <p:spPr>
            <a:xfrm>
              <a:off x="5510935" y="5298289"/>
              <a:ext cx="397" cy="1270"/>
            </a:xfrm>
            <a:custGeom>
              <a:avLst/>
              <a:pathLst>
                <a:path w="397" h="1270">
                  <a:moveTo>
                    <a:pt x="397" y="0"/>
                  </a:moveTo>
                  <a:lnTo>
                    <a:pt x="0" y="1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l858"/>
            <p:cNvSpPr/>
            <p:nvPr/>
          </p:nvSpPr>
          <p:spPr>
            <a:xfrm>
              <a:off x="5518925" y="5300766"/>
              <a:ext cx="391" cy="1272"/>
            </a:xfrm>
            <a:custGeom>
              <a:avLst/>
              <a:pathLst>
                <a:path w="391" h="1272">
                  <a:moveTo>
                    <a:pt x="391" y="0"/>
                  </a:moveTo>
                  <a:lnTo>
                    <a:pt x="0" y="12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l859"/>
            <p:cNvSpPr/>
            <p:nvPr/>
          </p:nvSpPr>
          <p:spPr>
            <a:xfrm>
              <a:off x="5494988" y="5293231"/>
              <a:ext cx="408" cy="1267"/>
            </a:xfrm>
            <a:custGeom>
              <a:avLst/>
              <a:pathLst>
                <a:path w="408" h="1267">
                  <a:moveTo>
                    <a:pt x="408" y="0"/>
                  </a:moveTo>
                  <a:lnTo>
                    <a:pt x="0" y="12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l860"/>
            <p:cNvSpPr/>
            <p:nvPr/>
          </p:nvSpPr>
          <p:spPr>
            <a:xfrm>
              <a:off x="5502956" y="5295777"/>
              <a:ext cx="402" cy="1269"/>
            </a:xfrm>
            <a:custGeom>
              <a:avLst/>
              <a:pathLst>
                <a:path w="402" h="1269">
                  <a:moveTo>
                    <a:pt x="402" y="0"/>
                  </a:moveTo>
                  <a:lnTo>
                    <a:pt x="0" y="12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l861"/>
            <p:cNvSpPr/>
            <p:nvPr/>
          </p:nvSpPr>
          <p:spPr>
            <a:xfrm>
              <a:off x="5455313" y="5279992"/>
              <a:ext cx="435" cy="1258"/>
            </a:xfrm>
            <a:custGeom>
              <a:avLst/>
              <a:pathLst>
                <a:path w="435" h="1258">
                  <a:moveTo>
                    <a:pt x="435" y="0"/>
                  </a:moveTo>
                  <a:lnTo>
                    <a:pt x="0" y="1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l862"/>
            <p:cNvSpPr/>
            <p:nvPr/>
          </p:nvSpPr>
          <p:spPr>
            <a:xfrm>
              <a:off x="5463226" y="5282707"/>
              <a:ext cx="429" cy="1260"/>
            </a:xfrm>
            <a:custGeom>
              <a:avLst/>
              <a:pathLst>
                <a:path w="429" h="1260">
                  <a:moveTo>
                    <a:pt x="429" y="0"/>
                  </a:moveTo>
                  <a:lnTo>
                    <a:pt x="0" y="1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l863"/>
            <p:cNvSpPr/>
            <p:nvPr/>
          </p:nvSpPr>
          <p:spPr>
            <a:xfrm>
              <a:off x="5459700" y="5280095"/>
              <a:ext cx="432" cy="1259"/>
            </a:xfrm>
            <a:custGeom>
              <a:avLst/>
              <a:pathLst>
                <a:path w="432" h="1259">
                  <a:moveTo>
                    <a:pt x="432" y="0"/>
                  </a:moveTo>
                  <a:lnTo>
                    <a:pt x="0" y="1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l864"/>
            <p:cNvSpPr/>
            <p:nvPr/>
          </p:nvSpPr>
          <p:spPr>
            <a:xfrm>
              <a:off x="5471149" y="5284127"/>
              <a:ext cx="848" cy="2523"/>
            </a:xfrm>
            <a:custGeom>
              <a:avLst/>
              <a:pathLst>
                <a:path w="848" h="2523">
                  <a:moveTo>
                    <a:pt x="848" y="0"/>
                  </a:moveTo>
                  <a:lnTo>
                    <a:pt x="0" y="2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l865"/>
            <p:cNvSpPr/>
            <p:nvPr/>
          </p:nvSpPr>
          <p:spPr>
            <a:xfrm>
              <a:off x="5466062" y="5280860"/>
              <a:ext cx="428" cy="1260"/>
            </a:xfrm>
            <a:custGeom>
              <a:avLst/>
              <a:pathLst>
                <a:path w="428" h="1260">
                  <a:moveTo>
                    <a:pt x="428" y="0"/>
                  </a:moveTo>
                  <a:lnTo>
                    <a:pt x="0" y="1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l866"/>
            <p:cNvSpPr/>
            <p:nvPr/>
          </p:nvSpPr>
          <p:spPr>
            <a:xfrm>
              <a:off x="5479084" y="5285509"/>
              <a:ext cx="1256" cy="3791"/>
            </a:xfrm>
            <a:custGeom>
              <a:avLst/>
              <a:pathLst>
                <a:path w="1256" h="3791">
                  <a:moveTo>
                    <a:pt x="1256" y="0"/>
                  </a:moveTo>
                  <a:lnTo>
                    <a:pt x="0" y="37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l867"/>
            <p:cNvSpPr/>
            <p:nvPr/>
          </p:nvSpPr>
          <p:spPr>
            <a:xfrm>
              <a:off x="5439524" y="5274460"/>
              <a:ext cx="445" cy="1254"/>
            </a:xfrm>
            <a:custGeom>
              <a:avLst/>
              <a:pathLst>
                <a:path w="445" h="1254">
                  <a:moveTo>
                    <a:pt x="445" y="0"/>
                  </a:moveTo>
                  <a:lnTo>
                    <a:pt x="0" y="1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l868"/>
            <p:cNvSpPr/>
            <p:nvPr/>
          </p:nvSpPr>
          <p:spPr>
            <a:xfrm>
              <a:off x="5447413" y="5277243"/>
              <a:ext cx="440" cy="1256"/>
            </a:xfrm>
            <a:custGeom>
              <a:avLst/>
              <a:pathLst>
                <a:path w="440" h="1256">
                  <a:moveTo>
                    <a:pt x="440" y="0"/>
                  </a:moveTo>
                  <a:lnTo>
                    <a:pt x="0" y="1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l869"/>
            <p:cNvSpPr/>
            <p:nvPr/>
          </p:nvSpPr>
          <p:spPr>
            <a:xfrm>
              <a:off x="5423783" y="5268794"/>
              <a:ext cx="456" cy="1250"/>
            </a:xfrm>
            <a:custGeom>
              <a:avLst/>
              <a:pathLst>
                <a:path w="456" h="1250">
                  <a:moveTo>
                    <a:pt x="456" y="0"/>
                  </a:moveTo>
                  <a:lnTo>
                    <a:pt x="0" y="1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l870"/>
            <p:cNvSpPr/>
            <p:nvPr/>
          </p:nvSpPr>
          <p:spPr>
            <a:xfrm>
              <a:off x="5431648" y="5271644"/>
              <a:ext cx="451" cy="1252"/>
            </a:xfrm>
            <a:custGeom>
              <a:avLst/>
              <a:pathLst>
                <a:path w="451" h="1252">
                  <a:moveTo>
                    <a:pt x="451" y="0"/>
                  </a:moveTo>
                  <a:lnTo>
                    <a:pt x="0" y="1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l871"/>
            <p:cNvSpPr/>
            <p:nvPr/>
          </p:nvSpPr>
          <p:spPr>
            <a:xfrm>
              <a:off x="5353570" y="5241642"/>
              <a:ext cx="504" cy="1232"/>
            </a:xfrm>
            <a:custGeom>
              <a:avLst/>
              <a:pathLst>
                <a:path w="504" h="1232">
                  <a:moveTo>
                    <a:pt x="504" y="0"/>
                  </a:moveTo>
                  <a:lnTo>
                    <a:pt x="0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l872"/>
            <p:cNvSpPr/>
            <p:nvPr/>
          </p:nvSpPr>
          <p:spPr>
            <a:xfrm>
              <a:off x="5361320" y="5244792"/>
              <a:ext cx="498" cy="1234"/>
            </a:xfrm>
            <a:custGeom>
              <a:avLst/>
              <a:pathLst>
                <a:path w="498" h="1234">
                  <a:moveTo>
                    <a:pt x="498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l873"/>
            <p:cNvSpPr/>
            <p:nvPr/>
          </p:nvSpPr>
          <p:spPr>
            <a:xfrm>
              <a:off x="5357945" y="5241988"/>
              <a:ext cx="501" cy="1233"/>
            </a:xfrm>
            <a:custGeom>
              <a:avLst/>
              <a:pathLst>
                <a:path w="501" h="1233">
                  <a:moveTo>
                    <a:pt x="501" y="0"/>
                  </a:moveTo>
                  <a:lnTo>
                    <a:pt x="0" y="1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l874"/>
            <p:cNvSpPr/>
            <p:nvPr/>
          </p:nvSpPr>
          <p:spPr>
            <a:xfrm>
              <a:off x="5369082" y="5246672"/>
              <a:ext cx="987" cy="2473"/>
            </a:xfrm>
            <a:custGeom>
              <a:avLst/>
              <a:pathLst>
                <a:path w="987" h="2473">
                  <a:moveTo>
                    <a:pt x="987" y="0"/>
                  </a:moveTo>
                  <a:lnTo>
                    <a:pt x="0" y="24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l875"/>
            <p:cNvSpPr/>
            <p:nvPr/>
          </p:nvSpPr>
          <p:spPr>
            <a:xfrm>
              <a:off x="5364254" y="5243104"/>
              <a:ext cx="497" cy="1234"/>
            </a:xfrm>
            <a:custGeom>
              <a:avLst/>
              <a:pathLst>
                <a:path w="497" h="1234">
                  <a:moveTo>
                    <a:pt x="497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l876"/>
            <p:cNvSpPr/>
            <p:nvPr/>
          </p:nvSpPr>
          <p:spPr>
            <a:xfrm>
              <a:off x="5376858" y="5248515"/>
              <a:ext cx="1465" cy="3715"/>
            </a:xfrm>
            <a:custGeom>
              <a:avLst/>
              <a:pathLst>
                <a:path w="1465" h="3715">
                  <a:moveTo>
                    <a:pt x="1465" y="0"/>
                  </a:moveTo>
                  <a:lnTo>
                    <a:pt x="0" y="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l877"/>
            <p:cNvSpPr/>
            <p:nvPr/>
          </p:nvSpPr>
          <p:spPr>
            <a:xfrm>
              <a:off x="5371533" y="5244585"/>
              <a:ext cx="493" cy="1236"/>
            </a:xfrm>
            <a:custGeom>
              <a:avLst/>
              <a:pathLst>
                <a:path w="493" h="1236">
                  <a:moveTo>
                    <a:pt x="493" y="0"/>
                  </a:moveTo>
                  <a:lnTo>
                    <a:pt x="0" y="12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l878"/>
            <p:cNvSpPr/>
            <p:nvPr/>
          </p:nvSpPr>
          <p:spPr>
            <a:xfrm>
              <a:off x="5384647" y="5250320"/>
              <a:ext cx="1932" cy="4962"/>
            </a:xfrm>
            <a:custGeom>
              <a:avLst/>
              <a:pathLst>
                <a:path w="1932" h="4962">
                  <a:moveTo>
                    <a:pt x="1932" y="0"/>
                  </a:moveTo>
                  <a:lnTo>
                    <a:pt x="0" y="4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9"/>
            <p:cNvSpPr/>
            <p:nvPr/>
          </p:nvSpPr>
          <p:spPr>
            <a:xfrm>
              <a:off x="5379297" y="5246228"/>
              <a:ext cx="488" cy="1238"/>
            </a:xfrm>
            <a:custGeom>
              <a:avLst/>
              <a:pathLst>
                <a:path w="488" h="1238">
                  <a:moveTo>
                    <a:pt x="488" y="0"/>
                  </a:moveTo>
                  <a:lnTo>
                    <a:pt x="0" y="1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80"/>
            <p:cNvSpPr/>
            <p:nvPr/>
          </p:nvSpPr>
          <p:spPr>
            <a:xfrm>
              <a:off x="5392449" y="5252088"/>
              <a:ext cx="2389" cy="6213"/>
            </a:xfrm>
            <a:custGeom>
              <a:avLst/>
              <a:pathLst>
                <a:path w="2389" h="6213">
                  <a:moveTo>
                    <a:pt x="2389" y="0"/>
                  </a:moveTo>
                  <a:lnTo>
                    <a:pt x="0" y="6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1"/>
            <p:cNvSpPr/>
            <p:nvPr/>
          </p:nvSpPr>
          <p:spPr>
            <a:xfrm>
              <a:off x="5387306" y="5247933"/>
              <a:ext cx="482" cy="1240"/>
            </a:xfrm>
            <a:custGeom>
              <a:avLst/>
              <a:pathLst>
                <a:path w="482" h="1240">
                  <a:moveTo>
                    <a:pt x="482" y="0"/>
                  </a:moveTo>
                  <a:lnTo>
                    <a:pt x="0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2"/>
            <p:cNvSpPr/>
            <p:nvPr/>
          </p:nvSpPr>
          <p:spPr>
            <a:xfrm>
              <a:off x="5400264" y="5253819"/>
              <a:ext cx="2835" cy="7468"/>
            </a:xfrm>
            <a:custGeom>
              <a:avLst/>
              <a:pathLst>
                <a:path w="2835" h="7468">
                  <a:moveTo>
                    <a:pt x="2835" y="0"/>
                  </a:moveTo>
                  <a:lnTo>
                    <a:pt x="0" y="74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3"/>
            <p:cNvSpPr/>
            <p:nvPr/>
          </p:nvSpPr>
          <p:spPr>
            <a:xfrm>
              <a:off x="5395438" y="5249649"/>
              <a:ext cx="477" cy="1242"/>
            </a:xfrm>
            <a:custGeom>
              <a:avLst/>
              <a:pathLst>
                <a:path w="477" h="1242">
                  <a:moveTo>
                    <a:pt x="477" y="0"/>
                  </a:moveTo>
                  <a:lnTo>
                    <a:pt x="0" y="12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4"/>
            <p:cNvSpPr/>
            <p:nvPr/>
          </p:nvSpPr>
          <p:spPr>
            <a:xfrm>
              <a:off x="5408091" y="5255513"/>
              <a:ext cx="3270" cy="8727"/>
            </a:xfrm>
            <a:custGeom>
              <a:avLst/>
              <a:pathLst>
                <a:path w="3270" h="8727">
                  <a:moveTo>
                    <a:pt x="3270" y="0"/>
                  </a:moveTo>
                  <a:lnTo>
                    <a:pt x="0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l885"/>
            <p:cNvSpPr/>
            <p:nvPr/>
          </p:nvSpPr>
          <p:spPr>
            <a:xfrm>
              <a:off x="5403632" y="5251353"/>
              <a:ext cx="472" cy="1244"/>
            </a:xfrm>
            <a:custGeom>
              <a:avLst/>
              <a:pathLst>
                <a:path w="472" h="1244">
                  <a:moveTo>
                    <a:pt x="472" y="0"/>
                  </a:moveTo>
                  <a:lnTo>
                    <a:pt x="0" y="1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l886"/>
            <p:cNvSpPr/>
            <p:nvPr/>
          </p:nvSpPr>
          <p:spPr>
            <a:xfrm>
              <a:off x="5415931" y="5257169"/>
              <a:ext cx="3695" cy="9989"/>
            </a:xfrm>
            <a:custGeom>
              <a:avLst/>
              <a:pathLst>
                <a:path w="3695" h="9989">
                  <a:moveTo>
                    <a:pt x="3695" y="0"/>
                  </a:moveTo>
                  <a:lnTo>
                    <a:pt x="0" y="9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l887"/>
            <p:cNvSpPr/>
            <p:nvPr/>
          </p:nvSpPr>
          <p:spPr>
            <a:xfrm>
              <a:off x="5411859" y="5251784"/>
              <a:ext cx="934" cy="2493"/>
            </a:xfrm>
            <a:custGeom>
              <a:avLst/>
              <a:pathLst>
                <a:path w="934" h="2493">
                  <a:moveTo>
                    <a:pt x="934" y="0"/>
                  </a:moveTo>
                  <a:lnTo>
                    <a:pt x="0" y="2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l888"/>
            <p:cNvSpPr/>
            <p:nvPr/>
          </p:nvSpPr>
          <p:spPr>
            <a:xfrm>
              <a:off x="5428168" y="5258958"/>
              <a:ext cx="4085" cy="11265"/>
            </a:xfrm>
            <a:custGeom>
              <a:avLst/>
              <a:pathLst>
                <a:path w="4085" h="11265">
                  <a:moveTo>
                    <a:pt x="4085" y="0"/>
                  </a:moveTo>
                  <a:lnTo>
                    <a:pt x="0" y="11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l889"/>
            <p:cNvSpPr/>
            <p:nvPr/>
          </p:nvSpPr>
          <p:spPr>
            <a:xfrm>
              <a:off x="5422514" y="5252898"/>
              <a:ext cx="921" cy="2498"/>
            </a:xfrm>
            <a:custGeom>
              <a:avLst/>
              <a:pathLst>
                <a:path w="921" h="2498">
                  <a:moveTo>
                    <a:pt x="921" y="0"/>
                  </a:moveTo>
                  <a:lnTo>
                    <a:pt x="0" y="24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l890"/>
            <p:cNvSpPr/>
            <p:nvPr/>
          </p:nvSpPr>
          <p:spPr>
            <a:xfrm>
              <a:off x="5443910" y="5262045"/>
              <a:ext cx="4875" cy="13810"/>
            </a:xfrm>
            <a:custGeom>
              <a:avLst/>
              <a:pathLst>
                <a:path w="4875" h="13810">
                  <a:moveTo>
                    <a:pt x="4875" y="0"/>
                  </a:moveTo>
                  <a:lnTo>
                    <a:pt x="0" y="13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l891"/>
            <p:cNvSpPr/>
            <p:nvPr/>
          </p:nvSpPr>
          <p:spPr>
            <a:xfrm>
              <a:off x="5436094" y="5252506"/>
              <a:ext cx="1807" cy="5009"/>
            </a:xfrm>
            <a:custGeom>
              <a:avLst/>
              <a:pathLst>
                <a:path w="1807" h="5009">
                  <a:moveTo>
                    <a:pt x="1807" y="0"/>
                  </a:moveTo>
                  <a:lnTo>
                    <a:pt x="0" y="5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l892"/>
            <p:cNvSpPr/>
            <p:nvPr/>
          </p:nvSpPr>
          <p:spPr>
            <a:xfrm>
              <a:off x="5473412" y="5266788"/>
              <a:ext cx="5508" cy="16408"/>
            </a:xfrm>
            <a:custGeom>
              <a:avLst/>
              <a:pathLst>
                <a:path w="5508" h="16408">
                  <a:moveTo>
                    <a:pt x="5508" y="0"/>
                  </a:moveTo>
                  <a:lnTo>
                    <a:pt x="0" y="16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l893"/>
            <p:cNvSpPr/>
            <p:nvPr/>
          </p:nvSpPr>
          <p:spPr>
            <a:xfrm>
              <a:off x="5458371" y="5258505"/>
              <a:ext cx="437" cy="1257"/>
            </a:xfrm>
            <a:custGeom>
              <a:avLst/>
              <a:pathLst>
                <a:path w="437" h="1257">
                  <a:moveTo>
                    <a:pt x="437" y="0"/>
                  </a:moveTo>
                  <a:lnTo>
                    <a:pt x="0" y="12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l894"/>
            <p:cNvSpPr/>
            <p:nvPr/>
          </p:nvSpPr>
          <p:spPr>
            <a:xfrm>
              <a:off x="5487030" y="5270401"/>
              <a:ext cx="7031" cy="21514"/>
            </a:xfrm>
            <a:custGeom>
              <a:avLst/>
              <a:pathLst>
                <a:path w="7031" h="21514">
                  <a:moveTo>
                    <a:pt x="7031" y="0"/>
                  </a:moveTo>
                  <a:lnTo>
                    <a:pt x="0" y="215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l895"/>
            <p:cNvSpPr/>
            <p:nvPr/>
          </p:nvSpPr>
          <p:spPr>
            <a:xfrm>
              <a:off x="5476407" y="5262015"/>
              <a:ext cx="851" cy="2523"/>
            </a:xfrm>
            <a:custGeom>
              <a:avLst/>
              <a:pathLst>
                <a:path w="851" h="2523">
                  <a:moveTo>
                    <a:pt x="851" y="0"/>
                  </a:moveTo>
                  <a:lnTo>
                    <a:pt x="0" y="2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l896"/>
            <p:cNvSpPr/>
            <p:nvPr/>
          </p:nvSpPr>
          <p:spPr>
            <a:xfrm>
              <a:off x="5499376" y="5271680"/>
              <a:ext cx="7298" cy="22827"/>
            </a:xfrm>
            <a:custGeom>
              <a:avLst/>
              <a:pathLst>
                <a:path w="7298" h="22827">
                  <a:moveTo>
                    <a:pt x="7298" y="0"/>
                  </a:moveTo>
                  <a:lnTo>
                    <a:pt x="0" y="22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l897"/>
            <p:cNvSpPr/>
            <p:nvPr/>
          </p:nvSpPr>
          <p:spPr>
            <a:xfrm>
              <a:off x="5491947" y="5264376"/>
              <a:ext cx="831" cy="2529"/>
            </a:xfrm>
            <a:custGeom>
              <a:avLst/>
              <a:pathLst>
                <a:path w="831" h="2529">
                  <a:moveTo>
                    <a:pt x="831" y="0"/>
                  </a:moveTo>
                  <a:lnTo>
                    <a:pt x="0" y="25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l898"/>
            <p:cNvSpPr/>
            <p:nvPr/>
          </p:nvSpPr>
          <p:spPr>
            <a:xfrm>
              <a:off x="5515323" y="5274100"/>
              <a:ext cx="7892" cy="25432"/>
            </a:xfrm>
            <a:custGeom>
              <a:avLst/>
              <a:pathLst>
                <a:path w="7892" h="25432">
                  <a:moveTo>
                    <a:pt x="7892" y="0"/>
                  </a:moveTo>
                  <a:lnTo>
                    <a:pt x="0" y="25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9"/>
            <p:cNvSpPr/>
            <p:nvPr/>
          </p:nvSpPr>
          <p:spPr>
            <a:xfrm>
              <a:off x="5507977" y="5241398"/>
              <a:ext cx="8913" cy="27902"/>
            </a:xfrm>
            <a:custGeom>
              <a:avLst/>
              <a:pathLst>
                <a:path w="8913" h="27902">
                  <a:moveTo>
                    <a:pt x="8913" y="0"/>
                  </a:moveTo>
                  <a:lnTo>
                    <a:pt x="0" y="27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l900"/>
            <p:cNvSpPr/>
            <p:nvPr/>
          </p:nvSpPr>
          <p:spPr>
            <a:xfrm>
              <a:off x="5685438" y="5288197"/>
              <a:ext cx="6222" cy="28623"/>
            </a:xfrm>
            <a:custGeom>
              <a:avLst/>
              <a:pathLst>
                <a:path w="6222" h="28623">
                  <a:moveTo>
                    <a:pt x="6222" y="0"/>
                  </a:moveTo>
                  <a:lnTo>
                    <a:pt x="0" y="286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l901"/>
            <p:cNvSpPr/>
            <p:nvPr/>
          </p:nvSpPr>
          <p:spPr>
            <a:xfrm>
              <a:off x="5603719" y="5255301"/>
              <a:ext cx="3099" cy="11575"/>
            </a:xfrm>
            <a:custGeom>
              <a:avLst/>
              <a:pathLst>
                <a:path w="3099" h="11575">
                  <a:moveTo>
                    <a:pt x="3099" y="0"/>
                  </a:moveTo>
                  <a:lnTo>
                    <a:pt x="0" y="11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l902"/>
            <p:cNvSpPr/>
            <p:nvPr/>
          </p:nvSpPr>
          <p:spPr>
            <a:xfrm>
              <a:off x="5746477" y="5289025"/>
              <a:ext cx="10500" cy="57634"/>
            </a:xfrm>
            <a:custGeom>
              <a:avLst/>
              <a:pathLst>
                <a:path w="10500" h="57634">
                  <a:moveTo>
                    <a:pt x="10500" y="0"/>
                  </a:moveTo>
                  <a:lnTo>
                    <a:pt x="0" y="57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3"/>
            <p:cNvSpPr/>
            <p:nvPr/>
          </p:nvSpPr>
          <p:spPr>
            <a:xfrm>
              <a:off x="5681554" y="5268495"/>
              <a:ext cx="1167" cy="5196"/>
            </a:xfrm>
            <a:custGeom>
              <a:avLst/>
              <a:pathLst>
                <a:path w="1167" h="5196">
                  <a:moveTo>
                    <a:pt x="1167" y="0"/>
                  </a:moveTo>
                  <a:lnTo>
                    <a:pt x="0" y="51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l904"/>
            <p:cNvSpPr/>
            <p:nvPr/>
          </p:nvSpPr>
          <p:spPr>
            <a:xfrm>
              <a:off x="5792354" y="5291480"/>
              <a:ext cx="10949" cy="69711"/>
            </a:xfrm>
            <a:custGeom>
              <a:avLst/>
              <a:pathLst>
                <a:path w="10949" h="69711">
                  <a:moveTo>
                    <a:pt x="10949" y="0"/>
                  </a:moveTo>
                  <a:lnTo>
                    <a:pt x="0" y="697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l905"/>
            <p:cNvSpPr/>
            <p:nvPr/>
          </p:nvSpPr>
          <p:spPr>
            <a:xfrm>
              <a:off x="5742825" y="5277046"/>
              <a:ext cx="747" cy="3923"/>
            </a:xfrm>
            <a:custGeom>
              <a:avLst/>
              <a:pathLst>
                <a:path w="747" h="3923">
                  <a:moveTo>
                    <a:pt x="747" y="0"/>
                  </a:moveTo>
                  <a:lnTo>
                    <a:pt x="0" y="39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l906"/>
            <p:cNvSpPr/>
            <p:nvPr/>
          </p:nvSpPr>
          <p:spPr>
            <a:xfrm>
              <a:off x="5823134" y="5291969"/>
              <a:ext cx="10574" cy="75151"/>
            </a:xfrm>
            <a:custGeom>
              <a:avLst/>
              <a:pathLst>
                <a:path w="10574" h="75151">
                  <a:moveTo>
                    <a:pt x="10574" y="0"/>
                  </a:moveTo>
                  <a:lnTo>
                    <a:pt x="0" y="75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l907"/>
            <p:cNvSpPr/>
            <p:nvPr/>
          </p:nvSpPr>
          <p:spPr>
            <a:xfrm>
              <a:off x="5788550" y="5214122"/>
              <a:ext cx="11743" cy="70932"/>
            </a:xfrm>
            <a:custGeom>
              <a:avLst/>
              <a:pathLst>
                <a:path w="11743" h="70932">
                  <a:moveTo>
                    <a:pt x="11743" y="0"/>
                  </a:moveTo>
                  <a:lnTo>
                    <a:pt x="0" y="709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l908"/>
            <p:cNvSpPr/>
            <p:nvPr/>
          </p:nvSpPr>
          <p:spPr>
            <a:xfrm>
              <a:off x="6229097" y="5233511"/>
              <a:ext cx="5882" cy="79669"/>
            </a:xfrm>
            <a:custGeom>
              <a:avLst/>
              <a:pathLst>
                <a:path w="5882" h="79669">
                  <a:moveTo>
                    <a:pt x="0" y="0"/>
                  </a:moveTo>
                  <a:lnTo>
                    <a:pt x="5882" y="796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l909"/>
            <p:cNvSpPr/>
            <p:nvPr/>
          </p:nvSpPr>
          <p:spPr>
            <a:xfrm>
              <a:off x="6014118" y="5200665"/>
              <a:ext cx="1623" cy="35912"/>
            </a:xfrm>
            <a:custGeom>
              <a:avLst/>
              <a:pathLst>
                <a:path w="1623" h="35912">
                  <a:moveTo>
                    <a:pt x="1623" y="0"/>
                  </a:moveTo>
                  <a:lnTo>
                    <a:pt x="0" y="35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l910"/>
            <p:cNvSpPr/>
            <p:nvPr/>
          </p:nvSpPr>
          <p:spPr>
            <a:xfrm>
              <a:off x="6432136" y="5170299"/>
              <a:ext cx="28781" cy="149030"/>
            </a:xfrm>
            <a:custGeom>
              <a:avLst/>
              <a:pathLst>
                <a:path w="28781" h="149030">
                  <a:moveTo>
                    <a:pt x="0" y="0"/>
                  </a:moveTo>
                  <a:lnTo>
                    <a:pt x="28781" y="149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1"/>
            <p:cNvSpPr/>
            <p:nvPr/>
          </p:nvSpPr>
          <p:spPr>
            <a:xfrm>
              <a:off x="6222027" y="5159268"/>
              <a:ext cx="2808" cy="38509"/>
            </a:xfrm>
            <a:custGeom>
              <a:avLst/>
              <a:pathLst>
                <a:path w="2808" h="38509">
                  <a:moveTo>
                    <a:pt x="0" y="0"/>
                  </a:moveTo>
                  <a:lnTo>
                    <a:pt x="2808" y="38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l912"/>
            <p:cNvSpPr/>
            <p:nvPr/>
          </p:nvSpPr>
          <p:spPr>
            <a:xfrm>
              <a:off x="6615793" y="5084115"/>
              <a:ext cx="56264" cy="179103"/>
            </a:xfrm>
            <a:custGeom>
              <a:avLst/>
              <a:pathLst>
                <a:path w="56264" h="179103">
                  <a:moveTo>
                    <a:pt x="0" y="0"/>
                  </a:moveTo>
                  <a:lnTo>
                    <a:pt x="56264" y="179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l913"/>
            <p:cNvSpPr/>
            <p:nvPr/>
          </p:nvSpPr>
          <p:spPr>
            <a:xfrm>
              <a:off x="6395878" y="5001012"/>
              <a:ext cx="25210" cy="132090"/>
            </a:xfrm>
            <a:custGeom>
              <a:avLst/>
              <a:pathLst>
                <a:path w="25210" h="132090">
                  <a:moveTo>
                    <a:pt x="0" y="0"/>
                  </a:moveTo>
                  <a:lnTo>
                    <a:pt x="25210" y="13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l914"/>
            <p:cNvSpPr/>
            <p:nvPr/>
          </p:nvSpPr>
          <p:spPr>
            <a:xfrm>
              <a:off x="7118199" y="4660275"/>
              <a:ext cx="144592" cy="174140"/>
            </a:xfrm>
            <a:custGeom>
              <a:avLst/>
              <a:pathLst>
                <a:path w="144592" h="174140">
                  <a:moveTo>
                    <a:pt x="0" y="0"/>
                  </a:moveTo>
                  <a:lnTo>
                    <a:pt x="144592" y="1741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5"/>
            <p:cNvSpPr/>
            <p:nvPr/>
          </p:nvSpPr>
          <p:spPr>
            <a:xfrm>
              <a:off x="5330405" y="5231995"/>
              <a:ext cx="520" cy="1225"/>
            </a:xfrm>
            <a:custGeom>
              <a:avLst/>
              <a:pathLst>
                <a:path w="520" h="1225">
                  <a:moveTo>
                    <a:pt x="520" y="0"/>
                  </a:moveTo>
                  <a:lnTo>
                    <a:pt x="0" y="1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l916"/>
            <p:cNvSpPr/>
            <p:nvPr/>
          </p:nvSpPr>
          <p:spPr>
            <a:xfrm>
              <a:off x="5338113" y="5235244"/>
              <a:ext cx="514" cy="1227"/>
            </a:xfrm>
            <a:custGeom>
              <a:avLst/>
              <a:pathLst>
                <a:path w="514" h="1227">
                  <a:moveTo>
                    <a:pt x="514" y="0"/>
                  </a:moveTo>
                  <a:lnTo>
                    <a:pt x="0" y="1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l917"/>
            <p:cNvSpPr/>
            <p:nvPr/>
          </p:nvSpPr>
          <p:spPr>
            <a:xfrm>
              <a:off x="5334774" y="5232397"/>
              <a:ext cx="517" cy="1226"/>
            </a:xfrm>
            <a:custGeom>
              <a:avLst/>
              <a:pathLst>
                <a:path w="517" h="1226">
                  <a:moveTo>
                    <a:pt x="517" y="0"/>
                  </a:moveTo>
                  <a:lnTo>
                    <a:pt x="0" y="12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l918"/>
            <p:cNvSpPr/>
            <p:nvPr/>
          </p:nvSpPr>
          <p:spPr>
            <a:xfrm>
              <a:off x="5345835" y="5237229"/>
              <a:ext cx="1019" cy="2460"/>
            </a:xfrm>
            <a:custGeom>
              <a:avLst/>
              <a:pathLst>
                <a:path w="1019" h="2460">
                  <a:moveTo>
                    <a:pt x="1019" y="0"/>
                  </a:moveTo>
                  <a:lnTo>
                    <a:pt x="0" y="24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9"/>
            <p:cNvSpPr/>
            <p:nvPr/>
          </p:nvSpPr>
          <p:spPr>
            <a:xfrm>
              <a:off x="5299713" y="5218673"/>
              <a:ext cx="540" cy="1216"/>
            </a:xfrm>
            <a:custGeom>
              <a:avLst/>
              <a:pathLst>
                <a:path w="540" h="1216">
                  <a:moveTo>
                    <a:pt x="540" y="0"/>
                  </a:moveTo>
                  <a:lnTo>
                    <a:pt x="0" y="1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l920"/>
            <p:cNvSpPr/>
            <p:nvPr/>
          </p:nvSpPr>
          <p:spPr>
            <a:xfrm>
              <a:off x="5307364" y="5222052"/>
              <a:ext cx="535" cy="1218"/>
            </a:xfrm>
            <a:custGeom>
              <a:avLst/>
              <a:pathLst>
                <a:path w="535" h="1218">
                  <a:moveTo>
                    <a:pt x="535" y="0"/>
                  </a:moveTo>
                  <a:lnTo>
                    <a:pt x="0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l921"/>
            <p:cNvSpPr/>
            <p:nvPr/>
          </p:nvSpPr>
          <p:spPr>
            <a:xfrm>
              <a:off x="5284453" y="5211816"/>
              <a:ext cx="551" cy="1211"/>
            </a:xfrm>
            <a:custGeom>
              <a:avLst/>
              <a:pathLst>
                <a:path w="551" h="1211">
                  <a:moveTo>
                    <a:pt x="551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l922"/>
            <p:cNvSpPr/>
            <p:nvPr/>
          </p:nvSpPr>
          <p:spPr>
            <a:xfrm>
              <a:off x="5292076" y="5215260"/>
              <a:ext cx="546" cy="1214"/>
            </a:xfrm>
            <a:custGeom>
              <a:avLst/>
              <a:pathLst>
                <a:path w="546" h="1214">
                  <a:moveTo>
                    <a:pt x="546" y="0"/>
                  </a:moveTo>
                  <a:lnTo>
                    <a:pt x="0" y="1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l923"/>
            <p:cNvSpPr/>
            <p:nvPr/>
          </p:nvSpPr>
          <p:spPr>
            <a:xfrm>
              <a:off x="5288811" y="5211116"/>
              <a:ext cx="1097" cy="2426"/>
            </a:xfrm>
            <a:custGeom>
              <a:avLst/>
              <a:pathLst>
                <a:path w="1097" h="2426">
                  <a:moveTo>
                    <a:pt x="1097" y="0"/>
                  </a:moveTo>
                  <a:lnTo>
                    <a:pt x="0" y="24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l924"/>
            <p:cNvSpPr/>
            <p:nvPr/>
          </p:nvSpPr>
          <p:spPr>
            <a:xfrm>
              <a:off x="5304075" y="5217931"/>
              <a:ext cx="1076" cy="2435"/>
            </a:xfrm>
            <a:custGeom>
              <a:avLst/>
              <a:pathLst>
                <a:path w="1076" h="2435">
                  <a:moveTo>
                    <a:pt x="1076" y="0"/>
                  </a:moveTo>
                  <a:lnTo>
                    <a:pt x="0" y="2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l925"/>
            <p:cNvSpPr/>
            <p:nvPr/>
          </p:nvSpPr>
          <p:spPr>
            <a:xfrm>
              <a:off x="5297523" y="5213324"/>
              <a:ext cx="543" cy="1215"/>
            </a:xfrm>
            <a:custGeom>
              <a:avLst/>
              <a:pathLst>
                <a:path w="543" h="1215">
                  <a:moveTo>
                    <a:pt x="543" y="0"/>
                  </a:moveTo>
                  <a:lnTo>
                    <a:pt x="0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l926"/>
            <p:cNvSpPr/>
            <p:nvPr/>
          </p:nvSpPr>
          <p:spPr>
            <a:xfrm>
              <a:off x="5315030" y="5221736"/>
              <a:ext cx="2121" cy="4884"/>
            </a:xfrm>
            <a:custGeom>
              <a:avLst/>
              <a:pathLst>
                <a:path w="2121" h="4884">
                  <a:moveTo>
                    <a:pt x="2121" y="0"/>
                  </a:moveTo>
                  <a:lnTo>
                    <a:pt x="0" y="4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l927"/>
            <p:cNvSpPr/>
            <p:nvPr/>
          </p:nvSpPr>
          <p:spPr>
            <a:xfrm>
              <a:off x="5307598" y="5216337"/>
              <a:ext cx="536" cy="1218"/>
            </a:xfrm>
            <a:custGeom>
              <a:avLst/>
              <a:pathLst>
                <a:path w="536" h="1218">
                  <a:moveTo>
                    <a:pt x="536" y="0"/>
                  </a:moveTo>
                  <a:lnTo>
                    <a:pt x="0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8"/>
            <p:cNvSpPr/>
            <p:nvPr/>
          </p:nvSpPr>
          <p:spPr>
            <a:xfrm>
              <a:off x="5322710" y="5223820"/>
              <a:ext cx="2626" cy="6117"/>
            </a:xfrm>
            <a:custGeom>
              <a:avLst/>
              <a:pathLst>
                <a:path w="2626" h="6117">
                  <a:moveTo>
                    <a:pt x="2626" y="0"/>
                  </a:moveTo>
                  <a:lnTo>
                    <a:pt x="0" y="6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9"/>
            <p:cNvSpPr/>
            <p:nvPr/>
          </p:nvSpPr>
          <p:spPr>
            <a:xfrm>
              <a:off x="5254113" y="5197712"/>
              <a:ext cx="571" cy="1202"/>
            </a:xfrm>
            <a:custGeom>
              <a:avLst/>
              <a:pathLst>
                <a:path w="571" h="1202">
                  <a:moveTo>
                    <a:pt x="571" y="0"/>
                  </a:moveTo>
                  <a:lnTo>
                    <a:pt x="0" y="12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l930"/>
            <p:cNvSpPr/>
            <p:nvPr/>
          </p:nvSpPr>
          <p:spPr>
            <a:xfrm>
              <a:off x="5261675" y="5201286"/>
              <a:ext cx="566" cy="1204"/>
            </a:xfrm>
            <a:custGeom>
              <a:avLst/>
              <a:pathLst>
                <a:path w="566" h="1204">
                  <a:moveTo>
                    <a:pt x="566" y="0"/>
                  </a:moveTo>
                  <a:lnTo>
                    <a:pt x="0" y="1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1"/>
            <p:cNvSpPr/>
            <p:nvPr/>
          </p:nvSpPr>
          <p:spPr>
            <a:xfrm>
              <a:off x="5258461" y="5198300"/>
              <a:ext cx="569" cy="1203"/>
            </a:xfrm>
            <a:custGeom>
              <a:avLst/>
              <a:pathLst>
                <a:path w="569" h="1203">
                  <a:moveTo>
                    <a:pt x="569" y="0"/>
                  </a:moveTo>
                  <a:lnTo>
                    <a:pt x="0" y="1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2"/>
            <p:cNvSpPr/>
            <p:nvPr/>
          </p:nvSpPr>
          <p:spPr>
            <a:xfrm>
              <a:off x="5269253" y="5203621"/>
              <a:ext cx="1123" cy="2414"/>
            </a:xfrm>
            <a:custGeom>
              <a:avLst/>
              <a:pathLst>
                <a:path w="1123" h="2414">
                  <a:moveTo>
                    <a:pt x="1123" y="0"/>
                  </a:moveTo>
                  <a:lnTo>
                    <a:pt x="0" y="2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3"/>
            <p:cNvSpPr/>
            <p:nvPr/>
          </p:nvSpPr>
          <p:spPr>
            <a:xfrm>
              <a:off x="5264699" y="5199764"/>
              <a:ext cx="565" cy="1205"/>
            </a:xfrm>
            <a:custGeom>
              <a:avLst/>
              <a:pathLst>
                <a:path w="565" h="1205">
                  <a:moveTo>
                    <a:pt x="565" y="0"/>
                  </a:moveTo>
                  <a:lnTo>
                    <a:pt x="0" y="1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4"/>
            <p:cNvSpPr/>
            <p:nvPr/>
          </p:nvSpPr>
          <p:spPr>
            <a:xfrm>
              <a:off x="5276845" y="5205919"/>
              <a:ext cx="1669" cy="3628"/>
            </a:xfrm>
            <a:custGeom>
              <a:avLst/>
              <a:pathLst>
                <a:path w="1669" h="3628">
                  <a:moveTo>
                    <a:pt x="1669" y="0"/>
                  </a:moveTo>
                  <a:lnTo>
                    <a:pt x="0" y="3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5"/>
            <p:cNvSpPr/>
            <p:nvPr/>
          </p:nvSpPr>
          <p:spPr>
            <a:xfrm>
              <a:off x="5239034" y="5190467"/>
              <a:ext cx="582" cy="1197"/>
            </a:xfrm>
            <a:custGeom>
              <a:avLst/>
              <a:pathLst>
                <a:path w="582" h="1197">
                  <a:moveTo>
                    <a:pt x="582" y="0"/>
                  </a:moveTo>
                  <a:lnTo>
                    <a:pt x="0" y="1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6"/>
            <p:cNvSpPr/>
            <p:nvPr/>
          </p:nvSpPr>
          <p:spPr>
            <a:xfrm>
              <a:off x="5246565" y="5194106"/>
              <a:ext cx="576" cy="1199"/>
            </a:xfrm>
            <a:custGeom>
              <a:avLst/>
              <a:pathLst>
                <a:path w="576" h="1199">
                  <a:moveTo>
                    <a:pt x="576" y="0"/>
                  </a:moveTo>
                  <a:lnTo>
                    <a:pt x="0" y="1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7"/>
            <p:cNvSpPr/>
            <p:nvPr/>
          </p:nvSpPr>
          <p:spPr>
            <a:xfrm>
              <a:off x="5201612" y="5171793"/>
              <a:ext cx="607" cy="1184"/>
            </a:xfrm>
            <a:custGeom>
              <a:avLst/>
              <a:pathLst>
                <a:path w="607" h="1184">
                  <a:moveTo>
                    <a:pt x="607" y="0"/>
                  </a:moveTo>
                  <a:lnTo>
                    <a:pt x="0" y="11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l938"/>
            <p:cNvSpPr/>
            <p:nvPr/>
          </p:nvSpPr>
          <p:spPr>
            <a:xfrm>
              <a:off x="5209065" y="5175592"/>
              <a:ext cx="602" cy="1187"/>
            </a:xfrm>
            <a:custGeom>
              <a:avLst/>
              <a:pathLst>
                <a:path w="602" h="1187">
                  <a:moveTo>
                    <a:pt x="602" y="0"/>
                  </a:moveTo>
                  <a:lnTo>
                    <a:pt x="0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l939"/>
            <p:cNvSpPr/>
            <p:nvPr/>
          </p:nvSpPr>
          <p:spPr>
            <a:xfrm>
              <a:off x="5205941" y="5172510"/>
              <a:ext cx="604" cy="1186"/>
            </a:xfrm>
            <a:custGeom>
              <a:avLst/>
              <a:pathLst>
                <a:path w="604" h="1186">
                  <a:moveTo>
                    <a:pt x="604" y="0"/>
                  </a:moveTo>
                  <a:lnTo>
                    <a:pt x="0" y="1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l940"/>
            <p:cNvSpPr/>
            <p:nvPr/>
          </p:nvSpPr>
          <p:spPr>
            <a:xfrm>
              <a:off x="5216533" y="5178168"/>
              <a:ext cx="1194" cy="2379"/>
            </a:xfrm>
            <a:custGeom>
              <a:avLst/>
              <a:pathLst>
                <a:path w="1194" h="2379">
                  <a:moveTo>
                    <a:pt x="1194" y="0"/>
                  </a:moveTo>
                  <a:lnTo>
                    <a:pt x="0" y="2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l941"/>
            <p:cNvSpPr/>
            <p:nvPr/>
          </p:nvSpPr>
          <p:spPr>
            <a:xfrm>
              <a:off x="5212133" y="5174160"/>
              <a:ext cx="601" cy="1187"/>
            </a:xfrm>
            <a:custGeom>
              <a:avLst/>
              <a:pathLst>
                <a:path w="601" h="1187">
                  <a:moveTo>
                    <a:pt x="601" y="0"/>
                  </a:moveTo>
                  <a:lnTo>
                    <a:pt x="0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l942"/>
            <p:cNvSpPr/>
            <p:nvPr/>
          </p:nvSpPr>
          <p:spPr>
            <a:xfrm>
              <a:off x="5224017" y="5180708"/>
              <a:ext cx="1776" cy="3577"/>
            </a:xfrm>
            <a:custGeom>
              <a:avLst/>
              <a:pathLst>
                <a:path w="1776" h="3577">
                  <a:moveTo>
                    <a:pt x="1776" y="0"/>
                  </a:moveTo>
                  <a:lnTo>
                    <a:pt x="0" y="3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l943"/>
            <p:cNvSpPr/>
            <p:nvPr/>
          </p:nvSpPr>
          <p:spPr>
            <a:xfrm>
              <a:off x="5219258" y="5176256"/>
              <a:ext cx="596" cy="1190"/>
            </a:xfrm>
            <a:custGeom>
              <a:avLst/>
              <a:pathLst>
                <a:path w="596" h="1190">
                  <a:moveTo>
                    <a:pt x="596" y="0"/>
                  </a:moveTo>
                  <a:lnTo>
                    <a:pt x="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4"/>
            <p:cNvSpPr/>
            <p:nvPr/>
          </p:nvSpPr>
          <p:spPr>
            <a:xfrm>
              <a:off x="5231518" y="5183211"/>
              <a:ext cx="2348" cy="4779"/>
            </a:xfrm>
            <a:custGeom>
              <a:avLst/>
              <a:pathLst>
                <a:path w="2348" h="4779">
                  <a:moveTo>
                    <a:pt x="2348" y="0"/>
                  </a:moveTo>
                  <a:lnTo>
                    <a:pt x="0" y="47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5"/>
            <p:cNvSpPr/>
            <p:nvPr/>
          </p:nvSpPr>
          <p:spPr>
            <a:xfrm>
              <a:off x="5226854" y="5177362"/>
              <a:ext cx="1183" cy="2385"/>
            </a:xfrm>
            <a:custGeom>
              <a:avLst/>
              <a:pathLst>
                <a:path w="1183" h="2385">
                  <a:moveTo>
                    <a:pt x="1183" y="0"/>
                  </a:moveTo>
                  <a:lnTo>
                    <a:pt x="0" y="23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l946"/>
            <p:cNvSpPr/>
            <p:nvPr/>
          </p:nvSpPr>
          <p:spPr>
            <a:xfrm>
              <a:off x="5243377" y="5186297"/>
              <a:ext cx="2897" cy="5993"/>
            </a:xfrm>
            <a:custGeom>
              <a:avLst/>
              <a:pathLst>
                <a:path w="2897" h="5993">
                  <a:moveTo>
                    <a:pt x="2897" y="0"/>
                  </a:moveTo>
                  <a:lnTo>
                    <a:pt x="0" y="59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l947"/>
            <p:cNvSpPr/>
            <p:nvPr/>
          </p:nvSpPr>
          <p:spPr>
            <a:xfrm>
              <a:off x="5237145" y="5177071"/>
              <a:ext cx="2342" cy="4782"/>
            </a:xfrm>
            <a:custGeom>
              <a:avLst/>
              <a:pathLst>
                <a:path w="2342" h="4782">
                  <a:moveTo>
                    <a:pt x="2342" y="0"/>
                  </a:moveTo>
                  <a:lnTo>
                    <a:pt x="0" y="4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l948"/>
            <p:cNvSpPr/>
            <p:nvPr/>
          </p:nvSpPr>
          <p:spPr>
            <a:xfrm>
              <a:off x="5271884" y="5194401"/>
              <a:ext cx="3926" cy="8452"/>
            </a:xfrm>
            <a:custGeom>
              <a:avLst/>
              <a:pathLst>
                <a:path w="3926" h="8452">
                  <a:moveTo>
                    <a:pt x="3926" y="0"/>
                  </a:moveTo>
                  <a:lnTo>
                    <a:pt x="0" y="8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l949"/>
            <p:cNvSpPr/>
            <p:nvPr/>
          </p:nvSpPr>
          <p:spPr>
            <a:xfrm>
              <a:off x="5179354" y="5160207"/>
              <a:ext cx="622" cy="1176"/>
            </a:xfrm>
            <a:custGeom>
              <a:avLst/>
              <a:pathLst>
                <a:path w="622" h="1176">
                  <a:moveTo>
                    <a:pt x="622" y="0"/>
                  </a:moveTo>
                  <a:lnTo>
                    <a:pt x="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l950"/>
            <p:cNvSpPr/>
            <p:nvPr/>
          </p:nvSpPr>
          <p:spPr>
            <a:xfrm>
              <a:off x="5186757" y="5164101"/>
              <a:ext cx="617" cy="1179"/>
            </a:xfrm>
            <a:custGeom>
              <a:avLst/>
              <a:pathLst>
                <a:path w="617" h="1179">
                  <a:moveTo>
                    <a:pt x="617" y="0"/>
                  </a:moveTo>
                  <a:lnTo>
                    <a:pt x="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l951"/>
            <p:cNvSpPr/>
            <p:nvPr/>
          </p:nvSpPr>
          <p:spPr>
            <a:xfrm>
              <a:off x="5183673" y="5160980"/>
              <a:ext cx="620" cy="1178"/>
            </a:xfrm>
            <a:custGeom>
              <a:avLst/>
              <a:pathLst>
                <a:path w="620" h="1178">
                  <a:moveTo>
                    <a:pt x="620" y="0"/>
                  </a:moveTo>
                  <a:lnTo>
                    <a:pt x="0" y="11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l952"/>
            <p:cNvSpPr/>
            <p:nvPr/>
          </p:nvSpPr>
          <p:spPr>
            <a:xfrm>
              <a:off x="5194176" y="5166781"/>
              <a:ext cx="1225" cy="2364"/>
            </a:xfrm>
            <a:custGeom>
              <a:avLst/>
              <a:pathLst>
                <a:path w="1225" h="2364">
                  <a:moveTo>
                    <a:pt x="1225" y="0"/>
                  </a:moveTo>
                  <a:lnTo>
                    <a:pt x="0" y="23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3"/>
            <p:cNvSpPr/>
            <p:nvPr/>
          </p:nvSpPr>
          <p:spPr>
            <a:xfrm>
              <a:off x="5164598" y="5152325"/>
              <a:ext cx="632" cy="1171"/>
            </a:xfrm>
            <a:custGeom>
              <a:avLst/>
              <a:pathLst>
                <a:path w="632" h="1171">
                  <a:moveTo>
                    <a:pt x="632" y="0"/>
                  </a:moveTo>
                  <a:lnTo>
                    <a:pt x="0" y="1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l954"/>
            <p:cNvSpPr/>
            <p:nvPr/>
          </p:nvSpPr>
          <p:spPr>
            <a:xfrm>
              <a:off x="5171968" y="5156282"/>
              <a:ext cx="627" cy="1174"/>
            </a:xfrm>
            <a:custGeom>
              <a:avLst/>
              <a:pathLst>
                <a:path w="627" h="1174">
                  <a:moveTo>
                    <a:pt x="627" y="0"/>
                  </a:moveTo>
                  <a:lnTo>
                    <a:pt x="0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l955"/>
            <p:cNvSpPr/>
            <p:nvPr/>
          </p:nvSpPr>
          <p:spPr>
            <a:xfrm>
              <a:off x="5142592" y="5140268"/>
              <a:ext cx="647" cy="1163"/>
            </a:xfrm>
            <a:custGeom>
              <a:avLst/>
              <a:pathLst>
                <a:path w="647" h="1163">
                  <a:moveTo>
                    <a:pt x="647" y="0"/>
                  </a:moveTo>
                  <a:lnTo>
                    <a:pt x="0" y="1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l956"/>
            <p:cNvSpPr/>
            <p:nvPr/>
          </p:nvSpPr>
          <p:spPr>
            <a:xfrm>
              <a:off x="5149910" y="5144318"/>
              <a:ext cx="642" cy="1166"/>
            </a:xfrm>
            <a:custGeom>
              <a:avLst/>
              <a:pathLst>
                <a:path w="642" h="1166">
                  <a:moveTo>
                    <a:pt x="642" y="0"/>
                  </a:moveTo>
                  <a:lnTo>
                    <a:pt x="0" y="1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l957"/>
            <p:cNvSpPr/>
            <p:nvPr/>
          </p:nvSpPr>
          <p:spPr>
            <a:xfrm>
              <a:off x="5146894" y="5141132"/>
              <a:ext cx="645" cy="1164"/>
            </a:xfrm>
            <a:custGeom>
              <a:avLst/>
              <a:pathLst>
                <a:path w="645" h="1164">
                  <a:moveTo>
                    <a:pt x="645" y="0"/>
                  </a:moveTo>
                  <a:lnTo>
                    <a:pt x="0" y="1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l958"/>
            <p:cNvSpPr/>
            <p:nvPr/>
          </p:nvSpPr>
          <p:spPr>
            <a:xfrm>
              <a:off x="5157246" y="5147169"/>
              <a:ext cx="1275" cy="2337"/>
            </a:xfrm>
            <a:custGeom>
              <a:avLst/>
              <a:pathLst>
                <a:path w="1275" h="2337">
                  <a:moveTo>
                    <a:pt x="1275" y="0"/>
                  </a:moveTo>
                  <a:lnTo>
                    <a:pt x="0" y="2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l959"/>
            <p:cNvSpPr/>
            <p:nvPr/>
          </p:nvSpPr>
          <p:spPr>
            <a:xfrm>
              <a:off x="5113495" y="5123754"/>
              <a:ext cx="667" cy="1152"/>
            </a:xfrm>
            <a:custGeom>
              <a:avLst/>
              <a:pathLst>
                <a:path w="667" h="1152">
                  <a:moveTo>
                    <a:pt x="667" y="0"/>
                  </a:moveTo>
                  <a:lnTo>
                    <a:pt x="0" y="11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l960"/>
            <p:cNvSpPr/>
            <p:nvPr/>
          </p:nvSpPr>
          <p:spPr>
            <a:xfrm>
              <a:off x="5120743" y="5127929"/>
              <a:ext cx="662" cy="1154"/>
            </a:xfrm>
            <a:custGeom>
              <a:avLst/>
              <a:pathLst>
                <a:path w="662" h="1154">
                  <a:moveTo>
                    <a:pt x="662" y="0"/>
                  </a:moveTo>
                  <a:lnTo>
                    <a:pt x="0" y="11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l961"/>
            <p:cNvSpPr/>
            <p:nvPr/>
          </p:nvSpPr>
          <p:spPr>
            <a:xfrm>
              <a:off x="5117781" y="5124692"/>
              <a:ext cx="664" cy="1153"/>
            </a:xfrm>
            <a:custGeom>
              <a:avLst/>
              <a:pathLst>
                <a:path w="664" h="1153">
                  <a:moveTo>
                    <a:pt x="664" y="0"/>
                  </a:moveTo>
                  <a:lnTo>
                    <a:pt x="0" y="11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l962"/>
            <p:cNvSpPr/>
            <p:nvPr/>
          </p:nvSpPr>
          <p:spPr>
            <a:xfrm>
              <a:off x="5128008" y="5130915"/>
              <a:ext cx="1314" cy="2315"/>
            </a:xfrm>
            <a:custGeom>
              <a:avLst/>
              <a:pathLst>
                <a:path w="1314" h="2315">
                  <a:moveTo>
                    <a:pt x="1314" y="0"/>
                  </a:moveTo>
                  <a:lnTo>
                    <a:pt x="0" y="23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l963"/>
            <p:cNvSpPr/>
            <p:nvPr/>
          </p:nvSpPr>
          <p:spPr>
            <a:xfrm>
              <a:off x="5123880" y="5126657"/>
              <a:ext cx="661" cy="1155"/>
            </a:xfrm>
            <a:custGeom>
              <a:avLst/>
              <a:pathLst>
                <a:path w="661" h="1155">
                  <a:moveTo>
                    <a:pt x="661" y="0"/>
                  </a:moveTo>
                  <a:lnTo>
                    <a:pt x="0" y="1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l964"/>
            <p:cNvSpPr/>
            <p:nvPr/>
          </p:nvSpPr>
          <p:spPr>
            <a:xfrm>
              <a:off x="5135292" y="5133865"/>
              <a:ext cx="1957" cy="3481"/>
            </a:xfrm>
            <a:custGeom>
              <a:avLst/>
              <a:pathLst>
                <a:path w="1957" h="3481">
                  <a:moveTo>
                    <a:pt x="1957" y="0"/>
                  </a:moveTo>
                  <a:lnTo>
                    <a:pt x="0" y="34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5130888" y="5126798"/>
              <a:ext cx="1970" cy="3474"/>
            </a:xfrm>
            <a:custGeom>
              <a:avLst/>
              <a:pathLst>
                <a:path w="1970" h="3474">
                  <a:moveTo>
                    <a:pt x="1970" y="0"/>
                  </a:moveTo>
                  <a:lnTo>
                    <a:pt x="0" y="34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5153025" y="5139492"/>
              <a:ext cx="2565" cy="4667"/>
            </a:xfrm>
            <a:custGeom>
              <a:avLst/>
              <a:pathLst>
                <a:path w="2565" h="4667">
                  <a:moveTo>
                    <a:pt x="2565" y="0"/>
                  </a:moveTo>
                  <a:lnTo>
                    <a:pt x="0" y="4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5144204" y="5130858"/>
              <a:ext cx="1298" cy="2324"/>
            </a:xfrm>
            <a:custGeom>
              <a:avLst/>
              <a:pathLst>
                <a:path w="1298" h="2324">
                  <a:moveTo>
                    <a:pt x="1298" y="0"/>
                  </a:moveTo>
                  <a:lnTo>
                    <a:pt x="0" y="23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5168911" y="5146098"/>
              <a:ext cx="4410" cy="8210"/>
            </a:xfrm>
            <a:custGeom>
              <a:avLst/>
              <a:pathLst>
                <a:path w="4410" h="8210">
                  <a:moveTo>
                    <a:pt x="4410" y="0"/>
                  </a:moveTo>
                  <a:lnTo>
                    <a:pt x="0" y="8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5159381" y="5135031"/>
              <a:ext cx="1918" cy="3503"/>
            </a:xfrm>
            <a:custGeom>
              <a:avLst/>
              <a:pathLst>
                <a:path w="1918" h="3503">
                  <a:moveTo>
                    <a:pt x="1918" y="0"/>
                  </a:moveTo>
                  <a:lnTo>
                    <a:pt x="0" y="3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5189843" y="5153267"/>
              <a:ext cx="5546" cy="10621"/>
            </a:xfrm>
            <a:custGeom>
              <a:avLst/>
              <a:pathLst>
                <a:path w="5546" h="10621">
                  <a:moveTo>
                    <a:pt x="5546" y="0"/>
                  </a:moveTo>
                  <a:lnTo>
                    <a:pt x="0" y="10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5178300" y="5131320"/>
              <a:ext cx="6908" cy="12914"/>
            </a:xfrm>
            <a:custGeom>
              <a:avLst/>
              <a:pathLst>
                <a:path w="6908" h="12914">
                  <a:moveTo>
                    <a:pt x="6908" y="0"/>
                  </a:moveTo>
                  <a:lnTo>
                    <a:pt x="0" y="1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5257604" y="5171410"/>
              <a:ext cx="6880" cy="14419"/>
            </a:xfrm>
            <a:custGeom>
              <a:avLst/>
              <a:pathLst>
                <a:path w="6880" h="14419">
                  <a:moveTo>
                    <a:pt x="6880" y="0"/>
                  </a:moveTo>
                  <a:lnTo>
                    <a:pt x="0" y="14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5070388" y="5098059"/>
              <a:ext cx="696" cy="1134"/>
            </a:xfrm>
            <a:custGeom>
              <a:avLst/>
              <a:pathLst>
                <a:path w="696" h="1134">
                  <a:moveTo>
                    <a:pt x="696" y="0"/>
                  </a:moveTo>
                  <a:lnTo>
                    <a:pt x="0" y="1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l974"/>
            <p:cNvSpPr/>
            <p:nvPr/>
          </p:nvSpPr>
          <p:spPr>
            <a:xfrm>
              <a:off x="5077527" y="5102418"/>
              <a:ext cx="691" cy="1137"/>
            </a:xfrm>
            <a:custGeom>
              <a:avLst/>
              <a:pathLst>
                <a:path w="691" h="1137">
                  <a:moveTo>
                    <a:pt x="691" y="0"/>
                  </a:moveTo>
                  <a:lnTo>
                    <a:pt x="0" y="1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l975"/>
            <p:cNvSpPr/>
            <p:nvPr/>
          </p:nvSpPr>
          <p:spPr>
            <a:xfrm>
              <a:off x="5049085" y="5084801"/>
              <a:ext cx="711" cy="1125"/>
            </a:xfrm>
            <a:custGeom>
              <a:avLst/>
              <a:pathLst>
                <a:path w="711" h="1125">
                  <a:moveTo>
                    <a:pt x="711" y="0"/>
                  </a:moveTo>
                  <a:lnTo>
                    <a:pt x="0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l976"/>
            <p:cNvSpPr/>
            <p:nvPr/>
          </p:nvSpPr>
          <p:spPr>
            <a:xfrm>
              <a:off x="5056167" y="5089250"/>
              <a:ext cx="706" cy="1128"/>
            </a:xfrm>
            <a:custGeom>
              <a:avLst/>
              <a:pathLst>
                <a:path w="706" h="1128">
                  <a:moveTo>
                    <a:pt x="706" y="0"/>
                  </a:moveTo>
                  <a:lnTo>
                    <a:pt x="0" y="1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l977"/>
            <p:cNvSpPr/>
            <p:nvPr/>
          </p:nvSpPr>
          <p:spPr>
            <a:xfrm>
              <a:off x="5053333" y="5085902"/>
              <a:ext cx="708" cy="1127"/>
            </a:xfrm>
            <a:custGeom>
              <a:avLst/>
              <a:pathLst>
                <a:path w="708" h="1127">
                  <a:moveTo>
                    <a:pt x="708" y="0"/>
                  </a:moveTo>
                  <a:lnTo>
                    <a:pt x="0" y="1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8"/>
            <p:cNvSpPr/>
            <p:nvPr/>
          </p:nvSpPr>
          <p:spPr>
            <a:xfrm>
              <a:off x="5063268" y="5092538"/>
              <a:ext cx="1402" cy="2263"/>
            </a:xfrm>
            <a:custGeom>
              <a:avLst/>
              <a:pathLst>
                <a:path w="1402" h="2263">
                  <a:moveTo>
                    <a:pt x="1402" y="0"/>
                  </a:moveTo>
                  <a:lnTo>
                    <a:pt x="0" y="2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9"/>
            <p:cNvSpPr/>
            <p:nvPr/>
          </p:nvSpPr>
          <p:spPr>
            <a:xfrm>
              <a:off x="5059351" y="5086970"/>
              <a:ext cx="1410" cy="2258"/>
            </a:xfrm>
            <a:custGeom>
              <a:avLst/>
              <a:pathLst>
                <a:path w="1410" h="2258">
                  <a:moveTo>
                    <a:pt x="1410" y="0"/>
                  </a:moveTo>
                  <a:lnTo>
                    <a:pt x="0" y="2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80"/>
            <p:cNvSpPr/>
            <p:nvPr/>
          </p:nvSpPr>
          <p:spPr>
            <a:xfrm>
              <a:off x="5074649" y="5096834"/>
              <a:ext cx="2082" cy="3408"/>
            </a:xfrm>
            <a:custGeom>
              <a:avLst/>
              <a:pathLst>
                <a:path w="2082" h="3408">
                  <a:moveTo>
                    <a:pt x="2082" y="0"/>
                  </a:moveTo>
                  <a:lnTo>
                    <a:pt x="0" y="3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1"/>
            <p:cNvSpPr/>
            <p:nvPr/>
          </p:nvSpPr>
          <p:spPr>
            <a:xfrm>
              <a:off x="5068735" y="5090789"/>
              <a:ext cx="699" cy="1132"/>
            </a:xfrm>
            <a:custGeom>
              <a:avLst/>
              <a:pathLst>
                <a:path w="699" h="1132">
                  <a:moveTo>
                    <a:pt x="699" y="0"/>
                  </a:moveTo>
                  <a:lnTo>
                    <a:pt x="0" y="11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2"/>
            <p:cNvSpPr/>
            <p:nvPr/>
          </p:nvSpPr>
          <p:spPr>
            <a:xfrm>
              <a:off x="5084684" y="5102185"/>
              <a:ext cx="3434" cy="5702"/>
            </a:xfrm>
            <a:custGeom>
              <a:avLst/>
              <a:pathLst>
                <a:path w="3434" h="5702">
                  <a:moveTo>
                    <a:pt x="3434" y="0"/>
                  </a:moveTo>
                  <a:lnTo>
                    <a:pt x="0" y="57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3"/>
            <p:cNvSpPr/>
            <p:nvPr/>
          </p:nvSpPr>
          <p:spPr>
            <a:xfrm>
              <a:off x="5078760" y="5095376"/>
              <a:ext cx="693" cy="1136"/>
            </a:xfrm>
            <a:custGeom>
              <a:avLst/>
              <a:pathLst>
                <a:path w="693" h="1136">
                  <a:moveTo>
                    <a:pt x="693" y="0"/>
                  </a:moveTo>
                  <a:lnTo>
                    <a:pt x="0" y="1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4"/>
            <p:cNvSpPr/>
            <p:nvPr/>
          </p:nvSpPr>
          <p:spPr>
            <a:xfrm>
              <a:off x="5091859" y="5105327"/>
              <a:ext cx="4092" cy="6860"/>
            </a:xfrm>
            <a:custGeom>
              <a:avLst/>
              <a:pathLst>
                <a:path w="4092" h="6860">
                  <a:moveTo>
                    <a:pt x="4092" y="0"/>
                  </a:moveTo>
                  <a:lnTo>
                    <a:pt x="0" y="6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5"/>
            <p:cNvSpPr/>
            <p:nvPr/>
          </p:nvSpPr>
          <p:spPr>
            <a:xfrm>
              <a:off x="5087690" y="5099232"/>
              <a:ext cx="687" cy="1140"/>
            </a:xfrm>
            <a:custGeom>
              <a:avLst/>
              <a:pathLst>
                <a:path w="687" h="1140">
                  <a:moveTo>
                    <a:pt x="687" y="0"/>
                  </a:moveTo>
                  <a:lnTo>
                    <a:pt x="0" y="11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6"/>
            <p:cNvSpPr/>
            <p:nvPr/>
          </p:nvSpPr>
          <p:spPr>
            <a:xfrm>
              <a:off x="5099053" y="5108434"/>
              <a:ext cx="4740" cy="8024"/>
            </a:xfrm>
            <a:custGeom>
              <a:avLst/>
              <a:pathLst>
                <a:path w="4740" h="8024">
                  <a:moveTo>
                    <a:pt x="4740" y="0"/>
                  </a:moveTo>
                  <a:lnTo>
                    <a:pt x="0" y="80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l987"/>
            <p:cNvSpPr/>
            <p:nvPr/>
          </p:nvSpPr>
          <p:spPr>
            <a:xfrm>
              <a:off x="5096075" y="5102707"/>
              <a:ext cx="682" cy="1143"/>
            </a:xfrm>
            <a:custGeom>
              <a:avLst/>
              <a:pathLst>
                <a:path w="682" h="1143">
                  <a:moveTo>
                    <a:pt x="682" y="0"/>
                  </a:moveTo>
                  <a:lnTo>
                    <a:pt x="0" y="1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l988"/>
            <p:cNvSpPr/>
            <p:nvPr/>
          </p:nvSpPr>
          <p:spPr>
            <a:xfrm>
              <a:off x="5106265" y="5111504"/>
              <a:ext cx="5378" cy="9194"/>
            </a:xfrm>
            <a:custGeom>
              <a:avLst/>
              <a:pathLst>
                <a:path w="5378" h="9194">
                  <a:moveTo>
                    <a:pt x="5378" y="0"/>
                  </a:moveTo>
                  <a:lnTo>
                    <a:pt x="0" y="9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5006998" y="5057470"/>
              <a:ext cx="739" cy="1107"/>
            </a:xfrm>
            <a:custGeom>
              <a:avLst/>
              <a:pathLst>
                <a:path w="739" h="1107">
                  <a:moveTo>
                    <a:pt x="739" y="0"/>
                  </a:moveTo>
                  <a:lnTo>
                    <a:pt x="0" y="11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l990"/>
            <p:cNvSpPr/>
            <p:nvPr/>
          </p:nvSpPr>
          <p:spPr>
            <a:xfrm>
              <a:off x="5013964" y="5062100"/>
              <a:ext cx="734" cy="1110"/>
            </a:xfrm>
            <a:custGeom>
              <a:avLst/>
              <a:pathLst>
                <a:path w="734" h="1110">
                  <a:moveTo>
                    <a:pt x="734" y="0"/>
                  </a:moveTo>
                  <a:lnTo>
                    <a:pt x="0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l991"/>
            <p:cNvSpPr/>
            <p:nvPr/>
          </p:nvSpPr>
          <p:spPr>
            <a:xfrm>
              <a:off x="4979335" y="5038656"/>
              <a:ext cx="758" cy="1094"/>
            </a:xfrm>
            <a:custGeom>
              <a:avLst/>
              <a:pathLst>
                <a:path w="758" h="1094">
                  <a:moveTo>
                    <a:pt x="758" y="0"/>
                  </a:moveTo>
                  <a:lnTo>
                    <a:pt x="0" y="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986220" y="5043403"/>
              <a:ext cx="753" cy="1097"/>
            </a:xfrm>
            <a:custGeom>
              <a:avLst/>
              <a:pathLst>
                <a:path w="753" h="1097">
                  <a:moveTo>
                    <a:pt x="753" y="0"/>
                  </a:moveTo>
                  <a:lnTo>
                    <a:pt x="0" y="10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l993"/>
            <p:cNvSpPr/>
            <p:nvPr/>
          </p:nvSpPr>
          <p:spPr>
            <a:xfrm>
              <a:off x="4958801" y="5024236"/>
              <a:ext cx="772" cy="1084"/>
            </a:xfrm>
            <a:custGeom>
              <a:avLst/>
              <a:pathLst>
                <a:path w="772" h="1084">
                  <a:moveTo>
                    <a:pt x="772" y="0"/>
                  </a:moveTo>
                  <a:lnTo>
                    <a:pt x="0" y="10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l994"/>
            <p:cNvSpPr/>
            <p:nvPr/>
          </p:nvSpPr>
          <p:spPr>
            <a:xfrm>
              <a:off x="4965625" y="5029072"/>
              <a:ext cx="767" cy="1087"/>
            </a:xfrm>
            <a:custGeom>
              <a:avLst/>
              <a:pathLst>
                <a:path w="767" h="1087">
                  <a:moveTo>
                    <a:pt x="767" y="0"/>
                  </a:moveTo>
                  <a:lnTo>
                    <a:pt x="0" y="1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l995"/>
            <p:cNvSpPr/>
            <p:nvPr/>
          </p:nvSpPr>
          <p:spPr>
            <a:xfrm>
              <a:off x="4931712" y="5004604"/>
              <a:ext cx="790" cy="1071"/>
            </a:xfrm>
            <a:custGeom>
              <a:avLst/>
              <a:pathLst>
                <a:path w="790" h="1071">
                  <a:moveTo>
                    <a:pt x="790" y="0"/>
                  </a:moveTo>
                  <a:lnTo>
                    <a:pt x="0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l996"/>
            <p:cNvSpPr/>
            <p:nvPr/>
          </p:nvSpPr>
          <p:spPr>
            <a:xfrm>
              <a:off x="4938453" y="5009555"/>
              <a:ext cx="786" cy="1074"/>
            </a:xfrm>
            <a:custGeom>
              <a:avLst/>
              <a:pathLst>
                <a:path w="786" h="1074">
                  <a:moveTo>
                    <a:pt x="786" y="0"/>
                  </a:moveTo>
                  <a:lnTo>
                    <a:pt x="0" y="10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l997"/>
            <p:cNvSpPr/>
            <p:nvPr/>
          </p:nvSpPr>
          <p:spPr>
            <a:xfrm>
              <a:off x="4935869" y="5006011"/>
              <a:ext cx="788" cy="1072"/>
            </a:xfrm>
            <a:custGeom>
              <a:avLst/>
              <a:pathLst>
                <a:path w="788" h="1072">
                  <a:moveTo>
                    <a:pt x="788" y="0"/>
                  </a:moveTo>
                  <a:lnTo>
                    <a:pt x="0" y="10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l998"/>
            <p:cNvSpPr/>
            <p:nvPr/>
          </p:nvSpPr>
          <p:spPr>
            <a:xfrm>
              <a:off x="4945215" y="5013400"/>
              <a:ext cx="1563" cy="2155"/>
            </a:xfrm>
            <a:custGeom>
              <a:avLst/>
              <a:pathLst>
                <a:path w="1563" h="2155">
                  <a:moveTo>
                    <a:pt x="1563" y="0"/>
                  </a:moveTo>
                  <a:lnTo>
                    <a:pt x="0" y="2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l999"/>
            <p:cNvSpPr/>
            <p:nvPr/>
          </p:nvSpPr>
          <p:spPr>
            <a:xfrm>
              <a:off x="4941712" y="5008638"/>
              <a:ext cx="785" cy="1075"/>
            </a:xfrm>
            <a:custGeom>
              <a:avLst/>
              <a:pathLst>
                <a:path w="785" h="1075">
                  <a:moveTo>
                    <a:pt x="785" y="0"/>
                  </a:moveTo>
                  <a:lnTo>
                    <a:pt x="0" y="1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l1000"/>
            <p:cNvSpPr/>
            <p:nvPr/>
          </p:nvSpPr>
          <p:spPr>
            <a:xfrm>
              <a:off x="4951997" y="5017209"/>
              <a:ext cx="2331" cy="3243"/>
            </a:xfrm>
            <a:custGeom>
              <a:avLst/>
              <a:pathLst>
                <a:path w="2331" h="3243">
                  <a:moveTo>
                    <a:pt x="2331" y="0"/>
                  </a:moveTo>
                  <a:lnTo>
                    <a:pt x="0" y="3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l1001"/>
            <p:cNvSpPr/>
            <p:nvPr/>
          </p:nvSpPr>
          <p:spPr>
            <a:xfrm>
              <a:off x="4948405" y="5010778"/>
              <a:ext cx="1562" cy="2156"/>
            </a:xfrm>
            <a:custGeom>
              <a:avLst/>
              <a:pathLst>
                <a:path w="1562" h="2156">
                  <a:moveTo>
                    <a:pt x="1562" y="0"/>
                  </a:moveTo>
                  <a:lnTo>
                    <a:pt x="0" y="21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l1002"/>
            <p:cNvSpPr/>
            <p:nvPr/>
          </p:nvSpPr>
          <p:spPr>
            <a:xfrm>
              <a:off x="4962980" y="5022313"/>
              <a:ext cx="3080" cy="4344"/>
            </a:xfrm>
            <a:custGeom>
              <a:avLst/>
              <a:pathLst>
                <a:path w="3080" h="4344">
                  <a:moveTo>
                    <a:pt x="3080" y="0"/>
                  </a:moveTo>
                  <a:lnTo>
                    <a:pt x="0" y="4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l1003"/>
            <p:cNvSpPr/>
            <p:nvPr/>
          </p:nvSpPr>
          <p:spPr>
            <a:xfrm>
              <a:off x="4957999" y="5015484"/>
              <a:ext cx="775" cy="1082"/>
            </a:xfrm>
            <a:custGeom>
              <a:avLst/>
              <a:pathLst>
                <a:path w="775" h="1082">
                  <a:moveTo>
                    <a:pt x="775" y="0"/>
                  </a:moveTo>
                  <a:lnTo>
                    <a:pt x="0" y="1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l1004"/>
            <p:cNvSpPr/>
            <p:nvPr/>
          </p:nvSpPr>
          <p:spPr>
            <a:xfrm>
              <a:off x="4972470" y="5028423"/>
              <a:ext cx="4578" cy="6546"/>
            </a:xfrm>
            <a:custGeom>
              <a:avLst/>
              <a:pathLst>
                <a:path w="4578" h="6546">
                  <a:moveTo>
                    <a:pt x="4578" y="0"/>
                  </a:moveTo>
                  <a:lnTo>
                    <a:pt x="0" y="6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l1005"/>
            <p:cNvSpPr/>
            <p:nvPr/>
          </p:nvSpPr>
          <p:spPr>
            <a:xfrm>
              <a:off x="4967893" y="5019807"/>
              <a:ext cx="1538" cy="2173"/>
            </a:xfrm>
            <a:custGeom>
              <a:avLst/>
              <a:pathLst>
                <a:path w="1538" h="2173">
                  <a:moveTo>
                    <a:pt x="1538" y="0"/>
                  </a:moveTo>
                  <a:lnTo>
                    <a:pt x="0" y="21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l1006"/>
            <p:cNvSpPr/>
            <p:nvPr/>
          </p:nvSpPr>
          <p:spPr>
            <a:xfrm>
              <a:off x="4983531" y="5033362"/>
              <a:ext cx="5293" cy="7671"/>
            </a:xfrm>
            <a:custGeom>
              <a:avLst/>
              <a:pathLst>
                <a:path w="5293" h="7671">
                  <a:moveTo>
                    <a:pt x="5293" y="0"/>
                  </a:moveTo>
                  <a:lnTo>
                    <a:pt x="0" y="76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l1007"/>
            <p:cNvSpPr/>
            <p:nvPr/>
          </p:nvSpPr>
          <p:spPr>
            <a:xfrm>
              <a:off x="4979108" y="5025522"/>
              <a:ext cx="762" cy="1091"/>
            </a:xfrm>
            <a:custGeom>
              <a:avLst/>
              <a:pathLst>
                <a:path w="762" h="1091">
                  <a:moveTo>
                    <a:pt x="762" y="0"/>
                  </a:moveTo>
                  <a:lnTo>
                    <a:pt x="0" y="10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l1008"/>
            <p:cNvSpPr/>
            <p:nvPr/>
          </p:nvSpPr>
          <p:spPr>
            <a:xfrm>
              <a:off x="4993126" y="5039316"/>
              <a:ext cx="6742" cy="9906"/>
            </a:xfrm>
            <a:custGeom>
              <a:avLst/>
              <a:pathLst>
                <a:path w="6742" h="9906">
                  <a:moveTo>
                    <a:pt x="6742" y="0"/>
                  </a:moveTo>
                  <a:lnTo>
                    <a:pt x="0" y="9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l1009"/>
            <p:cNvSpPr/>
            <p:nvPr/>
          </p:nvSpPr>
          <p:spPr>
            <a:xfrm>
              <a:off x="4989848" y="5031355"/>
              <a:ext cx="755" cy="1096"/>
            </a:xfrm>
            <a:custGeom>
              <a:avLst/>
              <a:pathLst>
                <a:path w="755" h="1096">
                  <a:moveTo>
                    <a:pt x="755" y="0"/>
                  </a:moveTo>
                  <a:lnTo>
                    <a:pt x="0" y="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l1010"/>
            <p:cNvSpPr/>
            <p:nvPr/>
          </p:nvSpPr>
          <p:spPr>
            <a:xfrm>
              <a:off x="5000052" y="5042876"/>
              <a:ext cx="7444" cy="11038"/>
            </a:xfrm>
            <a:custGeom>
              <a:avLst/>
              <a:pathLst>
                <a:path w="7444" h="11038">
                  <a:moveTo>
                    <a:pt x="7444" y="0"/>
                  </a:moveTo>
                  <a:lnTo>
                    <a:pt x="0" y="11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l1011"/>
            <p:cNvSpPr/>
            <p:nvPr/>
          </p:nvSpPr>
          <p:spPr>
            <a:xfrm>
              <a:off x="4999035" y="5034938"/>
              <a:ext cx="1500" cy="2199"/>
            </a:xfrm>
            <a:custGeom>
              <a:avLst/>
              <a:pathLst>
                <a:path w="1500" h="2199">
                  <a:moveTo>
                    <a:pt x="1500" y="0"/>
                  </a:moveTo>
                  <a:lnTo>
                    <a:pt x="0" y="2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l1012"/>
            <p:cNvSpPr/>
            <p:nvPr/>
          </p:nvSpPr>
          <p:spPr>
            <a:xfrm>
              <a:off x="5011216" y="5047594"/>
              <a:ext cx="8110" cy="12194"/>
            </a:xfrm>
            <a:custGeom>
              <a:avLst/>
              <a:pathLst>
                <a:path w="8110" h="12194">
                  <a:moveTo>
                    <a:pt x="8110" y="0"/>
                  </a:moveTo>
                  <a:lnTo>
                    <a:pt x="0" y="12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l1013"/>
            <p:cNvSpPr/>
            <p:nvPr/>
          </p:nvSpPr>
          <p:spPr>
            <a:xfrm>
              <a:off x="4898330" y="4979419"/>
              <a:ext cx="813" cy="1053"/>
            </a:xfrm>
            <a:custGeom>
              <a:avLst/>
              <a:pathLst>
                <a:path w="813" h="1053">
                  <a:moveTo>
                    <a:pt x="813" y="0"/>
                  </a:moveTo>
                  <a:lnTo>
                    <a:pt x="0" y="1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l1014"/>
            <p:cNvSpPr/>
            <p:nvPr/>
          </p:nvSpPr>
          <p:spPr>
            <a:xfrm>
              <a:off x="4904963" y="4984513"/>
              <a:ext cx="809" cy="1057"/>
            </a:xfrm>
            <a:custGeom>
              <a:avLst/>
              <a:pathLst>
                <a:path w="809" h="1057">
                  <a:moveTo>
                    <a:pt x="809" y="0"/>
                  </a:moveTo>
                  <a:lnTo>
                    <a:pt x="0" y="1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l1015"/>
            <p:cNvSpPr/>
            <p:nvPr/>
          </p:nvSpPr>
          <p:spPr>
            <a:xfrm>
              <a:off x="4902455" y="4980913"/>
              <a:ext cx="811" cy="1055"/>
            </a:xfrm>
            <a:custGeom>
              <a:avLst/>
              <a:pathLst>
                <a:path w="811" h="1055">
                  <a:moveTo>
                    <a:pt x="811" y="0"/>
                  </a:moveTo>
                  <a:lnTo>
                    <a:pt x="0" y="1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l1016"/>
            <p:cNvSpPr/>
            <p:nvPr/>
          </p:nvSpPr>
          <p:spPr>
            <a:xfrm>
              <a:off x="4911618" y="4988517"/>
              <a:ext cx="1609" cy="2121"/>
            </a:xfrm>
            <a:custGeom>
              <a:avLst/>
              <a:pathLst>
                <a:path w="1609" h="2121">
                  <a:moveTo>
                    <a:pt x="1609" y="0"/>
                  </a:moveTo>
                  <a:lnTo>
                    <a:pt x="0" y="2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l1017"/>
            <p:cNvSpPr/>
            <p:nvPr/>
          </p:nvSpPr>
          <p:spPr>
            <a:xfrm>
              <a:off x="4908241" y="4983665"/>
              <a:ext cx="807" cy="1058"/>
            </a:xfrm>
            <a:custGeom>
              <a:avLst/>
              <a:pathLst>
                <a:path w="807" h="1058">
                  <a:moveTo>
                    <a:pt x="807" y="0"/>
                  </a:moveTo>
                  <a:lnTo>
                    <a:pt x="0" y="1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l1018"/>
            <p:cNvSpPr/>
            <p:nvPr/>
          </p:nvSpPr>
          <p:spPr>
            <a:xfrm>
              <a:off x="4918295" y="4992487"/>
              <a:ext cx="2399" cy="3192"/>
            </a:xfrm>
            <a:custGeom>
              <a:avLst/>
              <a:pathLst>
                <a:path w="2399" h="3192">
                  <a:moveTo>
                    <a:pt x="2399" y="0"/>
                  </a:moveTo>
                  <a:lnTo>
                    <a:pt x="0" y="3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l1019"/>
            <p:cNvSpPr/>
            <p:nvPr/>
          </p:nvSpPr>
          <p:spPr>
            <a:xfrm>
              <a:off x="4914864" y="4987025"/>
              <a:ext cx="803" cy="1061"/>
            </a:xfrm>
            <a:custGeom>
              <a:avLst/>
              <a:pathLst>
                <a:path w="803" h="1061">
                  <a:moveTo>
                    <a:pt x="803" y="0"/>
                  </a:moveTo>
                  <a:lnTo>
                    <a:pt x="0" y="1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l1020"/>
            <p:cNvSpPr/>
            <p:nvPr/>
          </p:nvSpPr>
          <p:spPr>
            <a:xfrm>
              <a:off x="4924993" y="4996421"/>
              <a:ext cx="3181" cy="4270"/>
            </a:xfrm>
            <a:custGeom>
              <a:avLst/>
              <a:pathLst>
                <a:path w="3181" h="4270">
                  <a:moveTo>
                    <a:pt x="3181" y="0"/>
                  </a:moveTo>
                  <a:lnTo>
                    <a:pt x="0" y="4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l1021"/>
            <p:cNvSpPr/>
            <p:nvPr/>
          </p:nvSpPr>
          <p:spPr>
            <a:xfrm>
              <a:off x="4878562" y="4963968"/>
              <a:ext cx="826" cy="1043"/>
            </a:xfrm>
            <a:custGeom>
              <a:avLst/>
              <a:pathLst>
                <a:path w="826" h="1043">
                  <a:moveTo>
                    <a:pt x="826" y="0"/>
                  </a:moveTo>
                  <a:lnTo>
                    <a:pt x="0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l1022"/>
            <p:cNvSpPr/>
            <p:nvPr/>
          </p:nvSpPr>
          <p:spPr>
            <a:xfrm>
              <a:off x="4885129" y="4969146"/>
              <a:ext cx="822" cy="1047"/>
            </a:xfrm>
            <a:custGeom>
              <a:avLst/>
              <a:pathLst>
                <a:path w="822" h="1047">
                  <a:moveTo>
                    <a:pt x="822" y="0"/>
                  </a:moveTo>
                  <a:lnTo>
                    <a:pt x="0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l1023"/>
            <p:cNvSpPr/>
            <p:nvPr/>
          </p:nvSpPr>
          <p:spPr>
            <a:xfrm>
              <a:off x="4882667" y="4965515"/>
              <a:ext cx="824" cy="1045"/>
            </a:xfrm>
            <a:custGeom>
              <a:avLst/>
              <a:pathLst>
                <a:path w="824" h="1045">
                  <a:moveTo>
                    <a:pt x="824" y="0"/>
                  </a:moveTo>
                  <a:lnTo>
                    <a:pt x="0" y="1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l1024"/>
            <p:cNvSpPr/>
            <p:nvPr/>
          </p:nvSpPr>
          <p:spPr>
            <a:xfrm>
              <a:off x="4891719" y="4973246"/>
              <a:ext cx="1636" cy="2101"/>
            </a:xfrm>
            <a:custGeom>
              <a:avLst/>
              <a:pathLst>
                <a:path w="1636" h="2101">
                  <a:moveTo>
                    <a:pt x="1636" y="0"/>
                  </a:moveTo>
                  <a:lnTo>
                    <a:pt x="0" y="2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l1025"/>
            <p:cNvSpPr/>
            <p:nvPr/>
          </p:nvSpPr>
          <p:spPr>
            <a:xfrm>
              <a:off x="4846059" y="4937658"/>
              <a:ext cx="849" cy="1025"/>
            </a:xfrm>
            <a:custGeom>
              <a:avLst/>
              <a:pathLst>
                <a:path w="849" h="1025">
                  <a:moveTo>
                    <a:pt x="849" y="0"/>
                  </a:moveTo>
                  <a:lnTo>
                    <a:pt x="0" y="1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l1026"/>
            <p:cNvSpPr/>
            <p:nvPr/>
          </p:nvSpPr>
          <p:spPr>
            <a:xfrm>
              <a:off x="4852515" y="4942975"/>
              <a:ext cx="844" cy="1029"/>
            </a:xfrm>
            <a:custGeom>
              <a:avLst/>
              <a:pathLst>
                <a:path w="844" h="1029">
                  <a:moveTo>
                    <a:pt x="844" y="0"/>
                  </a:moveTo>
                  <a:lnTo>
                    <a:pt x="0" y="1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l1027"/>
            <p:cNvSpPr/>
            <p:nvPr/>
          </p:nvSpPr>
          <p:spPr>
            <a:xfrm>
              <a:off x="4833217" y="4926941"/>
              <a:ext cx="857" cy="1018"/>
            </a:xfrm>
            <a:custGeom>
              <a:avLst/>
              <a:pathLst>
                <a:path w="857" h="1018">
                  <a:moveTo>
                    <a:pt x="857" y="0"/>
                  </a:moveTo>
                  <a:lnTo>
                    <a:pt x="0" y="10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l1028"/>
            <p:cNvSpPr/>
            <p:nvPr/>
          </p:nvSpPr>
          <p:spPr>
            <a:xfrm>
              <a:off x="4839627" y="4932313"/>
              <a:ext cx="853" cy="1021"/>
            </a:xfrm>
            <a:custGeom>
              <a:avLst/>
              <a:pathLst>
                <a:path w="853" h="1021">
                  <a:moveTo>
                    <a:pt x="853" y="0"/>
                  </a:moveTo>
                  <a:lnTo>
                    <a:pt x="0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l1029"/>
            <p:cNvSpPr/>
            <p:nvPr/>
          </p:nvSpPr>
          <p:spPr>
            <a:xfrm>
              <a:off x="4837274" y="4927590"/>
              <a:ext cx="1711" cy="2040"/>
            </a:xfrm>
            <a:custGeom>
              <a:avLst/>
              <a:pathLst>
                <a:path w="1711" h="2040">
                  <a:moveTo>
                    <a:pt x="1711" y="0"/>
                  </a:moveTo>
                  <a:lnTo>
                    <a:pt x="0" y="20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l1030"/>
            <p:cNvSpPr/>
            <p:nvPr/>
          </p:nvSpPr>
          <p:spPr>
            <a:xfrm>
              <a:off x="4850131" y="4938265"/>
              <a:ext cx="1693" cy="2054"/>
            </a:xfrm>
            <a:custGeom>
              <a:avLst/>
              <a:pathLst>
                <a:path w="1693" h="2054">
                  <a:moveTo>
                    <a:pt x="1693" y="0"/>
                  </a:moveTo>
                  <a:lnTo>
                    <a:pt x="0" y="20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l1031"/>
            <p:cNvSpPr/>
            <p:nvPr/>
          </p:nvSpPr>
          <p:spPr>
            <a:xfrm>
              <a:off x="4845394" y="4931918"/>
              <a:ext cx="851" cy="1023"/>
            </a:xfrm>
            <a:custGeom>
              <a:avLst/>
              <a:pathLst>
                <a:path w="851" h="1023">
                  <a:moveTo>
                    <a:pt x="851" y="0"/>
                  </a:moveTo>
                  <a:lnTo>
                    <a:pt x="0" y="1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l1032"/>
            <p:cNvSpPr/>
            <p:nvPr/>
          </p:nvSpPr>
          <p:spPr>
            <a:xfrm>
              <a:off x="4858993" y="4945167"/>
              <a:ext cx="3361" cy="4131"/>
            </a:xfrm>
            <a:custGeom>
              <a:avLst/>
              <a:pathLst>
                <a:path w="3361" h="4131">
                  <a:moveTo>
                    <a:pt x="3361" y="0"/>
                  </a:moveTo>
                  <a:lnTo>
                    <a:pt x="0" y="4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l1033"/>
            <p:cNvSpPr/>
            <p:nvPr/>
          </p:nvSpPr>
          <p:spPr>
            <a:xfrm>
              <a:off x="4854282" y="4937535"/>
              <a:ext cx="845" cy="1028"/>
            </a:xfrm>
            <a:custGeom>
              <a:avLst/>
              <a:pathLst>
                <a:path w="845" h="1028">
                  <a:moveTo>
                    <a:pt x="845" y="0"/>
                  </a:moveTo>
                  <a:lnTo>
                    <a:pt x="0" y="10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l1034"/>
            <p:cNvSpPr/>
            <p:nvPr/>
          </p:nvSpPr>
          <p:spPr>
            <a:xfrm>
              <a:off x="4865493" y="4949382"/>
              <a:ext cx="4179" cy="5181"/>
            </a:xfrm>
            <a:custGeom>
              <a:avLst/>
              <a:pathLst>
                <a:path w="4179" h="5181">
                  <a:moveTo>
                    <a:pt x="4179" y="0"/>
                  </a:moveTo>
                  <a:lnTo>
                    <a:pt x="0" y="5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l1035"/>
            <p:cNvSpPr/>
            <p:nvPr/>
          </p:nvSpPr>
          <p:spPr>
            <a:xfrm>
              <a:off x="4862386" y="4942444"/>
              <a:ext cx="840" cy="1032"/>
            </a:xfrm>
            <a:custGeom>
              <a:avLst/>
              <a:pathLst>
                <a:path w="840" h="1032">
                  <a:moveTo>
                    <a:pt x="840" y="0"/>
                  </a:moveTo>
                  <a:lnTo>
                    <a:pt x="0" y="10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l1036"/>
            <p:cNvSpPr/>
            <p:nvPr/>
          </p:nvSpPr>
          <p:spPr>
            <a:xfrm>
              <a:off x="4872016" y="4953562"/>
              <a:ext cx="4988" cy="6239"/>
            </a:xfrm>
            <a:custGeom>
              <a:avLst/>
              <a:pathLst>
                <a:path w="4988" h="6239">
                  <a:moveTo>
                    <a:pt x="4988" y="0"/>
                  </a:moveTo>
                  <a:lnTo>
                    <a:pt x="0" y="6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l1037"/>
            <p:cNvSpPr/>
            <p:nvPr/>
          </p:nvSpPr>
          <p:spPr>
            <a:xfrm>
              <a:off x="4870103" y="4944910"/>
              <a:ext cx="2508" cy="3108"/>
            </a:xfrm>
            <a:custGeom>
              <a:avLst/>
              <a:pathLst>
                <a:path w="2508" h="3108">
                  <a:moveTo>
                    <a:pt x="2508" y="0"/>
                  </a:moveTo>
                  <a:lnTo>
                    <a:pt x="0" y="3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l1038"/>
            <p:cNvSpPr/>
            <p:nvPr/>
          </p:nvSpPr>
          <p:spPr>
            <a:xfrm>
              <a:off x="4888417" y="4962053"/>
              <a:ext cx="5749" cy="7335"/>
            </a:xfrm>
            <a:custGeom>
              <a:avLst/>
              <a:pathLst>
                <a:path w="5749" h="7335">
                  <a:moveTo>
                    <a:pt x="5749" y="0"/>
                  </a:moveTo>
                  <a:lnTo>
                    <a:pt x="0" y="7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l1039"/>
            <p:cNvSpPr/>
            <p:nvPr/>
          </p:nvSpPr>
          <p:spPr>
            <a:xfrm>
              <a:off x="4883359" y="4948309"/>
              <a:ext cx="4143" cy="5210"/>
            </a:xfrm>
            <a:custGeom>
              <a:avLst/>
              <a:pathLst>
                <a:path w="4143" h="5210">
                  <a:moveTo>
                    <a:pt x="4143" y="0"/>
                  </a:moveTo>
                  <a:lnTo>
                    <a:pt x="0" y="5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l1040"/>
            <p:cNvSpPr/>
            <p:nvPr/>
          </p:nvSpPr>
          <p:spPr>
            <a:xfrm>
              <a:off x="4921912" y="4981090"/>
              <a:ext cx="7996" cy="10645"/>
            </a:xfrm>
            <a:custGeom>
              <a:avLst/>
              <a:pathLst>
                <a:path w="7996" h="10645">
                  <a:moveTo>
                    <a:pt x="7996" y="0"/>
                  </a:moveTo>
                  <a:lnTo>
                    <a:pt x="0" y="106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l1041"/>
            <p:cNvSpPr/>
            <p:nvPr/>
          </p:nvSpPr>
          <p:spPr>
            <a:xfrm>
              <a:off x="4908592" y="4951152"/>
              <a:ext cx="10585" cy="13694"/>
            </a:xfrm>
            <a:custGeom>
              <a:avLst/>
              <a:pathLst>
                <a:path w="10585" h="13694">
                  <a:moveTo>
                    <a:pt x="10585" y="0"/>
                  </a:moveTo>
                  <a:lnTo>
                    <a:pt x="0" y="136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l1042"/>
            <p:cNvSpPr/>
            <p:nvPr/>
          </p:nvSpPr>
          <p:spPr>
            <a:xfrm>
              <a:off x="5009913" y="5024728"/>
              <a:ext cx="11156" cy="16564"/>
            </a:xfrm>
            <a:custGeom>
              <a:avLst/>
              <a:pathLst>
                <a:path w="11156" h="16564">
                  <a:moveTo>
                    <a:pt x="11156" y="0"/>
                  </a:moveTo>
                  <a:lnTo>
                    <a:pt x="0" y="1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l1043"/>
            <p:cNvSpPr/>
            <p:nvPr/>
          </p:nvSpPr>
          <p:spPr>
            <a:xfrm>
              <a:off x="4969523" y="4987693"/>
              <a:ext cx="779" cy="1079"/>
            </a:xfrm>
            <a:custGeom>
              <a:avLst/>
              <a:pathLst>
                <a:path w="779" h="1079">
                  <a:moveTo>
                    <a:pt x="779" y="0"/>
                  </a:moveTo>
                  <a:lnTo>
                    <a:pt x="0" y="10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l1044"/>
            <p:cNvSpPr/>
            <p:nvPr/>
          </p:nvSpPr>
          <p:spPr>
            <a:xfrm>
              <a:off x="5020949" y="5036640"/>
              <a:ext cx="20446" cy="31173"/>
            </a:xfrm>
            <a:custGeom>
              <a:avLst/>
              <a:pathLst>
                <a:path w="20446" h="31173">
                  <a:moveTo>
                    <a:pt x="20446" y="0"/>
                  </a:moveTo>
                  <a:lnTo>
                    <a:pt x="0" y="311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l1045"/>
            <p:cNvSpPr/>
            <p:nvPr/>
          </p:nvSpPr>
          <p:spPr>
            <a:xfrm>
              <a:off x="5005574" y="5011469"/>
              <a:ext cx="755" cy="1096"/>
            </a:xfrm>
            <a:custGeom>
              <a:avLst/>
              <a:pathLst>
                <a:path w="755" h="1096">
                  <a:moveTo>
                    <a:pt x="755" y="0"/>
                  </a:moveTo>
                  <a:lnTo>
                    <a:pt x="0" y="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l1046"/>
            <p:cNvSpPr/>
            <p:nvPr/>
          </p:nvSpPr>
          <p:spPr>
            <a:xfrm>
              <a:off x="5027954" y="5040010"/>
              <a:ext cx="21038" cy="32376"/>
            </a:xfrm>
            <a:custGeom>
              <a:avLst/>
              <a:pathLst>
                <a:path w="21038" h="32376">
                  <a:moveTo>
                    <a:pt x="21038" y="0"/>
                  </a:moveTo>
                  <a:lnTo>
                    <a:pt x="0" y="32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l1047"/>
            <p:cNvSpPr/>
            <p:nvPr/>
          </p:nvSpPr>
          <p:spPr>
            <a:xfrm>
              <a:off x="5027566" y="5024775"/>
              <a:ext cx="740" cy="1106"/>
            </a:xfrm>
            <a:custGeom>
              <a:avLst/>
              <a:pathLst>
                <a:path w="740" h="1106">
                  <a:moveTo>
                    <a:pt x="740" y="0"/>
                  </a:moveTo>
                  <a:lnTo>
                    <a:pt x="0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l1048"/>
            <p:cNvSpPr/>
            <p:nvPr/>
          </p:nvSpPr>
          <p:spPr>
            <a:xfrm>
              <a:off x="5034979" y="5043344"/>
              <a:ext cx="21620" cy="33585"/>
            </a:xfrm>
            <a:custGeom>
              <a:avLst/>
              <a:pathLst>
                <a:path w="21620" h="33585">
                  <a:moveTo>
                    <a:pt x="21620" y="0"/>
                  </a:moveTo>
                  <a:lnTo>
                    <a:pt x="0" y="335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l1049"/>
            <p:cNvSpPr/>
            <p:nvPr/>
          </p:nvSpPr>
          <p:spPr>
            <a:xfrm>
              <a:off x="5042412" y="5033009"/>
              <a:ext cx="730" cy="1113"/>
            </a:xfrm>
            <a:custGeom>
              <a:avLst/>
              <a:pathLst>
                <a:path w="730" h="1113">
                  <a:moveTo>
                    <a:pt x="730" y="0"/>
                  </a:moveTo>
                  <a:lnTo>
                    <a:pt x="0" y="11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l1050"/>
            <p:cNvSpPr/>
            <p:nvPr/>
          </p:nvSpPr>
          <p:spPr>
            <a:xfrm>
              <a:off x="5042022" y="5046643"/>
              <a:ext cx="22193" cy="34800"/>
            </a:xfrm>
            <a:custGeom>
              <a:avLst/>
              <a:pathLst>
                <a:path w="22193" h="34800">
                  <a:moveTo>
                    <a:pt x="22193" y="0"/>
                  </a:moveTo>
                  <a:lnTo>
                    <a:pt x="0" y="348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l1051"/>
            <p:cNvSpPr/>
            <p:nvPr/>
          </p:nvSpPr>
          <p:spPr>
            <a:xfrm>
              <a:off x="5053657" y="5029799"/>
              <a:ext cx="6509" cy="10060"/>
            </a:xfrm>
            <a:custGeom>
              <a:avLst/>
              <a:pathLst>
                <a:path w="6509" h="10060">
                  <a:moveTo>
                    <a:pt x="6509" y="0"/>
                  </a:moveTo>
                  <a:lnTo>
                    <a:pt x="0" y="10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l1052"/>
            <p:cNvSpPr/>
            <p:nvPr/>
          </p:nvSpPr>
          <p:spPr>
            <a:xfrm>
              <a:off x="5104191" y="5070442"/>
              <a:ext cx="21675" cy="36680"/>
            </a:xfrm>
            <a:custGeom>
              <a:avLst/>
              <a:pathLst>
                <a:path w="21675" h="36680">
                  <a:moveTo>
                    <a:pt x="21675" y="0"/>
                  </a:moveTo>
                  <a:lnTo>
                    <a:pt x="0" y="366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l1053"/>
            <p:cNvSpPr/>
            <p:nvPr/>
          </p:nvSpPr>
          <p:spPr>
            <a:xfrm>
              <a:off x="5092810" y="5024411"/>
              <a:ext cx="16110" cy="26042"/>
            </a:xfrm>
            <a:custGeom>
              <a:avLst/>
              <a:pathLst>
                <a:path w="16110" h="26042">
                  <a:moveTo>
                    <a:pt x="16110" y="0"/>
                  </a:moveTo>
                  <a:lnTo>
                    <a:pt x="0" y="26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l1054"/>
            <p:cNvSpPr/>
            <p:nvPr/>
          </p:nvSpPr>
          <p:spPr>
            <a:xfrm>
              <a:off x="5224615" y="5103107"/>
              <a:ext cx="24634" cy="48714"/>
            </a:xfrm>
            <a:custGeom>
              <a:avLst/>
              <a:pathLst>
                <a:path w="24634" h="48714">
                  <a:moveTo>
                    <a:pt x="24634" y="0"/>
                  </a:moveTo>
                  <a:lnTo>
                    <a:pt x="0" y="48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l1055"/>
            <p:cNvSpPr/>
            <p:nvPr/>
          </p:nvSpPr>
          <p:spPr>
            <a:xfrm>
              <a:off x="5178241" y="5058296"/>
              <a:ext cx="3907" cy="6967"/>
            </a:xfrm>
            <a:custGeom>
              <a:avLst/>
              <a:pathLst>
                <a:path w="3907" h="6967">
                  <a:moveTo>
                    <a:pt x="3907" y="0"/>
                  </a:moveTo>
                  <a:lnTo>
                    <a:pt x="0" y="6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l1056"/>
            <p:cNvSpPr/>
            <p:nvPr/>
          </p:nvSpPr>
          <p:spPr>
            <a:xfrm>
              <a:off x="5316727" y="5141960"/>
              <a:ext cx="33990" cy="78139"/>
            </a:xfrm>
            <a:custGeom>
              <a:avLst/>
              <a:pathLst>
                <a:path w="33990" h="78139">
                  <a:moveTo>
                    <a:pt x="33990" y="0"/>
                  </a:moveTo>
                  <a:lnTo>
                    <a:pt x="0" y="78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l1057"/>
            <p:cNvSpPr/>
            <p:nvPr/>
          </p:nvSpPr>
          <p:spPr>
            <a:xfrm>
              <a:off x="5265379" y="5098674"/>
              <a:ext cx="1775" cy="3577"/>
            </a:xfrm>
            <a:custGeom>
              <a:avLst/>
              <a:pathLst>
                <a:path w="1775" h="3577">
                  <a:moveTo>
                    <a:pt x="1775" y="0"/>
                  </a:moveTo>
                  <a:lnTo>
                    <a:pt x="0" y="3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l1058"/>
            <p:cNvSpPr/>
            <p:nvPr/>
          </p:nvSpPr>
          <p:spPr>
            <a:xfrm>
              <a:off x="5341069" y="5148831"/>
              <a:ext cx="35941" cy="85991"/>
            </a:xfrm>
            <a:custGeom>
              <a:avLst/>
              <a:pathLst>
                <a:path w="35941" h="85991">
                  <a:moveTo>
                    <a:pt x="35941" y="0"/>
                  </a:moveTo>
                  <a:lnTo>
                    <a:pt x="0" y="859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l1059"/>
            <p:cNvSpPr/>
            <p:nvPr/>
          </p:nvSpPr>
          <p:spPr>
            <a:xfrm>
              <a:off x="4820466" y="4916115"/>
              <a:ext cx="866" cy="1010"/>
            </a:xfrm>
            <a:custGeom>
              <a:avLst/>
              <a:pathLst>
                <a:path w="866" h="1010">
                  <a:moveTo>
                    <a:pt x="866" y="0"/>
                  </a:moveTo>
                  <a:lnTo>
                    <a:pt x="0" y="1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l1060"/>
            <p:cNvSpPr/>
            <p:nvPr/>
          </p:nvSpPr>
          <p:spPr>
            <a:xfrm>
              <a:off x="4826830" y="4921542"/>
              <a:ext cx="862" cy="1014"/>
            </a:xfrm>
            <a:custGeom>
              <a:avLst/>
              <a:pathLst>
                <a:path w="862" h="1014">
                  <a:moveTo>
                    <a:pt x="862" y="0"/>
                  </a:moveTo>
                  <a:lnTo>
                    <a:pt x="0" y="1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l1061"/>
            <p:cNvSpPr/>
            <p:nvPr/>
          </p:nvSpPr>
          <p:spPr>
            <a:xfrm>
              <a:off x="4807809" y="4905180"/>
              <a:ext cx="875" cy="1003"/>
            </a:xfrm>
            <a:custGeom>
              <a:avLst/>
              <a:pathLst>
                <a:path w="875" h="1003">
                  <a:moveTo>
                    <a:pt x="875" y="0"/>
                  </a:moveTo>
                  <a:lnTo>
                    <a:pt x="0" y="10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l1062"/>
            <p:cNvSpPr/>
            <p:nvPr/>
          </p:nvSpPr>
          <p:spPr>
            <a:xfrm>
              <a:off x="4814126" y="4910661"/>
              <a:ext cx="870" cy="1007"/>
            </a:xfrm>
            <a:custGeom>
              <a:avLst/>
              <a:pathLst>
                <a:path w="870" h="1007">
                  <a:moveTo>
                    <a:pt x="870" y="0"/>
                  </a:moveTo>
                  <a:lnTo>
                    <a:pt x="0" y="10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l1063"/>
            <p:cNvSpPr/>
            <p:nvPr/>
          </p:nvSpPr>
          <p:spPr>
            <a:xfrm>
              <a:off x="4788999" y="4888577"/>
              <a:ext cx="887" cy="992"/>
            </a:xfrm>
            <a:custGeom>
              <a:avLst/>
              <a:pathLst>
                <a:path w="887" h="992">
                  <a:moveTo>
                    <a:pt x="887" y="0"/>
                  </a:moveTo>
                  <a:lnTo>
                    <a:pt x="0" y="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l1064"/>
            <p:cNvSpPr/>
            <p:nvPr/>
          </p:nvSpPr>
          <p:spPr>
            <a:xfrm>
              <a:off x="4795245" y="4894138"/>
              <a:ext cx="883" cy="996"/>
            </a:xfrm>
            <a:custGeom>
              <a:avLst/>
              <a:pathLst>
                <a:path w="883" h="996">
                  <a:moveTo>
                    <a:pt x="883" y="0"/>
                  </a:moveTo>
                  <a:lnTo>
                    <a:pt x="0" y="9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l1065"/>
            <p:cNvSpPr/>
            <p:nvPr/>
          </p:nvSpPr>
          <p:spPr>
            <a:xfrm>
              <a:off x="4770404" y="4871735"/>
              <a:ext cx="900" cy="980"/>
            </a:xfrm>
            <a:custGeom>
              <a:avLst/>
              <a:pathLst>
                <a:path w="900" h="980">
                  <a:moveTo>
                    <a:pt x="900" y="0"/>
                  </a:moveTo>
                  <a:lnTo>
                    <a:pt x="0" y="9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l1066"/>
            <p:cNvSpPr/>
            <p:nvPr/>
          </p:nvSpPr>
          <p:spPr>
            <a:xfrm>
              <a:off x="4776578" y="4877375"/>
              <a:ext cx="896" cy="984"/>
            </a:xfrm>
            <a:custGeom>
              <a:avLst/>
              <a:pathLst>
                <a:path w="896" h="984">
                  <a:moveTo>
                    <a:pt x="896" y="0"/>
                  </a:moveTo>
                  <a:lnTo>
                    <a:pt x="0" y="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l1067"/>
            <p:cNvSpPr/>
            <p:nvPr/>
          </p:nvSpPr>
          <p:spPr>
            <a:xfrm>
              <a:off x="4774386" y="4873576"/>
              <a:ext cx="898" cy="982"/>
            </a:xfrm>
            <a:custGeom>
              <a:avLst/>
              <a:pathLst>
                <a:path w="898" h="982">
                  <a:moveTo>
                    <a:pt x="898" y="0"/>
                  </a:moveTo>
                  <a:lnTo>
                    <a:pt x="0" y="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l1068"/>
            <p:cNvSpPr/>
            <p:nvPr/>
          </p:nvSpPr>
          <p:spPr>
            <a:xfrm>
              <a:off x="4782777" y="4882001"/>
              <a:ext cx="1784" cy="1976"/>
            </a:xfrm>
            <a:custGeom>
              <a:avLst/>
              <a:pathLst>
                <a:path w="1784" h="1976">
                  <a:moveTo>
                    <a:pt x="1784" y="0"/>
                  </a:moveTo>
                  <a:lnTo>
                    <a:pt x="0" y="19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l1069"/>
            <p:cNvSpPr/>
            <p:nvPr/>
          </p:nvSpPr>
          <p:spPr>
            <a:xfrm>
              <a:off x="4779916" y="4875825"/>
              <a:ext cx="1790" cy="1971"/>
            </a:xfrm>
            <a:custGeom>
              <a:avLst/>
              <a:pathLst>
                <a:path w="1790" h="1971">
                  <a:moveTo>
                    <a:pt x="1790" y="0"/>
                  </a:moveTo>
                  <a:lnTo>
                    <a:pt x="0" y="1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l1070"/>
            <p:cNvSpPr/>
            <p:nvPr/>
          </p:nvSpPr>
          <p:spPr>
            <a:xfrm>
              <a:off x="4793005" y="4888379"/>
              <a:ext cx="2657" cy="2982"/>
            </a:xfrm>
            <a:custGeom>
              <a:avLst/>
              <a:pathLst>
                <a:path w="2657" h="2982">
                  <a:moveTo>
                    <a:pt x="2657" y="0"/>
                  </a:moveTo>
                  <a:lnTo>
                    <a:pt x="0" y="2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l1071"/>
            <p:cNvSpPr/>
            <p:nvPr/>
          </p:nvSpPr>
          <p:spPr>
            <a:xfrm>
              <a:off x="4788669" y="4881129"/>
              <a:ext cx="890" cy="989"/>
            </a:xfrm>
            <a:custGeom>
              <a:avLst/>
              <a:pathLst>
                <a:path w="890" h="989">
                  <a:moveTo>
                    <a:pt x="890" y="0"/>
                  </a:moveTo>
                  <a:lnTo>
                    <a:pt x="0" y="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l1072"/>
            <p:cNvSpPr/>
            <p:nvPr/>
          </p:nvSpPr>
          <p:spPr>
            <a:xfrm>
              <a:off x="4801515" y="4895674"/>
              <a:ext cx="4396" cy="4998"/>
            </a:xfrm>
            <a:custGeom>
              <a:avLst/>
              <a:pathLst>
                <a:path w="4396" h="4998">
                  <a:moveTo>
                    <a:pt x="4396" y="0"/>
                  </a:moveTo>
                  <a:lnTo>
                    <a:pt x="0" y="49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l1073"/>
            <p:cNvSpPr/>
            <p:nvPr/>
          </p:nvSpPr>
          <p:spPr>
            <a:xfrm>
              <a:off x="4797715" y="4886434"/>
              <a:ext cx="1769" cy="1989"/>
            </a:xfrm>
            <a:custGeom>
              <a:avLst/>
              <a:pathLst>
                <a:path w="1769" h="1989">
                  <a:moveTo>
                    <a:pt x="1769" y="0"/>
                  </a:moveTo>
                  <a:lnTo>
                    <a:pt x="0" y="1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l1074"/>
            <p:cNvSpPr/>
            <p:nvPr/>
          </p:nvSpPr>
          <p:spPr>
            <a:xfrm>
              <a:off x="4811837" y="4901892"/>
              <a:ext cx="5237" cy="6032"/>
            </a:xfrm>
            <a:custGeom>
              <a:avLst/>
              <a:pathLst>
                <a:path w="5237" h="6032">
                  <a:moveTo>
                    <a:pt x="5237" y="0"/>
                  </a:moveTo>
                  <a:lnTo>
                    <a:pt x="0" y="60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l1075"/>
            <p:cNvSpPr/>
            <p:nvPr/>
          </p:nvSpPr>
          <p:spPr>
            <a:xfrm>
              <a:off x="4752025" y="4854656"/>
              <a:ext cx="912" cy="969"/>
            </a:xfrm>
            <a:custGeom>
              <a:avLst/>
              <a:pathLst>
                <a:path w="912" h="969">
                  <a:moveTo>
                    <a:pt x="912" y="0"/>
                  </a:moveTo>
                  <a:lnTo>
                    <a:pt x="0" y="9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l1076"/>
            <p:cNvSpPr/>
            <p:nvPr/>
          </p:nvSpPr>
          <p:spPr>
            <a:xfrm>
              <a:off x="4758127" y="4860375"/>
              <a:ext cx="908" cy="973"/>
            </a:xfrm>
            <a:custGeom>
              <a:avLst/>
              <a:pathLst>
                <a:path w="908" h="973">
                  <a:moveTo>
                    <a:pt x="908" y="0"/>
                  </a:moveTo>
                  <a:lnTo>
                    <a:pt x="0" y="9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l1077"/>
            <p:cNvSpPr/>
            <p:nvPr/>
          </p:nvSpPr>
          <p:spPr>
            <a:xfrm>
              <a:off x="4755984" y="4856547"/>
              <a:ext cx="910" cy="971"/>
            </a:xfrm>
            <a:custGeom>
              <a:avLst/>
              <a:pathLst>
                <a:path w="910" h="971">
                  <a:moveTo>
                    <a:pt x="910" y="0"/>
                  </a:moveTo>
                  <a:lnTo>
                    <a:pt x="0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8"/>
            <p:cNvSpPr/>
            <p:nvPr/>
          </p:nvSpPr>
          <p:spPr>
            <a:xfrm>
              <a:off x="4764253" y="4865091"/>
              <a:ext cx="1809" cy="1953"/>
            </a:xfrm>
            <a:custGeom>
              <a:avLst/>
              <a:pathLst>
                <a:path w="1809" h="1953">
                  <a:moveTo>
                    <a:pt x="1809" y="0"/>
                  </a:moveTo>
                  <a:lnTo>
                    <a:pt x="0" y="1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9"/>
            <p:cNvSpPr/>
            <p:nvPr/>
          </p:nvSpPr>
          <p:spPr>
            <a:xfrm>
              <a:off x="4739896" y="4843139"/>
              <a:ext cx="921" cy="961"/>
            </a:xfrm>
            <a:custGeom>
              <a:avLst/>
              <a:pathLst>
                <a:path w="921" h="961">
                  <a:moveTo>
                    <a:pt x="921" y="0"/>
                  </a:moveTo>
                  <a:lnTo>
                    <a:pt x="0" y="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80"/>
            <p:cNvSpPr/>
            <p:nvPr/>
          </p:nvSpPr>
          <p:spPr>
            <a:xfrm>
              <a:off x="4745948" y="4848910"/>
              <a:ext cx="917" cy="965"/>
            </a:xfrm>
            <a:custGeom>
              <a:avLst/>
              <a:pathLst>
                <a:path w="917" h="965">
                  <a:moveTo>
                    <a:pt x="917" y="0"/>
                  </a:moveTo>
                  <a:lnTo>
                    <a:pt x="0" y="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1"/>
            <p:cNvSpPr/>
            <p:nvPr/>
          </p:nvSpPr>
          <p:spPr>
            <a:xfrm>
              <a:off x="4727865" y="4831520"/>
              <a:ext cx="929" cy="953"/>
            </a:xfrm>
            <a:custGeom>
              <a:avLst/>
              <a:pathLst>
                <a:path w="929" h="953">
                  <a:moveTo>
                    <a:pt x="929" y="0"/>
                  </a:moveTo>
                  <a:lnTo>
                    <a:pt x="0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2"/>
            <p:cNvSpPr/>
            <p:nvPr/>
          </p:nvSpPr>
          <p:spPr>
            <a:xfrm>
              <a:off x="4733868" y="4837343"/>
              <a:ext cx="925" cy="957"/>
            </a:xfrm>
            <a:custGeom>
              <a:avLst/>
              <a:pathLst>
                <a:path w="925" h="957">
                  <a:moveTo>
                    <a:pt x="925" y="0"/>
                  </a:moveTo>
                  <a:lnTo>
                    <a:pt x="0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3"/>
            <p:cNvSpPr/>
            <p:nvPr/>
          </p:nvSpPr>
          <p:spPr>
            <a:xfrm>
              <a:off x="4731790" y="4832524"/>
              <a:ext cx="1854" cy="1910"/>
            </a:xfrm>
            <a:custGeom>
              <a:avLst/>
              <a:pathLst>
                <a:path w="1854" h="1910">
                  <a:moveTo>
                    <a:pt x="1854" y="0"/>
                  </a:moveTo>
                  <a:lnTo>
                    <a:pt x="0" y="1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4"/>
            <p:cNvSpPr/>
            <p:nvPr/>
          </p:nvSpPr>
          <p:spPr>
            <a:xfrm>
              <a:off x="4743838" y="4844102"/>
              <a:ext cx="1838" cy="1926"/>
            </a:xfrm>
            <a:custGeom>
              <a:avLst/>
              <a:pathLst>
                <a:path w="1838" h="1926">
                  <a:moveTo>
                    <a:pt x="1838" y="0"/>
                  </a:moveTo>
                  <a:lnTo>
                    <a:pt x="0" y="19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5"/>
            <p:cNvSpPr/>
            <p:nvPr/>
          </p:nvSpPr>
          <p:spPr>
            <a:xfrm>
              <a:off x="4739648" y="4835447"/>
              <a:ext cx="2769" cy="2878"/>
            </a:xfrm>
            <a:custGeom>
              <a:avLst/>
              <a:pathLst>
                <a:path w="2769" h="2878">
                  <a:moveTo>
                    <a:pt x="2769" y="0"/>
                  </a:moveTo>
                  <a:lnTo>
                    <a:pt x="0" y="28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6"/>
            <p:cNvSpPr/>
            <p:nvPr/>
          </p:nvSpPr>
          <p:spPr>
            <a:xfrm>
              <a:off x="4761472" y="4856930"/>
              <a:ext cx="3630" cy="3896"/>
            </a:xfrm>
            <a:custGeom>
              <a:avLst/>
              <a:pathLst>
                <a:path w="3630" h="3896">
                  <a:moveTo>
                    <a:pt x="3630" y="0"/>
                  </a:moveTo>
                  <a:lnTo>
                    <a:pt x="0" y="3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l1087"/>
            <p:cNvSpPr/>
            <p:nvPr/>
          </p:nvSpPr>
          <p:spPr>
            <a:xfrm>
              <a:off x="4715933" y="4819799"/>
              <a:ext cx="937" cy="945"/>
            </a:xfrm>
            <a:custGeom>
              <a:avLst/>
              <a:pathLst>
                <a:path w="937" h="945">
                  <a:moveTo>
                    <a:pt x="937" y="0"/>
                  </a:moveTo>
                  <a:lnTo>
                    <a:pt x="0" y="9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l1088"/>
            <p:cNvSpPr/>
            <p:nvPr/>
          </p:nvSpPr>
          <p:spPr>
            <a:xfrm>
              <a:off x="4721886" y="4825672"/>
              <a:ext cx="933" cy="949"/>
            </a:xfrm>
            <a:custGeom>
              <a:avLst/>
              <a:pathLst>
                <a:path w="933" h="949">
                  <a:moveTo>
                    <a:pt x="933" y="0"/>
                  </a:moveTo>
                  <a:lnTo>
                    <a:pt x="0" y="9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l1089"/>
            <p:cNvSpPr/>
            <p:nvPr/>
          </p:nvSpPr>
          <p:spPr>
            <a:xfrm>
              <a:off x="4704102" y="4807976"/>
              <a:ext cx="945" cy="937"/>
            </a:xfrm>
            <a:custGeom>
              <a:avLst/>
              <a:pathLst>
                <a:path w="945" h="937">
                  <a:moveTo>
                    <a:pt x="945" y="0"/>
                  </a:moveTo>
                  <a:lnTo>
                    <a:pt x="0" y="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l1090"/>
            <p:cNvSpPr/>
            <p:nvPr/>
          </p:nvSpPr>
          <p:spPr>
            <a:xfrm>
              <a:off x="4710005" y="4813900"/>
              <a:ext cx="941" cy="941"/>
            </a:xfrm>
            <a:custGeom>
              <a:avLst/>
              <a:pathLst>
                <a:path w="941" h="941">
                  <a:moveTo>
                    <a:pt x="941" y="0"/>
                  </a:moveTo>
                  <a:lnTo>
                    <a:pt x="0" y="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l1091"/>
            <p:cNvSpPr/>
            <p:nvPr/>
          </p:nvSpPr>
          <p:spPr>
            <a:xfrm>
              <a:off x="4692373" y="4796053"/>
              <a:ext cx="953" cy="929"/>
            </a:xfrm>
            <a:custGeom>
              <a:avLst/>
              <a:pathLst>
                <a:path w="953" h="929">
                  <a:moveTo>
                    <a:pt x="953" y="0"/>
                  </a:moveTo>
                  <a:lnTo>
                    <a:pt x="0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l1092"/>
            <p:cNvSpPr/>
            <p:nvPr/>
          </p:nvSpPr>
          <p:spPr>
            <a:xfrm>
              <a:off x="4698225" y="4802027"/>
              <a:ext cx="949" cy="933"/>
            </a:xfrm>
            <a:custGeom>
              <a:avLst/>
              <a:pathLst>
                <a:path w="949" h="933">
                  <a:moveTo>
                    <a:pt x="949" y="0"/>
                  </a:moveTo>
                  <a:lnTo>
                    <a:pt x="0" y="9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l1093"/>
            <p:cNvSpPr/>
            <p:nvPr/>
          </p:nvSpPr>
          <p:spPr>
            <a:xfrm>
              <a:off x="4696247" y="4797180"/>
              <a:ext cx="1902" cy="1862"/>
            </a:xfrm>
            <a:custGeom>
              <a:avLst/>
              <a:pathLst>
                <a:path w="1902" h="1862">
                  <a:moveTo>
                    <a:pt x="1902" y="0"/>
                  </a:moveTo>
                  <a:lnTo>
                    <a:pt x="0" y="1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l1094"/>
            <p:cNvSpPr/>
            <p:nvPr/>
          </p:nvSpPr>
          <p:spPr>
            <a:xfrm>
              <a:off x="4707994" y="4809062"/>
              <a:ext cx="1886" cy="1878"/>
            </a:xfrm>
            <a:custGeom>
              <a:avLst/>
              <a:pathLst>
                <a:path w="1886" h="1878">
                  <a:moveTo>
                    <a:pt x="1886" y="0"/>
                  </a:moveTo>
                  <a:lnTo>
                    <a:pt x="0" y="18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l1095"/>
            <p:cNvSpPr/>
            <p:nvPr/>
          </p:nvSpPr>
          <p:spPr>
            <a:xfrm>
              <a:off x="4680746" y="4784030"/>
              <a:ext cx="961" cy="921"/>
            </a:xfrm>
            <a:custGeom>
              <a:avLst/>
              <a:pathLst>
                <a:path w="961" h="921">
                  <a:moveTo>
                    <a:pt x="961" y="0"/>
                  </a:moveTo>
                  <a:lnTo>
                    <a:pt x="0" y="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l1096"/>
            <p:cNvSpPr/>
            <p:nvPr/>
          </p:nvSpPr>
          <p:spPr>
            <a:xfrm>
              <a:off x="4686547" y="4790054"/>
              <a:ext cx="957" cy="925"/>
            </a:xfrm>
            <a:custGeom>
              <a:avLst/>
              <a:pathLst>
                <a:path w="957" h="925">
                  <a:moveTo>
                    <a:pt x="957" y="0"/>
                  </a:moveTo>
                  <a:lnTo>
                    <a:pt x="0" y="9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l1097"/>
            <p:cNvSpPr/>
            <p:nvPr/>
          </p:nvSpPr>
          <p:spPr>
            <a:xfrm>
              <a:off x="4663499" y="4765811"/>
              <a:ext cx="973" cy="908"/>
            </a:xfrm>
            <a:custGeom>
              <a:avLst/>
              <a:pathLst>
                <a:path w="973" h="908">
                  <a:moveTo>
                    <a:pt x="973" y="0"/>
                  </a:moveTo>
                  <a:lnTo>
                    <a:pt x="0" y="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l1098"/>
            <p:cNvSpPr/>
            <p:nvPr/>
          </p:nvSpPr>
          <p:spPr>
            <a:xfrm>
              <a:off x="4669222" y="4771908"/>
              <a:ext cx="969" cy="912"/>
            </a:xfrm>
            <a:custGeom>
              <a:avLst/>
              <a:pathLst>
                <a:path w="969" h="912">
                  <a:moveTo>
                    <a:pt x="969" y="0"/>
                  </a:moveTo>
                  <a:lnTo>
                    <a:pt x="0" y="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l1099"/>
            <p:cNvSpPr/>
            <p:nvPr/>
          </p:nvSpPr>
          <p:spPr>
            <a:xfrm>
              <a:off x="4667328" y="4767952"/>
              <a:ext cx="971" cy="910"/>
            </a:xfrm>
            <a:custGeom>
              <a:avLst/>
              <a:pathLst>
                <a:path w="971" h="910">
                  <a:moveTo>
                    <a:pt x="971" y="0"/>
                  </a:moveTo>
                  <a:lnTo>
                    <a:pt x="0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l1100"/>
            <p:cNvSpPr/>
            <p:nvPr/>
          </p:nvSpPr>
          <p:spPr>
            <a:xfrm>
              <a:off x="4674971" y="4777064"/>
              <a:ext cx="1930" cy="1834"/>
            </a:xfrm>
            <a:custGeom>
              <a:avLst/>
              <a:pathLst>
                <a:path w="1930" h="1834">
                  <a:moveTo>
                    <a:pt x="1930" y="0"/>
                  </a:moveTo>
                  <a:lnTo>
                    <a:pt x="0" y="1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l1101"/>
            <p:cNvSpPr/>
            <p:nvPr/>
          </p:nvSpPr>
          <p:spPr>
            <a:xfrm>
              <a:off x="4672593" y="4770687"/>
              <a:ext cx="1936" cy="1827"/>
            </a:xfrm>
            <a:custGeom>
              <a:avLst/>
              <a:pathLst>
                <a:path w="1936" h="1827">
                  <a:moveTo>
                    <a:pt x="1936" y="0"/>
                  </a:moveTo>
                  <a:lnTo>
                    <a:pt x="0" y="1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l1102"/>
            <p:cNvSpPr/>
            <p:nvPr/>
          </p:nvSpPr>
          <p:spPr>
            <a:xfrm>
              <a:off x="4684602" y="4784275"/>
              <a:ext cx="2878" cy="2769"/>
            </a:xfrm>
            <a:custGeom>
              <a:avLst/>
              <a:pathLst>
                <a:path w="2878" h="2769">
                  <a:moveTo>
                    <a:pt x="2878" y="0"/>
                  </a:moveTo>
                  <a:lnTo>
                    <a:pt x="0" y="2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l1103"/>
            <p:cNvSpPr/>
            <p:nvPr/>
          </p:nvSpPr>
          <p:spPr>
            <a:xfrm>
              <a:off x="4680989" y="4773822"/>
              <a:ext cx="3855" cy="3674"/>
            </a:xfrm>
            <a:custGeom>
              <a:avLst/>
              <a:pathLst>
                <a:path w="3855" h="3674">
                  <a:moveTo>
                    <a:pt x="3855" y="0"/>
                  </a:moveTo>
                  <a:lnTo>
                    <a:pt x="0" y="3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l1104"/>
            <p:cNvSpPr/>
            <p:nvPr/>
          </p:nvSpPr>
          <p:spPr>
            <a:xfrm>
              <a:off x="4704003" y="4798457"/>
              <a:ext cx="4737" cy="4677"/>
            </a:xfrm>
            <a:custGeom>
              <a:avLst/>
              <a:pathLst>
                <a:path w="4737" h="4677">
                  <a:moveTo>
                    <a:pt x="4737" y="0"/>
                  </a:moveTo>
                  <a:lnTo>
                    <a:pt x="0" y="4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l1105"/>
            <p:cNvSpPr/>
            <p:nvPr/>
          </p:nvSpPr>
          <p:spPr>
            <a:xfrm>
              <a:off x="4696738" y="4784338"/>
              <a:ext cx="1911" cy="1854"/>
            </a:xfrm>
            <a:custGeom>
              <a:avLst/>
              <a:pathLst>
                <a:path w="1911" h="1854">
                  <a:moveTo>
                    <a:pt x="1911" y="0"/>
                  </a:moveTo>
                  <a:lnTo>
                    <a:pt x="0" y="18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6"/>
            <p:cNvSpPr/>
            <p:nvPr/>
          </p:nvSpPr>
          <p:spPr>
            <a:xfrm>
              <a:off x="4719842" y="4814211"/>
              <a:ext cx="8418" cy="8527"/>
            </a:xfrm>
            <a:custGeom>
              <a:avLst/>
              <a:pathLst>
                <a:path w="8418" h="8527">
                  <a:moveTo>
                    <a:pt x="8418" y="0"/>
                  </a:moveTo>
                  <a:lnTo>
                    <a:pt x="0" y="85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l1107"/>
            <p:cNvSpPr/>
            <p:nvPr/>
          </p:nvSpPr>
          <p:spPr>
            <a:xfrm>
              <a:off x="4713374" y="4792793"/>
              <a:ext cx="6619" cy="6561"/>
            </a:xfrm>
            <a:custGeom>
              <a:avLst/>
              <a:pathLst>
                <a:path w="6619" h="6561">
                  <a:moveTo>
                    <a:pt x="6619" y="0"/>
                  </a:moveTo>
                  <a:lnTo>
                    <a:pt x="0" y="6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l1108"/>
            <p:cNvSpPr/>
            <p:nvPr/>
          </p:nvSpPr>
          <p:spPr>
            <a:xfrm>
              <a:off x="4753717" y="4835600"/>
              <a:ext cx="10070" cy="10634"/>
            </a:xfrm>
            <a:custGeom>
              <a:avLst/>
              <a:pathLst>
                <a:path w="10070" h="10634">
                  <a:moveTo>
                    <a:pt x="10070" y="0"/>
                  </a:moveTo>
                  <a:lnTo>
                    <a:pt x="0" y="10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l1109"/>
            <p:cNvSpPr/>
            <p:nvPr/>
          </p:nvSpPr>
          <p:spPr>
            <a:xfrm>
              <a:off x="4741722" y="4806753"/>
              <a:ext cx="7445" cy="7617"/>
            </a:xfrm>
            <a:custGeom>
              <a:avLst/>
              <a:pathLst>
                <a:path w="7445" h="7617">
                  <a:moveTo>
                    <a:pt x="7445" y="0"/>
                  </a:moveTo>
                  <a:lnTo>
                    <a:pt x="0" y="76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l1110"/>
            <p:cNvSpPr/>
            <p:nvPr/>
          </p:nvSpPr>
          <p:spPr>
            <a:xfrm>
              <a:off x="4808257" y="4876187"/>
              <a:ext cx="15820" cy="18002"/>
            </a:xfrm>
            <a:custGeom>
              <a:avLst/>
              <a:pathLst>
                <a:path w="15820" h="18002">
                  <a:moveTo>
                    <a:pt x="15820" y="0"/>
                  </a:moveTo>
                  <a:lnTo>
                    <a:pt x="0" y="18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l1111"/>
            <p:cNvSpPr/>
            <p:nvPr/>
          </p:nvSpPr>
          <p:spPr>
            <a:xfrm>
              <a:off x="4786162" y="4840013"/>
              <a:ext cx="1810" cy="1952"/>
            </a:xfrm>
            <a:custGeom>
              <a:avLst/>
              <a:pathLst>
                <a:path w="1810" h="1952">
                  <a:moveTo>
                    <a:pt x="1810" y="0"/>
                  </a:moveTo>
                  <a:lnTo>
                    <a:pt x="0" y="19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l1112"/>
            <p:cNvSpPr/>
            <p:nvPr/>
          </p:nvSpPr>
          <p:spPr>
            <a:xfrm>
              <a:off x="4824510" y="4892499"/>
              <a:ext cx="22470" cy="26332"/>
            </a:xfrm>
            <a:custGeom>
              <a:avLst/>
              <a:pathLst>
                <a:path w="22470" h="26332">
                  <a:moveTo>
                    <a:pt x="22470" y="0"/>
                  </a:moveTo>
                  <a:lnTo>
                    <a:pt x="0" y="263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l1113"/>
            <p:cNvSpPr/>
            <p:nvPr/>
          </p:nvSpPr>
          <p:spPr>
            <a:xfrm>
              <a:off x="4640869" y="4741178"/>
              <a:ext cx="988" cy="892"/>
            </a:xfrm>
            <a:custGeom>
              <a:avLst/>
              <a:pathLst>
                <a:path w="988" h="892">
                  <a:moveTo>
                    <a:pt x="988" y="0"/>
                  </a:moveTo>
                  <a:lnTo>
                    <a:pt x="0" y="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l1114"/>
            <p:cNvSpPr/>
            <p:nvPr/>
          </p:nvSpPr>
          <p:spPr>
            <a:xfrm>
              <a:off x="4646487" y="4747372"/>
              <a:ext cx="984" cy="896"/>
            </a:xfrm>
            <a:custGeom>
              <a:avLst/>
              <a:pathLst>
                <a:path w="984" h="896">
                  <a:moveTo>
                    <a:pt x="984" y="0"/>
                  </a:moveTo>
                  <a:lnTo>
                    <a:pt x="0" y="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l1115"/>
            <p:cNvSpPr/>
            <p:nvPr/>
          </p:nvSpPr>
          <p:spPr>
            <a:xfrm>
              <a:off x="4629712" y="4728718"/>
              <a:ext cx="996" cy="883"/>
            </a:xfrm>
            <a:custGeom>
              <a:avLst/>
              <a:pathLst>
                <a:path w="996" h="883">
                  <a:moveTo>
                    <a:pt x="996" y="0"/>
                  </a:moveTo>
                  <a:lnTo>
                    <a:pt x="0" y="8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l1116"/>
            <p:cNvSpPr/>
            <p:nvPr/>
          </p:nvSpPr>
          <p:spPr>
            <a:xfrm>
              <a:off x="4635277" y="4734960"/>
              <a:ext cx="992" cy="887"/>
            </a:xfrm>
            <a:custGeom>
              <a:avLst/>
              <a:pathLst>
                <a:path w="992" h="887">
                  <a:moveTo>
                    <a:pt x="992" y="0"/>
                  </a:moveTo>
                  <a:lnTo>
                    <a:pt x="0" y="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l1117"/>
            <p:cNvSpPr/>
            <p:nvPr/>
          </p:nvSpPr>
          <p:spPr>
            <a:xfrm>
              <a:off x="4618663" y="4716163"/>
              <a:ext cx="1003" cy="875"/>
            </a:xfrm>
            <a:custGeom>
              <a:avLst/>
              <a:pathLst>
                <a:path w="1003" h="875">
                  <a:moveTo>
                    <a:pt x="1003" y="0"/>
                  </a:moveTo>
                  <a:lnTo>
                    <a:pt x="0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l1118"/>
            <p:cNvSpPr/>
            <p:nvPr/>
          </p:nvSpPr>
          <p:spPr>
            <a:xfrm>
              <a:off x="4624174" y="4722452"/>
              <a:ext cx="999" cy="879"/>
            </a:xfrm>
            <a:custGeom>
              <a:avLst/>
              <a:pathLst>
                <a:path w="999" h="879">
                  <a:moveTo>
                    <a:pt x="999" y="0"/>
                  </a:moveTo>
                  <a:lnTo>
                    <a:pt x="0" y="8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l1119"/>
            <p:cNvSpPr/>
            <p:nvPr/>
          </p:nvSpPr>
          <p:spPr>
            <a:xfrm>
              <a:off x="4622417" y="4717556"/>
              <a:ext cx="2003" cy="1754"/>
            </a:xfrm>
            <a:custGeom>
              <a:avLst/>
              <a:pathLst>
                <a:path w="2003" h="1754">
                  <a:moveTo>
                    <a:pt x="2003" y="0"/>
                  </a:moveTo>
                  <a:lnTo>
                    <a:pt x="0" y="1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l1120"/>
            <p:cNvSpPr/>
            <p:nvPr/>
          </p:nvSpPr>
          <p:spPr>
            <a:xfrm>
              <a:off x="4633485" y="4730070"/>
              <a:ext cx="1988" cy="1771"/>
            </a:xfrm>
            <a:custGeom>
              <a:avLst/>
              <a:pathLst>
                <a:path w="1988" h="1771">
                  <a:moveTo>
                    <a:pt x="1988" y="0"/>
                  </a:moveTo>
                  <a:lnTo>
                    <a:pt x="0" y="1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l1121"/>
            <p:cNvSpPr/>
            <p:nvPr/>
          </p:nvSpPr>
          <p:spPr>
            <a:xfrm>
              <a:off x="4629933" y="4722062"/>
              <a:ext cx="1995" cy="1762"/>
            </a:xfrm>
            <a:custGeom>
              <a:avLst/>
              <a:pathLst>
                <a:path w="1995" h="1762">
                  <a:moveTo>
                    <a:pt x="1995" y="0"/>
                  </a:moveTo>
                  <a:lnTo>
                    <a:pt x="0" y="1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l1122"/>
            <p:cNvSpPr/>
            <p:nvPr/>
          </p:nvSpPr>
          <p:spPr>
            <a:xfrm>
              <a:off x="4644661" y="4740701"/>
              <a:ext cx="3946" cy="3576"/>
            </a:xfrm>
            <a:custGeom>
              <a:avLst/>
              <a:pathLst>
                <a:path w="3946" h="3576">
                  <a:moveTo>
                    <a:pt x="3946" y="0"/>
                  </a:moveTo>
                  <a:lnTo>
                    <a:pt x="0" y="35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l1123"/>
            <p:cNvSpPr/>
            <p:nvPr/>
          </p:nvSpPr>
          <p:spPr>
            <a:xfrm>
              <a:off x="4607721" y="4703514"/>
              <a:ext cx="1010" cy="866"/>
            </a:xfrm>
            <a:custGeom>
              <a:avLst/>
              <a:pathLst>
                <a:path w="1010" h="866">
                  <a:moveTo>
                    <a:pt x="1010" y="0"/>
                  </a:moveTo>
                  <a:lnTo>
                    <a:pt x="0" y="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l1124"/>
            <p:cNvSpPr/>
            <p:nvPr/>
          </p:nvSpPr>
          <p:spPr>
            <a:xfrm>
              <a:off x="4613178" y="4709850"/>
              <a:ext cx="1007" cy="870"/>
            </a:xfrm>
            <a:custGeom>
              <a:avLst/>
              <a:pathLst>
                <a:path w="1007" h="870">
                  <a:moveTo>
                    <a:pt x="1007" y="0"/>
                  </a:moveTo>
                  <a:lnTo>
                    <a:pt x="0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l1125"/>
            <p:cNvSpPr/>
            <p:nvPr/>
          </p:nvSpPr>
          <p:spPr>
            <a:xfrm>
              <a:off x="4596887" y="4690772"/>
              <a:ext cx="1018" cy="857"/>
            </a:xfrm>
            <a:custGeom>
              <a:avLst/>
              <a:pathLst>
                <a:path w="1018" h="857">
                  <a:moveTo>
                    <a:pt x="1018" y="0"/>
                  </a:moveTo>
                  <a:lnTo>
                    <a:pt x="0" y="8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l1126"/>
            <p:cNvSpPr/>
            <p:nvPr/>
          </p:nvSpPr>
          <p:spPr>
            <a:xfrm>
              <a:off x="4602290" y="4697154"/>
              <a:ext cx="1014" cy="862"/>
            </a:xfrm>
            <a:custGeom>
              <a:avLst/>
              <a:pathLst>
                <a:path w="1014" h="862">
                  <a:moveTo>
                    <a:pt x="1014" y="0"/>
                  </a:moveTo>
                  <a:lnTo>
                    <a:pt x="0" y="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l1127"/>
            <p:cNvSpPr/>
            <p:nvPr/>
          </p:nvSpPr>
          <p:spPr>
            <a:xfrm>
              <a:off x="4586163" y="4677938"/>
              <a:ext cx="1025" cy="849"/>
            </a:xfrm>
            <a:custGeom>
              <a:avLst/>
              <a:pathLst>
                <a:path w="1025" h="849">
                  <a:moveTo>
                    <a:pt x="1025" y="0"/>
                  </a:moveTo>
                  <a:lnTo>
                    <a:pt x="0" y="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l1128"/>
            <p:cNvSpPr/>
            <p:nvPr/>
          </p:nvSpPr>
          <p:spPr>
            <a:xfrm>
              <a:off x="4591511" y="4684367"/>
              <a:ext cx="1021" cy="853"/>
            </a:xfrm>
            <a:custGeom>
              <a:avLst/>
              <a:pathLst>
                <a:path w="1021" h="853">
                  <a:moveTo>
                    <a:pt x="1021" y="0"/>
                  </a:moveTo>
                  <a:lnTo>
                    <a:pt x="0" y="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l1129"/>
            <p:cNvSpPr/>
            <p:nvPr/>
          </p:nvSpPr>
          <p:spPr>
            <a:xfrm>
              <a:off x="4575549" y="4665014"/>
              <a:ext cx="1032" cy="840"/>
            </a:xfrm>
            <a:custGeom>
              <a:avLst/>
              <a:pathLst>
                <a:path w="1032" h="840">
                  <a:moveTo>
                    <a:pt x="1032" y="0"/>
                  </a:moveTo>
                  <a:lnTo>
                    <a:pt x="0" y="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l1130"/>
            <p:cNvSpPr/>
            <p:nvPr/>
          </p:nvSpPr>
          <p:spPr>
            <a:xfrm>
              <a:off x="4580842" y="4671487"/>
              <a:ext cx="1029" cy="844"/>
            </a:xfrm>
            <a:custGeom>
              <a:avLst/>
              <a:pathLst>
                <a:path w="1029" h="844">
                  <a:moveTo>
                    <a:pt x="1029" y="0"/>
                  </a:moveTo>
                  <a:lnTo>
                    <a:pt x="0" y="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l1131"/>
            <p:cNvSpPr/>
            <p:nvPr/>
          </p:nvSpPr>
          <p:spPr>
            <a:xfrm>
              <a:off x="4579223" y="4666568"/>
              <a:ext cx="2062" cy="1684"/>
            </a:xfrm>
            <a:custGeom>
              <a:avLst/>
              <a:pathLst>
                <a:path w="2062" h="1684">
                  <a:moveTo>
                    <a:pt x="2062" y="0"/>
                  </a:moveTo>
                  <a:lnTo>
                    <a:pt x="0" y="1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l1132"/>
            <p:cNvSpPr/>
            <p:nvPr/>
          </p:nvSpPr>
          <p:spPr>
            <a:xfrm>
              <a:off x="4589858" y="4679453"/>
              <a:ext cx="2047" cy="1702"/>
            </a:xfrm>
            <a:custGeom>
              <a:avLst/>
              <a:pathLst>
                <a:path w="2047" h="1702">
                  <a:moveTo>
                    <a:pt x="2047" y="0"/>
                  </a:moveTo>
                  <a:lnTo>
                    <a:pt x="0" y="17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l1133"/>
            <p:cNvSpPr/>
            <p:nvPr/>
          </p:nvSpPr>
          <p:spPr>
            <a:xfrm>
              <a:off x="4586581" y="4671328"/>
              <a:ext cx="2054" cy="1693"/>
            </a:xfrm>
            <a:custGeom>
              <a:avLst/>
              <a:pathLst>
                <a:path w="2054" h="1693">
                  <a:moveTo>
                    <a:pt x="2054" y="0"/>
                  </a:moveTo>
                  <a:lnTo>
                    <a:pt x="0" y="16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l1134"/>
            <p:cNvSpPr/>
            <p:nvPr/>
          </p:nvSpPr>
          <p:spPr>
            <a:xfrm>
              <a:off x="4600602" y="4690526"/>
              <a:ext cx="4065" cy="3439"/>
            </a:xfrm>
            <a:custGeom>
              <a:avLst/>
              <a:pathLst>
                <a:path w="4065" h="3439">
                  <a:moveTo>
                    <a:pt x="4065" y="0"/>
                  </a:moveTo>
                  <a:lnTo>
                    <a:pt x="0" y="3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l1135"/>
            <p:cNvSpPr/>
            <p:nvPr/>
          </p:nvSpPr>
          <p:spPr>
            <a:xfrm>
              <a:off x="4596621" y="4679246"/>
              <a:ext cx="2043" cy="1706"/>
            </a:xfrm>
            <a:custGeom>
              <a:avLst/>
              <a:pathLst>
                <a:path w="2043" h="1706">
                  <a:moveTo>
                    <a:pt x="2043" y="0"/>
                  </a:moveTo>
                  <a:lnTo>
                    <a:pt x="0" y="1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l1136"/>
            <p:cNvSpPr/>
            <p:nvPr/>
          </p:nvSpPr>
          <p:spPr>
            <a:xfrm>
              <a:off x="4611455" y="4701473"/>
              <a:ext cx="6054" cy="5211"/>
            </a:xfrm>
            <a:custGeom>
              <a:avLst/>
              <a:pathLst>
                <a:path w="6054" h="5211">
                  <a:moveTo>
                    <a:pt x="6054" y="0"/>
                  </a:moveTo>
                  <a:lnTo>
                    <a:pt x="0" y="5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l1137"/>
            <p:cNvSpPr/>
            <p:nvPr/>
          </p:nvSpPr>
          <p:spPr>
            <a:xfrm>
              <a:off x="4565045" y="4651999"/>
              <a:ext cx="1039" cy="831"/>
            </a:xfrm>
            <a:custGeom>
              <a:avLst/>
              <a:pathLst>
                <a:path w="1039" h="831">
                  <a:moveTo>
                    <a:pt x="1039" y="0"/>
                  </a:moveTo>
                  <a:lnTo>
                    <a:pt x="0" y="8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l1138"/>
            <p:cNvSpPr/>
            <p:nvPr/>
          </p:nvSpPr>
          <p:spPr>
            <a:xfrm>
              <a:off x="4570283" y="4658518"/>
              <a:ext cx="1036" cy="835"/>
            </a:xfrm>
            <a:custGeom>
              <a:avLst/>
              <a:pathLst>
                <a:path w="1036" h="835">
                  <a:moveTo>
                    <a:pt x="1036" y="0"/>
                  </a:moveTo>
                  <a:lnTo>
                    <a:pt x="0" y="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l1139"/>
            <p:cNvSpPr/>
            <p:nvPr/>
          </p:nvSpPr>
          <p:spPr>
            <a:xfrm>
              <a:off x="4549500" y="4632310"/>
              <a:ext cx="1050" cy="818"/>
            </a:xfrm>
            <a:custGeom>
              <a:avLst/>
              <a:pathLst>
                <a:path w="1050" h="818">
                  <a:moveTo>
                    <a:pt x="1050" y="0"/>
                  </a:moveTo>
                  <a:lnTo>
                    <a:pt x="0" y="8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l1140"/>
            <p:cNvSpPr/>
            <p:nvPr/>
          </p:nvSpPr>
          <p:spPr>
            <a:xfrm>
              <a:off x="4554653" y="4638895"/>
              <a:ext cx="1047" cy="822"/>
            </a:xfrm>
            <a:custGeom>
              <a:avLst/>
              <a:pathLst>
                <a:path w="1047" h="822">
                  <a:moveTo>
                    <a:pt x="1047" y="0"/>
                  </a:moveTo>
                  <a:lnTo>
                    <a:pt x="0" y="8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l1141"/>
            <p:cNvSpPr/>
            <p:nvPr/>
          </p:nvSpPr>
          <p:spPr>
            <a:xfrm>
              <a:off x="4534207" y="4612424"/>
              <a:ext cx="1060" cy="804"/>
            </a:xfrm>
            <a:custGeom>
              <a:avLst/>
              <a:pathLst>
                <a:path w="1060" h="804">
                  <a:moveTo>
                    <a:pt x="1060" y="0"/>
                  </a:moveTo>
                  <a:lnTo>
                    <a:pt x="0" y="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l1142"/>
            <p:cNvSpPr/>
            <p:nvPr/>
          </p:nvSpPr>
          <p:spPr>
            <a:xfrm>
              <a:off x="4539277" y="4619074"/>
              <a:ext cx="1057" cy="809"/>
            </a:xfrm>
            <a:custGeom>
              <a:avLst/>
              <a:pathLst>
                <a:path w="1057" h="809">
                  <a:moveTo>
                    <a:pt x="1057" y="0"/>
                  </a:moveTo>
                  <a:lnTo>
                    <a:pt x="0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l1143"/>
            <p:cNvSpPr/>
            <p:nvPr/>
          </p:nvSpPr>
          <p:spPr>
            <a:xfrm>
              <a:off x="4524155" y="4599058"/>
              <a:ext cx="1067" cy="795"/>
            </a:xfrm>
            <a:custGeom>
              <a:avLst/>
              <a:pathLst>
                <a:path w="1067" h="795">
                  <a:moveTo>
                    <a:pt x="1067" y="0"/>
                  </a:moveTo>
                  <a:lnTo>
                    <a:pt x="0" y="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l1144"/>
            <p:cNvSpPr/>
            <p:nvPr/>
          </p:nvSpPr>
          <p:spPr>
            <a:xfrm>
              <a:off x="4529167" y="4605752"/>
              <a:ext cx="1064" cy="799"/>
            </a:xfrm>
            <a:custGeom>
              <a:avLst/>
              <a:pathLst>
                <a:path w="1064" h="799">
                  <a:moveTo>
                    <a:pt x="1064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l1145"/>
            <p:cNvSpPr/>
            <p:nvPr/>
          </p:nvSpPr>
          <p:spPr>
            <a:xfrm>
              <a:off x="4527723" y="4600812"/>
              <a:ext cx="2132" cy="1595"/>
            </a:xfrm>
            <a:custGeom>
              <a:avLst/>
              <a:pathLst>
                <a:path w="2132" h="1595">
                  <a:moveTo>
                    <a:pt x="2132" y="0"/>
                  </a:moveTo>
                  <a:lnTo>
                    <a:pt x="0" y="1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l1146"/>
            <p:cNvSpPr/>
            <p:nvPr/>
          </p:nvSpPr>
          <p:spPr>
            <a:xfrm>
              <a:off x="4537798" y="4614138"/>
              <a:ext cx="2118" cy="1613"/>
            </a:xfrm>
            <a:custGeom>
              <a:avLst/>
              <a:pathLst>
                <a:path w="2118" h="1613">
                  <a:moveTo>
                    <a:pt x="2118" y="0"/>
                  </a:moveTo>
                  <a:lnTo>
                    <a:pt x="0" y="1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l1147"/>
            <p:cNvSpPr/>
            <p:nvPr/>
          </p:nvSpPr>
          <p:spPr>
            <a:xfrm>
              <a:off x="4534871" y="4606684"/>
              <a:ext cx="1062" cy="802"/>
            </a:xfrm>
            <a:custGeom>
              <a:avLst/>
              <a:pathLst>
                <a:path w="1062" h="802">
                  <a:moveTo>
                    <a:pt x="1062" y="0"/>
                  </a:moveTo>
                  <a:lnTo>
                    <a:pt x="0" y="8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l1148"/>
            <p:cNvSpPr/>
            <p:nvPr/>
          </p:nvSpPr>
          <p:spPr>
            <a:xfrm>
              <a:off x="4544374" y="4623262"/>
              <a:ext cx="4215" cy="3254"/>
            </a:xfrm>
            <a:custGeom>
              <a:avLst/>
              <a:pathLst>
                <a:path w="4215" h="3254">
                  <a:moveTo>
                    <a:pt x="4215" y="0"/>
                  </a:moveTo>
                  <a:lnTo>
                    <a:pt x="0" y="3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l1149"/>
            <p:cNvSpPr/>
            <p:nvPr/>
          </p:nvSpPr>
          <p:spPr>
            <a:xfrm>
              <a:off x="4542240" y="4613374"/>
              <a:ext cx="2116" cy="1615"/>
            </a:xfrm>
            <a:custGeom>
              <a:avLst/>
              <a:pathLst>
                <a:path w="2116" h="1615">
                  <a:moveTo>
                    <a:pt x="2116" y="0"/>
                  </a:moveTo>
                  <a:lnTo>
                    <a:pt x="0" y="16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l1150"/>
            <p:cNvSpPr/>
            <p:nvPr/>
          </p:nvSpPr>
          <p:spPr>
            <a:xfrm>
              <a:off x="4553122" y="4631504"/>
              <a:ext cx="5243" cy="4101"/>
            </a:xfrm>
            <a:custGeom>
              <a:avLst/>
              <a:pathLst>
                <a:path w="5243" h="4101">
                  <a:moveTo>
                    <a:pt x="5243" y="0"/>
                  </a:moveTo>
                  <a:lnTo>
                    <a:pt x="0" y="4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l1151"/>
            <p:cNvSpPr/>
            <p:nvPr/>
          </p:nvSpPr>
          <p:spPr>
            <a:xfrm>
              <a:off x="4551334" y="4621646"/>
              <a:ext cx="1053" cy="814"/>
            </a:xfrm>
            <a:custGeom>
              <a:avLst/>
              <a:pathLst>
                <a:path w="1053" h="814">
                  <a:moveTo>
                    <a:pt x="1053" y="0"/>
                  </a:moveTo>
                  <a:lnTo>
                    <a:pt x="0" y="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l1152"/>
            <p:cNvSpPr/>
            <p:nvPr/>
          </p:nvSpPr>
          <p:spPr>
            <a:xfrm>
              <a:off x="4559835" y="4640496"/>
              <a:ext cx="7304" cy="5788"/>
            </a:xfrm>
            <a:custGeom>
              <a:avLst/>
              <a:pathLst>
                <a:path w="7304" h="5788">
                  <a:moveTo>
                    <a:pt x="7304" y="0"/>
                  </a:moveTo>
                  <a:lnTo>
                    <a:pt x="0" y="57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l1153"/>
            <p:cNvSpPr/>
            <p:nvPr/>
          </p:nvSpPr>
          <p:spPr>
            <a:xfrm>
              <a:off x="4559735" y="4629452"/>
              <a:ext cx="2097" cy="1641"/>
            </a:xfrm>
            <a:custGeom>
              <a:avLst/>
              <a:pathLst>
                <a:path w="2097" h="1641">
                  <a:moveTo>
                    <a:pt x="2097" y="0"/>
                  </a:moveTo>
                  <a:lnTo>
                    <a:pt x="0" y="1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l1154"/>
            <p:cNvSpPr/>
            <p:nvPr/>
          </p:nvSpPr>
          <p:spPr>
            <a:xfrm>
              <a:off x="4568699" y="4648592"/>
              <a:ext cx="8305" cy="6668"/>
            </a:xfrm>
            <a:custGeom>
              <a:avLst/>
              <a:pathLst>
                <a:path w="8305" h="6668">
                  <a:moveTo>
                    <a:pt x="8305" y="0"/>
                  </a:moveTo>
                  <a:lnTo>
                    <a:pt x="0" y="6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l1155"/>
            <p:cNvSpPr/>
            <p:nvPr/>
          </p:nvSpPr>
          <p:spPr>
            <a:xfrm>
              <a:off x="4509291" y="4578850"/>
              <a:ext cx="1077" cy="781"/>
            </a:xfrm>
            <a:custGeom>
              <a:avLst/>
              <a:pathLst>
                <a:path w="1077" h="781">
                  <a:moveTo>
                    <a:pt x="1077" y="0"/>
                  </a:moveTo>
                  <a:lnTo>
                    <a:pt x="0" y="7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l1156"/>
            <p:cNvSpPr/>
            <p:nvPr/>
          </p:nvSpPr>
          <p:spPr>
            <a:xfrm>
              <a:off x="4514217" y="4585607"/>
              <a:ext cx="1074" cy="786"/>
            </a:xfrm>
            <a:custGeom>
              <a:avLst/>
              <a:pathLst>
                <a:path w="1074" h="786">
                  <a:moveTo>
                    <a:pt x="1074" y="0"/>
                  </a:moveTo>
                  <a:lnTo>
                    <a:pt x="0" y="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l1157"/>
            <p:cNvSpPr/>
            <p:nvPr/>
          </p:nvSpPr>
          <p:spPr>
            <a:xfrm>
              <a:off x="4499526" y="4565273"/>
              <a:ext cx="1084" cy="772"/>
            </a:xfrm>
            <a:custGeom>
              <a:avLst/>
              <a:pathLst>
                <a:path w="1084" h="772">
                  <a:moveTo>
                    <a:pt x="1084" y="0"/>
                  </a:moveTo>
                  <a:lnTo>
                    <a:pt x="0" y="7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l1158"/>
            <p:cNvSpPr/>
            <p:nvPr/>
          </p:nvSpPr>
          <p:spPr>
            <a:xfrm>
              <a:off x="4504394" y="4572072"/>
              <a:ext cx="1081" cy="777"/>
            </a:xfrm>
            <a:custGeom>
              <a:avLst/>
              <a:pathLst>
                <a:path w="1081" h="777">
                  <a:moveTo>
                    <a:pt x="1081" y="0"/>
                  </a:moveTo>
                  <a:lnTo>
                    <a:pt x="0" y="7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l1159"/>
            <p:cNvSpPr/>
            <p:nvPr/>
          </p:nvSpPr>
          <p:spPr>
            <a:xfrm>
              <a:off x="4503039" y="4567126"/>
              <a:ext cx="2165" cy="1549"/>
            </a:xfrm>
            <a:custGeom>
              <a:avLst/>
              <a:pathLst>
                <a:path w="2165" h="1549">
                  <a:moveTo>
                    <a:pt x="2165" y="0"/>
                  </a:moveTo>
                  <a:lnTo>
                    <a:pt x="0" y="1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l1160"/>
            <p:cNvSpPr/>
            <p:nvPr/>
          </p:nvSpPr>
          <p:spPr>
            <a:xfrm>
              <a:off x="4512826" y="4580664"/>
              <a:ext cx="2152" cy="1567"/>
            </a:xfrm>
            <a:custGeom>
              <a:avLst/>
              <a:pathLst>
                <a:path w="2152" h="1567">
                  <a:moveTo>
                    <a:pt x="2152" y="0"/>
                  </a:moveTo>
                  <a:lnTo>
                    <a:pt x="0" y="15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l1161"/>
            <p:cNvSpPr/>
            <p:nvPr/>
          </p:nvSpPr>
          <p:spPr>
            <a:xfrm>
              <a:off x="4480346" y="4537872"/>
              <a:ext cx="1097" cy="753"/>
            </a:xfrm>
            <a:custGeom>
              <a:avLst/>
              <a:pathLst>
                <a:path w="1097" h="753">
                  <a:moveTo>
                    <a:pt x="1097" y="0"/>
                  </a:moveTo>
                  <a:lnTo>
                    <a:pt x="0" y="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l1162"/>
            <p:cNvSpPr/>
            <p:nvPr/>
          </p:nvSpPr>
          <p:spPr>
            <a:xfrm>
              <a:off x="4485097" y="4544753"/>
              <a:ext cx="1094" cy="758"/>
            </a:xfrm>
            <a:custGeom>
              <a:avLst/>
              <a:pathLst>
                <a:path w="1094" h="758">
                  <a:moveTo>
                    <a:pt x="1094" y="0"/>
                  </a:moveTo>
                  <a:lnTo>
                    <a:pt x="0" y="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l1163"/>
            <p:cNvSpPr/>
            <p:nvPr/>
          </p:nvSpPr>
          <p:spPr>
            <a:xfrm>
              <a:off x="4461636" y="4510148"/>
              <a:ext cx="1110" cy="734"/>
            </a:xfrm>
            <a:custGeom>
              <a:avLst/>
              <a:pathLst>
                <a:path w="1110" h="734">
                  <a:moveTo>
                    <a:pt x="1110" y="0"/>
                  </a:moveTo>
                  <a:lnTo>
                    <a:pt x="0" y="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l1164"/>
            <p:cNvSpPr/>
            <p:nvPr/>
          </p:nvSpPr>
          <p:spPr>
            <a:xfrm>
              <a:off x="4466269" y="4517109"/>
              <a:ext cx="1107" cy="739"/>
            </a:xfrm>
            <a:custGeom>
              <a:avLst/>
              <a:pathLst>
                <a:path w="1107" h="739">
                  <a:moveTo>
                    <a:pt x="1107" y="0"/>
                  </a:moveTo>
                  <a:lnTo>
                    <a:pt x="0" y="7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l1165"/>
            <p:cNvSpPr/>
            <p:nvPr/>
          </p:nvSpPr>
          <p:spPr>
            <a:xfrm>
              <a:off x="4465058" y="4512894"/>
              <a:ext cx="1108" cy="737"/>
            </a:xfrm>
            <a:custGeom>
              <a:avLst/>
              <a:pathLst>
                <a:path w="1108" h="737">
                  <a:moveTo>
                    <a:pt x="1108" y="0"/>
                  </a:moveTo>
                  <a:lnTo>
                    <a:pt x="0" y="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l1166"/>
            <p:cNvSpPr/>
            <p:nvPr/>
          </p:nvSpPr>
          <p:spPr>
            <a:xfrm>
              <a:off x="4470932" y="4523306"/>
              <a:ext cx="2207" cy="1488"/>
            </a:xfrm>
            <a:custGeom>
              <a:avLst/>
              <a:pathLst>
                <a:path w="2207" h="1488">
                  <a:moveTo>
                    <a:pt x="2207" y="0"/>
                  </a:moveTo>
                  <a:lnTo>
                    <a:pt x="0" y="1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l1167"/>
            <p:cNvSpPr/>
            <p:nvPr/>
          </p:nvSpPr>
          <p:spPr>
            <a:xfrm>
              <a:off x="4469645" y="4517364"/>
              <a:ext cx="1106" cy="740"/>
            </a:xfrm>
            <a:custGeom>
              <a:avLst/>
              <a:pathLst>
                <a:path w="1106" h="740">
                  <a:moveTo>
                    <a:pt x="1106" y="0"/>
                  </a:moveTo>
                  <a:lnTo>
                    <a:pt x="0" y="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l1168"/>
            <p:cNvSpPr/>
            <p:nvPr/>
          </p:nvSpPr>
          <p:spPr>
            <a:xfrm>
              <a:off x="4475624" y="4529473"/>
              <a:ext cx="3302" cy="2247"/>
            </a:xfrm>
            <a:custGeom>
              <a:avLst/>
              <a:pathLst>
                <a:path w="3302" h="2247">
                  <a:moveTo>
                    <a:pt x="3302" y="0"/>
                  </a:moveTo>
                  <a:lnTo>
                    <a:pt x="0" y="2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l1169"/>
            <p:cNvSpPr/>
            <p:nvPr/>
          </p:nvSpPr>
          <p:spPr>
            <a:xfrm>
              <a:off x="4474827" y="4521936"/>
              <a:ext cx="2206" cy="1490"/>
            </a:xfrm>
            <a:custGeom>
              <a:avLst/>
              <a:pathLst>
                <a:path w="2206" h="1490">
                  <a:moveTo>
                    <a:pt x="2206" y="0"/>
                  </a:moveTo>
                  <a:lnTo>
                    <a:pt x="0" y="14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l1170"/>
            <p:cNvSpPr/>
            <p:nvPr/>
          </p:nvSpPr>
          <p:spPr>
            <a:xfrm>
              <a:off x="4483813" y="4538291"/>
              <a:ext cx="4383" cy="3024"/>
            </a:xfrm>
            <a:custGeom>
              <a:avLst/>
              <a:pathLst>
                <a:path w="4383" h="3024">
                  <a:moveTo>
                    <a:pt x="4383" y="0"/>
                  </a:moveTo>
                  <a:lnTo>
                    <a:pt x="0" y="30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l1171"/>
            <p:cNvSpPr/>
            <p:nvPr/>
          </p:nvSpPr>
          <p:spPr>
            <a:xfrm>
              <a:off x="4482595" y="4529377"/>
              <a:ext cx="1099" cy="750"/>
            </a:xfrm>
            <a:custGeom>
              <a:avLst/>
              <a:pathLst>
                <a:path w="1099" h="750">
                  <a:moveTo>
                    <a:pt x="1099" y="0"/>
                  </a:moveTo>
                  <a:lnTo>
                    <a:pt x="0" y="7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l1172"/>
            <p:cNvSpPr/>
            <p:nvPr/>
          </p:nvSpPr>
          <p:spPr>
            <a:xfrm>
              <a:off x="4489877" y="4547798"/>
              <a:ext cx="6546" cy="4578"/>
            </a:xfrm>
            <a:custGeom>
              <a:avLst/>
              <a:pathLst>
                <a:path w="6546" h="4578">
                  <a:moveTo>
                    <a:pt x="6546" y="0"/>
                  </a:moveTo>
                  <a:lnTo>
                    <a:pt x="0" y="45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l1173"/>
            <p:cNvSpPr/>
            <p:nvPr/>
          </p:nvSpPr>
          <p:spPr>
            <a:xfrm>
              <a:off x="4490033" y="4537849"/>
              <a:ext cx="1095" cy="756"/>
            </a:xfrm>
            <a:custGeom>
              <a:avLst/>
              <a:pathLst>
                <a:path w="1095" h="756">
                  <a:moveTo>
                    <a:pt x="1095" y="0"/>
                  </a:moveTo>
                  <a:lnTo>
                    <a:pt x="0" y="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l1174"/>
            <p:cNvSpPr/>
            <p:nvPr/>
          </p:nvSpPr>
          <p:spPr>
            <a:xfrm>
              <a:off x="4494687" y="4553847"/>
              <a:ext cx="7614" cy="5374"/>
            </a:xfrm>
            <a:custGeom>
              <a:avLst/>
              <a:pathLst>
                <a:path w="7614" h="5374">
                  <a:moveTo>
                    <a:pt x="7614" y="0"/>
                  </a:moveTo>
                  <a:lnTo>
                    <a:pt x="0" y="5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l1175"/>
            <p:cNvSpPr/>
            <p:nvPr/>
          </p:nvSpPr>
          <p:spPr>
            <a:xfrm>
              <a:off x="4496695" y="4542812"/>
              <a:ext cx="4366" cy="3049"/>
            </a:xfrm>
            <a:custGeom>
              <a:avLst/>
              <a:pathLst>
                <a:path w="4366" h="3049">
                  <a:moveTo>
                    <a:pt x="4366" y="0"/>
                  </a:moveTo>
                  <a:lnTo>
                    <a:pt x="0" y="30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l1176"/>
            <p:cNvSpPr/>
            <p:nvPr/>
          </p:nvSpPr>
          <p:spPr>
            <a:xfrm>
              <a:off x="4510077" y="4567670"/>
              <a:ext cx="8635" cy="6235"/>
            </a:xfrm>
            <a:custGeom>
              <a:avLst/>
              <a:pathLst>
                <a:path w="8635" h="6235">
                  <a:moveTo>
                    <a:pt x="8635" y="0"/>
                  </a:moveTo>
                  <a:lnTo>
                    <a:pt x="0" y="6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l1177"/>
            <p:cNvSpPr/>
            <p:nvPr/>
          </p:nvSpPr>
          <p:spPr>
            <a:xfrm>
              <a:off x="4452460" y="4496167"/>
              <a:ext cx="1116" cy="725"/>
            </a:xfrm>
            <a:custGeom>
              <a:avLst/>
              <a:pathLst>
                <a:path w="1116" h="725">
                  <a:moveTo>
                    <a:pt x="1116" y="0"/>
                  </a:moveTo>
                  <a:lnTo>
                    <a:pt x="0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l1178"/>
            <p:cNvSpPr/>
            <p:nvPr/>
          </p:nvSpPr>
          <p:spPr>
            <a:xfrm>
              <a:off x="4457033" y="4503167"/>
              <a:ext cx="1113" cy="730"/>
            </a:xfrm>
            <a:custGeom>
              <a:avLst/>
              <a:pathLst>
                <a:path w="1113" h="730">
                  <a:moveTo>
                    <a:pt x="1113" y="0"/>
                  </a:moveTo>
                  <a:lnTo>
                    <a:pt x="0" y="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l1179"/>
            <p:cNvSpPr/>
            <p:nvPr/>
          </p:nvSpPr>
          <p:spPr>
            <a:xfrm>
              <a:off x="4443404" y="4482108"/>
              <a:ext cx="1122" cy="715"/>
            </a:xfrm>
            <a:custGeom>
              <a:avLst/>
              <a:pathLst>
                <a:path w="1122" h="715">
                  <a:moveTo>
                    <a:pt x="1122" y="0"/>
                  </a:moveTo>
                  <a:lnTo>
                    <a:pt x="0" y="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l1180"/>
            <p:cNvSpPr/>
            <p:nvPr/>
          </p:nvSpPr>
          <p:spPr>
            <a:xfrm>
              <a:off x="4447917" y="4489147"/>
              <a:ext cx="1119" cy="720"/>
            </a:xfrm>
            <a:custGeom>
              <a:avLst/>
              <a:pathLst>
                <a:path w="1119" h="720">
                  <a:moveTo>
                    <a:pt x="1119" y="0"/>
                  </a:moveTo>
                  <a:lnTo>
                    <a:pt x="0" y="7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l1181"/>
            <p:cNvSpPr/>
            <p:nvPr/>
          </p:nvSpPr>
          <p:spPr>
            <a:xfrm>
              <a:off x="4430045" y="4460877"/>
              <a:ext cx="1131" cy="701"/>
            </a:xfrm>
            <a:custGeom>
              <a:avLst/>
              <a:pathLst>
                <a:path w="1131" h="701">
                  <a:moveTo>
                    <a:pt x="1131" y="0"/>
                  </a:moveTo>
                  <a:lnTo>
                    <a:pt x="0" y="7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l1182"/>
            <p:cNvSpPr/>
            <p:nvPr/>
          </p:nvSpPr>
          <p:spPr>
            <a:xfrm>
              <a:off x="4434467" y="4467973"/>
              <a:ext cx="1128" cy="706"/>
            </a:xfrm>
            <a:custGeom>
              <a:avLst/>
              <a:pathLst>
                <a:path w="1128" h="706">
                  <a:moveTo>
                    <a:pt x="1128" y="0"/>
                  </a:moveTo>
                  <a:lnTo>
                    <a:pt x="0" y="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l1183"/>
            <p:cNvSpPr/>
            <p:nvPr/>
          </p:nvSpPr>
          <p:spPr>
            <a:xfrm>
              <a:off x="4433383" y="4463723"/>
              <a:ext cx="1130" cy="703"/>
            </a:xfrm>
            <a:custGeom>
              <a:avLst/>
              <a:pathLst>
                <a:path w="1130" h="703">
                  <a:moveTo>
                    <a:pt x="1130" y="0"/>
                  </a:moveTo>
                  <a:lnTo>
                    <a:pt x="0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l1184"/>
            <p:cNvSpPr/>
            <p:nvPr/>
          </p:nvSpPr>
          <p:spPr>
            <a:xfrm>
              <a:off x="4438920" y="4474339"/>
              <a:ext cx="2251" cy="1422"/>
            </a:xfrm>
            <a:custGeom>
              <a:avLst/>
              <a:pathLst>
                <a:path w="2251" h="1422">
                  <a:moveTo>
                    <a:pt x="2251" y="0"/>
                  </a:moveTo>
                  <a:lnTo>
                    <a:pt x="0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l1185"/>
            <p:cNvSpPr/>
            <p:nvPr/>
          </p:nvSpPr>
          <p:spPr>
            <a:xfrm>
              <a:off x="4437834" y="4467621"/>
              <a:ext cx="2255" cy="1415"/>
            </a:xfrm>
            <a:custGeom>
              <a:avLst/>
              <a:pathLst>
                <a:path w="2255" h="1415">
                  <a:moveTo>
                    <a:pt x="2255" y="0"/>
                  </a:moveTo>
                  <a:lnTo>
                    <a:pt x="0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l1186"/>
            <p:cNvSpPr/>
            <p:nvPr/>
          </p:nvSpPr>
          <p:spPr>
            <a:xfrm>
              <a:off x="4446778" y="4483475"/>
              <a:ext cx="3363" cy="2154"/>
            </a:xfrm>
            <a:custGeom>
              <a:avLst/>
              <a:pathLst>
                <a:path w="3363" h="2154">
                  <a:moveTo>
                    <a:pt x="3363" y="0"/>
                  </a:moveTo>
                  <a:lnTo>
                    <a:pt x="0" y="21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l1187"/>
            <p:cNvSpPr/>
            <p:nvPr/>
          </p:nvSpPr>
          <p:spPr>
            <a:xfrm>
              <a:off x="4445096" y="4474135"/>
              <a:ext cx="2248" cy="1425"/>
            </a:xfrm>
            <a:custGeom>
              <a:avLst/>
              <a:pathLst>
                <a:path w="2248" h="1425">
                  <a:moveTo>
                    <a:pt x="2248" y="0"/>
                  </a:moveTo>
                  <a:lnTo>
                    <a:pt x="0" y="14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l1188"/>
            <p:cNvSpPr/>
            <p:nvPr/>
          </p:nvSpPr>
          <p:spPr>
            <a:xfrm>
              <a:off x="4455858" y="4496030"/>
              <a:ext cx="5574" cy="3639"/>
            </a:xfrm>
            <a:custGeom>
              <a:avLst/>
              <a:pathLst>
                <a:path w="5574" h="3639">
                  <a:moveTo>
                    <a:pt x="5574" y="0"/>
                  </a:moveTo>
                  <a:lnTo>
                    <a:pt x="0" y="36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l1189"/>
            <p:cNvSpPr/>
            <p:nvPr/>
          </p:nvSpPr>
          <p:spPr>
            <a:xfrm>
              <a:off x="4416959" y="4439476"/>
              <a:ext cx="1140" cy="686"/>
            </a:xfrm>
            <a:custGeom>
              <a:avLst/>
              <a:pathLst>
                <a:path w="1140" h="686">
                  <a:moveTo>
                    <a:pt x="1140" y="0"/>
                  </a:moveTo>
                  <a:lnTo>
                    <a:pt x="0" y="6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l1190"/>
            <p:cNvSpPr/>
            <p:nvPr/>
          </p:nvSpPr>
          <p:spPr>
            <a:xfrm>
              <a:off x="4421291" y="4446628"/>
              <a:ext cx="1137" cy="691"/>
            </a:xfrm>
            <a:custGeom>
              <a:avLst/>
              <a:pathLst>
                <a:path w="1137" h="691">
                  <a:moveTo>
                    <a:pt x="1137" y="0"/>
                  </a:moveTo>
                  <a:lnTo>
                    <a:pt x="0" y="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l1191"/>
            <p:cNvSpPr/>
            <p:nvPr/>
          </p:nvSpPr>
          <p:spPr>
            <a:xfrm>
              <a:off x="4420260" y="4442365"/>
              <a:ext cx="1139" cy="689"/>
            </a:xfrm>
            <a:custGeom>
              <a:avLst/>
              <a:pathLst>
                <a:path w="1139" h="689">
                  <a:moveTo>
                    <a:pt x="1139" y="0"/>
                  </a:moveTo>
                  <a:lnTo>
                    <a:pt x="0" y="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l1192"/>
            <p:cNvSpPr/>
            <p:nvPr/>
          </p:nvSpPr>
          <p:spPr>
            <a:xfrm>
              <a:off x="4425652" y="4453065"/>
              <a:ext cx="2269" cy="1393"/>
            </a:xfrm>
            <a:custGeom>
              <a:avLst/>
              <a:pathLst>
                <a:path w="2269" h="1393">
                  <a:moveTo>
                    <a:pt x="2269" y="0"/>
                  </a:moveTo>
                  <a:lnTo>
                    <a:pt x="0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l1193"/>
            <p:cNvSpPr/>
            <p:nvPr/>
          </p:nvSpPr>
          <p:spPr>
            <a:xfrm>
              <a:off x="4399940" y="4410684"/>
              <a:ext cx="1152" cy="667"/>
            </a:xfrm>
            <a:custGeom>
              <a:avLst/>
              <a:pathLst>
                <a:path w="1152" h="667">
                  <a:moveTo>
                    <a:pt x="1152" y="0"/>
                  </a:moveTo>
                  <a:lnTo>
                    <a:pt x="0" y="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l1194"/>
            <p:cNvSpPr/>
            <p:nvPr/>
          </p:nvSpPr>
          <p:spPr>
            <a:xfrm>
              <a:off x="4404149" y="4417909"/>
              <a:ext cx="1149" cy="672"/>
            </a:xfrm>
            <a:custGeom>
              <a:avLst/>
              <a:pathLst>
                <a:path w="1149" h="672">
                  <a:moveTo>
                    <a:pt x="1149" y="0"/>
                  </a:moveTo>
                  <a:lnTo>
                    <a:pt x="0" y="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l1195"/>
            <p:cNvSpPr/>
            <p:nvPr/>
          </p:nvSpPr>
          <p:spPr>
            <a:xfrm>
              <a:off x="4391616" y="4396181"/>
              <a:ext cx="1157" cy="657"/>
            </a:xfrm>
            <a:custGeom>
              <a:avLst/>
              <a:pathLst>
                <a:path w="1157" h="657">
                  <a:moveTo>
                    <a:pt x="1157" y="0"/>
                  </a:moveTo>
                  <a:lnTo>
                    <a:pt x="0" y="6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l1196"/>
            <p:cNvSpPr/>
            <p:nvPr/>
          </p:nvSpPr>
          <p:spPr>
            <a:xfrm>
              <a:off x="4395763" y="4403441"/>
              <a:ext cx="1154" cy="662"/>
            </a:xfrm>
            <a:custGeom>
              <a:avLst/>
              <a:pathLst>
                <a:path w="1154" h="662">
                  <a:moveTo>
                    <a:pt x="1154" y="0"/>
                  </a:moveTo>
                  <a:lnTo>
                    <a:pt x="0" y="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l1197"/>
            <p:cNvSpPr/>
            <p:nvPr/>
          </p:nvSpPr>
          <p:spPr>
            <a:xfrm>
              <a:off x="4394842" y="4398493"/>
              <a:ext cx="2312" cy="1319"/>
            </a:xfrm>
            <a:custGeom>
              <a:avLst/>
              <a:pathLst>
                <a:path w="2312" h="1319">
                  <a:moveTo>
                    <a:pt x="2312" y="0"/>
                  </a:moveTo>
                  <a:lnTo>
                    <a:pt x="0" y="13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l1198"/>
            <p:cNvSpPr/>
            <p:nvPr/>
          </p:nvSpPr>
          <p:spPr>
            <a:xfrm>
              <a:off x="4403191" y="4412960"/>
              <a:ext cx="2301" cy="1339"/>
            </a:xfrm>
            <a:custGeom>
              <a:avLst/>
              <a:pathLst>
                <a:path w="2301" h="1339">
                  <a:moveTo>
                    <a:pt x="2301" y="0"/>
                  </a:moveTo>
                  <a:lnTo>
                    <a:pt x="0" y="1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l1199"/>
            <p:cNvSpPr/>
            <p:nvPr/>
          </p:nvSpPr>
          <p:spPr>
            <a:xfrm>
              <a:off x="4401308" y="4405070"/>
              <a:ext cx="1153" cy="664"/>
            </a:xfrm>
            <a:custGeom>
              <a:avLst/>
              <a:pathLst>
                <a:path w="1153" h="664">
                  <a:moveTo>
                    <a:pt x="1153" y="0"/>
                  </a:moveTo>
                  <a:lnTo>
                    <a:pt x="0" y="6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l1200"/>
            <p:cNvSpPr/>
            <p:nvPr/>
          </p:nvSpPr>
          <p:spPr>
            <a:xfrm>
              <a:off x="4408388" y="4423085"/>
              <a:ext cx="4585" cy="2708"/>
            </a:xfrm>
            <a:custGeom>
              <a:avLst/>
              <a:pathLst>
                <a:path w="4585" h="2708">
                  <a:moveTo>
                    <a:pt x="4585" y="0"/>
                  </a:moveTo>
                  <a:lnTo>
                    <a:pt x="0" y="2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l1201"/>
            <p:cNvSpPr/>
            <p:nvPr/>
          </p:nvSpPr>
          <p:spPr>
            <a:xfrm>
              <a:off x="4407694" y="4413421"/>
              <a:ext cx="1149" cy="671"/>
            </a:xfrm>
            <a:custGeom>
              <a:avLst/>
              <a:pathLst>
                <a:path w="1149" h="671">
                  <a:moveTo>
                    <a:pt x="1149" y="0"/>
                  </a:moveTo>
                  <a:lnTo>
                    <a:pt x="0" y="6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l1202"/>
            <p:cNvSpPr/>
            <p:nvPr/>
          </p:nvSpPr>
          <p:spPr>
            <a:xfrm>
              <a:off x="4412658" y="4429577"/>
              <a:ext cx="5717" cy="3410"/>
            </a:xfrm>
            <a:custGeom>
              <a:avLst/>
              <a:pathLst>
                <a:path w="5717" h="3410">
                  <a:moveTo>
                    <a:pt x="5717" y="0"/>
                  </a:moveTo>
                  <a:lnTo>
                    <a:pt x="0" y="34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l1203"/>
            <p:cNvSpPr/>
            <p:nvPr/>
          </p:nvSpPr>
          <p:spPr>
            <a:xfrm>
              <a:off x="4413590" y="4419481"/>
              <a:ext cx="3440" cy="2029"/>
            </a:xfrm>
            <a:custGeom>
              <a:avLst/>
              <a:pathLst>
                <a:path w="3440" h="2029">
                  <a:moveTo>
                    <a:pt x="3440" y="0"/>
                  </a:moveTo>
                  <a:lnTo>
                    <a:pt x="0" y="2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l1204"/>
            <p:cNvSpPr/>
            <p:nvPr/>
          </p:nvSpPr>
          <p:spPr>
            <a:xfrm>
              <a:off x="4424652" y="4443562"/>
              <a:ext cx="6821" cy="4158"/>
            </a:xfrm>
            <a:custGeom>
              <a:avLst/>
              <a:pathLst>
                <a:path w="6821" h="4158">
                  <a:moveTo>
                    <a:pt x="6821" y="0"/>
                  </a:moveTo>
                  <a:lnTo>
                    <a:pt x="0" y="4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l1205"/>
            <p:cNvSpPr/>
            <p:nvPr/>
          </p:nvSpPr>
          <p:spPr>
            <a:xfrm>
              <a:off x="4424208" y="4426754"/>
              <a:ext cx="7992" cy="4793"/>
            </a:xfrm>
            <a:custGeom>
              <a:avLst/>
              <a:pathLst>
                <a:path w="7992" h="4793">
                  <a:moveTo>
                    <a:pt x="7992" y="0"/>
                  </a:moveTo>
                  <a:lnTo>
                    <a:pt x="0" y="47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l1206"/>
            <p:cNvSpPr/>
            <p:nvPr/>
          </p:nvSpPr>
          <p:spPr>
            <a:xfrm>
              <a:off x="4454352" y="4478622"/>
              <a:ext cx="10077" cy="6483"/>
            </a:xfrm>
            <a:custGeom>
              <a:avLst/>
              <a:pathLst>
                <a:path w="10077" h="6483">
                  <a:moveTo>
                    <a:pt x="10077" y="0"/>
                  </a:moveTo>
                  <a:lnTo>
                    <a:pt x="0" y="6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l1207"/>
            <p:cNvSpPr/>
            <p:nvPr/>
          </p:nvSpPr>
          <p:spPr>
            <a:xfrm>
              <a:off x="4448111" y="4444383"/>
              <a:ext cx="13570" cy="8432"/>
            </a:xfrm>
            <a:custGeom>
              <a:avLst/>
              <a:pathLst>
                <a:path w="13570" h="8432">
                  <a:moveTo>
                    <a:pt x="13570" y="0"/>
                  </a:moveTo>
                  <a:lnTo>
                    <a:pt x="0" y="8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l1208"/>
            <p:cNvSpPr/>
            <p:nvPr/>
          </p:nvSpPr>
          <p:spPr>
            <a:xfrm>
              <a:off x="4509838" y="4542942"/>
              <a:ext cx="17369" cy="12334"/>
            </a:xfrm>
            <a:custGeom>
              <a:avLst/>
              <a:pathLst>
                <a:path w="17369" h="12334">
                  <a:moveTo>
                    <a:pt x="17369" y="0"/>
                  </a:moveTo>
                  <a:lnTo>
                    <a:pt x="0" y="12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l1209"/>
            <p:cNvSpPr/>
            <p:nvPr/>
          </p:nvSpPr>
          <p:spPr>
            <a:xfrm>
              <a:off x="4493687" y="4493429"/>
              <a:ext cx="1108" cy="737"/>
            </a:xfrm>
            <a:custGeom>
              <a:avLst/>
              <a:pathLst>
                <a:path w="1108" h="737">
                  <a:moveTo>
                    <a:pt x="1108" y="0"/>
                  </a:moveTo>
                  <a:lnTo>
                    <a:pt x="0" y="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l1210"/>
            <p:cNvSpPr/>
            <p:nvPr/>
          </p:nvSpPr>
          <p:spPr>
            <a:xfrm>
              <a:off x="4519171" y="4570990"/>
              <a:ext cx="29991" cy="22143"/>
            </a:xfrm>
            <a:custGeom>
              <a:avLst/>
              <a:pathLst>
                <a:path w="29991" h="22143">
                  <a:moveTo>
                    <a:pt x="29991" y="0"/>
                  </a:moveTo>
                  <a:lnTo>
                    <a:pt x="0" y="22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l1211"/>
            <p:cNvSpPr/>
            <p:nvPr/>
          </p:nvSpPr>
          <p:spPr>
            <a:xfrm>
              <a:off x="4521501" y="4524902"/>
              <a:ext cx="10902" cy="7642"/>
            </a:xfrm>
            <a:custGeom>
              <a:avLst/>
              <a:pathLst>
                <a:path w="10902" h="7642">
                  <a:moveTo>
                    <a:pt x="10902" y="0"/>
                  </a:moveTo>
                  <a:lnTo>
                    <a:pt x="0" y="7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l1212"/>
            <p:cNvSpPr/>
            <p:nvPr/>
          </p:nvSpPr>
          <p:spPr>
            <a:xfrm>
              <a:off x="4569388" y="4615060"/>
              <a:ext cx="30257" cy="23985"/>
            </a:xfrm>
            <a:custGeom>
              <a:avLst/>
              <a:pathLst>
                <a:path w="30257" h="23985">
                  <a:moveTo>
                    <a:pt x="30257" y="0"/>
                  </a:moveTo>
                  <a:lnTo>
                    <a:pt x="0" y="23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l1213"/>
            <p:cNvSpPr/>
            <p:nvPr/>
          </p:nvSpPr>
          <p:spPr>
            <a:xfrm>
              <a:off x="4565361" y="4564108"/>
              <a:ext cx="8538" cy="6368"/>
            </a:xfrm>
            <a:custGeom>
              <a:avLst/>
              <a:pathLst>
                <a:path w="8538" h="6368">
                  <a:moveTo>
                    <a:pt x="8538" y="0"/>
                  </a:moveTo>
                  <a:lnTo>
                    <a:pt x="0" y="6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l1214"/>
            <p:cNvSpPr/>
            <p:nvPr/>
          </p:nvSpPr>
          <p:spPr>
            <a:xfrm>
              <a:off x="4608046" y="4656815"/>
              <a:ext cx="39606" cy="33579"/>
            </a:xfrm>
            <a:custGeom>
              <a:avLst/>
              <a:pathLst>
                <a:path w="39606" h="33579">
                  <a:moveTo>
                    <a:pt x="39606" y="0"/>
                  </a:moveTo>
                  <a:lnTo>
                    <a:pt x="0" y="335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l1215"/>
            <p:cNvSpPr/>
            <p:nvPr/>
          </p:nvSpPr>
          <p:spPr>
            <a:xfrm>
              <a:off x="4610053" y="4606064"/>
              <a:ext cx="6251" cy="4973"/>
            </a:xfrm>
            <a:custGeom>
              <a:avLst/>
              <a:pathLst>
                <a:path w="6251" h="4973">
                  <a:moveTo>
                    <a:pt x="6251" y="0"/>
                  </a:moveTo>
                  <a:lnTo>
                    <a:pt x="0" y="49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l1216"/>
            <p:cNvSpPr/>
            <p:nvPr/>
          </p:nvSpPr>
          <p:spPr>
            <a:xfrm>
              <a:off x="4640238" y="4689682"/>
              <a:ext cx="46635" cy="41726"/>
            </a:xfrm>
            <a:custGeom>
              <a:avLst/>
              <a:pathLst>
                <a:path w="46635" h="41726">
                  <a:moveTo>
                    <a:pt x="46635" y="0"/>
                  </a:moveTo>
                  <a:lnTo>
                    <a:pt x="0" y="41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l1217"/>
            <p:cNvSpPr/>
            <p:nvPr/>
          </p:nvSpPr>
          <p:spPr>
            <a:xfrm>
              <a:off x="4650984" y="4647524"/>
              <a:ext cx="1017" cy="858"/>
            </a:xfrm>
            <a:custGeom>
              <a:avLst/>
              <a:pathLst>
                <a:path w="1017" h="858">
                  <a:moveTo>
                    <a:pt x="1017" y="0"/>
                  </a:moveTo>
                  <a:lnTo>
                    <a:pt x="0" y="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l1218"/>
            <p:cNvSpPr/>
            <p:nvPr/>
          </p:nvSpPr>
          <p:spPr>
            <a:xfrm>
              <a:off x="4652131" y="4706720"/>
              <a:ext cx="51981" cy="47723"/>
            </a:xfrm>
            <a:custGeom>
              <a:avLst/>
              <a:pathLst>
                <a:path w="51981" h="47723">
                  <a:moveTo>
                    <a:pt x="51981" y="0"/>
                  </a:moveTo>
                  <a:lnTo>
                    <a:pt x="0" y="47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l1219"/>
            <p:cNvSpPr/>
            <p:nvPr/>
          </p:nvSpPr>
          <p:spPr>
            <a:xfrm>
              <a:off x="4677748" y="4676514"/>
              <a:ext cx="999" cy="879"/>
            </a:xfrm>
            <a:custGeom>
              <a:avLst/>
              <a:pathLst>
                <a:path w="999" h="879">
                  <a:moveTo>
                    <a:pt x="999" y="0"/>
                  </a:moveTo>
                  <a:lnTo>
                    <a:pt x="0" y="8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l1220"/>
            <p:cNvSpPr/>
            <p:nvPr/>
          </p:nvSpPr>
          <p:spPr>
            <a:xfrm>
              <a:off x="4657802" y="4711744"/>
              <a:ext cx="52754" cy="48849"/>
            </a:xfrm>
            <a:custGeom>
              <a:avLst/>
              <a:pathLst>
                <a:path w="52754" h="48849">
                  <a:moveTo>
                    <a:pt x="52754" y="0"/>
                  </a:moveTo>
                  <a:lnTo>
                    <a:pt x="0" y="48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l1221"/>
            <p:cNvSpPr/>
            <p:nvPr/>
          </p:nvSpPr>
          <p:spPr>
            <a:xfrm>
              <a:off x="4694541" y="4669246"/>
              <a:ext cx="27670" cy="24983"/>
            </a:xfrm>
            <a:custGeom>
              <a:avLst/>
              <a:pathLst>
                <a:path w="27670" h="24983">
                  <a:moveTo>
                    <a:pt x="27670" y="0"/>
                  </a:moveTo>
                  <a:lnTo>
                    <a:pt x="0" y="249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l1222"/>
            <p:cNvSpPr/>
            <p:nvPr/>
          </p:nvSpPr>
          <p:spPr>
            <a:xfrm>
              <a:off x="4817207" y="4811842"/>
              <a:ext cx="48667" cy="54716"/>
            </a:xfrm>
            <a:custGeom>
              <a:avLst/>
              <a:pathLst>
                <a:path w="48667" h="54716">
                  <a:moveTo>
                    <a:pt x="48667" y="0"/>
                  </a:moveTo>
                  <a:lnTo>
                    <a:pt x="0" y="54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l1223"/>
            <p:cNvSpPr/>
            <p:nvPr/>
          </p:nvSpPr>
          <p:spPr>
            <a:xfrm>
              <a:off x="4792092" y="4673527"/>
              <a:ext cx="68470" cy="68982"/>
            </a:xfrm>
            <a:custGeom>
              <a:avLst/>
              <a:pathLst>
                <a:path w="68470" h="68982">
                  <a:moveTo>
                    <a:pt x="68470" y="0"/>
                  </a:moveTo>
                  <a:lnTo>
                    <a:pt x="0" y="68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l1224"/>
            <p:cNvSpPr/>
            <p:nvPr/>
          </p:nvSpPr>
          <p:spPr>
            <a:xfrm>
              <a:off x="5321676" y="5024115"/>
              <a:ext cx="45897" cy="100527"/>
            </a:xfrm>
            <a:custGeom>
              <a:avLst/>
              <a:pathLst>
                <a:path w="45897" h="100527">
                  <a:moveTo>
                    <a:pt x="45897" y="0"/>
                  </a:moveTo>
                  <a:lnTo>
                    <a:pt x="0" y="1005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l1225"/>
            <p:cNvSpPr/>
            <p:nvPr/>
          </p:nvSpPr>
          <p:spPr>
            <a:xfrm>
              <a:off x="4383416" y="4381607"/>
              <a:ext cx="1163" cy="647"/>
            </a:xfrm>
            <a:custGeom>
              <a:avLst/>
              <a:pathLst>
                <a:path w="1163" h="647">
                  <a:moveTo>
                    <a:pt x="1163" y="0"/>
                  </a:moveTo>
                  <a:lnTo>
                    <a:pt x="0" y="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l1226"/>
            <p:cNvSpPr/>
            <p:nvPr/>
          </p:nvSpPr>
          <p:spPr>
            <a:xfrm>
              <a:off x="4387500" y="4388902"/>
              <a:ext cx="1160" cy="652"/>
            </a:xfrm>
            <a:custGeom>
              <a:avLst/>
              <a:pathLst>
                <a:path w="1160" h="652">
                  <a:moveTo>
                    <a:pt x="1160" y="0"/>
                  </a:moveTo>
                  <a:lnTo>
                    <a:pt x="0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l1227"/>
            <p:cNvSpPr/>
            <p:nvPr/>
          </p:nvSpPr>
          <p:spPr>
            <a:xfrm>
              <a:off x="4375340" y="4366963"/>
              <a:ext cx="1168" cy="637"/>
            </a:xfrm>
            <a:custGeom>
              <a:avLst/>
              <a:pathLst>
                <a:path w="1168" h="637">
                  <a:moveTo>
                    <a:pt x="1168" y="0"/>
                  </a:moveTo>
                  <a:lnTo>
                    <a:pt x="0" y="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l1228"/>
            <p:cNvSpPr/>
            <p:nvPr/>
          </p:nvSpPr>
          <p:spPr>
            <a:xfrm>
              <a:off x="4379362" y="4374294"/>
              <a:ext cx="1166" cy="642"/>
            </a:xfrm>
            <a:custGeom>
              <a:avLst/>
              <a:pathLst>
                <a:path w="1166" h="642">
                  <a:moveTo>
                    <a:pt x="1166" y="0"/>
                  </a:moveTo>
                  <a:lnTo>
                    <a:pt x="0" y="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l1229"/>
            <p:cNvSpPr/>
            <p:nvPr/>
          </p:nvSpPr>
          <p:spPr>
            <a:xfrm>
              <a:off x="4363463" y="4344870"/>
              <a:ext cx="1176" cy="622"/>
            </a:xfrm>
            <a:custGeom>
              <a:avLst/>
              <a:pathLst>
                <a:path w="1176" h="622">
                  <a:moveTo>
                    <a:pt x="1176" y="0"/>
                  </a:moveTo>
                  <a:lnTo>
                    <a:pt x="0" y="6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l1230"/>
            <p:cNvSpPr/>
            <p:nvPr/>
          </p:nvSpPr>
          <p:spPr>
            <a:xfrm>
              <a:off x="4367390" y="4352251"/>
              <a:ext cx="1174" cy="627"/>
            </a:xfrm>
            <a:custGeom>
              <a:avLst/>
              <a:pathLst>
                <a:path w="1174" h="627">
                  <a:moveTo>
                    <a:pt x="1174" y="0"/>
                  </a:moveTo>
                  <a:lnTo>
                    <a:pt x="0" y="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l1231"/>
            <p:cNvSpPr/>
            <p:nvPr/>
          </p:nvSpPr>
          <p:spPr>
            <a:xfrm>
              <a:off x="4366598" y="4347938"/>
              <a:ext cx="1175" cy="625"/>
            </a:xfrm>
            <a:custGeom>
              <a:avLst/>
              <a:pathLst>
                <a:path w="1175" h="625">
                  <a:moveTo>
                    <a:pt x="1175" y="0"/>
                  </a:moveTo>
                  <a:lnTo>
                    <a:pt x="0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l1232"/>
            <p:cNvSpPr/>
            <p:nvPr/>
          </p:nvSpPr>
          <p:spPr>
            <a:xfrm>
              <a:off x="4371350" y="4358983"/>
              <a:ext cx="2343" cy="1265"/>
            </a:xfrm>
            <a:custGeom>
              <a:avLst/>
              <a:pathLst>
                <a:path w="2343" h="1265">
                  <a:moveTo>
                    <a:pt x="2343" y="0"/>
                  </a:moveTo>
                  <a:lnTo>
                    <a:pt x="0" y="1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l1233"/>
            <p:cNvSpPr/>
            <p:nvPr/>
          </p:nvSpPr>
          <p:spPr>
            <a:xfrm>
              <a:off x="4355702" y="4330058"/>
              <a:ext cx="1182" cy="612"/>
            </a:xfrm>
            <a:custGeom>
              <a:avLst/>
              <a:pathLst>
                <a:path w="1182" h="612">
                  <a:moveTo>
                    <a:pt x="1182" y="0"/>
                  </a:moveTo>
                  <a:lnTo>
                    <a:pt x="0" y="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l1234"/>
            <p:cNvSpPr/>
            <p:nvPr/>
          </p:nvSpPr>
          <p:spPr>
            <a:xfrm>
              <a:off x="4359566" y="4337472"/>
              <a:ext cx="1179" cy="617"/>
            </a:xfrm>
            <a:custGeom>
              <a:avLst/>
              <a:pathLst>
                <a:path w="1179" h="617">
                  <a:moveTo>
                    <a:pt x="1179" y="0"/>
                  </a:moveTo>
                  <a:lnTo>
                    <a:pt x="0" y="6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l1235"/>
            <p:cNvSpPr/>
            <p:nvPr/>
          </p:nvSpPr>
          <p:spPr>
            <a:xfrm>
              <a:off x="4344298" y="4307716"/>
              <a:ext cx="1189" cy="597"/>
            </a:xfrm>
            <a:custGeom>
              <a:avLst/>
              <a:pathLst>
                <a:path w="1189" h="597">
                  <a:moveTo>
                    <a:pt x="1189" y="0"/>
                  </a:moveTo>
                  <a:lnTo>
                    <a:pt x="0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l1236"/>
            <p:cNvSpPr/>
            <p:nvPr/>
          </p:nvSpPr>
          <p:spPr>
            <a:xfrm>
              <a:off x="4348068" y="4315180"/>
              <a:ext cx="1187" cy="602"/>
            </a:xfrm>
            <a:custGeom>
              <a:avLst/>
              <a:pathLst>
                <a:path w="1187" h="602">
                  <a:moveTo>
                    <a:pt x="1187" y="0"/>
                  </a:moveTo>
                  <a:lnTo>
                    <a:pt x="0" y="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l1237"/>
            <p:cNvSpPr/>
            <p:nvPr/>
          </p:nvSpPr>
          <p:spPr>
            <a:xfrm>
              <a:off x="4347368" y="4310850"/>
              <a:ext cx="1188" cy="599"/>
            </a:xfrm>
            <a:custGeom>
              <a:avLst/>
              <a:pathLst>
                <a:path w="1188" h="599">
                  <a:moveTo>
                    <a:pt x="1188" y="0"/>
                  </a:moveTo>
                  <a:lnTo>
                    <a:pt x="0" y="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l1238"/>
            <p:cNvSpPr/>
            <p:nvPr/>
          </p:nvSpPr>
          <p:spPr>
            <a:xfrm>
              <a:off x="4351869" y="4322019"/>
              <a:ext cx="2369" cy="1214"/>
            </a:xfrm>
            <a:custGeom>
              <a:avLst/>
              <a:pathLst>
                <a:path w="2369" h="1214">
                  <a:moveTo>
                    <a:pt x="2369" y="0"/>
                  </a:moveTo>
                  <a:lnTo>
                    <a:pt x="0" y="1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l1239"/>
            <p:cNvSpPr/>
            <p:nvPr/>
          </p:nvSpPr>
          <p:spPr>
            <a:xfrm>
              <a:off x="4351388" y="4315232"/>
              <a:ext cx="2373" cy="1207"/>
            </a:xfrm>
            <a:custGeom>
              <a:avLst/>
              <a:pathLst>
                <a:path w="2373" h="1207">
                  <a:moveTo>
                    <a:pt x="2373" y="0"/>
                  </a:moveTo>
                  <a:lnTo>
                    <a:pt x="0" y="1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l1240"/>
            <p:cNvSpPr/>
            <p:nvPr/>
          </p:nvSpPr>
          <p:spPr>
            <a:xfrm>
              <a:off x="4358811" y="4331922"/>
              <a:ext cx="3542" cy="1845"/>
            </a:xfrm>
            <a:custGeom>
              <a:avLst/>
              <a:pathLst>
                <a:path w="3542" h="1845">
                  <a:moveTo>
                    <a:pt x="3542" y="0"/>
                  </a:moveTo>
                  <a:lnTo>
                    <a:pt x="0" y="1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l1241"/>
            <p:cNvSpPr/>
            <p:nvPr/>
          </p:nvSpPr>
          <p:spPr>
            <a:xfrm>
              <a:off x="4358038" y="4321759"/>
              <a:ext cx="3551" cy="1828"/>
            </a:xfrm>
            <a:custGeom>
              <a:avLst/>
              <a:pathLst>
                <a:path w="3551" h="1828">
                  <a:moveTo>
                    <a:pt x="3551" y="0"/>
                  </a:moveTo>
                  <a:lnTo>
                    <a:pt x="0" y="1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l1242"/>
            <p:cNvSpPr/>
            <p:nvPr/>
          </p:nvSpPr>
          <p:spPr>
            <a:xfrm>
              <a:off x="4370724" y="4350321"/>
              <a:ext cx="5867" cy="3144"/>
            </a:xfrm>
            <a:custGeom>
              <a:avLst/>
              <a:pathLst>
                <a:path w="5867" h="3144">
                  <a:moveTo>
                    <a:pt x="5867" y="0"/>
                  </a:moveTo>
                  <a:lnTo>
                    <a:pt x="0" y="31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l1243"/>
            <p:cNvSpPr/>
            <p:nvPr/>
          </p:nvSpPr>
          <p:spPr>
            <a:xfrm>
              <a:off x="4369031" y="4334832"/>
              <a:ext cx="2357" cy="1238"/>
            </a:xfrm>
            <a:custGeom>
              <a:avLst/>
              <a:pathLst>
                <a:path w="2357" h="1238">
                  <a:moveTo>
                    <a:pt x="2357" y="0"/>
                  </a:moveTo>
                  <a:lnTo>
                    <a:pt x="0" y="1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l1244"/>
            <p:cNvSpPr/>
            <p:nvPr/>
          </p:nvSpPr>
          <p:spPr>
            <a:xfrm>
              <a:off x="4378515" y="4365509"/>
              <a:ext cx="9339" cy="5121"/>
            </a:xfrm>
            <a:custGeom>
              <a:avLst/>
              <a:pathLst>
                <a:path w="9339" h="5121">
                  <a:moveTo>
                    <a:pt x="9339" y="0"/>
                  </a:moveTo>
                  <a:lnTo>
                    <a:pt x="0" y="5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l1245"/>
            <p:cNvSpPr/>
            <p:nvPr/>
          </p:nvSpPr>
          <p:spPr>
            <a:xfrm>
              <a:off x="4379553" y="4348948"/>
              <a:ext cx="2346" cy="1259"/>
            </a:xfrm>
            <a:custGeom>
              <a:avLst/>
              <a:pathLst>
                <a:path w="2346" h="1259">
                  <a:moveTo>
                    <a:pt x="2346" y="0"/>
                  </a:moveTo>
                  <a:lnTo>
                    <a:pt x="0" y="1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l1246"/>
            <p:cNvSpPr/>
            <p:nvPr/>
          </p:nvSpPr>
          <p:spPr>
            <a:xfrm>
              <a:off x="4386616" y="4378756"/>
              <a:ext cx="11619" cy="6500"/>
            </a:xfrm>
            <a:custGeom>
              <a:avLst/>
              <a:pathLst>
                <a:path w="11619" h="6500">
                  <a:moveTo>
                    <a:pt x="11619" y="0"/>
                  </a:moveTo>
                  <a:lnTo>
                    <a:pt x="0" y="65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l1247"/>
            <p:cNvSpPr/>
            <p:nvPr/>
          </p:nvSpPr>
          <p:spPr>
            <a:xfrm>
              <a:off x="4325932" y="4270162"/>
              <a:ext cx="1202" cy="571"/>
            </a:xfrm>
            <a:custGeom>
              <a:avLst/>
              <a:pathLst>
                <a:path w="1202" h="571">
                  <a:moveTo>
                    <a:pt x="1202" y="0"/>
                  </a:moveTo>
                  <a:lnTo>
                    <a:pt x="0" y="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l1248"/>
            <p:cNvSpPr/>
            <p:nvPr/>
          </p:nvSpPr>
          <p:spPr>
            <a:xfrm>
              <a:off x="4329541" y="4277704"/>
              <a:ext cx="1199" cy="576"/>
            </a:xfrm>
            <a:custGeom>
              <a:avLst/>
              <a:pathLst>
                <a:path w="1199" h="576">
                  <a:moveTo>
                    <a:pt x="1199" y="0"/>
                  </a:moveTo>
                  <a:lnTo>
                    <a:pt x="0" y="5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l1249"/>
            <p:cNvSpPr/>
            <p:nvPr/>
          </p:nvSpPr>
          <p:spPr>
            <a:xfrm>
              <a:off x="4328934" y="4273361"/>
              <a:ext cx="1201" cy="574"/>
            </a:xfrm>
            <a:custGeom>
              <a:avLst/>
              <a:pathLst>
                <a:path w="1201" h="574">
                  <a:moveTo>
                    <a:pt x="1201" y="0"/>
                  </a:moveTo>
                  <a:lnTo>
                    <a:pt x="0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l1250"/>
            <p:cNvSpPr/>
            <p:nvPr/>
          </p:nvSpPr>
          <p:spPr>
            <a:xfrm>
              <a:off x="4333182" y="4284649"/>
              <a:ext cx="2394" cy="1164"/>
            </a:xfrm>
            <a:custGeom>
              <a:avLst/>
              <a:pathLst>
                <a:path w="2394" h="1164">
                  <a:moveTo>
                    <a:pt x="2394" y="0"/>
                  </a:moveTo>
                  <a:lnTo>
                    <a:pt x="0" y="1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l1251"/>
            <p:cNvSpPr/>
            <p:nvPr/>
          </p:nvSpPr>
          <p:spPr>
            <a:xfrm>
              <a:off x="4318811" y="4255032"/>
              <a:ext cx="1207" cy="561"/>
            </a:xfrm>
            <a:custGeom>
              <a:avLst/>
              <a:pathLst>
                <a:path w="1207" h="561">
                  <a:moveTo>
                    <a:pt x="1207" y="0"/>
                  </a:moveTo>
                  <a:lnTo>
                    <a:pt x="0" y="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l1252"/>
            <p:cNvSpPr/>
            <p:nvPr/>
          </p:nvSpPr>
          <p:spPr>
            <a:xfrm>
              <a:off x="4322355" y="4262605"/>
              <a:ext cx="1204" cy="566"/>
            </a:xfrm>
            <a:custGeom>
              <a:avLst/>
              <a:pathLst>
                <a:path w="1204" h="566">
                  <a:moveTo>
                    <a:pt x="1204" y="0"/>
                  </a:moveTo>
                  <a:lnTo>
                    <a:pt x="0" y="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l1253"/>
            <p:cNvSpPr/>
            <p:nvPr/>
          </p:nvSpPr>
          <p:spPr>
            <a:xfrm>
              <a:off x="4311819" y="4239842"/>
              <a:ext cx="1211" cy="551"/>
            </a:xfrm>
            <a:custGeom>
              <a:avLst/>
              <a:pathLst>
                <a:path w="1211" h="551">
                  <a:moveTo>
                    <a:pt x="1211" y="0"/>
                  </a:moveTo>
                  <a:lnTo>
                    <a:pt x="0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l1254"/>
            <p:cNvSpPr/>
            <p:nvPr/>
          </p:nvSpPr>
          <p:spPr>
            <a:xfrm>
              <a:off x="4315299" y="4247445"/>
              <a:ext cx="1209" cy="556"/>
            </a:xfrm>
            <a:custGeom>
              <a:avLst/>
              <a:pathLst>
                <a:path w="1209" h="556">
                  <a:moveTo>
                    <a:pt x="1209" y="0"/>
                  </a:moveTo>
                  <a:lnTo>
                    <a:pt x="0" y="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l1255"/>
            <p:cNvSpPr/>
            <p:nvPr/>
          </p:nvSpPr>
          <p:spPr>
            <a:xfrm>
              <a:off x="4314766" y="4242538"/>
              <a:ext cx="2421" cy="1107"/>
            </a:xfrm>
            <a:custGeom>
              <a:avLst/>
              <a:pathLst>
                <a:path w="2421" h="1107">
                  <a:moveTo>
                    <a:pt x="2421" y="0"/>
                  </a:moveTo>
                  <a:lnTo>
                    <a:pt x="0" y="11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l1256"/>
            <p:cNvSpPr/>
            <p:nvPr/>
          </p:nvSpPr>
          <p:spPr>
            <a:xfrm>
              <a:off x="4321785" y="4257692"/>
              <a:ext cx="2412" cy="1128"/>
            </a:xfrm>
            <a:custGeom>
              <a:avLst/>
              <a:pathLst>
                <a:path w="2412" h="1128">
                  <a:moveTo>
                    <a:pt x="2412" y="0"/>
                  </a:moveTo>
                  <a:lnTo>
                    <a:pt x="0" y="1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l1257"/>
            <p:cNvSpPr/>
            <p:nvPr/>
          </p:nvSpPr>
          <p:spPr>
            <a:xfrm>
              <a:off x="4320676" y="4248446"/>
              <a:ext cx="3625" cy="1676"/>
            </a:xfrm>
            <a:custGeom>
              <a:avLst/>
              <a:pathLst>
                <a:path w="3625" h="1676">
                  <a:moveTo>
                    <a:pt x="3625" y="0"/>
                  </a:moveTo>
                  <a:lnTo>
                    <a:pt x="0" y="1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l1258"/>
            <p:cNvSpPr/>
            <p:nvPr/>
          </p:nvSpPr>
          <p:spPr>
            <a:xfrm>
              <a:off x="4332847" y="4276696"/>
              <a:ext cx="4797" cy="2312"/>
            </a:xfrm>
            <a:custGeom>
              <a:avLst/>
              <a:pathLst>
                <a:path w="4797" h="2312">
                  <a:moveTo>
                    <a:pt x="4797" y="0"/>
                  </a:moveTo>
                  <a:lnTo>
                    <a:pt x="0" y="23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l1259"/>
            <p:cNvSpPr/>
            <p:nvPr/>
          </p:nvSpPr>
          <p:spPr>
            <a:xfrm>
              <a:off x="4330916" y="4262029"/>
              <a:ext cx="1203" cy="568"/>
            </a:xfrm>
            <a:custGeom>
              <a:avLst/>
              <a:pathLst>
                <a:path w="1203" h="568">
                  <a:moveTo>
                    <a:pt x="1203" y="0"/>
                  </a:moveTo>
                  <a:lnTo>
                    <a:pt x="0" y="5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l1260"/>
            <p:cNvSpPr/>
            <p:nvPr/>
          </p:nvSpPr>
          <p:spPr>
            <a:xfrm>
              <a:off x="4336856" y="4289219"/>
              <a:ext cx="8364" cy="4110"/>
            </a:xfrm>
            <a:custGeom>
              <a:avLst/>
              <a:pathLst>
                <a:path w="8364" h="4110">
                  <a:moveTo>
                    <a:pt x="8364" y="0"/>
                  </a:moveTo>
                  <a:lnTo>
                    <a:pt x="0" y="4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l1261"/>
            <p:cNvSpPr/>
            <p:nvPr/>
          </p:nvSpPr>
          <p:spPr>
            <a:xfrm>
              <a:off x="4338618" y="4275071"/>
              <a:ext cx="1199" cy="577"/>
            </a:xfrm>
            <a:custGeom>
              <a:avLst/>
              <a:pathLst>
                <a:path w="1199" h="577">
                  <a:moveTo>
                    <a:pt x="1199" y="0"/>
                  </a:moveTo>
                  <a:lnTo>
                    <a:pt x="0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l1262"/>
            <p:cNvSpPr/>
            <p:nvPr/>
          </p:nvSpPr>
          <p:spPr>
            <a:xfrm>
              <a:off x="4340561" y="4296091"/>
              <a:ext cx="9539" cy="4738"/>
            </a:xfrm>
            <a:custGeom>
              <a:avLst/>
              <a:pathLst>
                <a:path w="9539" h="4738">
                  <a:moveTo>
                    <a:pt x="9539" y="0"/>
                  </a:moveTo>
                  <a:lnTo>
                    <a:pt x="0" y="4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l1263"/>
            <p:cNvSpPr/>
            <p:nvPr/>
          </p:nvSpPr>
          <p:spPr>
            <a:xfrm>
              <a:off x="4304957" y="4224593"/>
              <a:ext cx="1216" cy="540"/>
            </a:xfrm>
            <a:custGeom>
              <a:avLst/>
              <a:pathLst>
                <a:path w="1216" h="540">
                  <a:moveTo>
                    <a:pt x="1216" y="0"/>
                  </a:moveTo>
                  <a:lnTo>
                    <a:pt x="0" y="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l1264"/>
            <p:cNvSpPr/>
            <p:nvPr/>
          </p:nvSpPr>
          <p:spPr>
            <a:xfrm>
              <a:off x="4308372" y="4232225"/>
              <a:ext cx="1214" cy="546"/>
            </a:xfrm>
            <a:custGeom>
              <a:avLst/>
              <a:pathLst>
                <a:path w="1214" h="546">
                  <a:moveTo>
                    <a:pt x="1214" y="0"/>
                  </a:moveTo>
                  <a:lnTo>
                    <a:pt x="0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l1265"/>
            <p:cNvSpPr/>
            <p:nvPr/>
          </p:nvSpPr>
          <p:spPr>
            <a:xfrm>
              <a:off x="4294910" y="4201611"/>
              <a:ext cx="1223" cy="525"/>
            </a:xfrm>
            <a:custGeom>
              <a:avLst/>
              <a:pathLst>
                <a:path w="1223" h="525">
                  <a:moveTo>
                    <a:pt x="1223" y="0"/>
                  </a:moveTo>
                  <a:lnTo>
                    <a:pt x="0" y="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l1266"/>
            <p:cNvSpPr/>
            <p:nvPr/>
          </p:nvSpPr>
          <p:spPr>
            <a:xfrm>
              <a:off x="4298226" y="4209286"/>
              <a:ext cx="1221" cy="530"/>
            </a:xfrm>
            <a:custGeom>
              <a:avLst/>
              <a:pathLst>
                <a:path w="1221" h="530">
                  <a:moveTo>
                    <a:pt x="1221" y="0"/>
                  </a:moveTo>
                  <a:lnTo>
                    <a:pt x="0" y="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l1267"/>
            <p:cNvSpPr/>
            <p:nvPr/>
          </p:nvSpPr>
          <p:spPr>
            <a:xfrm>
              <a:off x="4297786" y="4204922"/>
              <a:ext cx="1222" cy="527"/>
            </a:xfrm>
            <a:custGeom>
              <a:avLst/>
              <a:pathLst>
                <a:path w="1222" h="527">
                  <a:moveTo>
                    <a:pt x="1222" y="0"/>
                  </a:moveTo>
                  <a:lnTo>
                    <a:pt x="0" y="5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l1268"/>
            <p:cNvSpPr/>
            <p:nvPr/>
          </p:nvSpPr>
          <p:spPr>
            <a:xfrm>
              <a:off x="4301575" y="4216411"/>
              <a:ext cx="2437" cy="1071"/>
            </a:xfrm>
            <a:custGeom>
              <a:avLst/>
              <a:pathLst>
                <a:path w="2437" h="1071">
                  <a:moveTo>
                    <a:pt x="2437" y="0"/>
                  </a:moveTo>
                  <a:lnTo>
                    <a:pt x="0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l1269"/>
            <p:cNvSpPr/>
            <p:nvPr/>
          </p:nvSpPr>
          <p:spPr>
            <a:xfrm>
              <a:off x="4278821" y="4163028"/>
              <a:ext cx="1234" cy="498"/>
            </a:xfrm>
            <a:custGeom>
              <a:avLst/>
              <a:pathLst>
                <a:path w="1234" h="498">
                  <a:moveTo>
                    <a:pt x="1234" y="0"/>
                  </a:moveTo>
                  <a:lnTo>
                    <a:pt x="0" y="4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l1270"/>
            <p:cNvSpPr/>
            <p:nvPr/>
          </p:nvSpPr>
          <p:spPr>
            <a:xfrm>
              <a:off x="4281972" y="4170772"/>
              <a:ext cx="1232" cy="504"/>
            </a:xfrm>
            <a:custGeom>
              <a:avLst/>
              <a:pathLst>
                <a:path w="1232" h="504">
                  <a:moveTo>
                    <a:pt x="1232" y="0"/>
                  </a:moveTo>
                  <a:lnTo>
                    <a:pt x="0" y="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l1271"/>
            <p:cNvSpPr/>
            <p:nvPr/>
          </p:nvSpPr>
          <p:spPr>
            <a:xfrm>
              <a:off x="4281626" y="4166400"/>
              <a:ext cx="1233" cy="501"/>
            </a:xfrm>
            <a:custGeom>
              <a:avLst/>
              <a:pathLst>
                <a:path w="1233" h="501">
                  <a:moveTo>
                    <a:pt x="1233" y="0"/>
                  </a:moveTo>
                  <a:lnTo>
                    <a:pt x="0" y="5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l1272"/>
            <p:cNvSpPr/>
            <p:nvPr/>
          </p:nvSpPr>
          <p:spPr>
            <a:xfrm>
              <a:off x="4285157" y="4177993"/>
              <a:ext cx="2460" cy="1019"/>
            </a:xfrm>
            <a:custGeom>
              <a:avLst/>
              <a:pathLst>
                <a:path w="2460" h="1019">
                  <a:moveTo>
                    <a:pt x="2460" y="0"/>
                  </a:moveTo>
                  <a:lnTo>
                    <a:pt x="0" y="1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l1273"/>
            <p:cNvSpPr/>
            <p:nvPr/>
          </p:nvSpPr>
          <p:spPr>
            <a:xfrm>
              <a:off x="4285229" y="4171695"/>
              <a:ext cx="1231" cy="505"/>
            </a:xfrm>
            <a:custGeom>
              <a:avLst/>
              <a:pathLst>
                <a:path w="1231" h="505">
                  <a:moveTo>
                    <a:pt x="1231" y="0"/>
                  </a:moveTo>
                  <a:lnTo>
                    <a:pt x="0" y="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l1274"/>
            <p:cNvSpPr/>
            <p:nvPr/>
          </p:nvSpPr>
          <p:spPr>
            <a:xfrm>
              <a:off x="4288375" y="4185190"/>
              <a:ext cx="3683" cy="1544"/>
            </a:xfrm>
            <a:custGeom>
              <a:avLst/>
              <a:pathLst>
                <a:path w="3683" h="1544">
                  <a:moveTo>
                    <a:pt x="3683" y="0"/>
                  </a:moveTo>
                  <a:lnTo>
                    <a:pt x="0" y="1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l1275"/>
            <p:cNvSpPr/>
            <p:nvPr/>
          </p:nvSpPr>
          <p:spPr>
            <a:xfrm>
              <a:off x="4289247" y="4177937"/>
              <a:ext cx="1229" cy="510"/>
            </a:xfrm>
            <a:custGeom>
              <a:avLst/>
              <a:pathLst>
                <a:path w="1229" h="510">
                  <a:moveTo>
                    <a:pt x="1229" y="0"/>
                  </a:moveTo>
                  <a:lnTo>
                    <a:pt x="0" y="5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l1276"/>
            <p:cNvSpPr/>
            <p:nvPr/>
          </p:nvSpPr>
          <p:spPr>
            <a:xfrm>
              <a:off x="4291626" y="4192362"/>
              <a:ext cx="4902" cy="2080"/>
            </a:xfrm>
            <a:custGeom>
              <a:avLst/>
              <a:pathLst>
                <a:path w="4902" h="2080">
                  <a:moveTo>
                    <a:pt x="4902" y="0"/>
                  </a:moveTo>
                  <a:lnTo>
                    <a:pt x="0" y="2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l1277"/>
            <p:cNvSpPr/>
            <p:nvPr/>
          </p:nvSpPr>
          <p:spPr>
            <a:xfrm>
              <a:off x="4293488" y="4183610"/>
              <a:ext cx="3683" cy="1545"/>
            </a:xfrm>
            <a:custGeom>
              <a:avLst/>
              <a:pathLst>
                <a:path w="3683" h="1545">
                  <a:moveTo>
                    <a:pt x="3683" y="0"/>
                  </a:moveTo>
                  <a:lnTo>
                    <a:pt x="0" y="1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l1278"/>
            <p:cNvSpPr/>
            <p:nvPr/>
          </p:nvSpPr>
          <p:spPr>
            <a:xfrm>
              <a:off x="4301502" y="4208012"/>
              <a:ext cx="6103" cy="2658"/>
            </a:xfrm>
            <a:custGeom>
              <a:avLst/>
              <a:pathLst>
                <a:path w="6103" h="2658">
                  <a:moveTo>
                    <a:pt x="6103" y="0"/>
                  </a:moveTo>
                  <a:lnTo>
                    <a:pt x="0" y="26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l1279"/>
            <p:cNvSpPr/>
            <p:nvPr/>
          </p:nvSpPr>
          <p:spPr>
            <a:xfrm>
              <a:off x="4302347" y="4194782"/>
              <a:ext cx="2448" cy="1046"/>
            </a:xfrm>
            <a:custGeom>
              <a:avLst/>
              <a:pathLst>
                <a:path w="2448" h="1046">
                  <a:moveTo>
                    <a:pt x="2448" y="0"/>
                  </a:moveTo>
                  <a:lnTo>
                    <a:pt x="0" y="10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l1280"/>
            <p:cNvSpPr/>
            <p:nvPr/>
          </p:nvSpPr>
          <p:spPr>
            <a:xfrm>
              <a:off x="4307876" y="4224063"/>
              <a:ext cx="9723" cy="4347"/>
            </a:xfrm>
            <a:custGeom>
              <a:avLst/>
              <a:pathLst>
                <a:path w="9723" h="4347">
                  <a:moveTo>
                    <a:pt x="9723" y="0"/>
                  </a:moveTo>
                  <a:lnTo>
                    <a:pt x="0" y="4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l1281"/>
            <p:cNvSpPr/>
            <p:nvPr/>
          </p:nvSpPr>
          <p:spPr>
            <a:xfrm>
              <a:off x="4269564" y="4139716"/>
              <a:ext cx="1240" cy="483"/>
            </a:xfrm>
            <a:custGeom>
              <a:avLst/>
              <a:pathLst>
                <a:path w="1240" h="483">
                  <a:moveTo>
                    <a:pt x="1240" y="0"/>
                  </a:moveTo>
                  <a:lnTo>
                    <a:pt x="0" y="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l1282"/>
            <p:cNvSpPr/>
            <p:nvPr/>
          </p:nvSpPr>
          <p:spPr>
            <a:xfrm>
              <a:off x="4272616" y="4147500"/>
              <a:ext cx="1238" cy="488"/>
            </a:xfrm>
            <a:custGeom>
              <a:avLst/>
              <a:pathLst>
                <a:path w="1238" h="488">
                  <a:moveTo>
                    <a:pt x="1238" y="0"/>
                  </a:moveTo>
                  <a:lnTo>
                    <a:pt x="0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l1283"/>
            <p:cNvSpPr/>
            <p:nvPr/>
          </p:nvSpPr>
          <p:spPr>
            <a:xfrm>
              <a:off x="4272326" y="4143124"/>
              <a:ext cx="1239" cy="485"/>
            </a:xfrm>
            <a:custGeom>
              <a:avLst/>
              <a:pathLst>
                <a:path w="1239" h="485">
                  <a:moveTo>
                    <a:pt x="1239" y="0"/>
                  </a:moveTo>
                  <a:lnTo>
                    <a:pt x="0" y="4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l1284"/>
            <p:cNvSpPr/>
            <p:nvPr/>
          </p:nvSpPr>
          <p:spPr>
            <a:xfrm>
              <a:off x="4275702" y="4154777"/>
              <a:ext cx="2473" cy="987"/>
            </a:xfrm>
            <a:custGeom>
              <a:avLst/>
              <a:pathLst>
                <a:path w="2473" h="987">
                  <a:moveTo>
                    <a:pt x="2473" y="0"/>
                  </a:moveTo>
                  <a:lnTo>
                    <a:pt x="0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l1285"/>
            <p:cNvSpPr/>
            <p:nvPr/>
          </p:nvSpPr>
          <p:spPr>
            <a:xfrm>
              <a:off x="4260607" y="4116288"/>
              <a:ext cx="1246" cy="467"/>
            </a:xfrm>
            <a:custGeom>
              <a:avLst/>
              <a:pathLst>
                <a:path w="1246" h="467">
                  <a:moveTo>
                    <a:pt x="1246" y="0"/>
                  </a:moveTo>
                  <a:lnTo>
                    <a:pt x="0" y="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l1286"/>
            <p:cNvSpPr/>
            <p:nvPr/>
          </p:nvSpPr>
          <p:spPr>
            <a:xfrm>
              <a:off x="4263559" y="4124110"/>
              <a:ext cx="1244" cy="472"/>
            </a:xfrm>
            <a:custGeom>
              <a:avLst/>
              <a:pathLst>
                <a:path w="1244" h="472">
                  <a:moveTo>
                    <a:pt x="1244" y="0"/>
                  </a:moveTo>
                  <a:lnTo>
                    <a:pt x="0" y="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l1287"/>
            <p:cNvSpPr/>
            <p:nvPr/>
          </p:nvSpPr>
          <p:spPr>
            <a:xfrm>
              <a:off x="4246347" y="4076993"/>
              <a:ext cx="1256" cy="440"/>
            </a:xfrm>
            <a:custGeom>
              <a:avLst/>
              <a:pathLst>
                <a:path w="1256" h="440">
                  <a:moveTo>
                    <a:pt x="1256" y="0"/>
                  </a:moveTo>
                  <a:lnTo>
                    <a:pt x="0" y="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l1288"/>
            <p:cNvSpPr/>
            <p:nvPr/>
          </p:nvSpPr>
          <p:spPr>
            <a:xfrm>
              <a:off x="4249132" y="4084876"/>
              <a:ext cx="1254" cy="445"/>
            </a:xfrm>
            <a:custGeom>
              <a:avLst/>
              <a:pathLst>
                <a:path w="1254" h="445">
                  <a:moveTo>
                    <a:pt x="1254" y="0"/>
                  </a:moveTo>
                  <a:lnTo>
                    <a:pt x="0" y="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l1289"/>
            <p:cNvSpPr/>
            <p:nvPr/>
          </p:nvSpPr>
          <p:spPr>
            <a:xfrm>
              <a:off x="4248991" y="4080493"/>
              <a:ext cx="1255" cy="443"/>
            </a:xfrm>
            <a:custGeom>
              <a:avLst/>
              <a:pathLst>
                <a:path w="1255" h="443">
                  <a:moveTo>
                    <a:pt x="1255" y="0"/>
                  </a:moveTo>
                  <a:lnTo>
                    <a:pt x="0" y="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l1290"/>
            <p:cNvSpPr/>
            <p:nvPr/>
          </p:nvSpPr>
          <p:spPr>
            <a:xfrm>
              <a:off x="4251950" y="4092296"/>
              <a:ext cx="2505" cy="902"/>
            </a:xfrm>
            <a:custGeom>
              <a:avLst/>
              <a:pathLst>
                <a:path w="2505" h="902">
                  <a:moveTo>
                    <a:pt x="2505" y="0"/>
                  </a:moveTo>
                  <a:lnTo>
                    <a:pt x="0" y="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l1291"/>
            <p:cNvSpPr/>
            <p:nvPr/>
          </p:nvSpPr>
          <p:spPr>
            <a:xfrm>
              <a:off x="4252342" y="4085951"/>
              <a:ext cx="1254" cy="447"/>
            </a:xfrm>
            <a:custGeom>
              <a:avLst/>
              <a:pathLst>
                <a:path w="1254" h="447">
                  <a:moveTo>
                    <a:pt x="1254" y="0"/>
                  </a:moveTo>
                  <a:lnTo>
                    <a:pt x="0" y="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l1292"/>
            <p:cNvSpPr/>
            <p:nvPr/>
          </p:nvSpPr>
          <p:spPr>
            <a:xfrm>
              <a:off x="4254802" y="4099694"/>
              <a:ext cx="3752" cy="1369"/>
            </a:xfrm>
            <a:custGeom>
              <a:avLst/>
              <a:pathLst>
                <a:path w="3752" h="1369">
                  <a:moveTo>
                    <a:pt x="3752" y="0"/>
                  </a:moveTo>
                  <a:lnTo>
                    <a:pt x="0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l1293"/>
            <p:cNvSpPr/>
            <p:nvPr/>
          </p:nvSpPr>
          <p:spPr>
            <a:xfrm>
              <a:off x="4256062" y="4092375"/>
              <a:ext cx="1252" cy="451"/>
            </a:xfrm>
            <a:custGeom>
              <a:avLst/>
              <a:pathLst>
                <a:path w="1252" h="451">
                  <a:moveTo>
                    <a:pt x="1252" y="0"/>
                  </a:moveTo>
                  <a:lnTo>
                    <a:pt x="0" y="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l1294"/>
            <p:cNvSpPr/>
            <p:nvPr/>
          </p:nvSpPr>
          <p:spPr>
            <a:xfrm>
              <a:off x="4257688" y="4107068"/>
              <a:ext cx="4994" cy="1847"/>
            </a:xfrm>
            <a:custGeom>
              <a:avLst/>
              <a:pathLst>
                <a:path w="4994" h="1847">
                  <a:moveTo>
                    <a:pt x="4994" y="0"/>
                  </a:moveTo>
                  <a:lnTo>
                    <a:pt x="0" y="1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l1295"/>
            <p:cNvSpPr/>
            <p:nvPr/>
          </p:nvSpPr>
          <p:spPr>
            <a:xfrm>
              <a:off x="4259984" y="4098813"/>
              <a:ext cx="2501" cy="913"/>
            </a:xfrm>
            <a:custGeom>
              <a:avLst/>
              <a:pathLst>
                <a:path w="2501" h="913">
                  <a:moveTo>
                    <a:pt x="2501" y="0"/>
                  </a:moveTo>
                  <a:lnTo>
                    <a:pt x="0" y="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l1296"/>
            <p:cNvSpPr/>
            <p:nvPr/>
          </p:nvSpPr>
          <p:spPr>
            <a:xfrm>
              <a:off x="4263324" y="4117852"/>
              <a:ext cx="6228" cy="2349"/>
            </a:xfrm>
            <a:custGeom>
              <a:avLst/>
              <a:pathLst>
                <a:path w="6228" h="2349">
                  <a:moveTo>
                    <a:pt x="6228" y="0"/>
                  </a:moveTo>
                  <a:lnTo>
                    <a:pt x="0" y="2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l1297"/>
            <p:cNvSpPr/>
            <p:nvPr/>
          </p:nvSpPr>
          <p:spPr>
            <a:xfrm>
              <a:off x="4265994" y="4107878"/>
              <a:ext cx="1248" cy="463"/>
            </a:xfrm>
            <a:custGeom>
              <a:avLst/>
              <a:pathLst>
                <a:path w="1248" h="463">
                  <a:moveTo>
                    <a:pt x="1248" y="0"/>
                  </a:moveTo>
                  <a:lnTo>
                    <a:pt x="0" y="4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l1298"/>
            <p:cNvSpPr/>
            <p:nvPr/>
          </p:nvSpPr>
          <p:spPr>
            <a:xfrm>
              <a:off x="4266545" y="4129053"/>
              <a:ext cx="8699" cy="3344"/>
            </a:xfrm>
            <a:custGeom>
              <a:avLst/>
              <a:pathLst>
                <a:path w="8699" h="3344">
                  <a:moveTo>
                    <a:pt x="8699" y="0"/>
                  </a:moveTo>
                  <a:lnTo>
                    <a:pt x="0" y="3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l1299"/>
            <p:cNvSpPr/>
            <p:nvPr/>
          </p:nvSpPr>
          <p:spPr>
            <a:xfrm>
              <a:off x="4271213" y="4117065"/>
              <a:ext cx="3736" cy="1411"/>
            </a:xfrm>
            <a:custGeom>
              <a:avLst/>
              <a:pathLst>
                <a:path w="3736" h="1411">
                  <a:moveTo>
                    <a:pt x="3736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l1300"/>
            <p:cNvSpPr/>
            <p:nvPr/>
          </p:nvSpPr>
          <p:spPr>
            <a:xfrm>
              <a:off x="4275861" y="4145036"/>
              <a:ext cx="9904" cy="3918"/>
            </a:xfrm>
            <a:custGeom>
              <a:avLst/>
              <a:pathLst>
                <a:path w="9904" h="3918">
                  <a:moveTo>
                    <a:pt x="9904" y="0"/>
                  </a:moveTo>
                  <a:lnTo>
                    <a:pt x="0" y="3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l1301"/>
            <p:cNvSpPr/>
            <p:nvPr/>
          </p:nvSpPr>
          <p:spPr>
            <a:xfrm>
              <a:off x="4238196" y="4053273"/>
              <a:ext cx="1261" cy="424"/>
            </a:xfrm>
            <a:custGeom>
              <a:avLst/>
              <a:pathLst>
                <a:path w="1261" h="424">
                  <a:moveTo>
                    <a:pt x="1261" y="0"/>
                  </a:moveTo>
                  <a:lnTo>
                    <a:pt x="0" y="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l1302"/>
            <p:cNvSpPr/>
            <p:nvPr/>
          </p:nvSpPr>
          <p:spPr>
            <a:xfrm>
              <a:off x="4240879" y="4061191"/>
              <a:ext cx="1260" cy="429"/>
            </a:xfrm>
            <a:custGeom>
              <a:avLst/>
              <a:pathLst>
                <a:path w="1260" h="429">
                  <a:moveTo>
                    <a:pt x="1260" y="0"/>
                  </a:moveTo>
                  <a:lnTo>
                    <a:pt x="0" y="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l1303"/>
            <p:cNvSpPr/>
            <p:nvPr/>
          </p:nvSpPr>
          <p:spPr>
            <a:xfrm>
              <a:off x="4232931" y="4037403"/>
              <a:ext cx="1265" cy="413"/>
            </a:xfrm>
            <a:custGeom>
              <a:avLst/>
              <a:pathLst>
                <a:path w="1265" h="413">
                  <a:moveTo>
                    <a:pt x="1265" y="0"/>
                  </a:moveTo>
                  <a:lnTo>
                    <a:pt x="0" y="4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l1304"/>
            <p:cNvSpPr/>
            <p:nvPr/>
          </p:nvSpPr>
          <p:spPr>
            <a:xfrm>
              <a:off x="4235546" y="4045343"/>
              <a:ext cx="1263" cy="418"/>
            </a:xfrm>
            <a:custGeom>
              <a:avLst/>
              <a:pathLst>
                <a:path w="1263" h="418">
                  <a:moveTo>
                    <a:pt x="1263" y="0"/>
                  </a:moveTo>
                  <a:lnTo>
                    <a:pt x="0" y="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l1305"/>
            <p:cNvSpPr/>
            <p:nvPr/>
          </p:nvSpPr>
          <p:spPr>
            <a:xfrm>
              <a:off x="4235499" y="4040542"/>
              <a:ext cx="2529" cy="832"/>
            </a:xfrm>
            <a:custGeom>
              <a:avLst/>
              <a:pathLst>
                <a:path w="2529" h="832">
                  <a:moveTo>
                    <a:pt x="2529" y="0"/>
                  </a:moveTo>
                  <a:lnTo>
                    <a:pt x="0" y="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l1306"/>
            <p:cNvSpPr/>
            <p:nvPr/>
          </p:nvSpPr>
          <p:spPr>
            <a:xfrm>
              <a:off x="4240794" y="4056379"/>
              <a:ext cx="2522" cy="854"/>
            </a:xfrm>
            <a:custGeom>
              <a:avLst/>
              <a:pathLst>
                <a:path w="2522" h="854">
                  <a:moveTo>
                    <a:pt x="2522" y="0"/>
                  </a:moveTo>
                  <a:lnTo>
                    <a:pt x="0" y="8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l1307"/>
            <p:cNvSpPr/>
            <p:nvPr/>
          </p:nvSpPr>
          <p:spPr>
            <a:xfrm>
              <a:off x="4240655" y="4048045"/>
              <a:ext cx="1262" cy="421"/>
            </a:xfrm>
            <a:custGeom>
              <a:avLst/>
              <a:pathLst>
                <a:path w="1262" h="421">
                  <a:moveTo>
                    <a:pt x="1262" y="0"/>
                  </a:moveTo>
                  <a:lnTo>
                    <a:pt x="0" y="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l1308"/>
            <p:cNvSpPr/>
            <p:nvPr/>
          </p:nvSpPr>
          <p:spPr>
            <a:xfrm>
              <a:off x="4243596" y="4067793"/>
              <a:ext cx="5033" cy="1740"/>
            </a:xfrm>
            <a:custGeom>
              <a:avLst/>
              <a:pathLst>
                <a:path w="5033" h="1740">
                  <a:moveTo>
                    <a:pt x="5033" y="0"/>
                  </a:moveTo>
                  <a:lnTo>
                    <a:pt x="0" y="1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l1309"/>
            <p:cNvSpPr/>
            <p:nvPr/>
          </p:nvSpPr>
          <p:spPr>
            <a:xfrm>
              <a:off x="4225287" y="4013514"/>
              <a:ext cx="1270" cy="397"/>
            </a:xfrm>
            <a:custGeom>
              <a:avLst/>
              <a:pathLst>
                <a:path w="1270" h="397">
                  <a:moveTo>
                    <a:pt x="1270" y="0"/>
                  </a:moveTo>
                  <a:lnTo>
                    <a:pt x="0" y="3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l1310"/>
            <p:cNvSpPr/>
            <p:nvPr/>
          </p:nvSpPr>
          <p:spPr>
            <a:xfrm>
              <a:off x="4227801" y="4021488"/>
              <a:ext cx="1269" cy="402"/>
            </a:xfrm>
            <a:custGeom>
              <a:avLst/>
              <a:pathLst>
                <a:path w="1269" h="402">
                  <a:moveTo>
                    <a:pt x="1269" y="0"/>
                  </a:moveTo>
                  <a:lnTo>
                    <a:pt x="0" y="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l1311"/>
            <p:cNvSpPr/>
            <p:nvPr/>
          </p:nvSpPr>
          <p:spPr>
            <a:xfrm>
              <a:off x="4217951" y="3989530"/>
              <a:ext cx="1275" cy="381"/>
            </a:xfrm>
            <a:custGeom>
              <a:avLst/>
              <a:pathLst>
                <a:path w="1275" h="381">
                  <a:moveTo>
                    <a:pt x="1275" y="0"/>
                  </a:moveTo>
                  <a:lnTo>
                    <a:pt x="0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l1312"/>
            <p:cNvSpPr/>
            <p:nvPr/>
          </p:nvSpPr>
          <p:spPr>
            <a:xfrm>
              <a:off x="4220362" y="3997535"/>
              <a:ext cx="1274" cy="386"/>
            </a:xfrm>
            <a:custGeom>
              <a:avLst/>
              <a:pathLst>
                <a:path w="1274" h="386">
                  <a:moveTo>
                    <a:pt x="1274" y="0"/>
                  </a:moveTo>
                  <a:lnTo>
                    <a:pt x="0" y="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l1313"/>
            <p:cNvSpPr/>
            <p:nvPr/>
          </p:nvSpPr>
          <p:spPr>
            <a:xfrm>
              <a:off x="4220427" y="3993150"/>
              <a:ext cx="1274" cy="383"/>
            </a:xfrm>
            <a:custGeom>
              <a:avLst/>
              <a:pathLst>
                <a:path w="1274" h="383">
                  <a:moveTo>
                    <a:pt x="1274" y="0"/>
                  </a:moveTo>
                  <a:lnTo>
                    <a:pt x="0" y="3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l1314"/>
            <p:cNvSpPr/>
            <p:nvPr/>
          </p:nvSpPr>
          <p:spPr>
            <a:xfrm>
              <a:off x="4222808" y="4005138"/>
              <a:ext cx="2544" cy="783"/>
            </a:xfrm>
            <a:custGeom>
              <a:avLst/>
              <a:pathLst>
                <a:path w="2544" h="783">
                  <a:moveTo>
                    <a:pt x="2544" y="0"/>
                  </a:moveTo>
                  <a:lnTo>
                    <a:pt x="0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l1315"/>
            <p:cNvSpPr/>
            <p:nvPr/>
          </p:nvSpPr>
          <p:spPr>
            <a:xfrm>
              <a:off x="4223518" y="3998371"/>
              <a:ext cx="2547" cy="775"/>
            </a:xfrm>
            <a:custGeom>
              <a:avLst/>
              <a:pathLst>
                <a:path w="2547" h="775">
                  <a:moveTo>
                    <a:pt x="2547" y="0"/>
                  </a:moveTo>
                  <a:lnTo>
                    <a:pt x="0" y="7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l1316"/>
            <p:cNvSpPr/>
            <p:nvPr/>
          </p:nvSpPr>
          <p:spPr>
            <a:xfrm>
              <a:off x="4227810" y="4016302"/>
              <a:ext cx="3809" cy="1200"/>
            </a:xfrm>
            <a:custGeom>
              <a:avLst/>
              <a:pathLst>
                <a:path w="3809" h="1200">
                  <a:moveTo>
                    <a:pt x="3809" y="0"/>
                  </a:moveTo>
                  <a:lnTo>
                    <a:pt x="0" y="1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l1317"/>
            <p:cNvSpPr/>
            <p:nvPr/>
          </p:nvSpPr>
          <p:spPr>
            <a:xfrm>
              <a:off x="4228821" y="4006949"/>
              <a:ext cx="1271" cy="393"/>
            </a:xfrm>
            <a:custGeom>
              <a:avLst/>
              <a:pathLst>
                <a:path w="1271" h="393">
                  <a:moveTo>
                    <a:pt x="1271" y="0"/>
                  </a:moveTo>
                  <a:lnTo>
                    <a:pt x="0" y="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l1318"/>
            <p:cNvSpPr/>
            <p:nvPr/>
          </p:nvSpPr>
          <p:spPr>
            <a:xfrm>
              <a:off x="4230349" y="4027818"/>
              <a:ext cx="6336" cy="2040"/>
            </a:xfrm>
            <a:custGeom>
              <a:avLst/>
              <a:pathLst>
                <a:path w="6336" h="2040">
                  <a:moveTo>
                    <a:pt x="6336" y="0"/>
                  </a:moveTo>
                  <a:lnTo>
                    <a:pt x="0" y="20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l1319"/>
            <p:cNvSpPr/>
            <p:nvPr/>
          </p:nvSpPr>
          <p:spPr>
            <a:xfrm>
              <a:off x="4213231" y="3973489"/>
              <a:ext cx="1278" cy="370"/>
            </a:xfrm>
            <a:custGeom>
              <a:avLst/>
              <a:pathLst>
                <a:path w="1278" h="370">
                  <a:moveTo>
                    <a:pt x="1278" y="0"/>
                  </a:moveTo>
                  <a:lnTo>
                    <a:pt x="0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l1320"/>
            <p:cNvSpPr/>
            <p:nvPr/>
          </p:nvSpPr>
          <p:spPr>
            <a:xfrm>
              <a:off x="4215574" y="3981515"/>
              <a:ext cx="1277" cy="375"/>
            </a:xfrm>
            <a:custGeom>
              <a:avLst/>
              <a:pathLst>
                <a:path w="1277" h="375">
                  <a:moveTo>
                    <a:pt x="1277" y="0"/>
                  </a:moveTo>
                  <a:lnTo>
                    <a:pt x="0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l1321"/>
            <p:cNvSpPr/>
            <p:nvPr/>
          </p:nvSpPr>
          <p:spPr>
            <a:xfrm>
              <a:off x="4202032" y="3933216"/>
              <a:ext cx="1286" cy="342"/>
            </a:xfrm>
            <a:custGeom>
              <a:avLst/>
              <a:pathLst>
                <a:path w="1286" h="342">
                  <a:moveTo>
                    <a:pt x="1286" y="0"/>
                  </a:moveTo>
                  <a:lnTo>
                    <a:pt x="0" y="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l1322"/>
            <p:cNvSpPr/>
            <p:nvPr/>
          </p:nvSpPr>
          <p:spPr>
            <a:xfrm>
              <a:off x="4204203" y="3941290"/>
              <a:ext cx="1285" cy="348"/>
            </a:xfrm>
            <a:custGeom>
              <a:avLst/>
              <a:pathLst>
                <a:path w="1285" h="348">
                  <a:moveTo>
                    <a:pt x="1285" y="0"/>
                  </a:moveTo>
                  <a:lnTo>
                    <a:pt x="0" y="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l1323"/>
            <p:cNvSpPr/>
            <p:nvPr/>
          </p:nvSpPr>
          <p:spPr>
            <a:xfrm>
              <a:off x="4204399" y="3936908"/>
              <a:ext cx="1285" cy="345"/>
            </a:xfrm>
            <a:custGeom>
              <a:avLst/>
              <a:pathLst>
                <a:path w="1285" h="345">
                  <a:moveTo>
                    <a:pt x="1285" y="0"/>
                  </a:moveTo>
                  <a:lnTo>
                    <a:pt x="0" y="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l1324"/>
            <p:cNvSpPr/>
            <p:nvPr/>
          </p:nvSpPr>
          <p:spPr>
            <a:xfrm>
              <a:off x="4206408" y="3949000"/>
              <a:ext cx="2567" cy="707"/>
            </a:xfrm>
            <a:custGeom>
              <a:avLst/>
              <a:pathLst>
                <a:path w="2567" h="707">
                  <a:moveTo>
                    <a:pt x="2567" y="0"/>
                  </a:moveTo>
                  <a:lnTo>
                    <a:pt x="0" y="7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l1325"/>
            <p:cNvSpPr/>
            <p:nvPr/>
          </p:nvSpPr>
          <p:spPr>
            <a:xfrm>
              <a:off x="4207320" y="3942607"/>
              <a:ext cx="1284" cy="349"/>
            </a:xfrm>
            <a:custGeom>
              <a:avLst/>
              <a:pathLst>
                <a:path w="1284" h="349">
                  <a:moveTo>
                    <a:pt x="1284" y="0"/>
                  </a:moveTo>
                  <a:lnTo>
                    <a:pt x="0" y="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l1326"/>
            <p:cNvSpPr/>
            <p:nvPr/>
          </p:nvSpPr>
          <p:spPr>
            <a:xfrm>
              <a:off x="4208648" y="3956690"/>
              <a:ext cx="3846" cy="1077"/>
            </a:xfrm>
            <a:custGeom>
              <a:avLst/>
              <a:pathLst>
                <a:path w="3846" h="1077">
                  <a:moveTo>
                    <a:pt x="3846" y="0"/>
                  </a:moveTo>
                  <a:lnTo>
                    <a:pt x="0" y="1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l1327"/>
            <p:cNvSpPr/>
            <p:nvPr/>
          </p:nvSpPr>
          <p:spPr>
            <a:xfrm>
              <a:off x="4210537" y="3949298"/>
              <a:ext cx="1283" cy="354"/>
            </a:xfrm>
            <a:custGeom>
              <a:avLst/>
              <a:pathLst>
                <a:path w="1283" h="354">
                  <a:moveTo>
                    <a:pt x="1283" y="0"/>
                  </a:moveTo>
                  <a:lnTo>
                    <a:pt x="0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l1328"/>
            <p:cNvSpPr/>
            <p:nvPr/>
          </p:nvSpPr>
          <p:spPr>
            <a:xfrm>
              <a:off x="4210922" y="3964360"/>
              <a:ext cx="5122" cy="1458"/>
            </a:xfrm>
            <a:custGeom>
              <a:avLst/>
              <a:pathLst>
                <a:path w="5122" h="1458">
                  <a:moveTo>
                    <a:pt x="5122" y="0"/>
                  </a:moveTo>
                  <a:lnTo>
                    <a:pt x="0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l1329"/>
            <p:cNvSpPr/>
            <p:nvPr/>
          </p:nvSpPr>
          <p:spPr>
            <a:xfrm>
              <a:off x="4213917" y="3956114"/>
              <a:ext cx="2563" cy="719"/>
            </a:xfrm>
            <a:custGeom>
              <a:avLst/>
              <a:pathLst>
                <a:path w="2563" h="719">
                  <a:moveTo>
                    <a:pt x="2563" y="0"/>
                  </a:moveTo>
                  <a:lnTo>
                    <a:pt x="0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l1330"/>
            <p:cNvSpPr/>
            <p:nvPr/>
          </p:nvSpPr>
          <p:spPr>
            <a:xfrm>
              <a:off x="4215676" y="3975639"/>
              <a:ext cx="6390" cy="1864"/>
            </a:xfrm>
            <a:custGeom>
              <a:avLst/>
              <a:pathLst>
                <a:path w="6390" h="1864">
                  <a:moveTo>
                    <a:pt x="6390" y="0"/>
                  </a:moveTo>
                  <a:lnTo>
                    <a:pt x="0" y="18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l1331"/>
            <p:cNvSpPr/>
            <p:nvPr/>
          </p:nvSpPr>
          <p:spPr>
            <a:xfrm>
              <a:off x="4219249" y="3963686"/>
              <a:ext cx="7680" cy="2197"/>
            </a:xfrm>
            <a:custGeom>
              <a:avLst/>
              <a:pathLst>
                <a:path w="7680" h="2197">
                  <a:moveTo>
                    <a:pt x="7680" y="0"/>
                  </a:moveTo>
                  <a:lnTo>
                    <a:pt x="0" y="2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l1332"/>
            <p:cNvSpPr/>
            <p:nvPr/>
          </p:nvSpPr>
          <p:spPr>
            <a:xfrm>
              <a:off x="4233360" y="4014585"/>
              <a:ext cx="8887" cy="2807"/>
            </a:xfrm>
            <a:custGeom>
              <a:avLst/>
              <a:pathLst>
                <a:path w="8887" h="2807">
                  <a:moveTo>
                    <a:pt x="8887" y="0"/>
                  </a:moveTo>
                  <a:lnTo>
                    <a:pt x="0" y="2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l1333"/>
            <p:cNvSpPr/>
            <p:nvPr/>
          </p:nvSpPr>
          <p:spPr>
            <a:xfrm>
              <a:off x="4234414" y="3987270"/>
              <a:ext cx="6374" cy="1918"/>
            </a:xfrm>
            <a:custGeom>
              <a:avLst/>
              <a:pathLst>
                <a:path w="6374" h="1918">
                  <a:moveTo>
                    <a:pt x="6374" y="0"/>
                  </a:moveTo>
                  <a:lnTo>
                    <a:pt x="0" y="1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l1334"/>
            <p:cNvSpPr/>
            <p:nvPr/>
          </p:nvSpPr>
          <p:spPr>
            <a:xfrm>
              <a:off x="4245248" y="4052358"/>
              <a:ext cx="16388" cy="5569"/>
            </a:xfrm>
            <a:custGeom>
              <a:avLst/>
              <a:pathLst>
                <a:path w="16388" h="5569">
                  <a:moveTo>
                    <a:pt x="16388" y="0"/>
                  </a:moveTo>
                  <a:lnTo>
                    <a:pt x="0" y="5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l1335"/>
            <p:cNvSpPr/>
            <p:nvPr/>
          </p:nvSpPr>
          <p:spPr>
            <a:xfrm>
              <a:off x="4195726" y="3908941"/>
              <a:ext cx="1290" cy="326"/>
            </a:xfrm>
            <a:custGeom>
              <a:avLst/>
              <a:pathLst>
                <a:path w="1290" h="326">
                  <a:moveTo>
                    <a:pt x="1290" y="0"/>
                  </a:moveTo>
                  <a:lnTo>
                    <a:pt x="0" y="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l1336"/>
            <p:cNvSpPr/>
            <p:nvPr/>
          </p:nvSpPr>
          <p:spPr>
            <a:xfrm>
              <a:off x="4197794" y="3917041"/>
              <a:ext cx="1289" cy="331"/>
            </a:xfrm>
            <a:custGeom>
              <a:avLst/>
              <a:pathLst>
                <a:path w="1289" h="331">
                  <a:moveTo>
                    <a:pt x="1289" y="0"/>
                  </a:moveTo>
                  <a:lnTo>
                    <a:pt x="0" y="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l1337"/>
            <p:cNvSpPr/>
            <p:nvPr/>
          </p:nvSpPr>
          <p:spPr>
            <a:xfrm>
              <a:off x="4198046" y="3912663"/>
              <a:ext cx="1290" cy="329"/>
            </a:xfrm>
            <a:custGeom>
              <a:avLst/>
              <a:pathLst>
                <a:path w="1290" h="329">
                  <a:moveTo>
                    <a:pt x="1290" y="0"/>
                  </a:moveTo>
                  <a:lnTo>
                    <a:pt x="0" y="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l1338"/>
            <p:cNvSpPr/>
            <p:nvPr/>
          </p:nvSpPr>
          <p:spPr>
            <a:xfrm>
              <a:off x="4199895" y="3924796"/>
              <a:ext cx="2576" cy="674"/>
            </a:xfrm>
            <a:custGeom>
              <a:avLst/>
              <a:pathLst>
                <a:path w="2576" h="674">
                  <a:moveTo>
                    <a:pt x="2576" y="0"/>
                  </a:moveTo>
                  <a:lnTo>
                    <a:pt x="0" y="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l1339"/>
            <p:cNvSpPr/>
            <p:nvPr/>
          </p:nvSpPr>
          <p:spPr>
            <a:xfrm>
              <a:off x="4189732" y="3884587"/>
              <a:ext cx="1294" cy="309"/>
            </a:xfrm>
            <a:custGeom>
              <a:avLst/>
              <a:pathLst>
                <a:path w="1294" h="309">
                  <a:moveTo>
                    <a:pt x="1294" y="0"/>
                  </a:moveTo>
                  <a:lnTo>
                    <a:pt x="0" y="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l1340"/>
            <p:cNvSpPr/>
            <p:nvPr/>
          </p:nvSpPr>
          <p:spPr>
            <a:xfrm>
              <a:off x="4191696" y="3892713"/>
              <a:ext cx="1293" cy="315"/>
            </a:xfrm>
            <a:custGeom>
              <a:avLst/>
              <a:pathLst>
                <a:path w="1293" h="315">
                  <a:moveTo>
                    <a:pt x="1293" y="0"/>
                  </a:moveTo>
                  <a:lnTo>
                    <a:pt x="0" y="3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l1341"/>
            <p:cNvSpPr/>
            <p:nvPr/>
          </p:nvSpPr>
          <p:spPr>
            <a:xfrm>
              <a:off x="4182226" y="3851999"/>
              <a:ext cx="1300" cy="287"/>
            </a:xfrm>
            <a:custGeom>
              <a:avLst/>
              <a:pathLst>
                <a:path w="1300" h="287">
                  <a:moveTo>
                    <a:pt x="1300" y="0"/>
                  </a:moveTo>
                  <a:lnTo>
                    <a:pt x="0" y="2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l1342"/>
            <p:cNvSpPr/>
            <p:nvPr/>
          </p:nvSpPr>
          <p:spPr>
            <a:xfrm>
              <a:off x="4184051" y="3860158"/>
              <a:ext cx="1298" cy="293"/>
            </a:xfrm>
            <a:custGeom>
              <a:avLst/>
              <a:pathLst>
                <a:path w="1298" h="293">
                  <a:moveTo>
                    <a:pt x="1298" y="0"/>
                  </a:moveTo>
                  <a:lnTo>
                    <a:pt x="0" y="2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l1343"/>
            <p:cNvSpPr/>
            <p:nvPr/>
          </p:nvSpPr>
          <p:spPr>
            <a:xfrm>
              <a:off x="4184434" y="3855789"/>
              <a:ext cx="1299" cy="290"/>
            </a:xfrm>
            <a:custGeom>
              <a:avLst/>
              <a:pathLst>
                <a:path w="1299" h="290">
                  <a:moveTo>
                    <a:pt x="1299" y="0"/>
                  </a:moveTo>
                  <a:lnTo>
                    <a:pt x="0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l1344"/>
            <p:cNvSpPr/>
            <p:nvPr/>
          </p:nvSpPr>
          <p:spPr>
            <a:xfrm>
              <a:off x="4185910" y="3868010"/>
              <a:ext cx="2595" cy="597"/>
            </a:xfrm>
            <a:custGeom>
              <a:avLst/>
              <a:pathLst>
                <a:path w="2595" h="597">
                  <a:moveTo>
                    <a:pt x="2595" y="0"/>
                  </a:moveTo>
                  <a:lnTo>
                    <a:pt x="0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l1345"/>
            <p:cNvSpPr/>
            <p:nvPr/>
          </p:nvSpPr>
          <p:spPr>
            <a:xfrm>
              <a:off x="4187109" y="3861608"/>
              <a:ext cx="1298" cy="294"/>
            </a:xfrm>
            <a:custGeom>
              <a:avLst/>
              <a:pathLst>
                <a:path w="1298" h="294">
                  <a:moveTo>
                    <a:pt x="1298" y="0"/>
                  </a:moveTo>
                  <a:lnTo>
                    <a:pt x="0" y="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l1346"/>
            <p:cNvSpPr/>
            <p:nvPr/>
          </p:nvSpPr>
          <p:spPr>
            <a:xfrm>
              <a:off x="4187804" y="3875844"/>
              <a:ext cx="3888" cy="912"/>
            </a:xfrm>
            <a:custGeom>
              <a:avLst/>
              <a:pathLst>
                <a:path w="3888" h="912">
                  <a:moveTo>
                    <a:pt x="3888" y="0"/>
                  </a:moveTo>
                  <a:lnTo>
                    <a:pt x="0" y="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l1347"/>
            <p:cNvSpPr/>
            <p:nvPr/>
          </p:nvSpPr>
          <p:spPr>
            <a:xfrm>
              <a:off x="4190037" y="3868130"/>
              <a:ext cx="2594" cy="598"/>
            </a:xfrm>
            <a:custGeom>
              <a:avLst/>
              <a:pathLst>
                <a:path w="2594" h="598">
                  <a:moveTo>
                    <a:pt x="2594" y="0"/>
                  </a:moveTo>
                  <a:lnTo>
                    <a:pt x="0" y="5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l1348"/>
            <p:cNvSpPr/>
            <p:nvPr/>
          </p:nvSpPr>
          <p:spPr>
            <a:xfrm>
              <a:off x="4192004" y="3887401"/>
              <a:ext cx="5177" cy="1249"/>
            </a:xfrm>
            <a:custGeom>
              <a:avLst/>
              <a:pathLst>
                <a:path w="5177" h="1249">
                  <a:moveTo>
                    <a:pt x="5177" y="0"/>
                  </a:moveTo>
                  <a:lnTo>
                    <a:pt x="0" y="12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l1349"/>
            <p:cNvSpPr/>
            <p:nvPr/>
          </p:nvSpPr>
          <p:spPr>
            <a:xfrm>
              <a:off x="4194882" y="3877465"/>
              <a:ext cx="1295" cy="305"/>
            </a:xfrm>
            <a:custGeom>
              <a:avLst/>
              <a:pathLst>
                <a:path w="1295" h="305">
                  <a:moveTo>
                    <a:pt x="1295" y="0"/>
                  </a:moveTo>
                  <a:lnTo>
                    <a:pt x="0" y="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l1350"/>
            <p:cNvSpPr/>
            <p:nvPr/>
          </p:nvSpPr>
          <p:spPr>
            <a:xfrm>
              <a:off x="4193694" y="3899228"/>
              <a:ext cx="7753" cy="1924"/>
            </a:xfrm>
            <a:custGeom>
              <a:avLst/>
              <a:pathLst>
                <a:path w="7753" h="1924">
                  <a:moveTo>
                    <a:pt x="7753" y="0"/>
                  </a:moveTo>
                  <a:lnTo>
                    <a:pt x="0" y="1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l1351"/>
            <p:cNvSpPr/>
            <p:nvPr/>
          </p:nvSpPr>
          <p:spPr>
            <a:xfrm>
              <a:off x="4173629" y="3811093"/>
              <a:ext cx="1305" cy="259"/>
            </a:xfrm>
            <a:custGeom>
              <a:avLst/>
              <a:pathLst>
                <a:path w="1305" h="259">
                  <a:moveTo>
                    <a:pt x="1305" y="0"/>
                  </a:moveTo>
                  <a:lnTo>
                    <a:pt x="0" y="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l1352"/>
            <p:cNvSpPr/>
            <p:nvPr/>
          </p:nvSpPr>
          <p:spPr>
            <a:xfrm>
              <a:off x="4175279" y="3819289"/>
              <a:ext cx="1304" cy="265"/>
            </a:xfrm>
            <a:custGeom>
              <a:avLst/>
              <a:pathLst>
                <a:path w="1304" h="265">
                  <a:moveTo>
                    <a:pt x="1304" y="0"/>
                  </a:moveTo>
                  <a:lnTo>
                    <a:pt x="0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l1353"/>
            <p:cNvSpPr/>
            <p:nvPr/>
          </p:nvSpPr>
          <p:spPr>
            <a:xfrm>
              <a:off x="4175755" y="3814929"/>
              <a:ext cx="1305" cy="262"/>
            </a:xfrm>
            <a:custGeom>
              <a:avLst/>
              <a:pathLst>
                <a:path w="1305" h="262">
                  <a:moveTo>
                    <a:pt x="1305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l1354"/>
            <p:cNvSpPr/>
            <p:nvPr/>
          </p:nvSpPr>
          <p:spPr>
            <a:xfrm>
              <a:off x="4176963" y="3827206"/>
              <a:ext cx="2607" cy="541"/>
            </a:xfrm>
            <a:custGeom>
              <a:avLst/>
              <a:pathLst>
                <a:path w="2607" h="541">
                  <a:moveTo>
                    <a:pt x="2607" y="0"/>
                  </a:moveTo>
                  <a:lnTo>
                    <a:pt x="0" y="5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l1355"/>
            <p:cNvSpPr/>
            <p:nvPr/>
          </p:nvSpPr>
          <p:spPr>
            <a:xfrm>
              <a:off x="4178305" y="3820803"/>
              <a:ext cx="1304" cy="266"/>
            </a:xfrm>
            <a:custGeom>
              <a:avLst/>
              <a:pathLst>
                <a:path w="1304" h="266">
                  <a:moveTo>
                    <a:pt x="1304" y="0"/>
                  </a:moveTo>
                  <a:lnTo>
                    <a:pt x="0" y="2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l1356"/>
            <p:cNvSpPr/>
            <p:nvPr/>
          </p:nvSpPr>
          <p:spPr>
            <a:xfrm>
              <a:off x="4178683" y="3835106"/>
              <a:ext cx="3907" cy="829"/>
            </a:xfrm>
            <a:custGeom>
              <a:avLst/>
              <a:pathLst>
                <a:path w="3907" h="829">
                  <a:moveTo>
                    <a:pt x="3907" y="0"/>
                  </a:moveTo>
                  <a:lnTo>
                    <a:pt x="0" y="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l1357"/>
            <p:cNvSpPr/>
            <p:nvPr/>
          </p:nvSpPr>
          <p:spPr>
            <a:xfrm>
              <a:off x="4181087" y="3827686"/>
              <a:ext cx="1303" cy="271"/>
            </a:xfrm>
            <a:custGeom>
              <a:avLst/>
              <a:pathLst>
                <a:path w="1303" h="271">
                  <a:moveTo>
                    <a:pt x="1303" y="0"/>
                  </a:moveTo>
                  <a:lnTo>
                    <a:pt x="0" y="2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l1358"/>
            <p:cNvSpPr/>
            <p:nvPr/>
          </p:nvSpPr>
          <p:spPr>
            <a:xfrm>
              <a:off x="4180437" y="3842987"/>
              <a:ext cx="5204" cy="1128"/>
            </a:xfrm>
            <a:custGeom>
              <a:avLst/>
              <a:pathLst>
                <a:path w="5204" h="1128">
                  <a:moveTo>
                    <a:pt x="5204" y="0"/>
                  </a:moveTo>
                  <a:lnTo>
                    <a:pt x="0" y="1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l1359"/>
            <p:cNvSpPr/>
            <p:nvPr/>
          </p:nvSpPr>
          <p:spPr>
            <a:xfrm>
              <a:off x="4167381" y="3778241"/>
              <a:ext cx="1310" cy="237"/>
            </a:xfrm>
            <a:custGeom>
              <a:avLst/>
              <a:pathLst>
                <a:path w="1310" h="237">
                  <a:moveTo>
                    <a:pt x="1310" y="0"/>
                  </a:moveTo>
                  <a:lnTo>
                    <a:pt x="0" y="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l1360"/>
            <p:cNvSpPr/>
            <p:nvPr/>
          </p:nvSpPr>
          <p:spPr>
            <a:xfrm>
              <a:off x="4168891" y="3786464"/>
              <a:ext cx="1309" cy="243"/>
            </a:xfrm>
            <a:custGeom>
              <a:avLst/>
              <a:pathLst>
                <a:path w="1309" h="243">
                  <a:moveTo>
                    <a:pt x="1309" y="0"/>
                  </a:moveTo>
                  <a:lnTo>
                    <a:pt x="0" y="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l1361"/>
            <p:cNvSpPr/>
            <p:nvPr/>
          </p:nvSpPr>
          <p:spPr>
            <a:xfrm>
              <a:off x="4169441" y="3782113"/>
              <a:ext cx="1309" cy="240"/>
            </a:xfrm>
            <a:custGeom>
              <a:avLst/>
              <a:pathLst>
                <a:path w="1309" h="240">
                  <a:moveTo>
                    <a:pt x="1309" y="0"/>
                  </a:moveTo>
                  <a:lnTo>
                    <a:pt x="0" y="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l1362"/>
            <p:cNvSpPr/>
            <p:nvPr/>
          </p:nvSpPr>
          <p:spPr>
            <a:xfrm>
              <a:off x="4170435" y="3794432"/>
              <a:ext cx="2616" cy="497"/>
            </a:xfrm>
            <a:custGeom>
              <a:avLst/>
              <a:pathLst>
                <a:path w="2616" h="497">
                  <a:moveTo>
                    <a:pt x="2616" y="0"/>
                  </a:moveTo>
                  <a:lnTo>
                    <a:pt x="0" y="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l1363"/>
            <p:cNvSpPr/>
            <p:nvPr/>
          </p:nvSpPr>
          <p:spPr>
            <a:xfrm>
              <a:off x="4171891" y="3788030"/>
              <a:ext cx="1308" cy="244"/>
            </a:xfrm>
            <a:custGeom>
              <a:avLst/>
              <a:pathLst>
                <a:path w="1308" h="244">
                  <a:moveTo>
                    <a:pt x="1308" y="0"/>
                  </a:moveTo>
                  <a:lnTo>
                    <a:pt x="0" y="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l1364"/>
            <p:cNvSpPr/>
            <p:nvPr/>
          </p:nvSpPr>
          <p:spPr>
            <a:xfrm>
              <a:off x="4172014" y="3802382"/>
              <a:ext cx="3920" cy="762"/>
            </a:xfrm>
            <a:custGeom>
              <a:avLst/>
              <a:pathLst>
                <a:path w="3920" h="762">
                  <a:moveTo>
                    <a:pt x="3920" y="0"/>
                  </a:moveTo>
                  <a:lnTo>
                    <a:pt x="0" y="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l1365"/>
            <p:cNvSpPr/>
            <p:nvPr/>
          </p:nvSpPr>
          <p:spPr>
            <a:xfrm>
              <a:off x="4157801" y="3720512"/>
              <a:ext cx="1316" cy="198"/>
            </a:xfrm>
            <a:custGeom>
              <a:avLst/>
              <a:pathLst>
                <a:path w="1316" h="198">
                  <a:moveTo>
                    <a:pt x="1316" y="0"/>
                  </a:moveTo>
                  <a:lnTo>
                    <a:pt x="0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l1366"/>
            <p:cNvSpPr/>
            <p:nvPr/>
          </p:nvSpPr>
          <p:spPr>
            <a:xfrm>
              <a:off x="4159064" y="3728776"/>
              <a:ext cx="1315" cy="203"/>
            </a:xfrm>
            <a:custGeom>
              <a:avLst/>
              <a:pathLst>
                <a:path w="1315" h="203">
                  <a:moveTo>
                    <a:pt x="1315" y="0"/>
                  </a:moveTo>
                  <a:lnTo>
                    <a:pt x="0" y="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l1367"/>
            <p:cNvSpPr/>
            <p:nvPr/>
          </p:nvSpPr>
          <p:spPr>
            <a:xfrm>
              <a:off x="4159745" y="3724444"/>
              <a:ext cx="1316" cy="200"/>
            </a:xfrm>
            <a:custGeom>
              <a:avLst/>
              <a:pathLst>
                <a:path w="1316" h="200">
                  <a:moveTo>
                    <a:pt x="1316" y="0"/>
                  </a:moveTo>
                  <a:lnTo>
                    <a:pt x="0" y="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l1368"/>
            <p:cNvSpPr/>
            <p:nvPr/>
          </p:nvSpPr>
          <p:spPr>
            <a:xfrm>
              <a:off x="4160362" y="3736825"/>
              <a:ext cx="2629" cy="418"/>
            </a:xfrm>
            <a:custGeom>
              <a:avLst/>
              <a:pathLst>
                <a:path w="2629" h="418">
                  <a:moveTo>
                    <a:pt x="2629" y="0"/>
                  </a:moveTo>
                  <a:lnTo>
                    <a:pt x="0" y="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l1369"/>
            <p:cNvSpPr/>
            <p:nvPr/>
          </p:nvSpPr>
          <p:spPr>
            <a:xfrm>
              <a:off x="4155382" y="3703968"/>
              <a:ext cx="1318" cy="186"/>
            </a:xfrm>
            <a:custGeom>
              <a:avLst/>
              <a:pathLst>
                <a:path w="1318" h="186">
                  <a:moveTo>
                    <a:pt x="1318" y="0"/>
                  </a:moveTo>
                  <a:lnTo>
                    <a:pt x="0" y="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l1370"/>
            <p:cNvSpPr/>
            <p:nvPr/>
          </p:nvSpPr>
          <p:spPr>
            <a:xfrm>
              <a:off x="4156574" y="3712242"/>
              <a:ext cx="1317" cy="192"/>
            </a:xfrm>
            <a:custGeom>
              <a:avLst/>
              <a:pathLst>
                <a:path w="1317" h="192">
                  <a:moveTo>
                    <a:pt x="1317" y="0"/>
                  </a:moveTo>
                  <a:lnTo>
                    <a:pt x="0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l1371"/>
            <p:cNvSpPr/>
            <p:nvPr/>
          </p:nvSpPr>
          <p:spPr>
            <a:xfrm>
              <a:off x="4153104" y="3687403"/>
              <a:ext cx="1319" cy="175"/>
            </a:xfrm>
            <a:custGeom>
              <a:avLst/>
              <a:pathLst>
                <a:path w="1319" h="175">
                  <a:moveTo>
                    <a:pt x="1319" y="0"/>
                  </a:moveTo>
                  <a:lnTo>
                    <a:pt x="0" y="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l1372"/>
            <p:cNvSpPr/>
            <p:nvPr/>
          </p:nvSpPr>
          <p:spPr>
            <a:xfrm>
              <a:off x="4154225" y="3695688"/>
              <a:ext cx="1319" cy="181"/>
            </a:xfrm>
            <a:custGeom>
              <a:avLst/>
              <a:pathLst>
                <a:path w="1319" h="181">
                  <a:moveTo>
                    <a:pt x="1319" y="0"/>
                  </a:moveTo>
                  <a:lnTo>
                    <a:pt x="0" y="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l1373"/>
            <p:cNvSpPr/>
            <p:nvPr/>
          </p:nvSpPr>
          <p:spPr>
            <a:xfrm>
              <a:off x="4154979" y="3691189"/>
              <a:ext cx="2638" cy="356"/>
            </a:xfrm>
            <a:custGeom>
              <a:avLst/>
              <a:pathLst>
                <a:path w="2638" h="356">
                  <a:moveTo>
                    <a:pt x="2638" y="0"/>
                  </a:moveTo>
                  <a:lnTo>
                    <a:pt x="0" y="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l1374"/>
            <p:cNvSpPr/>
            <p:nvPr/>
          </p:nvSpPr>
          <p:spPr>
            <a:xfrm>
              <a:off x="4157291" y="3707726"/>
              <a:ext cx="2635" cy="379"/>
            </a:xfrm>
            <a:custGeom>
              <a:avLst/>
              <a:pathLst>
                <a:path w="2635" h="379">
                  <a:moveTo>
                    <a:pt x="2635" y="0"/>
                  </a:moveTo>
                  <a:lnTo>
                    <a:pt x="0" y="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l1375"/>
            <p:cNvSpPr/>
            <p:nvPr/>
          </p:nvSpPr>
          <p:spPr>
            <a:xfrm>
              <a:off x="4158755" y="3698908"/>
              <a:ext cx="3955" cy="552"/>
            </a:xfrm>
            <a:custGeom>
              <a:avLst/>
              <a:pathLst>
                <a:path w="3955" h="552">
                  <a:moveTo>
                    <a:pt x="3955" y="0"/>
                  </a:moveTo>
                  <a:lnTo>
                    <a:pt x="0" y="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l1376"/>
            <p:cNvSpPr/>
            <p:nvPr/>
          </p:nvSpPr>
          <p:spPr>
            <a:xfrm>
              <a:off x="4162017" y="3729815"/>
              <a:ext cx="5262" cy="820"/>
            </a:xfrm>
            <a:custGeom>
              <a:avLst/>
              <a:pathLst>
                <a:path w="5262" h="820">
                  <a:moveTo>
                    <a:pt x="5262" y="0"/>
                  </a:moveTo>
                  <a:lnTo>
                    <a:pt x="0" y="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l1377"/>
            <p:cNvSpPr/>
            <p:nvPr/>
          </p:nvSpPr>
          <p:spPr>
            <a:xfrm>
              <a:off x="4164933" y="3714176"/>
              <a:ext cx="1317" cy="194"/>
            </a:xfrm>
            <a:custGeom>
              <a:avLst/>
              <a:pathLst>
                <a:path w="1317" h="194">
                  <a:moveTo>
                    <a:pt x="1317" y="0"/>
                  </a:moveTo>
                  <a:lnTo>
                    <a:pt x="0" y="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l1378"/>
            <p:cNvSpPr/>
            <p:nvPr/>
          </p:nvSpPr>
          <p:spPr>
            <a:xfrm>
              <a:off x="4161696" y="3743998"/>
              <a:ext cx="9197" cy="1505"/>
            </a:xfrm>
            <a:custGeom>
              <a:avLst/>
              <a:pathLst>
                <a:path w="9197" h="1505">
                  <a:moveTo>
                    <a:pt x="9197" y="0"/>
                  </a:moveTo>
                  <a:lnTo>
                    <a:pt x="0" y="1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l1379"/>
            <p:cNvSpPr/>
            <p:nvPr/>
          </p:nvSpPr>
          <p:spPr>
            <a:xfrm>
              <a:off x="4168514" y="3728891"/>
              <a:ext cx="1315" cy="204"/>
            </a:xfrm>
            <a:custGeom>
              <a:avLst/>
              <a:pathLst>
                <a:path w="1315" h="204">
                  <a:moveTo>
                    <a:pt x="1315" y="0"/>
                  </a:moveTo>
                  <a:lnTo>
                    <a:pt x="0" y="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l1380"/>
            <p:cNvSpPr/>
            <p:nvPr/>
          </p:nvSpPr>
          <p:spPr>
            <a:xfrm>
              <a:off x="4163064" y="3751991"/>
              <a:ext cx="10504" cy="1764"/>
            </a:xfrm>
            <a:custGeom>
              <a:avLst/>
              <a:pathLst>
                <a:path w="10504" h="1764">
                  <a:moveTo>
                    <a:pt x="10504" y="0"/>
                  </a:moveTo>
                  <a:lnTo>
                    <a:pt x="0" y="17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l1381"/>
            <p:cNvSpPr/>
            <p:nvPr/>
          </p:nvSpPr>
          <p:spPr>
            <a:xfrm>
              <a:off x="4171664" y="3740234"/>
              <a:ext cx="1314" cy="212"/>
            </a:xfrm>
            <a:custGeom>
              <a:avLst/>
              <a:pathLst>
                <a:path w="1314" h="212">
                  <a:moveTo>
                    <a:pt x="1314" y="0"/>
                  </a:moveTo>
                  <a:lnTo>
                    <a:pt x="0" y="2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l1382"/>
            <p:cNvSpPr/>
            <p:nvPr/>
          </p:nvSpPr>
          <p:spPr>
            <a:xfrm>
              <a:off x="4164468" y="3759967"/>
              <a:ext cx="11808" cy="2036"/>
            </a:xfrm>
            <a:custGeom>
              <a:avLst/>
              <a:pathLst>
                <a:path w="11808" h="2036">
                  <a:moveTo>
                    <a:pt x="11808" y="0"/>
                  </a:moveTo>
                  <a:lnTo>
                    <a:pt x="0" y="2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4174602" y="3749885"/>
              <a:ext cx="1313" cy="219"/>
            </a:xfrm>
            <a:custGeom>
              <a:avLst/>
              <a:pathLst>
                <a:path w="1313" h="219">
                  <a:moveTo>
                    <a:pt x="1313" y="0"/>
                  </a:moveTo>
                  <a:lnTo>
                    <a:pt x="0" y="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4165907" y="3767926"/>
              <a:ext cx="13111" cy="2318"/>
            </a:xfrm>
            <a:custGeom>
              <a:avLst/>
              <a:pathLst>
                <a:path w="13111" h="2318">
                  <a:moveTo>
                    <a:pt x="13111" y="0"/>
                  </a:moveTo>
                  <a:lnTo>
                    <a:pt x="0" y="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l1385"/>
            <p:cNvSpPr/>
            <p:nvPr/>
          </p:nvSpPr>
          <p:spPr>
            <a:xfrm>
              <a:off x="4177446" y="3758006"/>
              <a:ext cx="5248" cy="902"/>
            </a:xfrm>
            <a:custGeom>
              <a:avLst/>
              <a:pathLst>
                <a:path w="5248" h="902">
                  <a:moveTo>
                    <a:pt x="5248" y="0"/>
                  </a:moveTo>
                  <a:lnTo>
                    <a:pt x="0" y="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l1386"/>
            <p:cNvSpPr/>
            <p:nvPr/>
          </p:nvSpPr>
          <p:spPr>
            <a:xfrm>
              <a:off x="4174554" y="3792466"/>
              <a:ext cx="14386" cy="2742"/>
            </a:xfrm>
            <a:custGeom>
              <a:avLst/>
              <a:pathLst>
                <a:path w="14386" h="2742">
                  <a:moveTo>
                    <a:pt x="14386" y="0"/>
                  </a:moveTo>
                  <a:lnTo>
                    <a:pt x="0" y="2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l1387"/>
            <p:cNvSpPr/>
            <p:nvPr/>
          </p:nvSpPr>
          <p:spPr>
            <a:xfrm>
              <a:off x="4150967" y="3670820"/>
              <a:ext cx="1321" cy="164"/>
            </a:xfrm>
            <a:custGeom>
              <a:avLst/>
              <a:pathLst>
                <a:path w="1321" h="164">
                  <a:moveTo>
                    <a:pt x="1321" y="0"/>
                  </a:moveTo>
                  <a:lnTo>
                    <a:pt x="0" y="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l1388"/>
            <p:cNvSpPr/>
            <p:nvPr/>
          </p:nvSpPr>
          <p:spPr>
            <a:xfrm>
              <a:off x="4152017" y="3679114"/>
              <a:ext cx="1320" cy="170"/>
            </a:xfrm>
            <a:custGeom>
              <a:avLst/>
              <a:pathLst>
                <a:path w="1320" h="170">
                  <a:moveTo>
                    <a:pt x="1320" y="0"/>
                  </a:moveTo>
                  <a:lnTo>
                    <a:pt x="0" y="1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l1389"/>
            <p:cNvSpPr/>
            <p:nvPr/>
          </p:nvSpPr>
          <p:spPr>
            <a:xfrm>
              <a:off x="4147119" y="3637603"/>
              <a:ext cx="1323" cy="141"/>
            </a:xfrm>
            <a:custGeom>
              <a:avLst/>
              <a:pathLst>
                <a:path w="1323" h="141">
                  <a:moveTo>
                    <a:pt x="1323" y="0"/>
                  </a:moveTo>
                  <a:lnTo>
                    <a:pt x="0" y="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l1390"/>
            <p:cNvSpPr/>
            <p:nvPr/>
          </p:nvSpPr>
          <p:spPr>
            <a:xfrm>
              <a:off x="4148028" y="3645913"/>
              <a:ext cx="1323" cy="147"/>
            </a:xfrm>
            <a:custGeom>
              <a:avLst/>
              <a:pathLst>
                <a:path w="1323" h="147">
                  <a:moveTo>
                    <a:pt x="1323" y="0"/>
                  </a:moveTo>
                  <a:lnTo>
                    <a:pt x="0" y="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l1391"/>
            <p:cNvSpPr/>
            <p:nvPr/>
          </p:nvSpPr>
          <p:spPr>
            <a:xfrm>
              <a:off x="4148892" y="3641614"/>
              <a:ext cx="1323" cy="144"/>
            </a:xfrm>
            <a:custGeom>
              <a:avLst/>
              <a:pathLst>
                <a:path w="1323" h="144">
                  <a:moveTo>
                    <a:pt x="1323" y="0"/>
                  </a:moveTo>
                  <a:lnTo>
                    <a:pt x="0" y="1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l1392"/>
            <p:cNvSpPr/>
            <p:nvPr/>
          </p:nvSpPr>
          <p:spPr>
            <a:xfrm>
              <a:off x="4148972" y="3654067"/>
              <a:ext cx="2645" cy="306"/>
            </a:xfrm>
            <a:custGeom>
              <a:avLst/>
              <a:pathLst>
                <a:path w="2645" h="306">
                  <a:moveTo>
                    <a:pt x="2645" y="0"/>
                  </a:moveTo>
                  <a:lnTo>
                    <a:pt x="0" y="3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l1393"/>
            <p:cNvSpPr/>
            <p:nvPr/>
          </p:nvSpPr>
          <p:spPr>
            <a:xfrm>
              <a:off x="4150907" y="3647693"/>
              <a:ext cx="1323" cy="148"/>
            </a:xfrm>
            <a:custGeom>
              <a:avLst/>
              <a:pathLst>
                <a:path w="1323" h="148">
                  <a:moveTo>
                    <a:pt x="1323" y="0"/>
                  </a:moveTo>
                  <a:lnTo>
                    <a:pt x="0" y="1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l1394"/>
            <p:cNvSpPr/>
            <p:nvPr/>
          </p:nvSpPr>
          <p:spPr>
            <a:xfrm>
              <a:off x="4149952" y="3662205"/>
              <a:ext cx="3965" cy="476"/>
            </a:xfrm>
            <a:custGeom>
              <a:avLst/>
              <a:pathLst>
                <a:path w="3965" h="476">
                  <a:moveTo>
                    <a:pt x="3965" y="0"/>
                  </a:moveTo>
                  <a:lnTo>
                    <a:pt x="0" y="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l1395"/>
            <p:cNvSpPr/>
            <p:nvPr/>
          </p:nvSpPr>
          <p:spPr>
            <a:xfrm>
              <a:off x="4145408" y="3620970"/>
              <a:ext cx="1325" cy="130"/>
            </a:xfrm>
            <a:custGeom>
              <a:avLst/>
              <a:pathLst>
                <a:path w="1325" h="130">
                  <a:moveTo>
                    <a:pt x="1325" y="0"/>
                  </a:moveTo>
                  <a:lnTo>
                    <a:pt x="0" y="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l1396"/>
            <p:cNvSpPr/>
            <p:nvPr/>
          </p:nvSpPr>
          <p:spPr>
            <a:xfrm>
              <a:off x="4146246" y="3629288"/>
              <a:ext cx="1324" cy="136"/>
            </a:xfrm>
            <a:custGeom>
              <a:avLst/>
              <a:pathLst>
                <a:path w="1324" h="136">
                  <a:moveTo>
                    <a:pt x="1324" y="0"/>
                  </a:moveTo>
                  <a:lnTo>
                    <a:pt x="0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l1397"/>
            <p:cNvSpPr/>
            <p:nvPr/>
          </p:nvSpPr>
          <p:spPr>
            <a:xfrm>
              <a:off x="4142412" y="3587665"/>
              <a:ext cx="1327" cy="107"/>
            </a:xfrm>
            <a:custGeom>
              <a:avLst/>
              <a:pathLst>
                <a:path w="1327" h="107">
                  <a:moveTo>
                    <a:pt x="1327" y="0"/>
                  </a:moveTo>
                  <a:lnTo>
                    <a:pt x="0" y="1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l1398"/>
            <p:cNvSpPr/>
            <p:nvPr/>
          </p:nvSpPr>
          <p:spPr>
            <a:xfrm>
              <a:off x="4143108" y="3595996"/>
              <a:ext cx="1326" cy="113"/>
            </a:xfrm>
            <a:custGeom>
              <a:avLst/>
              <a:pathLst>
                <a:path w="1326" h="113">
                  <a:moveTo>
                    <a:pt x="1326" y="0"/>
                  </a:moveTo>
                  <a:lnTo>
                    <a:pt x="0" y="1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l1399"/>
            <p:cNvSpPr/>
            <p:nvPr/>
          </p:nvSpPr>
          <p:spPr>
            <a:xfrm>
              <a:off x="4144083" y="3591720"/>
              <a:ext cx="1326" cy="110"/>
            </a:xfrm>
            <a:custGeom>
              <a:avLst/>
              <a:pathLst>
                <a:path w="1326" h="110">
                  <a:moveTo>
                    <a:pt x="1326" y="0"/>
                  </a:moveTo>
                  <a:lnTo>
                    <a:pt x="0" y="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l1400"/>
            <p:cNvSpPr/>
            <p:nvPr/>
          </p:nvSpPr>
          <p:spPr>
            <a:xfrm>
              <a:off x="4143839" y="3604205"/>
              <a:ext cx="2652" cy="238"/>
            </a:xfrm>
            <a:custGeom>
              <a:avLst/>
              <a:pathLst>
                <a:path w="2652" h="238">
                  <a:moveTo>
                    <a:pt x="2652" y="0"/>
                  </a:moveTo>
                  <a:lnTo>
                    <a:pt x="0" y="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l1401"/>
            <p:cNvSpPr/>
            <p:nvPr/>
          </p:nvSpPr>
          <p:spPr>
            <a:xfrm>
              <a:off x="4145940" y="3597849"/>
              <a:ext cx="1326" cy="114"/>
            </a:xfrm>
            <a:custGeom>
              <a:avLst/>
              <a:pathLst>
                <a:path w="1326" h="114">
                  <a:moveTo>
                    <a:pt x="1326" y="0"/>
                  </a:moveTo>
                  <a:lnTo>
                    <a:pt x="0" y="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l1402"/>
            <p:cNvSpPr/>
            <p:nvPr/>
          </p:nvSpPr>
          <p:spPr>
            <a:xfrm>
              <a:off x="4144606" y="3612399"/>
              <a:ext cx="3976" cy="374"/>
            </a:xfrm>
            <a:custGeom>
              <a:avLst/>
              <a:pathLst>
                <a:path w="3976" h="374">
                  <a:moveTo>
                    <a:pt x="3976" y="0"/>
                  </a:moveTo>
                  <a:lnTo>
                    <a:pt x="0" y="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4147911" y="3604885"/>
              <a:ext cx="2652" cy="239"/>
            </a:xfrm>
            <a:custGeom>
              <a:avLst/>
              <a:pathLst>
                <a:path w="2652" h="239">
                  <a:moveTo>
                    <a:pt x="2652" y="0"/>
                  </a:moveTo>
                  <a:lnTo>
                    <a:pt x="0" y="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4147147" y="3624597"/>
              <a:ext cx="5298" cy="533"/>
            </a:xfrm>
            <a:custGeom>
              <a:avLst/>
              <a:pathLst>
                <a:path w="5298" h="533">
                  <a:moveTo>
                    <a:pt x="5298" y="0"/>
                  </a:moveTo>
                  <a:lnTo>
                    <a:pt x="0" y="5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4140539" y="3562655"/>
              <a:ext cx="1328" cy="90"/>
            </a:xfrm>
            <a:custGeom>
              <a:avLst/>
              <a:pathLst>
                <a:path w="1328" h="90">
                  <a:moveTo>
                    <a:pt x="1328" y="0"/>
                  </a:moveTo>
                  <a:lnTo>
                    <a:pt x="0" y="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4141128" y="3570995"/>
              <a:ext cx="1327" cy="96"/>
            </a:xfrm>
            <a:custGeom>
              <a:avLst/>
              <a:pathLst>
                <a:path w="1327" h="96">
                  <a:moveTo>
                    <a:pt x="1327" y="0"/>
                  </a:moveTo>
                  <a:lnTo>
                    <a:pt x="0" y="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l1407"/>
            <p:cNvSpPr/>
            <p:nvPr/>
          </p:nvSpPr>
          <p:spPr>
            <a:xfrm>
              <a:off x="4142158" y="3566732"/>
              <a:ext cx="1328" cy="93"/>
            </a:xfrm>
            <a:custGeom>
              <a:avLst/>
              <a:pathLst>
                <a:path w="1328" h="93">
                  <a:moveTo>
                    <a:pt x="1328" y="0"/>
                  </a:moveTo>
                  <a:lnTo>
                    <a:pt x="0" y="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4141753" y="3579229"/>
              <a:ext cx="2655" cy="204"/>
            </a:xfrm>
            <a:custGeom>
              <a:avLst/>
              <a:pathLst>
                <a:path w="2655" h="204">
                  <a:moveTo>
                    <a:pt x="2655" y="0"/>
                  </a:moveTo>
                  <a:lnTo>
                    <a:pt x="0" y="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4138541" y="3529275"/>
              <a:ext cx="1329" cy="68"/>
            </a:xfrm>
            <a:custGeom>
              <a:avLst/>
              <a:pathLst>
                <a:path w="1329" h="68">
                  <a:moveTo>
                    <a:pt x="1329" y="0"/>
                  </a:moveTo>
                  <a:lnTo>
                    <a:pt x="0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l1410"/>
            <p:cNvSpPr/>
            <p:nvPr/>
          </p:nvSpPr>
          <p:spPr>
            <a:xfrm>
              <a:off x="4138987" y="3537624"/>
              <a:ext cx="1329" cy="73"/>
            </a:xfrm>
            <a:custGeom>
              <a:avLst/>
              <a:pathLst>
                <a:path w="1329" h="73">
                  <a:moveTo>
                    <a:pt x="1329" y="0"/>
                  </a:moveTo>
                  <a:lnTo>
                    <a:pt x="0" y="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l1411"/>
            <p:cNvSpPr/>
            <p:nvPr/>
          </p:nvSpPr>
          <p:spPr>
            <a:xfrm>
              <a:off x="4140089" y="3533379"/>
              <a:ext cx="1329" cy="71"/>
            </a:xfrm>
            <a:custGeom>
              <a:avLst/>
              <a:pathLst>
                <a:path w="1329" h="71">
                  <a:moveTo>
                    <a:pt x="1329" y="0"/>
                  </a:moveTo>
                  <a:lnTo>
                    <a:pt x="0" y="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l1412"/>
            <p:cNvSpPr/>
            <p:nvPr/>
          </p:nvSpPr>
          <p:spPr>
            <a:xfrm>
              <a:off x="4139469" y="3545890"/>
              <a:ext cx="2658" cy="159"/>
            </a:xfrm>
            <a:custGeom>
              <a:avLst/>
              <a:pathLst>
                <a:path w="2658" h="159">
                  <a:moveTo>
                    <a:pt x="2658" y="0"/>
                  </a:moveTo>
                  <a:lnTo>
                    <a:pt x="0" y="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l1413"/>
            <p:cNvSpPr/>
            <p:nvPr/>
          </p:nvSpPr>
          <p:spPr>
            <a:xfrm>
              <a:off x="4141763" y="3539560"/>
              <a:ext cx="1329" cy="75"/>
            </a:xfrm>
            <a:custGeom>
              <a:avLst/>
              <a:pathLst>
                <a:path w="1329" h="75">
                  <a:moveTo>
                    <a:pt x="1329" y="0"/>
                  </a:moveTo>
                  <a:lnTo>
                    <a:pt x="0" y="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l1414"/>
            <p:cNvSpPr/>
            <p:nvPr/>
          </p:nvSpPr>
          <p:spPr>
            <a:xfrm>
              <a:off x="4139986" y="3554143"/>
              <a:ext cx="3986" cy="255"/>
            </a:xfrm>
            <a:custGeom>
              <a:avLst/>
              <a:pathLst>
                <a:path w="3986" h="255">
                  <a:moveTo>
                    <a:pt x="3986" y="0"/>
                  </a:moveTo>
                  <a:lnTo>
                    <a:pt x="0" y="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l1415"/>
            <p:cNvSpPr/>
            <p:nvPr/>
          </p:nvSpPr>
          <p:spPr>
            <a:xfrm>
              <a:off x="4137756" y="3512574"/>
              <a:ext cx="1330" cy="56"/>
            </a:xfrm>
            <a:custGeom>
              <a:avLst/>
              <a:pathLst>
                <a:path w="1330" h="56">
                  <a:moveTo>
                    <a:pt x="1330" y="0"/>
                  </a:moveTo>
                  <a:lnTo>
                    <a:pt x="0" y="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l1416"/>
            <p:cNvSpPr/>
            <p:nvPr/>
          </p:nvSpPr>
          <p:spPr>
            <a:xfrm>
              <a:off x="4138131" y="3520926"/>
              <a:ext cx="1329" cy="62"/>
            </a:xfrm>
            <a:custGeom>
              <a:avLst/>
              <a:pathLst>
                <a:path w="1329" h="62">
                  <a:moveTo>
                    <a:pt x="1329" y="0"/>
                  </a:moveTo>
                  <a:lnTo>
                    <a:pt x="0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l1417"/>
            <p:cNvSpPr/>
            <p:nvPr/>
          </p:nvSpPr>
          <p:spPr>
            <a:xfrm>
              <a:off x="4136845" y="3487511"/>
              <a:ext cx="1330" cy="39"/>
            </a:xfrm>
            <a:custGeom>
              <a:avLst/>
              <a:pathLst>
                <a:path w="1330" h="39">
                  <a:moveTo>
                    <a:pt x="1330" y="0"/>
                  </a:moveTo>
                  <a:lnTo>
                    <a:pt x="0" y="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l1418"/>
            <p:cNvSpPr/>
            <p:nvPr/>
          </p:nvSpPr>
          <p:spPr>
            <a:xfrm>
              <a:off x="4137113" y="3495866"/>
              <a:ext cx="1330" cy="45"/>
            </a:xfrm>
            <a:custGeom>
              <a:avLst/>
              <a:pathLst>
                <a:path w="1330" h="45">
                  <a:moveTo>
                    <a:pt x="1330" y="0"/>
                  </a:moveTo>
                  <a:lnTo>
                    <a:pt x="0" y="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l1419"/>
            <p:cNvSpPr/>
            <p:nvPr/>
          </p:nvSpPr>
          <p:spPr>
            <a:xfrm>
              <a:off x="4136417" y="3470796"/>
              <a:ext cx="1331" cy="28"/>
            </a:xfrm>
            <a:custGeom>
              <a:avLst/>
              <a:pathLst>
                <a:path w="1331" h="28">
                  <a:moveTo>
                    <a:pt x="1331" y="0"/>
                  </a:moveTo>
                  <a:lnTo>
                    <a:pt x="0" y="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l1420"/>
            <p:cNvSpPr/>
            <p:nvPr/>
          </p:nvSpPr>
          <p:spPr>
            <a:xfrm>
              <a:off x="4136613" y="3479154"/>
              <a:ext cx="1331" cy="34"/>
            </a:xfrm>
            <a:custGeom>
              <a:avLst/>
              <a:pathLst>
                <a:path w="1331" h="34">
                  <a:moveTo>
                    <a:pt x="1331" y="0"/>
                  </a:moveTo>
                  <a:lnTo>
                    <a:pt x="0" y="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l1421"/>
            <p:cNvSpPr/>
            <p:nvPr/>
          </p:nvSpPr>
          <p:spPr>
            <a:xfrm>
              <a:off x="4136131" y="3454079"/>
              <a:ext cx="1331" cy="17"/>
            </a:xfrm>
            <a:custGeom>
              <a:avLst/>
              <a:pathLst>
                <a:path w="1331" h="17">
                  <a:moveTo>
                    <a:pt x="1331" y="0"/>
                  </a:moveTo>
                  <a:lnTo>
                    <a:pt x="0" y="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l1422"/>
            <p:cNvSpPr/>
            <p:nvPr/>
          </p:nvSpPr>
          <p:spPr>
            <a:xfrm>
              <a:off x="4136256" y="3462438"/>
              <a:ext cx="1331" cy="22"/>
            </a:xfrm>
            <a:custGeom>
              <a:avLst/>
              <a:pathLst>
                <a:path w="1331" h="22">
                  <a:moveTo>
                    <a:pt x="1331" y="0"/>
                  </a:moveTo>
                  <a:lnTo>
                    <a:pt x="0" y="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l1423"/>
            <p:cNvSpPr/>
            <p:nvPr/>
          </p:nvSpPr>
          <p:spPr>
            <a:xfrm>
              <a:off x="4135971" y="3428999"/>
              <a:ext cx="1331" cy="0"/>
            </a:xfrm>
            <a:custGeom>
              <a:avLst/>
              <a:pathLst>
                <a:path w="1331" h="0">
                  <a:moveTo>
                    <a:pt x="1331" y="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l1424"/>
            <p:cNvSpPr/>
            <p:nvPr/>
          </p:nvSpPr>
          <p:spPr>
            <a:xfrm>
              <a:off x="4135988" y="3437359"/>
              <a:ext cx="1331" cy="5"/>
            </a:xfrm>
            <a:custGeom>
              <a:avLst/>
              <a:pathLst>
                <a:path w="1331" h="5">
                  <a:moveTo>
                    <a:pt x="1331" y="0"/>
                  </a:moveTo>
                  <a:lnTo>
                    <a:pt x="0" y="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4137306" y="3433177"/>
              <a:ext cx="1331" cy="2"/>
            </a:xfrm>
            <a:custGeom>
              <a:avLst/>
              <a:pathLst>
                <a:path w="1331" h="2">
                  <a:moveTo>
                    <a:pt x="1331" y="0"/>
                  </a:moveTo>
                  <a:lnTo>
                    <a:pt x="0" y="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4136042" y="3445708"/>
              <a:ext cx="2662" cy="22"/>
            </a:xfrm>
            <a:custGeom>
              <a:avLst/>
              <a:pathLst>
                <a:path w="2662" h="22">
                  <a:moveTo>
                    <a:pt x="2662" y="0"/>
                  </a:moveTo>
                  <a:lnTo>
                    <a:pt x="0" y="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4138661" y="3439428"/>
              <a:ext cx="2662" cy="14"/>
            </a:xfrm>
            <a:custGeom>
              <a:avLst/>
              <a:pathLst>
                <a:path w="2662" h="14">
                  <a:moveTo>
                    <a:pt x="2662" y="0"/>
                  </a:moveTo>
                  <a:lnTo>
                    <a:pt x="0" y="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l1428"/>
            <p:cNvSpPr/>
            <p:nvPr/>
          </p:nvSpPr>
          <p:spPr>
            <a:xfrm>
              <a:off x="4137521" y="3458199"/>
              <a:ext cx="3993" cy="59"/>
            </a:xfrm>
            <a:custGeom>
              <a:avLst/>
              <a:pathLst>
                <a:path w="3993" h="59">
                  <a:moveTo>
                    <a:pt x="3993" y="0"/>
                  </a:moveTo>
                  <a:lnTo>
                    <a:pt x="0" y="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4141397" y="3448787"/>
              <a:ext cx="2662" cy="26"/>
            </a:xfrm>
            <a:custGeom>
              <a:avLst/>
              <a:pathLst>
                <a:path w="2662" h="26">
                  <a:moveTo>
                    <a:pt x="2662" y="0"/>
                  </a:moveTo>
                  <a:lnTo>
                    <a:pt x="0" y="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4137842" y="3474819"/>
              <a:ext cx="6655" cy="156"/>
            </a:xfrm>
            <a:custGeom>
              <a:avLst/>
              <a:pathLst>
                <a:path w="6655" h="156">
                  <a:moveTo>
                    <a:pt x="6655" y="0"/>
                  </a:moveTo>
                  <a:lnTo>
                    <a:pt x="0" y="1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l1431"/>
            <p:cNvSpPr/>
            <p:nvPr/>
          </p:nvSpPr>
          <p:spPr>
            <a:xfrm>
              <a:off x="4144235" y="3461759"/>
              <a:ext cx="2662" cy="44"/>
            </a:xfrm>
            <a:custGeom>
              <a:avLst/>
              <a:pathLst>
                <a:path w="2662" h="44">
                  <a:moveTo>
                    <a:pt x="2662" y="0"/>
                  </a:moveTo>
                  <a:lnTo>
                    <a:pt x="0" y="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4138306" y="3491390"/>
              <a:ext cx="9315" cy="298"/>
            </a:xfrm>
            <a:custGeom>
              <a:avLst/>
              <a:pathLst>
                <a:path w="9315" h="298">
                  <a:moveTo>
                    <a:pt x="9315" y="0"/>
                  </a:moveTo>
                  <a:lnTo>
                    <a:pt x="0" y="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4147203" y="3476543"/>
              <a:ext cx="1331" cy="32"/>
            </a:xfrm>
            <a:custGeom>
              <a:avLst/>
              <a:pathLst>
                <a:path w="1331" h="32">
                  <a:moveTo>
                    <a:pt x="1331" y="0"/>
                  </a:moveTo>
                  <a:lnTo>
                    <a:pt x="0" y="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4137417" y="3503812"/>
              <a:ext cx="11974" cy="460"/>
            </a:xfrm>
            <a:custGeom>
              <a:avLst/>
              <a:pathLst>
                <a:path w="11974" h="460">
                  <a:moveTo>
                    <a:pt x="11974" y="0"/>
                  </a:moveTo>
                  <a:lnTo>
                    <a:pt x="0" y="4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4148915" y="3490095"/>
              <a:ext cx="2661" cy="83"/>
            </a:xfrm>
            <a:custGeom>
              <a:avLst/>
              <a:pathLst>
                <a:path w="2661" h="83">
                  <a:moveTo>
                    <a:pt x="2661" y="0"/>
                  </a:moveTo>
                  <a:lnTo>
                    <a:pt x="0" y="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4139269" y="3516153"/>
              <a:ext cx="13301" cy="596"/>
            </a:xfrm>
            <a:custGeom>
              <a:avLst/>
              <a:pathLst>
                <a:path w="13301" h="596">
                  <a:moveTo>
                    <a:pt x="13301" y="0"/>
                  </a:moveTo>
                  <a:lnTo>
                    <a:pt x="0" y="5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4152029" y="3502923"/>
              <a:ext cx="5321" cy="202"/>
            </a:xfrm>
            <a:custGeom>
              <a:avLst/>
              <a:pathLst>
                <a:path w="5321" h="202">
                  <a:moveTo>
                    <a:pt x="5321" y="0"/>
                  </a:moveTo>
                  <a:lnTo>
                    <a:pt x="0" y="2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l1438"/>
            <p:cNvSpPr/>
            <p:nvPr/>
          </p:nvSpPr>
          <p:spPr>
            <a:xfrm>
              <a:off x="4143519" y="3545890"/>
              <a:ext cx="15948" cy="962"/>
            </a:xfrm>
            <a:custGeom>
              <a:avLst/>
              <a:pathLst>
                <a:path w="15948" h="962">
                  <a:moveTo>
                    <a:pt x="15948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l1439"/>
            <p:cNvSpPr/>
            <p:nvPr/>
          </p:nvSpPr>
          <p:spPr>
            <a:xfrm>
              <a:off x="4158290" y="3524216"/>
              <a:ext cx="3989" cy="196"/>
            </a:xfrm>
            <a:custGeom>
              <a:avLst/>
              <a:pathLst>
                <a:path w="3989" h="196">
                  <a:moveTo>
                    <a:pt x="3989" y="0"/>
                  </a:moveTo>
                  <a:lnTo>
                    <a:pt x="0" y="1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l1440"/>
            <p:cNvSpPr/>
            <p:nvPr/>
          </p:nvSpPr>
          <p:spPr>
            <a:xfrm>
              <a:off x="4143937" y="3571414"/>
              <a:ext cx="21245" cy="1567"/>
            </a:xfrm>
            <a:custGeom>
              <a:avLst/>
              <a:pathLst>
                <a:path w="21245" h="1567">
                  <a:moveTo>
                    <a:pt x="21245" y="0"/>
                  </a:moveTo>
                  <a:lnTo>
                    <a:pt x="0" y="15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l1441"/>
            <p:cNvSpPr/>
            <p:nvPr/>
          </p:nvSpPr>
          <p:spPr>
            <a:xfrm>
              <a:off x="4163587" y="3547333"/>
              <a:ext cx="7973" cy="490"/>
            </a:xfrm>
            <a:custGeom>
              <a:avLst/>
              <a:pathLst>
                <a:path w="7973" h="490">
                  <a:moveTo>
                    <a:pt x="7973" y="0"/>
                  </a:moveTo>
                  <a:lnTo>
                    <a:pt x="0" y="4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l1442"/>
            <p:cNvSpPr/>
            <p:nvPr/>
          </p:nvSpPr>
          <p:spPr>
            <a:xfrm>
              <a:off x="4151480" y="3612338"/>
              <a:ext cx="25182" cy="2405"/>
            </a:xfrm>
            <a:custGeom>
              <a:avLst/>
              <a:pathLst>
                <a:path w="25182" h="2405">
                  <a:moveTo>
                    <a:pt x="25182" y="0"/>
                  </a:moveTo>
                  <a:lnTo>
                    <a:pt x="0" y="2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l1443"/>
            <p:cNvSpPr/>
            <p:nvPr/>
          </p:nvSpPr>
          <p:spPr>
            <a:xfrm>
              <a:off x="4173836" y="3579440"/>
              <a:ext cx="5309" cy="416"/>
            </a:xfrm>
            <a:custGeom>
              <a:avLst/>
              <a:pathLst>
                <a:path w="5309" h="416">
                  <a:moveTo>
                    <a:pt x="5309" y="0"/>
                  </a:moveTo>
                  <a:lnTo>
                    <a:pt x="0" y="4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l1444"/>
            <p:cNvSpPr/>
            <p:nvPr/>
          </p:nvSpPr>
          <p:spPr>
            <a:xfrm>
              <a:off x="4153060" y="3651105"/>
              <a:ext cx="33063" cy="3845"/>
            </a:xfrm>
            <a:custGeom>
              <a:avLst/>
              <a:pathLst>
                <a:path w="33063" h="3845">
                  <a:moveTo>
                    <a:pt x="33063" y="0"/>
                  </a:moveTo>
                  <a:lnTo>
                    <a:pt x="0" y="3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l1445"/>
            <p:cNvSpPr/>
            <p:nvPr/>
          </p:nvSpPr>
          <p:spPr>
            <a:xfrm>
              <a:off x="4182299" y="3615047"/>
              <a:ext cx="2650" cy="258"/>
            </a:xfrm>
            <a:custGeom>
              <a:avLst/>
              <a:pathLst>
                <a:path w="2650" h="258">
                  <a:moveTo>
                    <a:pt x="2650" y="0"/>
                  </a:moveTo>
                  <a:lnTo>
                    <a:pt x="0" y="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l1446"/>
            <p:cNvSpPr/>
            <p:nvPr/>
          </p:nvSpPr>
          <p:spPr>
            <a:xfrm>
              <a:off x="4152809" y="3670119"/>
              <a:ext cx="38305" cy="4849"/>
            </a:xfrm>
            <a:custGeom>
              <a:avLst/>
              <a:pathLst>
                <a:path w="38305" h="4849">
                  <a:moveTo>
                    <a:pt x="38305" y="0"/>
                  </a:moveTo>
                  <a:lnTo>
                    <a:pt x="0" y="4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l1447"/>
            <p:cNvSpPr/>
            <p:nvPr/>
          </p:nvSpPr>
          <p:spPr>
            <a:xfrm>
              <a:off x="4187833" y="3640383"/>
              <a:ext cx="19847" cy="2221"/>
            </a:xfrm>
            <a:custGeom>
              <a:avLst/>
              <a:pathLst>
                <a:path w="19847" h="2221">
                  <a:moveTo>
                    <a:pt x="19847" y="0"/>
                  </a:moveTo>
                  <a:lnTo>
                    <a:pt x="0" y="22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l1448"/>
            <p:cNvSpPr/>
            <p:nvPr/>
          </p:nvSpPr>
          <p:spPr>
            <a:xfrm>
              <a:off x="4185740" y="3767888"/>
              <a:ext cx="40612" cy="7361"/>
            </a:xfrm>
            <a:custGeom>
              <a:avLst/>
              <a:pathLst>
                <a:path w="40612" h="7361">
                  <a:moveTo>
                    <a:pt x="40612" y="0"/>
                  </a:moveTo>
                  <a:lnTo>
                    <a:pt x="0" y="7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l1449"/>
            <p:cNvSpPr/>
            <p:nvPr/>
          </p:nvSpPr>
          <p:spPr>
            <a:xfrm>
              <a:off x="4215935" y="3703330"/>
              <a:ext cx="6586" cy="964"/>
            </a:xfrm>
            <a:custGeom>
              <a:avLst/>
              <a:pathLst>
                <a:path w="6586" h="964">
                  <a:moveTo>
                    <a:pt x="6586" y="0"/>
                  </a:moveTo>
                  <a:lnTo>
                    <a:pt x="0" y="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l1450"/>
            <p:cNvSpPr/>
            <p:nvPr/>
          </p:nvSpPr>
          <p:spPr>
            <a:xfrm>
              <a:off x="4184001" y="3822607"/>
              <a:ext cx="59907" cy="12732"/>
            </a:xfrm>
            <a:custGeom>
              <a:avLst/>
              <a:pathLst>
                <a:path w="59907" h="12732">
                  <a:moveTo>
                    <a:pt x="59907" y="0"/>
                  </a:moveTo>
                  <a:lnTo>
                    <a:pt x="0" y="12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l1451"/>
            <p:cNvSpPr/>
            <p:nvPr/>
          </p:nvSpPr>
          <p:spPr>
            <a:xfrm>
              <a:off x="4232261" y="3761494"/>
              <a:ext cx="9173" cy="1644"/>
            </a:xfrm>
            <a:custGeom>
              <a:avLst/>
              <a:pathLst>
                <a:path w="9173" h="1644">
                  <a:moveTo>
                    <a:pt x="9173" y="0"/>
                  </a:moveTo>
                  <a:lnTo>
                    <a:pt x="0" y="16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l1452"/>
            <p:cNvSpPr/>
            <p:nvPr/>
          </p:nvSpPr>
          <p:spPr>
            <a:xfrm>
              <a:off x="4198781" y="3872374"/>
              <a:ext cx="65996" cy="15980"/>
            </a:xfrm>
            <a:custGeom>
              <a:avLst/>
              <a:pathLst>
                <a:path w="65996" h="15980">
                  <a:moveTo>
                    <a:pt x="65996" y="0"/>
                  </a:moveTo>
                  <a:lnTo>
                    <a:pt x="0" y="159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l1453"/>
            <p:cNvSpPr/>
            <p:nvPr/>
          </p:nvSpPr>
          <p:spPr>
            <a:xfrm>
              <a:off x="4252272" y="3816287"/>
              <a:ext cx="3908" cy="822"/>
            </a:xfrm>
            <a:custGeom>
              <a:avLst/>
              <a:pathLst>
                <a:path w="3908" h="822">
                  <a:moveTo>
                    <a:pt x="3908" y="0"/>
                  </a:moveTo>
                  <a:lnTo>
                    <a:pt x="0" y="8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l1454"/>
            <p:cNvSpPr/>
            <p:nvPr/>
          </p:nvSpPr>
          <p:spPr>
            <a:xfrm>
              <a:off x="4200894" y="3899409"/>
              <a:ext cx="74766" cy="19322"/>
            </a:xfrm>
            <a:custGeom>
              <a:avLst/>
              <a:pathLst>
                <a:path w="74766" h="19322">
                  <a:moveTo>
                    <a:pt x="74766" y="0"/>
                  </a:moveTo>
                  <a:lnTo>
                    <a:pt x="0" y="19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l1455"/>
            <p:cNvSpPr/>
            <p:nvPr/>
          </p:nvSpPr>
          <p:spPr>
            <a:xfrm>
              <a:off x="4265449" y="3852490"/>
              <a:ext cx="23333" cy="5468"/>
            </a:xfrm>
            <a:custGeom>
              <a:avLst/>
              <a:pathLst>
                <a:path w="23333" h="5468">
                  <a:moveTo>
                    <a:pt x="23333" y="0"/>
                  </a:moveTo>
                  <a:lnTo>
                    <a:pt x="0" y="54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l1456"/>
            <p:cNvSpPr/>
            <p:nvPr/>
          </p:nvSpPr>
          <p:spPr>
            <a:xfrm>
              <a:off x="4250925" y="3995132"/>
              <a:ext cx="77347" cy="24773"/>
            </a:xfrm>
            <a:custGeom>
              <a:avLst/>
              <a:pathLst>
                <a:path w="77347" h="24773">
                  <a:moveTo>
                    <a:pt x="77347" y="0"/>
                  </a:moveTo>
                  <a:lnTo>
                    <a:pt x="0" y="24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l1457"/>
            <p:cNvSpPr/>
            <p:nvPr/>
          </p:nvSpPr>
          <p:spPr>
            <a:xfrm>
              <a:off x="4307105" y="3920298"/>
              <a:ext cx="14114" cy="3907"/>
            </a:xfrm>
            <a:custGeom>
              <a:avLst/>
              <a:pathLst>
                <a:path w="14114" h="3907">
                  <a:moveTo>
                    <a:pt x="14114" y="0"/>
                  </a:moveTo>
                  <a:lnTo>
                    <a:pt x="0" y="3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4280303" y="4093135"/>
              <a:ext cx="98103" cy="37936"/>
            </a:xfrm>
            <a:custGeom>
              <a:avLst/>
              <a:pathLst>
                <a:path w="98103" h="37936">
                  <a:moveTo>
                    <a:pt x="98103" y="0"/>
                  </a:moveTo>
                  <a:lnTo>
                    <a:pt x="0" y="379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l1459"/>
            <p:cNvSpPr/>
            <p:nvPr/>
          </p:nvSpPr>
          <p:spPr>
            <a:xfrm>
              <a:off x="4136042" y="3412268"/>
              <a:ext cx="1331" cy="11"/>
            </a:xfrm>
            <a:custGeom>
              <a:avLst/>
              <a:pathLst>
                <a:path w="1331" h="11">
                  <a:moveTo>
                    <a:pt x="1331" y="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l1460"/>
            <p:cNvSpPr/>
            <p:nvPr/>
          </p:nvSpPr>
          <p:spPr>
            <a:xfrm>
              <a:off x="4135988" y="3420634"/>
              <a:ext cx="1331" cy="5"/>
            </a:xfrm>
            <a:custGeom>
              <a:avLst/>
              <a:pathLst>
                <a:path w="1331" h="5">
                  <a:moveTo>
                    <a:pt x="1331" y="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l1461"/>
            <p:cNvSpPr/>
            <p:nvPr/>
          </p:nvSpPr>
          <p:spPr>
            <a:xfrm>
              <a:off x="4136417" y="3387174"/>
              <a:ext cx="1331" cy="28"/>
            </a:xfrm>
            <a:custGeom>
              <a:avLst/>
              <a:pathLst>
                <a:path w="1331" h="28">
                  <a:moveTo>
                    <a:pt x="1331" y="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2"/>
            <p:cNvSpPr/>
            <p:nvPr/>
          </p:nvSpPr>
          <p:spPr>
            <a:xfrm>
              <a:off x="4136256" y="3395538"/>
              <a:ext cx="1331" cy="22"/>
            </a:xfrm>
            <a:custGeom>
              <a:avLst/>
              <a:pathLst>
                <a:path w="1331" h="22">
                  <a:moveTo>
                    <a:pt x="1331" y="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3"/>
            <p:cNvSpPr/>
            <p:nvPr/>
          </p:nvSpPr>
          <p:spPr>
            <a:xfrm>
              <a:off x="4137663" y="3391382"/>
              <a:ext cx="1331" cy="25"/>
            </a:xfrm>
            <a:custGeom>
              <a:avLst/>
              <a:pathLst>
                <a:path w="1331" h="25">
                  <a:moveTo>
                    <a:pt x="1331" y="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4"/>
            <p:cNvSpPr/>
            <p:nvPr/>
          </p:nvSpPr>
          <p:spPr>
            <a:xfrm>
              <a:off x="4136131" y="3403903"/>
              <a:ext cx="2662" cy="34"/>
            </a:xfrm>
            <a:custGeom>
              <a:avLst/>
              <a:pathLst>
                <a:path w="2662" h="34">
                  <a:moveTo>
                    <a:pt x="2662" y="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5"/>
            <p:cNvSpPr/>
            <p:nvPr/>
          </p:nvSpPr>
          <p:spPr>
            <a:xfrm>
              <a:off x="4137113" y="3362087"/>
              <a:ext cx="1330" cy="45"/>
            </a:xfrm>
            <a:custGeom>
              <a:avLst/>
              <a:pathLst>
                <a:path w="1330" h="45">
                  <a:moveTo>
                    <a:pt x="1330" y="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6"/>
            <p:cNvSpPr/>
            <p:nvPr/>
          </p:nvSpPr>
          <p:spPr>
            <a:xfrm>
              <a:off x="4136845" y="3370449"/>
              <a:ext cx="1330" cy="39"/>
            </a:xfrm>
            <a:custGeom>
              <a:avLst/>
              <a:pathLst>
                <a:path w="1330" h="39">
                  <a:moveTo>
                    <a:pt x="1330" y="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7"/>
            <p:cNvSpPr/>
            <p:nvPr/>
          </p:nvSpPr>
          <p:spPr>
            <a:xfrm>
              <a:off x="4138306" y="3366310"/>
              <a:ext cx="1330" cy="42"/>
            </a:xfrm>
            <a:custGeom>
              <a:avLst/>
              <a:pathLst>
                <a:path w="1330" h="42">
                  <a:moveTo>
                    <a:pt x="1330" y="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l1468"/>
            <p:cNvSpPr/>
            <p:nvPr/>
          </p:nvSpPr>
          <p:spPr>
            <a:xfrm>
              <a:off x="4136613" y="3378811"/>
              <a:ext cx="2662" cy="68"/>
            </a:xfrm>
            <a:custGeom>
              <a:avLst/>
              <a:pathLst>
                <a:path w="2662" h="68">
                  <a:moveTo>
                    <a:pt x="2662" y="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l1469"/>
            <p:cNvSpPr/>
            <p:nvPr/>
          </p:nvSpPr>
          <p:spPr>
            <a:xfrm>
              <a:off x="4139446" y="3372616"/>
              <a:ext cx="3992" cy="115"/>
            </a:xfrm>
            <a:custGeom>
              <a:avLst/>
              <a:pathLst>
                <a:path w="3992" h="115">
                  <a:moveTo>
                    <a:pt x="3992" y="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70"/>
            <p:cNvSpPr/>
            <p:nvPr/>
          </p:nvSpPr>
          <p:spPr>
            <a:xfrm>
              <a:off x="4138884" y="3397672"/>
              <a:ext cx="3993" cy="63"/>
            </a:xfrm>
            <a:custGeom>
              <a:avLst/>
              <a:pathLst>
                <a:path w="3993" h="63">
                  <a:moveTo>
                    <a:pt x="3993" y="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1"/>
            <p:cNvSpPr/>
            <p:nvPr/>
          </p:nvSpPr>
          <p:spPr>
            <a:xfrm>
              <a:off x="4138131" y="3337011"/>
              <a:ext cx="1329" cy="62"/>
            </a:xfrm>
            <a:custGeom>
              <a:avLst/>
              <a:pathLst>
                <a:path w="1329" h="62">
                  <a:moveTo>
                    <a:pt x="1329" y="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l1472"/>
            <p:cNvSpPr/>
            <p:nvPr/>
          </p:nvSpPr>
          <p:spPr>
            <a:xfrm>
              <a:off x="4137756" y="3345368"/>
              <a:ext cx="1330" cy="56"/>
            </a:xfrm>
            <a:custGeom>
              <a:avLst/>
              <a:pathLst>
                <a:path w="1330" h="56">
                  <a:moveTo>
                    <a:pt x="1330" y="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l1473"/>
            <p:cNvSpPr/>
            <p:nvPr/>
          </p:nvSpPr>
          <p:spPr>
            <a:xfrm>
              <a:off x="4139269" y="3341249"/>
              <a:ext cx="1330" cy="59"/>
            </a:xfrm>
            <a:custGeom>
              <a:avLst/>
              <a:pathLst>
                <a:path w="1330" h="59">
                  <a:moveTo>
                    <a:pt x="1330" y="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4"/>
            <p:cNvSpPr/>
            <p:nvPr/>
          </p:nvSpPr>
          <p:spPr>
            <a:xfrm>
              <a:off x="4137417" y="3353727"/>
              <a:ext cx="2660" cy="102"/>
            </a:xfrm>
            <a:custGeom>
              <a:avLst/>
              <a:pathLst>
                <a:path w="2660" h="102">
                  <a:moveTo>
                    <a:pt x="2660" y="1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l1475"/>
            <p:cNvSpPr/>
            <p:nvPr/>
          </p:nvSpPr>
          <p:spPr>
            <a:xfrm>
              <a:off x="4139469" y="3311950"/>
              <a:ext cx="1329" cy="79"/>
            </a:xfrm>
            <a:custGeom>
              <a:avLst/>
              <a:pathLst>
                <a:path w="1329" h="79">
                  <a:moveTo>
                    <a:pt x="1329" y="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l1476"/>
            <p:cNvSpPr/>
            <p:nvPr/>
          </p:nvSpPr>
          <p:spPr>
            <a:xfrm>
              <a:off x="4138987" y="3320302"/>
              <a:ext cx="1329" cy="73"/>
            </a:xfrm>
            <a:custGeom>
              <a:avLst/>
              <a:pathLst>
                <a:path w="1329" h="73">
                  <a:moveTo>
                    <a:pt x="1329" y="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l1477"/>
            <p:cNvSpPr/>
            <p:nvPr/>
          </p:nvSpPr>
          <p:spPr>
            <a:xfrm>
              <a:off x="4141753" y="3278566"/>
              <a:ext cx="1327" cy="102"/>
            </a:xfrm>
            <a:custGeom>
              <a:avLst/>
              <a:pathLst>
                <a:path w="1327" h="102">
                  <a:moveTo>
                    <a:pt x="1327" y="1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l1478"/>
            <p:cNvSpPr/>
            <p:nvPr/>
          </p:nvSpPr>
          <p:spPr>
            <a:xfrm>
              <a:off x="4141128" y="3286908"/>
              <a:ext cx="1327" cy="96"/>
            </a:xfrm>
            <a:custGeom>
              <a:avLst/>
              <a:pathLst>
                <a:path w="1327" h="96">
                  <a:moveTo>
                    <a:pt x="1327" y="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l1479"/>
            <p:cNvSpPr/>
            <p:nvPr/>
          </p:nvSpPr>
          <p:spPr>
            <a:xfrm>
              <a:off x="4143839" y="3253556"/>
              <a:ext cx="1326" cy="119"/>
            </a:xfrm>
            <a:custGeom>
              <a:avLst/>
              <a:pathLst>
                <a:path w="1326" h="119">
                  <a:moveTo>
                    <a:pt x="1326" y="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l1480"/>
            <p:cNvSpPr/>
            <p:nvPr/>
          </p:nvSpPr>
          <p:spPr>
            <a:xfrm>
              <a:off x="4143108" y="3261889"/>
              <a:ext cx="1326" cy="113"/>
            </a:xfrm>
            <a:custGeom>
              <a:avLst/>
              <a:pathLst>
                <a:path w="1326" h="113">
                  <a:moveTo>
                    <a:pt x="1326" y="1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l1481"/>
            <p:cNvSpPr/>
            <p:nvPr/>
          </p:nvSpPr>
          <p:spPr>
            <a:xfrm>
              <a:off x="4144795" y="3257838"/>
              <a:ext cx="1326" cy="116"/>
            </a:xfrm>
            <a:custGeom>
              <a:avLst/>
              <a:pathLst>
                <a:path w="1326" h="116">
                  <a:moveTo>
                    <a:pt x="1326" y="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l1482"/>
            <p:cNvSpPr/>
            <p:nvPr/>
          </p:nvSpPr>
          <p:spPr>
            <a:xfrm>
              <a:off x="4142412" y="3270226"/>
              <a:ext cx="2654" cy="215"/>
            </a:xfrm>
            <a:custGeom>
              <a:avLst/>
              <a:pathLst>
                <a:path w="2654" h="215">
                  <a:moveTo>
                    <a:pt x="2654" y="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l1483"/>
            <p:cNvSpPr/>
            <p:nvPr/>
          </p:nvSpPr>
          <p:spPr>
            <a:xfrm>
              <a:off x="4145584" y="3264197"/>
              <a:ext cx="2653" cy="224"/>
            </a:xfrm>
            <a:custGeom>
              <a:avLst/>
              <a:pathLst>
                <a:path w="2653" h="224">
                  <a:moveTo>
                    <a:pt x="2653" y="2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l1484"/>
            <p:cNvSpPr/>
            <p:nvPr/>
          </p:nvSpPr>
          <p:spPr>
            <a:xfrm>
              <a:off x="4142764" y="3282836"/>
              <a:ext cx="3983" cy="298"/>
            </a:xfrm>
            <a:custGeom>
              <a:avLst/>
              <a:pathLst>
                <a:path w="3983" h="298">
                  <a:moveTo>
                    <a:pt x="3983" y="2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l1485"/>
            <p:cNvSpPr/>
            <p:nvPr/>
          </p:nvSpPr>
          <p:spPr>
            <a:xfrm>
              <a:off x="4147470" y="3273776"/>
              <a:ext cx="1327" cy="105"/>
            </a:xfrm>
            <a:custGeom>
              <a:avLst/>
              <a:pathLst>
                <a:path w="1327" h="105">
                  <a:moveTo>
                    <a:pt x="1327" y="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l1486"/>
            <p:cNvSpPr/>
            <p:nvPr/>
          </p:nvSpPr>
          <p:spPr>
            <a:xfrm>
              <a:off x="4140539" y="3295253"/>
              <a:ext cx="6641" cy="454"/>
            </a:xfrm>
            <a:custGeom>
              <a:avLst/>
              <a:pathLst>
                <a:path w="6641" h="454">
                  <a:moveTo>
                    <a:pt x="6641" y="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l1487"/>
            <p:cNvSpPr/>
            <p:nvPr/>
          </p:nvSpPr>
          <p:spPr>
            <a:xfrm>
              <a:off x="4147958" y="3284792"/>
              <a:ext cx="1327" cy="98"/>
            </a:xfrm>
            <a:custGeom>
              <a:avLst/>
              <a:pathLst>
                <a:path w="1327" h="98">
                  <a:moveTo>
                    <a:pt x="1327" y="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l1488"/>
            <p:cNvSpPr/>
            <p:nvPr/>
          </p:nvSpPr>
          <p:spPr>
            <a:xfrm>
              <a:off x="4139986" y="3303600"/>
              <a:ext cx="7972" cy="511"/>
            </a:xfrm>
            <a:custGeom>
              <a:avLst/>
              <a:pathLst>
                <a:path w="7972" h="511">
                  <a:moveTo>
                    <a:pt x="7972" y="5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l1489"/>
            <p:cNvSpPr/>
            <p:nvPr/>
          </p:nvSpPr>
          <p:spPr>
            <a:xfrm>
              <a:off x="4148599" y="3294499"/>
              <a:ext cx="2656" cy="183"/>
            </a:xfrm>
            <a:custGeom>
              <a:avLst/>
              <a:pathLst>
                <a:path w="2656" h="183">
                  <a:moveTo>
                    <a:pt x="2656" y="1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l1490"/>
            <p:cNvSpPr/>
            <p:nvPr/>
          </p:nvSpPr>
          <p:spPr>
            <a:xfrm>
              <a:off x="4140553" y="3316202"/>
              <a:ext cx="9304" cy="536"/>
            </a:xfrm>
            <a:custGeom>
              <a:avLst/>
              <a:pathLst>
                <a:path w="9304" h="536">
                  <a:moveTo>
                    <a:pt x="9304" y="5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l1491"/>
            <p:cNvSpPr/>
            <p:nvPr/>
          </p:nvSpPr>
          <p:spPr>
            <a:xfrm>
              <a:off x="4150525" y="3305709"/>
              <a:ext cx="1328" cy="84"/>
            </a:xfrm>
            <a:custGeom>
              <a:avLst/>
              <a:pathLst>
                <a:path w="1328" h="84">
                  <a:moveTo>
                    <a:pt x="1328" y="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l1492"/>
            <p:cNvSpPr/>
            <p:nvPr/>
          </p:nvSpPr>
          <p:spPr>
            <a:xfrm>
              <a:off x="4138541" y="3328655"/>
              <a:ext cx="11967" cy="613"/>
            </a:xfrm>
            <a:custGeom>
              <a:avLst/>
              <a:pathLst>
                <a:path w="11967" h="613">
                  <a:moveTo>
                    <a:pt x="11967" y="6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l1493"/>
            <p:cNvSpPr/>
            <p:nvPr/>
          </p:nvSpPr>
          <p:spPr>
            <a:xfrm>
              <a:off x="4151146" y="3317529"/>
              <a:ext cx="3987" cy="228"/>
            </a:xfrm>
            <a:custGeom>
              <a:avLst/>
              <a:pathLst>
                <a:path w="3987" h="228">
                  <a:moveTo>
                    <a:pt x="3987" y="2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l1494"/>
            <p:cNvSpPr/>
            <p:nvPr/>
          </p:nvSpPr>
          <p:spPr>
            <a:xfrm>
              <a:off x="4140328" y="3347569"/>
              <a:ext cx="13302" cy="553"/>
            </a:xfrm>
            <a:custGeom>
              <a:avLst/>
              <a:pathLst>
                <a:path w="13302" h="553">
                  <a:moveTo>
                    <a:pt x="13302" y="5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l1495"/>
            <p:cNvSpPr/>
            <p:nvPr/>
          </p:nvSpPr>
          <p:spPr>
            <a:xfrm>
              <a:off x="4154323" y="3332937"/>
              <a:ext cx="7978" cy="394"/>
            </a:xfrm>
            <a:custGeom>
              <a:avLst/>
              <a:pathLst>
                <a:path w="7978" h="394">
                  <a:moveTo>
                    <a:pt x="7978" y="3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l1496"/>
            <p:cNvSpPr/>
            <p:nvPr/>
          </p:nvSpPr>
          <p:spPr>
            <a:xfrm>
              <a:off x="4143118" y="3385233"/>
              <a:ext cx="17304" cy="387"/>
            </a:xfrm>
            <a:custGeom>
              <a:avLst/>
              <a:pathLst>
                <a:path w="17304" h="387">
                  <a:moveTo>
                    <a:pt x="17304" y="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l1497"/>
            <p:cNvSpPr/>
            <p:nvPr/>
          </p:nvSpPr>
          <p:spPr>
            <a:xfrm>
              <a:off x="4146246" y="3228574"/>
              <a:ext cx="1324" cy="136"/>
            </a:xfrm>
            <a:custGeom>
              <a:avLst/>
              <a:pathLst>
                <a:path w="1324" h="136">
                  <a:moveTo>
                    <a:pt x="1324" y="1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8"/>
            <p:cNvSpPr/>
            <p:nvPr/>
          </p:nvSpPr>
          <p:spPr>
            <a:xfrm>
              <a:off x="4145408" y="3236898"/>
              <a:ext cx="1325" cy="130"/>
            </a:xfrm>
            <a:custGeom>
              <a:avLst/>
              <a:pathLst>
                <a:path w="1325" h="130">
                  <a:moveTo>
                    <a:pt x="1325" y="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9"/>
            <p:cNvSpPr/>
            <p:nvPr/>
          </p:nvSpPr>
          <p:spPr>
            <a:xfrm>
              <a:off x="4147147" y="3232869"/>
              <a:ext cx="1324" cy="133"/>
            </a:xfrm>
            <a:custGeom>
              <a:avLst/>
              <a:pathLst>
                <a:path w="1324" h="133">
                  <a:moveTo>
                    <a:pt x="1324" y="1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500"/>
            <p:cNvSpPr/>
            <p:nvPr/>
          </p:nvSpPr>
          <p:spPr>
            <a:xfrm>
              <a:off x="4144606" y="3245225"/>
              <a:ext cx="2651" cy="249"/>
            </a:xfrm>
            <a:custGeom>
              <a:avLst/>
              <a:pathLst>
                <a:path w="2651" h="249">
                  <a:moveTo>
                    <a:pt x="2651" y="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1"/>
            <p:cNvSpPr/>
            <p:nvPr/>
          </p:nvSpPr>
          <p:spPr>
            <a:xfrm>
              <a:off x="4149952" y="3195318"/>
              <a:ext cx="1321" cy="158"/>
            </a:xfrm>
            <a:custGeom>
              <a:avLst/>
              <a:pathLst>
                <a:path w="1321" h="158">
                  <a:moveTo>
                    <a:pt x="1321" y="1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2"/>
            <p:cNvSpPr/>
            <p:nvPr/>
          </p:nvSpPr>
          <p:spPr>
            <a:xfrm>
              <a:off x="4148972" y="3203626"/>
              <a:ext cx="1322" cy="153"/>
            </a:xfrm>
            <a:custGeom>
              <a:avLst/>
              <a:pathLst>
                <a:path w="1322" h="153">
                  <a:moveTo>
                    <a:pt x="1322" y="1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l1503"/>
            <p:cNvSpPr/>
            <p:nvPr/>
          </p:nvSpPr>
          <p:spPr>
            <a:xfrm>
              <a:off x="4153104" y="3170420"/>
              <a:ext cx="1319" cy="175"/>
            </a:xfrm>
            <a:custGeom>
              <a:avLst/>
              <a:pathLst>
                <a:path w="1319" h="175">
                  <a:moveTo>
                    <a:pt x="1319" y="1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l1504"/>
            <p:cNvSpPr/>
            <p:nvPr/>
          </p:nvSpPr>
          <p:spPr>
            <a:xfrm>
              <a:off x="4152017" y="3178715"/>
              <a:ext cx="1320" cy="170"/>
            </a:xfrm>
            <a:custGeom>
              <a:avLst/>
              <a:pathLst>
                <a:path w="1320" h="170">
                  <a:moveTo>
                    <a:pt x="1320" y="1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l1505"/>
            <p:cNvSpPr/>
            <p:nvPr/>
          </p:nvSpPr>
          <p:spPr>
            <a:xfrm>
              <a:off x="4153876" y="3174740"/>
              <a:ext cx="1320" cy="172"/>
            </a:xfrm>
            <a:custGeom>
              <a:avLst/>
              <a:pathLst>
                <a:path w="1320" h="172">
                  <a:moveTo>
                    <a:pt x="1320" y="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l1506"/>
            <p:cNvSpPr/>
            <p:nvPr/>
          </p:nvSpPr>
          <p:spPr>
            <a:xfrm>
              <a:off x="4150967" y="3187014"/>
              <a:ext cx="2642" cy="328"/>
            </a:xfrm>
            <a:custGeom>
              <a:avLst/>
              <a:pathLst>
                <a:path w="2642" h="328">
                  <a:moveTo>
                    <a:pt x="2642" y="3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l1507"/>
            <p:cNvSpPr/>
            <p:nvPr/>
          </p:nvSpPr>
          <p:spPr>
            <a:xfrm>
              <a:off x="4157801" y="3137289"/>
              <a:ext cx="1316" cy="198"/>
            </a:xfrm>
            <a:custGeom>
              <a:avLst/>
              <a:pathLst>
                <a:path w="1316" h="198">
                  <a:moveTo>
                    <a:pt x="1316" y="1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l1508"/>
            <p:cNvSpPr/>
            <p:nvPr/>
          </p:nvSpPr>
          <p:spPr>
            <a:xfrm>
              <a:off x="4156574" y="3145564"/>
              <a:ext cx="1317" cy="192"/>
            </a:xfrm>
            <a:custGeom>
              <a:avLst/>
              <a:pathLst>
                <a:path w="1317" h="192">
                  <a:moveTo>
                    <a:pt x="1317" y="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l1509"/>
            <p:cNvSpPr/>
            <p:nvPr/>
          </p:nvSpPr>
          <p:spPr>
            <a:xfrm>
              <a:off x="4158500" y="3141621"/>
              <a:ext cx="1317" cy="195"/>
            </a:xfrm>
            <a:custGeom>
              <a:avLst/>
              <a:pathLst>
                <a:path w="1317" h="195">
                  <a:moveTo>
                    <a:pt x="1317" y="1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l1510"/>
            <p:cNvSpPr/>
            <p:nvPr/>
          </p:nvSpPr>
          <p:spPr>
            <a:xfrm>
              <a:off x="4155382" y="3153844"/>
              <a:ext cx="2636" cy="373"/>
            </a:xfrm>
            <a:custGeom>
              <a:avLst/>
              <a:pathLst>
                <a:path w="2636" h="373">
                  <a:moveTo>
                    <a:pt x="2636" y="3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l1511"/>
            <p:cNvSpPr/>
            <p:nvPr/>
          </p:nvSpPr>
          <p:spPr>
            <a:xfrm>
              <a:off x="4158908" y="3148016"/>
              <a:ext cx="1317" cy="191"/>
            </a:xfrm>
            <a:custGeom>
              <a:avLst/>
              <a:pathLst>
                <a:path w="1317" h="191">
                  <a:moveTo>
                    <a:pt x="1317" y="1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l1512"/>
            <p:cNvSpPr/>
            <p:nvPr/>
          </p:nvSpPr>
          <p:spPr>
            <a:xfrm>
              <a:off x="4154225" y="3162130"/>
              <a:ext cx="3957" cy="543"/>
            </a:xfrm>
            <a:custGeom>
              <a:avLst/>
              <a:pathLst>
                <a:path w="3957" h="543">
                  <a:moveTo>
                    <a:pt x="3957" y="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l1513"/>
            <p:cNvSpPr/>
            <p:nvPr/>
          </p:nvSpPr>
          <p:spPr>
            <a:xfrm>
              <a:off x="4159190" y="3155438"/>
              <a:ext cx="3955" cy="558"/>
            </a:xfrm>
            <a:custGeom>
              <a:avLst/>
              <a:pathLst>
                <a:path w="3955" h="558">
                  <a:moveTo>
                    <a:pt x="3955" y="5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l1514"/>
            <p:cNvSpPr/>
            <p:nvPr/>
          </p:nvSpPr>
          <p:spPr>
            <a:xfrm>
              <a:off x="4154393" y="3181126"/>
              <a:ext cx="5282" cy="674"/>
            </a:xfrm>
            <a:custGeom>
              <a:avLst/>
              <a:pathLst>
                <a:path w="5282" h="674">
                  <a:moveTo>
                    <a:pt x="5282" y="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l1515"/>
            <p:cNvSpPr/>
            <p:nvPr/>
          </p:nvSpPr>
          <p:spPr>
            <a:xfrm>
              <a:off x="4161368" y="3168893"/>
              <a:ext cx="2639" cy="354"/>
            </a:xfrm>
            <a:custGeom>
              <a:avLst/>
              <a:pathLst>
                <a:path w="2639" h="354">
                  <a:moveTo>
                    <a:pt x="2639" y="3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l1516"/>
            <p:cNvSpPr/>
            <p:nvPr/>
          </p:nvSpPr>
          <p:spPr>
            <a:xfrm>
              <a:off x="4150780" y="3199627"/>
              <a:ext cx="9255" cy="1091"/>
            </a:xfrm>
            <a:custGeom>
              <a:avLst/>
              <a:pathLst>
                <a:path w="9255" h="1091">
                  <a:moveTo>
                    <a:pt x="9255" y="10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l1517"/>
            <p:cNvSpPr/>
            <p:nvPr/>
          </p:nvSpPr>
          <p:spPr>
            <a:xfrm>
              <a:off x="4161957" y="3184975"/>
              <a:ext cx="1320" cy="166"/>
            </a:xfrm>
            <a:custGeom>
              <a:avLst/>
              <a:pathLst>
                <a:path w="1320" h="166">
                  <a:moveTo>
                    <a:pt x="1320" y="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l1518"/>
            <p:cNvSpPr/>
            <p:nvPr/>
          </p:nvSpPr>
          <p:spPr>
            <a:xfrm>
              <a:off x="4148028" y="3211938"/>
              <a:ext cx="11909" cy="1327"/>
            </a:xfrm>
            <a:custGeom>
              <a:avLst/>
              <a:pathLst>
                <a:path w="11909" h="1327">
                  <a:moveTo>
                    <a:pt x="11909" y="1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l1519"/>
            <p:cNvSpPr/>
            <p:nvPr/>
          </p:nvSpPr>
          <p:spPr>
            <a:xfrm>
              <a:off x="4160362" y="3120755"/>
              <a:ext cx="1314" cy="209"/>
            </a:xfrm>
            <a:custGeom>
              <a:avLst/>
              <a:pathLst>
                <a:path w="1314" h="209">
                  <a:moveTo>
                    <a:pt x="1314" y="2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l1520"/>
            <p:cNvSpPr/>
            <p:nvPr/>
          </p:nvSpPr>
          <p:spPr>
            <a:xfrm>
              <a:off x="4159064" y="3129019"/>
              <a:ext cx="1315" cy="203"/>
            </a:xfrm>
            <a:custGeom>
              <a:avLst/>
              <a:pathLst>
                <a:path w="1315" h="203">
                  <a:moveTo>
                    <a:pt x="1315" y="2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l1521"/>
            <p:cNvSpPr/>
            <p:nvPr/>
          </p:nvSpPr>
          <p:spPr>
            <a:xfrm>
              <a:off x="4165907" y="3087755"/>
              <a:ext cx="1311" cy="231"/>
            </a:xfrm>
            <a:custGeom>
              <a:avLst/>
              <a:pathLst>
                <a:path w="1311" h="231">
                  <a:moveTo>
                    <a:pt x="1311" y="2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l1522"/>
            <p:cNvSpPr/>
            <p:nvPr/>
          </p:nvSpPr>
          <p:spPr>
            <a:xfrm>
              <a:off x="4164468" y="3095996"/>
              <a:ext cx="1312" cy="226"/>
            </a:xfrm>
            <a:custGeom>
              <a:avLst/>
              <a:pathLst>
                <a:path w="1312" h="226">
                  <a:moveTo>
                    <a:pt x="1312" y="2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l1523"/>
            <p:cNvSpPr/>
            <p:nvPr/>
          </p:nvSpPr>
          <p:spPr>
            <a:xfrm>
              <a:off x="4170435" y="3063070"/>
              <a:ext cx="1308" cy="248"/>
            </a:xfrm>
            <a:custGeom>
              <a:avLst/>
              <a:pathLst>
                <a:path w="1308" h="248">
                  <a:moveTo>
                    <a:pt x="1308" y="2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l1524"/>
            <p:cNvSpPr/>
            <p:nvPr/>
          </p:nvSpPr>
          <p:spPr>
            <a:xfrm>
              <a:off x="4168891" y="3071292"/>
              <a:ext cx="1309" cy="243"/>
            </a:xfrm>
            <a:custGeom>
              <a:avLst/>
              <a:pathLst>
                <a:path w="1309" h="243">
                  <a:moveTo>
                    <a:pt x="1309" y="2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l1525"/>
            <p:cNvSpPr/>
            <p:nvPr/>
          </p:nvSpPr>
          <p:spPr>
            <a:xfrm>
              <a:off x="4170967" y="3067426"/>
              <a:ext cx="1308" cy="245"/>
            </a:xfrm>
            <a:custGeom>
              <a:avLst/>
              <a:pathLst>
                <a:path w="1308" h="245">
                  <a:moveTo>
                    <a:pt x="1308" y="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l1526"/>
            <p:cNvSpPr/>
            <p:nvPr/>
          </p:nvSpPr>
          <p:spPr>
            <a:xfrm>
              <a:off x="4167381" y="3079520"/>
              <a:ext cx="2620" cy="474"/>
            </a:xfrm>
            <a:custGeom>
              <a:avLst/>
              <a:pathLst>
                <a:path w="2620" h="474">
                  <a:moveTo>
                    <a:pt x="2620" y="4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l1527"/>
            <p:cNvSpPr/>
            <p:nvPr/>
          </p:nvSpPr>
          <p:spPr>
            <a:xfrm>
              <a:off x="4171129" y="3073832"/>
              <a:ext cx="2618" cy="483"/>
            </a:xfrm>
            <a:custGeom>
              <a:avLst/>
              <a:pathLst>
                <a:path w="2618" h="483">
                  <a:moveTo>
                    <a:pt x="2618" y="4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l1528"/>
            <p:cNvSpPr/>
            <p:nvPr/>
          </p:nvSpPr>
          <p:spPr>
            <a:xfrm>
              <a:off x="4166495" y="3092104"/>
              <a:ext cx="3934" cy="687"/>
            </a:xfrm>
            <a:custGeom>
              <a:avLst/>
              <a:pathLst>
                <a:path w="3934" h="687">
                  <a:moveTo>
                    <a:pt x="3934" y="6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l1529"/>
            <p:cNvSpPr/>
            <p:nvPr/>
          </p:nvSpPr>
          <p:spPr>
            <a:xfrm>
              <a:off x="4172066" y="3083549"/>
              <a:ext cx="1310" cy="235"/>
            </a:xfrm>
            <a:custGeom>
              <a:avLst/>
              <a:pathLst>
                <a:path w="1310" h="235">
                  <a:moveTo>
                    <a:pt x="1310" y="2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l1530"/>
            <p:cNvSpPr/>
            <p:nvPr/>
          </p:nvSpPr>
          <p:spPr>
            <a:xfrm>
              <a:off x="4163064" y="3104243"/>
              <a:ext cx="6565" cy="1103"/>
            </a:xfrm>
            <a:custGeom>
              <a:avLst/>
              <a:pathLst>
                <a:path w="6565" h="1103">
                  <a:moveTo>
                    <a:pt x="6565" y="11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l1531"/>
            <p:cNvSpPr/>
            <p:nvPr/>
          </p:nvSpPr>
          <p:spPr>
            <a:xfrm>
              <a:off x="4171473" y="3094560"/>
              <a:ext cx="1311" cy="227"/>
            </a:xfrm>
            <a:custGeom>
              <a:avLst/>
              <a:pathLst>
                <a:path w="1311" h="227">
                  <a:moveTo>
                    <a:pt x="1311" y="2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l1532"/>
            <p:cNvSpPr/>
            <p:nvPr/>
          </p:nvSpPr>
          <p:spPr>
            <a:xfrm>
              <a:off x="4161696" y="3112496"/>
              <a:ext cx="7883" cy="1290"/>
            </a:xfrm>
            <a:custGeom>
              <a:avLst/>
              <a:pathLst>
                <a:path w="7883" h="1290">
                  <a:moveTo>
                    <a:pt x="7883" y="12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l1533"/>
            <p:cNvSpPr/>
            <p:nvPr/>
          </p:nvSpPr>
          <p:spPr>
            <a:xfrm>
              <a:off x="4171159" y="3104283"/>
              <a:ext cx="2625" cy="442"/>
            </a:xfrm>
            <a:custGeom>
              <a:avLst/>
              <a:pathLst>
                <a:path w="2625" h="442">
                  <a:moveTo>
                    <a:pt x="2625" y="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l1534"/>
            <p:cNvSpPr/>
            <p:nvPr/>
          </p:nvSpPr>
          <p:spPr>
            <a:xfrm>
              <a:off x="4161024" y="3125093"/>
              <a:ext cx="9207" cy="1446"/>
            </a:xfrm>
            <a:custGeom>
              <a:avLst/>
              <a:pathLst>
                <a:path w="9207" h="1446">
                  <a:moveTo>
                    <a:pt x="9207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l1535"/>
            <p:cNvSpPr/>
            <p:nvPr/>
          </p:nvSpPr>
          <p:spPr>
            <a:xfrm>
              <a:off x="4178683" y="3022064"/>
              <a:ext cx="1302" cy="276"/>
            </a:xfrm>
            <a:custGeom>
              <a:avLst/>
              <a:pathLst>
                <a:path w="1302" h="276">
                  <a:moveTo>
                    <a:pt x="1302" y="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l1536"/>
            <p:cNvSpPr/>
            <p:nvPr/>
          </p:nvSpPr>
          <p:spPr>
            <a:xfrm>
              <a:off x="4176963" y="3030251"/>
              <a:ext cx="1303" cy="270"/>
            </a:xfrm>
            <a:custGeom>
              <a:avLst/>
              <a:pathLst>
                <a:path w="1303" h="270">
                  <a:moveTo>
                    <a:pt x="1303" y="2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l1537"/>
            <p:cNvSpPr/>
            <p:nvPr/>
          </p:nvSpPr>
          <p:spPr>
            <a:xfrm>
              <a:off x="4179122" y="3026430"/>
              <a:ext cx="1303" cy="273"/>
            </a:xfrm>
            <a:custGeom>
              <a:avLst/>
              <a:pathLst>
                <a:path w="1303" h="273">
                  <a:moveTo>
                    <a:pt x="1303" y="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l1538"/>
            <p:cNvSpPr/>
            <p:nvPr/>
          </p:nvSpPr>
          <p:spPr>
            <a:xfrm>
              <a:off x="4175279" y="3038445"/>
              <a:ext cx="2609" cy="530"/>
            </a:xfrm>
            <a:custGeom>
              <a:avLst/>
              <a:pathLst>
                <a:path w="2609" h="530">
                  <a:moveTo>
                    <a:pt x="2609" y="5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l1539"/>
            <p:cNvSpPr/>
            <p:nvPr/>
          </p:nvSpPr>
          <p:spPr>
            <a:xfrm>
              <a:off x="4179146" y="3032838"/>
              <a:ext cx="1303" cy="269"/>
            </a:xfrm>
            <a:custGeom>
              <a:avLst/>
              <a:pathLst>
                <a:path w="1303" h="269">
                  <a:moveTo>
                    <a:pt x="1303" y="2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l1540"/>
            <p:cNvSpPr/>
            <p:nvPr/>
          </p:nvSpPr>
          <p:spPr>
            <a:xfrm>
              <a:off x="4173629" y="3046647"/>
              <a:ext cx="3917" cy="779"/>
            </a:xfrm>
            <a:custGeom>
              <a:avLst/>
              <a:pathLst>
                <a:path w="3917" h="779">
                  <a:moveTo>
                    <a:pt x="3917" y="7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l1541"/>
            <p:cNvSpPr/>
            <p:nvPr/>
          </p:nvSpPr>
          <p:spPr>
            <a:xfrm>
              <a:off x="4178985" y="3040264"/>
              <a:ext cx="1304" cy="264"/>
            </a:xfrm>
            <a:custGeom>
              <a:avLst/>
              <a:pathLst>
                <a:path w="1304" h="264">
                  <a:moveTo>
                    <a:pt x="1304" y="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l1542"/>
            <p:cNvSpPr/>
            <p:nvPr/>
          </p:nvSpPr>
          <p:spPr>
            <a:xfrm>
              <a:off x="4172014" y="3054855"/>
              <a:ext cx="5227" cy="1016"/>
            </a:xfrm>
            <a:custGeom>
              <a:avLst/>
              <a:pathLst>
                <a:path w="5227" h="1016">
                  <a:moveTo>
                    <a:pt x="5227" y="10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l1543"/>
            <p:cNvSpPr/>
            <p:nvPr/>
          </p:nvSpPr>
          <p:spPr>
            <a:xfrm>
              <a:off x="4187804" y="2981243"/>
              <a:ext cx="1296" cy="304"/>
            </a:xfrm>
            <a:custGeom>
              <a:avLst/>
              <a:pathLst>
                <a:path w="1296" h="304">
                  <a:moveTo>
                    <a:pt x="1296" y="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l1544"/>
            <p:cNvSpPr/>
            <p:nvPr/>
          </p:nvSpPr>
          <p:spPr>
            <a:xfrm>
              <a:off x="4185910" y="2989391"/>
              <a:ext cx="1297" cy="298"/>
            </a:xfrm>
            <a:custGeom>
              <a:avLst/>
              <a:pathLst>
                <a:path w="1297" h="298">
                  <a:moveTo>
                    <a:pt x="1297" y="2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l1545"/>
            <p:cNvSpPr/>
            <p:nvPr/>
          </p:nvSpPr>
          <p:spPr>
            <a:xfrm>
              <a:off x="4188149" y="2985617"/>
              <a:ext cx="1296" cy="301"/>
            </a:xfrm>
            <a:custGeom>
              <a:avLst/>
              <a:pathLst>
                <a:path w="1296" h="301">
                  <a:moveTo>
                    <a:pt x="1296" y="3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l1546"/>
            <p:cNvSpPr/>
            <p:nvPr/>
          </p:nvSpPr>
          <p:spPr>
            <a:xfrm>
              <a:off x="4184051" y="2997548"/>
              <a:ext cx="2597" cy="586"/>
            </a:xfrm>
            <a:custGeom>
              <a:avLst/>
              <a:pathLst>
                <a:path w="2597" h="586">
                  <a:moveTo>
                    <a:pt x="2597" y="5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l1547"/>
            <p:cNvSpPr/>
            <p:nvPr/>
          </p:nvSpPr>
          <p:spPr>
            <a:xfrm>
              <a:off x="4193694" y="2956847"/>
              <a:ext cx="1292" cy="320"/>
            </a:xfrm>
            <a:custGeom>
              <a:avLst/>
              <a:pathLst>
                <a:path w="1292" h="320">
                  <a:moveTo>
                    <a:pt x="1292" y="3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l1548"/>
            <p:cNvSpPr/>
            <p:nvPr/>
          </p:nvSpPr>
          <p:spPr>
            <a:xfrm>
              <a:off x="4191696" y="2964970"/>
              <a:ext cx="1293" cy="315"/>
            </a:xfrm>
            <a:custGeom>
              <a:avLst/>
              <a:pathLst>
                <a:path w="1293" h="315">
                  <a:moveTo>
                    <a:pt x="1293" y="3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l1549"/>
            <p:cNvSpPr/>
            <p:nvPr/>
          </p:nvSpPr>
          <p:spPr>
            <a:xfrm>
              <a:off x="4193983" y="2961226"/>
              <a:ext cx="1292" cy="317"/>
            </a:xfrm>
            <a:custGeom>
              <a:avLst/>
              <a:pathLst>
                <a:path w="1292" h="317">
                  <a:moveTo>
                    <a:pt x="1292" y="3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l1550"/>
            <p:cNvSpPr/>
            <p:nvPr/>
          </p:nvSpPr>
          <p:spPr>
            <a:xfrm>
              <a:off x="4189732" y="2973102"/>
              <a:ext cx="2589" cy="619"/>
            </a:xfrm>
            <a:custGeom>
              <a:avLst/>
              <a:pathLst>
                <a:path w="2589" h="619">
                  <a:moveTo>
                    <a:pt x="2589" y="6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l1551"/>
            <p:cNvSpPr/>
            <p:nvPr/>
          </p:nvSpPr>
          <p:spPr>
            <a:xfrm>
              <a:off x="4193789" y="2967630"/>
              <a:ext cx="3881" cy="941"/>
            </a:xfrm>
            <a:custGeom>
              <a:avLst/>
              <a:pathLst>
                <a:path w="3881" h="941">
                  <a:moveTo>
                    <a:pt x="3881" y="9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l1552"/>
            <p:cNvSpPr/>
            <p:nvPr/>
          </p:nvSpPr>
          <p:spPr>
            <a:xfrm>
              <a:off x="4188037" y="2992024"/>
              <a:ext cx="3893" cy="891"/>
            </a:xfrm>
            <a:custGeom>
              <a:avLst/>
              <a:pathLst>
                <a:path w="3893" h="891">
                  <a:moveTo>
                    <a:pt x="3893" y="8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l1553"/>
            <p:cNvSpPr/>
            <p:nvPr/>
          </p:nvSpPr>
          <p:spPr>
            <a:xfrm>
              <a:off x="4194762" y="2980735"/>
              <a:ext cx="1295" cy="305"/>
            </a:xfrm>
            <a:custGeom>
              <a:avLst/>
              <a:pathLst>
                <a:path w="1295" h="305">
                  <a:moveTo>
                    <a:pt x="1295" y="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l1554"/>
            <p:cNvSpPr/>
            <p:nvPr/>
          </p:nvSpPr>
          <p:spPr>
            <a:xfrm>
              <a:off x="4182226" y="3005712"/>
              <a:ext cx="7800" cy="1725"/>
            </a:xfrm>
            <a:custGeom>
              <a:avLst/>
              <a:pathLst>
                <a:path w="7800" h="1725">
                  <a:moveTo>
                    <a:pt x="7800" y="17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l1555"/>
            <p:cNvSpPr/>
            <p:nvPr/>
          </p:nvSpPr>
          <p:spPr>
            <a:xfrm>
              <a:off x="4192996" y="2994228"/>
              <a:ext cx="1297" cy="296"/>
            </a:xfrm>
            <a:custGeom>
              <a:avLst/>
              <a:pathLst>
                <a:path w="1297" h="296">
                  <a:moveTo>
                    <a:pt x="1297" y="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l1556"/>
            <p:cNvSpPr/>
            <p:nvPr/>
          </p:nvSpPr>
          <p:spPr>
            <a:xfrm>
              <a:off x="4180437" y="3013884"/>
              <a:ext cx="9108" cy="1974"/>
            </a:xfrm>
            <a:custGeom>
              <a:avLst/>
              <a:pathLst>
                <a:path w="9108" h="1974">
                  <a:moveTo>
                    <a:pt x="9108" y="1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l1557"/>
            <p:cNvSpPr/>
            <p:nvPr/>
          </p:nvSpPr>
          <p:spPr>
            <a:xfrm>
              <a:off x="4191890" y="3005185"/>
              <a:ext cx="6498" cy="1446"/>
            </a:xfrm>
            <a:custGeom>
              <a:avLst/>
              <a:pathLst>
                <a:path w="6498" h="1446">
                  <a:moveTo>
                    <a:pt x="6498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l1558"/>
            <p:cNvSpPr/>
            <p:nvPr/>
          </p:nvSpPr>
          <p:spPr>
            <a:xfrm>
              <a:off x="4178751" y="3048197"/>
              <a:ext cx="10447" cy="2075"/>
            </a:xfrm>
            <a:custGeom>
              <a:avLst/>
              <a:pathLst>
                <a:path w="10447" h="2075">
                  <a:moveTo>
                    <a:pt x="10447" y="2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l1559"/>
            <p:cNvSpPr/>
            <p:nvPr/>
          </p:nvSpPr>
          <p:spPr>
            <a:xfrm>
              <a:off x="4199895" y="2932528"/>
              <a:ext cx="1288" cy="337"/>
            </a:xfrm>
            <a:custGeom>
              <a:avLst/>
              <a:pathLst>
                <a:path w="1288" h="337">
                  <a:moveTo>
                    <a:pt x="1288" y="3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l1560"/>
            <p:cNvSpPr/>
            <p:nvPr/>
          </p:nvSpPr>
          <p:spPr>
            <a:xfrm>
              <a:off x="4197794" y="2940626"/>
              <a:ext cx="1289" cy="331"/>
            </a:xfrm>
            <a:custGeom>
              <a:avLst/>
              <a:pathLst>
                <a:path w="1289" h="331">
                  <a:moveTo>
                    <a:pt x="1289" y="3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l1561"/>
            <p:cNvSpPr/>
            <p:nvPr/>
          </p:nvSpPr>
          <p:spPr>
            <a:xfrm>
              <a:off x="4208648" y="2900231"/>
              <a:ext cx="1282" cy="359"/>
            </a:xfrm>
            <a:custGeom>
              <a:avLst/>
              <a:pathLst>
                <a:path w="1282" h="359">
                  <a:moveTo>
                    <a:pt x="1282" y="3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l1562"/>
            <p:cNvSpPr/>
            <p:nvPr/>
          </p:nvSpPr>
          <p:spPr>
            <a:xfrm>
              <a:off x="4206408" y="2908291"/>
              <a:ext cx="1283" cy="353"/>
            </a:xfrm>
            <a:custGeom>
              <a:avLst/>
              <a:pathLst>
                <a:path w="1283" h="353">
                  <a:moveTo>
                    <a:pt x="1283" y="3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l1563"/>
            <p:cNvSpPr/>
            <p:nvPr/>
          </p:nvSpPr>
          <p:spPr>
            <a:xfrm>
              <a:off x="4208807" y="2904617"/>
              <a:ext cx="1282" cy="356"/>
            </a:xfrm>
            <a:custGeom>
              <a:avLst/>
              <a:pathLst>
                <a:path w="1282" h="356">
                  <a:moveTo>
                    <a:pt x="1282" y="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l1564"/>
            <p:cNvSpPr/>
            <p:nvPr/>
          </p:nvSpPr>
          <p:spPr>
            <a:xfrm>
              <a:off x="4204203" y="2916361"/>
              <a:ext cx="2570" cy="696"/>
            </a:xfrm>
            <a:custGeom>
              <a:avLst/>
              <a:pathLst>
                <a:path w="2570" h="696">
                  <a:moveTo>
                    <a:pt x="2570" y="6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l1565"/>
            <p:cNvSpPr/>
            <p:nvPr/>
          </p:nvSpPr>
          <p:spPr>
            <a:xfrm>
              <a:off x="4208422" y="2911013"/>
              <a:ext cx="1283" cy="352"/>
            </a:xfrm>
            <a:custGeom>
              <a:avLst/>
              <a:pathLst>
                <a:path w="1283" h="352">
                  <a:moveTo>
                    <a:pt x="1283" y="3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l1566"/>
            <p:cNvSpPr/>
            <p:nvPr/>
          </p:nvSpPr>
          <p:spPr>
            <a:xfrm>
              <a:off x="4202032" y="2924440"/>
              <a:ext cx="3859" cy="1028"/>
            </a:xfrm>
            <a:custGeom>
              <a:avLst/>
              <a:pathLst>
                <a:path w="3859" h="1028">
                  <a:moveTo>
                    <a:pt x="3859" y="10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l1567"/>
            <p:cNvSpPr/>
            <p:nvPr/>
          </p:nvSpPr>
          <p:spPr>
            <a:xfrm>
              <a:off x="4207785" y="2918413"/>
              <a:ext cx="2570" cy="695"/>
            </a:xfrm>
            <a:custGeom>
              <a:avLst/>
              <a:pathLst>
                <a:path w="2570" h="695">
                  <a:moveTo>
                    <a:pt x="2570" y="6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l1568"/>
            <p:cNvSpPr/>
            <p:nvPr/>
          </p:nvSpPr>
          <p:spPr>
            <a:xfrm>
              <a:off x="4200129" y="2936910"/>
              <a:ext cx="5154" cy="1338"/>
            </a:xfrm>
            <a:custGeom>
              <a:avLst/>
              <a:pathLst>
                <a:path w="5154" h="1338">
                  <a:moveTo>
                    <a:pt x="5154" y="13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l1569"/>
            <p:cNvSpPr/>
            <p:nvPr/>
          </p:nvSpPr>
          <p:spPr>
            <a:xfrm>
              <a:off x="4207796" y="2928672"/>
              <a:ext cx="1287" cy="341"/>
            </a:xfrm>
            <a:custGeom>
              <a:avLst/>
              <a:pathLst>
                <a:path w="1287" h="341">
                  <a:moveTo>
                    <a:pt x="1287" y="3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l1570"/>
            <p:cNvSpPr/>
            <p:nvPr/>
          </p:nvSpPr>
          <p:spPr>
            <a:xfrm>
              <a:off x="4195726" y="2948732"/>
              <a:ext cx="7745" cy="1957"/>
            </a:xfrm>
            <a:custGeom>
              <a:avLst/>
              <a:pathLst>
                <a:path w="7745" h="1957">
                  <a:moveTo>
                    <a:pt x="7745" y="1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l1571"/>
            <p:cNvSpPr/>
            <p:nvPr/>
          </p:nvSpPr>
          <p:spPr>
            <a:xfrm>
              <a:off x="4220362" y="2860077"/>
              <a:ext cx="1274" cy="386"/>
            </a:xfrm>
            <a:custGeom>
              <a:avLst/>
              <a:pathLst>
                <a:path w="1274" h="386">
                  <a:moveTo>
                    <a:pt x="1274" y="3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l1572"/>
            <p:cNvSpPr/>
            <p:nvPr/>
          </p:nvSpPr>
          <p:spPr>
            <a:xfrm>
              <a:off x="4217951" y="2868088"/>
              <a:ext cx="1275" cy="381"/>
            </a:xfrm>
            <a:custGeom>
              <a:avLst/>
              <a:pathLst>
                <a:path w="1275" h="381">
                  <a:moveTo>
                    <a:pt x="1275" y="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l1573"/>
            <p:cNvSpPr/>
            <p:nvPr/>
          </p:nvSpPr>
          <p:spPr>
            <a:xfrm>
              <a:off x="4220427" y="2864465"/>
              <a:ext cx="1274" cy="383"/>
            </a:xfrm>
            <a:custGeom>
              <a:avLst/>
              <a:pathLst>
                <a:path w="1274" h="383">
                  <a:moveTo>
                    <a:pt x="1274" y="3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l1574"/>
            <p:cNvSpPr/>
            <p:nvPr/>
          </p:nvSpPr>
          <p:spPr>
            <a:xfrm>
              <a:off x="4215574" y="2876109"/>
              <a:ext cx="2554" cy="751"/>
            </a:xfrm>
            <a:custGeom>
              <a:avLst/>
              <a:pathLst>
                <a:path w="2554" h="751">
                  <a:moveTo>
                    <a:pt x="2554" y="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l1575"/>
            <p:cNvSpPr/>
            <p:nvPr/>
          </p:nvSpPr>
          <p:spPr>
            <a:xfrm>
              <a:off x="4219906" y="2870852"/>
              <a:ext cx="1276" cy="379"/>
            </a:xfrm>
            <a:custGeom>
              <a:avLst/>
              <a:pathLst>
                <a:path w="1276" h="379">
                  <a:moveTo>
                    <a:pt x="1276" y="3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l1576"/>
            <p:cNvSpPr/>
            <p:nvPr/>
          </p:nvSpPr>
          <p:spPr>
            <a:xfrm>
              <a:off x="4213231" y="2884140"/>
              <a:ext cx="3836" cy="1110"/>
            </a:xfrm>
            <a:custGeom>
              <a:avLst/>
              <a:pathLst>
                <a:path w="3836" h="1110">
                  <a:moveTo>
                    <a:pt x="3836" y="11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l1577"/>
            <p:cNvSpPr/>
            <p:nvPr/>
          </p:nvSpPr>
          <p:spPr>
            <a:xfrm>
              <a:off x="4219112" y="2878237"/>
              <a:ext cx="1277" cy="374"/>
            </a:xfrm>
            <a:custGeom>
              <a:avLst/>
              <a:pathLst>
                <a:path w="1277" h="374">
                  <a:moveTo>
                    <a:pt x="1277" y="3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l1578"/>
            <p:cNvSpPr/>
            <p:nvPr/>
          </p:nvSpPr>
          <p:spPr>
            <a:xfrm>
              <a:off x="4210922" y="2892181"/>
              <a:ext cx="5122" cy="1458"/>
            </a:xfrm>
            <a:custGeom>
              <a:avLst/>
              <a:pathLst>
                <a:path w="5122" h="1458">
                  <a:moveTo>
                    <a:pt x="5122" y="14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l1579"/>
            <p:cNvSpPr/>
            <p:nvPr/>
          </p:nvSpPr>
          <p:spPr>
            <a:xfrm>
              <a:off x="4227801" y="2836108"/>
              <a:ext cx="1269" cy="402"/>
            </a:xfrm>
            <a:custGeom>
              <a:avLst/>
              <a:pathLst>
                <a:path w="1269" h="402">
                  <a:moveTo>
                    <a:pt x="1269" y="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l1580"/>
            <p:cNvSpPr/>
            <p:nvPr/>
          </p:nvSpPr>
          <p:spPr>
            <a:xfrm>
              <a:off x="4225287" y="2844087"/>
              <a:ext cx="1270" cy="397"/>
            </a:xfrm>
            <a:custGeom>
              <a:avLst/>
              <a:pathLst>
                <a:path w="1270" h="397">
                  <a:moveTo>
                    <a:pt x="1270" y="3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l1581"/>
            <p:cNvSpPr/>
            <p:nvPr/>
          </p:nvSpPr>
          <p:spPr>
            <a:xfrm>
              <a:off x="4240879" y="2796378"/>
              <a:ext cx="1260" cy="429"/>
            </a:xfrm>
            <a:custGeom>
              <a:avLst/>
              <a:pathLst>
                <a:path w="1260" h="429">
                  <a:moveTo>
                    <a:pt x="1260" y="4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l1582"/>
            <p:cNvSpPr/>
            <p:nvPr/>
          </p:nvSpPr>
          <p:spPr>
            <a:xfrm>
              <a:off x="4238196" y="2804302"/>
              <a:ext cx="1261" cy="424"/>
            </a:xfrm>
            <a:custGeom>
              <a:avLst/>
              <a:pathLst>
                <a:path w="1261" h="424">
                  <a:moveTo>
                    <a:pt x="1261" y="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l1583"/>
            <p:cNvSpPr/>
            <p:nvPr/>
          </p:nvSpPr>
          <p:spPr>
            <a:xfrm>
              <a:off x="4240794" y="2800765"/>
              <a:ext cx="1261" cy="427"/>
            </a:xfrm>
            <a:custGeom>
              <a:avLst/>
              <a:pathLst>
                <a:path w="1261" h="427">
                  <a:moveTo>
                    <a:pt x="1261" y="4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l1584"/>
            <p:cNvSpPr/>
            <p:nvPr/>
          </p:nvSpPr>
          <p:spPr>
            <a:xfrm>
              <a:off x="4235546" y="2812237"/>
              <a:ext cx="2527" cy="837"/>
            </a:xfrm>
            <a:custGeom>
              <a:avLst/>
              <a:pathLst>
                <a:path w="2527" h="837">
                  <a:moveTo>
                    <a:pt x="2527" y="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l1585"/>
            <p:cNvSpPr/>
            <p:nvPr/>
          </p:nvSpPr>
          <p:spPr>
            <a:xfrm>
              <a:off x="4240055" y="2807130"/>
              <a:ext cx="1262" cy="423"/>
            </a:xfrm>
            <a:custGeom>
              <a:avLst/>
              <a:pathLst>
                <a:path w="1262" h="423">
                  <a:moveTo>
                    <a:pt x="1262" y="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6"/>
            <p:cNvSpPr/>
            <p:nvPr/>
          </p:nvSpPr>
          <p:spPr>
            <a:xfrm>
              <a:off x="4232931" y="2820183"/>
              <a:ext cx="3796" cy="1240"/>
            </a:xfrm>
            <a:custGeom>
              <a:avLst/>
              <a:pathLst>
                <a:path w="3796" h="1240">
                  <a:moveTo>
                    <a:pt x="3796" y="12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l1587"/>
            <p:cNvSpPr/>
            <p:nvPr/>
          </p:nvSpPr>
          <p:spPr>
            <a:xfrm>
              <a:off x="4239009" y="2814484"/>
              <a:ext cx="1264" cy="418"/>
            </a:xfrm>
            <a:custGeom>
              <a:avLst/>
              <a:pathLst>
                <a:path w="1264" h="418">
                  <a:moveTo>
                    <a:pt x="1264" y="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l1588"/>
            <p:cNvSpPr/>
            <p:nvPr/>
          </p:nvSpPr>
          <p:spPr>
            <a:xfrm>
              <a:off x="4230349" y="2828140"/>
              <a:ext cx="5069" cy="1632"/>
            </a:xfrm>
            <a:custGeom>
              <a:avLst/>
              <a:pathLst>
                <a:path w="5069" h="1632">
                  <a:moveTo>
                    <a:pt x="5069" y="1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l1589"/>
            <p:cNvSpPr/>
            <p:nvPr/>
          </p:nvSpPr>
          <p:spPr>
            <a:xfrm>
              <a:off x="4237831" y="2822333"/>
              <a:ext cx="2531" cy="826"/>
            </a:xfrm>
            <a:custGeom>
              <a:avLst/>
              <a:pathLst>
                <a:path w="2531" h="826">
                  <a:moveTo>
                    <a:pt x="2531" y="8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90"/>
            <p:cNvSpPr/>
            <p:nvPr/>
          </p:nvSpPr>
          <p:spPr>
            <a:xfrm>
              <a:off x="4227810" y="2840497"/>
              <a:ext cx="6349" cy="2000"/>
            </a:xfrm>
            <a:custGeom>
              <a:avLst/>
              <a:pathLst>
                <a:path w="6349" h="2000">
                  <a:moveTo>
                    <a:pt x="6349" y="20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l1591"/>
            <p:cNvSpPr/>
            <p:nvPr/>
          </p:nvSpPr>
          <p:spPr>
            <a:xfrm>
              <a:off x="4237236" y="2832820"/>
              <a:ext cx="1267" cy="406"/>
            </a:xfrm>
            <a:custGeom>
              <a:avLst/>
              <a:pathLst>
                <a:path w="1267" h="406">
                  <a:moveTo>
                    <a:pt x="1267" y="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l1592"/>
            <p:cNvSpPr/>
            <p:nvPr/>
          </p:nvSpPr>
          <p:spPr>
            <a:xfrm>
              <a:off x="4222808" y="2852077"/>
              <a:ext cx="8907" cy="2743"/>
            </a:xfrm>
            <a:custGeom>
              <a:avLst/>
              <a:pathLst>
                <a:path w="8907" h="2743">
                  <a:moveTo>
                    <a:pt x="8907" y="27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l1593"/>
            <p:cNvSpPr/>
            <p:nvPr/>
          </p:nvSpPr>
          <p:spPr>
            <a:xfrm>
              <a:off x="4235078" y="2844014"/>
              <a:ext cx="6350" cy="1996"/>
            </a:xfrm>
            <a:custGeom>
              <a:avLst/>
              <a:pathLst>
                <a:path w="6350" h="1996">
                  <a:moveTo>
                    <a:pt x="6350" y="19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4"/>
            <p:cNvSpPr/>
            <p:nvPr/>
          </p:nvSpPr>
          <p:spPr>
            <a:xfrm>
              <a:off x="4218202" y="2886121"/>
              <a:ext cx="10232" cy="2958"/>
            </a:xfrm>
            <a:custGeom>
              <a:avLst/>
              <a:pathLst>
                <a:path w="10232" h="2958">
                  <a:moveTo>
                    <a:pt x="10232" y="2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l1595"/>
            <p:cNvSpPr/>
            <p:nvPr/>
          </p:nvSpPr>
          <p:spPr>
            <a:xfrm>
              <a:off x="4234807" y="2867507"/>
              <a:ext cx="8922" cy="2692"/>
            </a:xfrm>
            <a:custGeom>
              <a:avLst/>
              <a:pathLst>
                <a:path w="8922" h="2692">
                  <a:moveTo>
                    <a:pt x="8922" y="2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l1596"/>
            <p:cNvSpPr/>
            <p:nvPr/>
          </p:nvSpPr>
          <p:spPr>
            <a:xfrm>
              <a:off x="4206246" y="2939843"/>
              <a:ext cx="16756" cy="4337"/>
            </a:xfrm>
            <a:custGeom>
              <a:avLst/>
              <a:pathLst>
                <a:path w="16756" h="4337">
                  <a:moveTo>
                    <a:pt x="16756" y="43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l1597"/>
            <p:cNvSpPr/>
            <p:nvPr/>
          </p:nvSpPr>
          <p:spPr>
            <a:xfrm>
              <a:off x="4232999" y="2907087"/>
              <a:ext cx="16666" cy="4669"/>
            </a:xfrm>
            <a:custGeom>
              <a:avLst/>
              <a:pathLst>
                <a:path w="16666" h="4669">
                  <a:moveTo>
                    <a:pt x="16666" y="46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8"/>
            <p:cNvSpPr/>
            <p:nvPr/>
          </p:nvSpPr>
          <p:spPr>
            <a:xfrm>
              <a:off x="4193668" y="3028425"/>
              <a:ext cx="26057" cy="5487"/>
            </a:xfrm>
            <a:custGeom>
              <a:avLst/>
              <a:pathLst>
                <a:path w="26057" h="5487">
                  <a:moveTo>
                    <a:pt x="26057" y="54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l1599"/>
            <p:cNvSpPr/>
            <p:nvPr/>
          </p:nvSpPr>
          <p:spPr>
            <a:xfrm>
              <a:off x="4246347" y="2780565"/>
              <a:ext cx="1256" cy="440"/>
            </a:xfrm>
            <a:custGeom>
              <a:avLst/>
              <a:pathLst>
                <a:path w="1256" h="440">
                  <a:moveTo>
                    <a:pt x="1256" y="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l1600"/>
            <p:cNvSpPr/>
            <p:nvPr/>
          </p:nvSpPr>
          <p:spPr>
            <a:xfrm>
              <a:off x="4243596" y="2788466"/>
              <a:ext cx="1258" cy="435"/>
            </a:xfrm>
            <a:custGeom>
              <a:avLst/>
              <a:pathLst>
                <a:path w="1258" h="435">
                  <a:moveTo>
                    <a:pt x="1258" y="4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l1601"/>
            <p:cNvSpPr/>
            <p:nvPr/>
          </p:nvSpPr>
          <p:spPr>
            <a:xfrm>
              <a:off x="4251950" y="2764800"/>
              <a:ext cx="1252" cy="451"/>
            </a:xfrm>
            <a:custGeom>
              <a:avLst/>
              <a:pathLst>
                <a:path w="1252" h="451">
                  <a:moveTo>
                    <a:pt x="1252" y="4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2"/>
            <p:cNvSpPr/>
            <p:nvPr/>
          </p:nvSpPr>
          <p:spPr>
            <a:xfrm>
              <a:off x="4249132" y="2772677"/>
              <a:ext cx="1254" cy="445"/>
            </a:xfrm>
            <a:custGeom>
              <a:avLst/>
              <a:pathLst>
                <a:path w="1254" h="445">
                  <a:moveTo>
                    <a:pt x="1254" y="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l1603"/>
            <p:cNvSpPr/>
            <p:nvPr/>
          </p:nvSpPr>
          <p:spPr>
            <a:xfrm>
              <a:off x="4257688" y="2749083"/>
              <a:ext cx="1248" cy="461"/>
            </a:xfrm>
            <a:custGeom>
              <a:avLst/>
              <a:pathLst>
                <a:path w="1248" h="461">
                  <a:moveTo>
                    <a:pt x="1248" y="4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l1604"/>
            <p:cNvSpPr/>
            <p:nvPr/>
          </p:nvSpPr>
          <p:spPr>
            <a:xfrm>
              <a:off x="4254802" y="2756936"/>
              <a:ext cx="1250" cy="456"/>
            </a:xfrm>
            <a:custGeom>
              <a:avLst/>
              <a:pathLst>
                <a:path w="1250" h="456">
                  <a:moveTo>
                    <a:pt x="1250" y="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l1605"/>
            <p:cNvSpPr/>
            <p:nvPr/>
          </p:nvSpPr>
          <p:spPr>
            <a:xfrm>
              <a:off x="4266545" y="2725601"/>
              <a:ext cx="1242" cy="477"/>
            </a:xfrm>
            <a:custGeom>
              <a:avLst/>
              <a:pathLst>
                <a:path w="1242" h="477">
                  <a:moveTo>
                    <a:pt x="1242" y="4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6"/>
            <p:cNvSpPr/>
            <p:nvPr/>
          </p:nvSpPr>
          <p:spPr>
            <a:xfrm>
              <a:off x="4263559" y="2733416"/>
              <a:ext cx="1244" cy="472"/>
            </a:xfrm>
            <a:custGeom>
              <a:avLst/>
              <a:pathLst>
                <a:path w="1244" h="472">
                  <a:moveTo>
                    <a:pt x="1244" y="4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l1607"/>
            <p:cNvSpPr/>
            <p:nvPr/>
          </p:nvSpPr>
          <p:spPr>
            <a:xfrm>
              <a:off x="4266291" y="2729982"/>
              <a:ext cx="1243" cy="475"/>
            </a:xfrm>
            <a:custGeom>
              <a:avLst/>
              <a:pathLst>
                <a:path w="1243" h="475">
                  <a:moveTo>
                    <a:pt x="1243" y="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l1608"/>
            <p:cNvSpPr/>
            <p:nvPr/>
          </p:nvSpPr>
          <p:spPr>
            <a:xfrm>
              <a:off x="4260607" y="2741243"/>
              <a:ext cx="2493" cy="934"/>
            </a:xfrm>
            <a:custGeom>
              <a:avLst/>
              <a:pathLst>
                <a:path w="2493" h="934">
                  <a:moveTo>
                    <a:pt x="2493" y="9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l1609"/>
            <p:cNvSpPr/>
            <p:nvPr/>
          </p:nvSpPr>
          <p:spPr>
            <a:xfrm>
              <a:off x="4275702" y="2702235"/>
              <a:ext cx="1236" cy="493"/>
            </a:xfrm>
            <a:custGeom>
              <a:avLst/>
              <a:pathLst>
                <a:path w="1236" h="493">
                  <a:moveTo>
                    <a:pt x="1236" y="4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l1610"/>
            <p:cNvSpPr/>
            <p:nvPr/>
          </p:nvSpPr>
          <p:spPr>
            <a:xfrm>
              <a:off x="4272616" y="2710011"/>
              <a:ext cx="1238" cy="488"/>
            </a:xfrm>
            <a:custGeom>
              <a:avLst/>
              <a:pathLst>
                <a:path w="1238" h="488">
                  <a:moveTo>
                    <a:pt x="1238" y="4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l1611"/>
            <p:cNvSpPr/>
            <p:nvPr/>
          </p:nvSpPr>
          <p:spPr>
            <a:xfrm>
              <a:off x="4275392" y="2706612"/>
              <a:ext cx="1237" cy="491"/>
            </a:xfrm>
            <a:custGeom>
              <a:avLst/>
              <a:pathLst>
                <a:path w="1237" h="491">
                  <a:moveTo>
                    <a:pt x="1237" y="4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l1612"/>
            <p:cNvSpPr/>
            <p:nvPr/>
          </p:nvSpPr>
          <p:spPr>
            <a:xfrm>
              <a:off x="4269564" y="2717799"/>
              <a:ext cx="2481" cy="966"/>
            </a:xfrm>
            <a:custGeom>
              <a:avLst/>
              <a:pathLst>
                <a:path w="2481" h="966">
                  <a:moveTo>
                    <a:pt x="2481" y="9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l1613"/>
            <p:cNvSpPr/>
            <p:nvPr/>
          </p:nvSpPr>
          <p:spPr>
            <a:xfrm>
              <a:off x="4281972" y="2686723"/>
              <a:ext cx="1232" cy="504"/>
            </a:xfrm>
            <a:custGeom>
              <a:avLst/>
              <a:pathLst>
                <a:path w="1232" h="504">
                  <a:moveTo>
                    <a:pt x="1232" y="5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l1614"/>
            <p:cNvSpPr/>
            <p:nvPr/>
          </p:nvSpPr>
          <p:spPr>
            <a:xfrm>
              <a:off x="4278821" y="2694472"/>
              <a:ext cx="1234" cy="498"/>
            </a:xfrm>
            <a:custGeom>
              <a:avLst/>
              <a:pathLst>
                <a:path w="1234" h="498">
                  <a:moveTo>
                    <a:pt x="1234" y="4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l1615"/>
            <p:cNvSpPr/>
            <p:nvPr/>
          </p:nvSpPr>
          <p:spPr>
            <a:xfrm>
              <a:off x="4288375" y="2671265"/>
              <a:ext cx="1227" cy="514"/>
            </a:xfrm>
            <a:custGeom>
              <a:avLst/>
              <a:pathLst>
                <a:path w="1227" h="514">
                  <a:moveTo>
                    <a:pt x="1227" y="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6"/>
            <p:cNvSpPr/>
            <p:nvPr/>
          </p:nvSpPr>
          <p:spPr>
            <a:xfrm>
              <a:off x="4285157" y="2678987"/>
              <a:ext cx="1230" cy="509"/>
            </a:xfrm>
            <a:custGeom>
              <a:avLst/>
              <a:pathLst>
                <a:path w="1230" h="509">
                  <a:moveTo>
                    <a:pt x="1230" y="5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l1617"/>
            <p:cNvSpPr/>
            <p:nvPr/>
          </p:nvSpPr>
          <p:spPr>
            <a:xfrm>
              <a:off x="4298226" y="2648183"/>
              <a:ext cx="1221" cy="530"/>
            </a:xfrm>
            <a:custGeom>
              <a:avLst/>
              <a:pathLst>
                <a:path w="1221" h="530">
                  <a:moveTo>
                    <a:pt x="1221" y="5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l1618"/>
            <p:cNvSpPr/>
            <p:nvPr/>
          </p:nvSpPr>
          <p:spPr>
            <a:xfrm>
              <a:off x="4294910" y="2655863"/>
              <a:ext cx="1223" cy="525"/>
            </a:xfrm>
            <a:custGeom>
              <a:avLst/>
              <a:pathLst>
                <a:path w="1223" h="525">
                  <a:moveTo>
                    <a:pt x="1223" y="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l1619"/>
            <p:cNvSpPr/>
            <p:nvPr/>
          </p:nvSpPr>
          <p:spPr>
            <a:xfrm>
              <a:off x="4297786" y="2652549"/>
              <a:ext cx="1222" cy="527"/>
            </a:xfrm>
            <a:custGeom>
              <a:avLst/>
              <a:pathLst>
                <a:path w="1222" h="527">
                  <a:moveTo>
                    <a:pt x="1222" y="5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l1620"/>
            <p:cNvSpPr/>
            <p:nvPr/>
          </p:nvSpPr>
          <p:spPr>
            <a:xfrm>
              <a:off x="4291626" y="2663557"/>
              <a:ext cx="2451" cy="1040"/>
            </a:xfrm>
            <a:custGeom>
              <a:avLst/>
              <a:pathLst>
                <a:path w="2451" h="1040">
                  <a:moveTo>
                    <a:pt x="2451" y="10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l1621"/>
            <p:cNvSpPr/>
            <p:nvPr/>
          </p:nvSpPr>
          <p:spPr>
            <a:xfrm>
              <a:off x="4296534" y="2658833"/>
              <a:ext cx="2448" cy="1047"/>
            </a:xfrm>
            <a:custGeom>
              <a:avLst/>
              <a:pathLst>
                <a:path w="2448" h="1047">
                  <a:moveTo>
                    <a:pt x="2448" y="1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l1622"/>
            <p:cNvSpPr/>
            <p:nvPr/>
          </p:nvSpPr>
          <p:spPr>
            <a:xfrm>
              <a:off x="4287991" y="2675637"/>
              <a:ext cx="3686" cy="1536"/>
            </a:xfrm>
            <a:custGeom>
              <a:avLst/>
              <a:pathLst>
                <a:path w="3686" h="1536">
                  <a:moveTo>
                    <a:pt x="3686" y="15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l1623"/>
            <p:cNvSpPr/>
            <p:nvPr/>
          </p:nvSpPr>
          <p:spPr>
            <a:xfrm>
              <a:off x="4295309" y="2668518"/>
              <a:ext cx="2453" cy="1036"/>
            </a:xfrm>
            <a:custGeom>
              <a:avLst/>
              <a:pathLst>
                <a:path w="2453" h="1036">
                  <a:moveTo>
                    <a:pt x="2453" y="10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l1624"/>
            <p:cNvSpPr/>
            <p:nvPr/>
          </p:nvSpPr>
          <p:spPr>
            <a:xfrm>
              <a:off x="4281626" y="2691097"/>
              <a:ext cx="6166" cy="2508"/>
            </a:xfrm>
            <a:custGeom>
              <a:avLst/>
              <a:pathLst>
                <a:path w="6166" h="2508">
                  <a:moveTo>
                    <a:pt x="6166" y="25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l1625"/>
            <p:cNvSpPr/>
            <p:nvPr/>
          </p:nvSpPr>
          <p:spPr>
            <a:xfrm>
              <a:off x="4292737" y="2681563"/>
              <a:ext cx="3689" cy="1529"/>
            </a:xfrm>
            <a:custGeom>
              <a:avLst/>
              <a:pathLst>
                <a:path w="3689" h="1529">
                  <a:moveTo>
                    <a:pt x="3689" y="15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l1626"/>
            <p:cNvSpPr/>
            <p:nvPr/>
          </p:nvSpPr>
          <p:spPr>
            <a:xfrm>
              <a:off x="4274328" y="2712931"/>
              <a:ext cx="8673" cy="3409"/>
            </a:xfrm>
            <a:custGeom>
              <a:avLst/>
              <a:pathLst>
                <a:path w="8673" h="3409">
                  <a:moveTo>
                    <a:pt x="8673" y="3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7"/>
            <p:cNvSpPr/>
            <p:nvPr/>
          </p:nvSpPr>
          <p:spPr>
            <a:xfrm>
              <a:off x="4289638" y="2699686"/>
              <a:ext cx="3703" cy="1495"/>
            </a:xfrm>
            <a:custGeom>
              <a:avLst/>
              <a:pathLst>
                <a:path w="3703" h="1495">
                  <a:moveTo>
                    <a:pt x="3703" y="14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8"/>
            <p:cNvSpPr/>
            <p:nvPr/>
          </p:nvSpPr>
          <p:spPr>
            <a:xfrm>
              <a:off x="4265308" y="2736314"/>
              <a:ext cx="12452" cy="4712"/>
            </a:xfrm>
            <a:custGeom>
              <a:avLst/>
              <a:pathLst>
                <a:path w="12452" h="4712">
                  <a:moveTo>
                    <a:pt x="12452" y="4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9"/>
            <p:cNvSpPr/>
            <p:nvPr/>
          </p:nvSpPr>
          <p:spPr>
            <a:xfrm>
              <a:off x="4285442" y="2721061"/>
              <a:ext cx="2480" cy="969"/>
            </a:xfrm>
            <a:custGeom>
              <a:avLst/>
              <a:pathLst>
                <a:path w="2480" h="969">
                  <a:moveTo>
                    <a:pt x="2480" y="9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30"/>
            <p:cNvSpPr/>
            <p:nvPr/>
          </p:nvSpPr>
          <p:spPr>
            <a:xfrm>
              <a:off x="4257490" y="2753467"/>
              <a:ext cx="16246" cy="5970"/>
            </a:xfrm>
            <a:custGeom>
              <a:avLst/>
              <a:pathLst>
                <a:path w="16246" h="5970">
                  <a:moveTo>
                    <a:pt x="16246" y="59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1"/>
            <p:cNvSpPr/>
            <p:nvPr/>
          </p:nvSpPr>
          <p:spPr>
            <a:xfrm>
              <a:off x="4308372" y="2625228"/>
              <a:ext cx="1214" cy="546"/>
            </a:xfrm>
            <a:custGeom>
              <a:avLst/>
              <a:pathLst>
                <a:path w="1214" h="546">
                  <a:moveTo>
                    <a:pt x="1214" y="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2"/>
            <p:cNvSpPr/>
            <p:nvPr/>
          </p:nvSpPr>
          <p:spPr>
            <a:xfrm>
              <a:off x="4304957" y="2632865"/>
              <a:ext cx="1216" cy="540"/>
            </a:xfrm>
            <a:custGeom>
              <a:avLst/>
              <a:pathLst>
                <a:path w="1216" h="540">
                  <a:moveTo>
                    <a:pt x="1216" y="5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3"/>
            <p:cNvSpPr/>
            <p:nvPr/>
          </p:nvSpPr>
          <p:spPr>
            <a:xfrm>
              <a:off x="4307876" y="2629588"/>
              <a:ext cx="1215" cy="543"/>
            </a:xfrm>
            <a:custGeom>
              <a:avLst/>
              <a:pathLst>
                <a:path w="1215" h="543">
                  <a:moveTo>
                    <a:pt x="1215" y="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4"/>
            <p:cNvSpPr/>
            <p:nvPr/>
          </p:nvSpPr>
          <p:spPr>
            <a:xfrm>
              <a:off x="4301575" y="2640517"/>
              <a:ext cx="2437" cy="1071"/>
            </a:xfrm>
            <a:custGeom>
              <a:avLst/>
              <a:pathLst>
                <a:path w="2437" h="1071">
                  <a:moveTo>
                    <a:pt x="2437" y="10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l1635"/>
            <p:cNvSpPr/>
            <p:nvPr/>
          </p:nvSpPr>
          <p:spPr>
            <a:xfrm>
              <a:off x="4333182" y="2572186"/>
              <a:ext cx="1197" cy="582"/>
            </a:xfrm>
            <a:custGeom>
              <a:avLst/>
              <a:pathLst>
                <a:path w="1197" h="582">
                  <a:moveTo>
                    <a:pt x="1197" y="5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l1636"/>
            <p:cNvSpPr/>
            <p:nvPr/>
          </p:nvSpPr>
          <p:spPr>
            <a:xfrm>
              <a:off x="4329541" y="2579718"/>
              <a:ext cx="1199" cy="576"/>
            </a:xfrm>
            <a:custGeom>
              <a:avLst/>
              <a:pathLst>
                <a:path w="1199" h="576">
                  <a:moveTo>
                    <a:pt x="1199" y="5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l1637"/>
            <p:cNvSpPr/>
            <p:nvPr/>
          </p:nvSpPr>
          <p:spPr>
            <a:xfrm>
              <a:off x="4332556" y="2576530"/>
              <a:ext cx="1198" cy="579"/>
            </a:xfrm>
            <a:custGeom>
              <a:avLst/>
              <a:pathLst>
                <a:path w="1198" h="579">
                  <a:moveTo>
                    <a:pt x="1198" y="5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l1638"/>
            <p:cNvSpPr/>
            <p:nvPr/>
          </p:nvSpPr>
          <p:spPr>
            <a:xfrm>
              <a:off x="4325932" y="2587265"/>
              <a:ext cx="2404" cy="1143"/>
            </a:xfrm>
            <a:custGeom>
              <a:avLst/>
              <a:pathLst>
                <a:path w="2404" h="1143">
                  <a:moveTo>
                    <a:pt x="2404" y="11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l1639"/>
            <p:cNvSpPr/>
            <p:nvPr/>
          </p:nvSpPr>
          <p:spPr>
            <a:xfrm>
              <a:off x="4331037" y="2582755"/>
              <a:ext cx="1200" cy="575"/>
            </a:xfrm>
            <a:custGeom>
              <a:avLst/>
              <a:pathLst>
                <a:path w="1200" h="575">
                  <a:moveTo>
                    <a:pt x="1200" y="5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l1640"/>
            <p:cNvSpPr/>
            <p:nvPr/>
          </p:nvSpPr>
          <p:spPr>
            <a:xfrm>
              <a:off x="4322355" y="2594827"/>
              <a:ext cx="3614" cy="1700"/>
            </a:xfrm>
            <a:custGeom>
              <a:avLst/>
              <a:pathLst>
                <a:path w="3614" h="1700">
                  <a:moveTo>
                    <a:pt x="3614" y="17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l1641"/>
            <p:cNvSpPr/>
            <p:nvPr/>
          </p:nvSpPr>
          <p:spPr>
            <a:xfrm>
              <a:off x="4340561" y="2557170"/>
              <a:ext cx="1192" cy="592"/>
            </a:xfrm>
            <a:custGeom>
              <a:avLst/>
              <a:pathLst>
                <a:path w="1192" h="592">
                  <a:moveTo>
                    <a:pt x="1192" y="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l1642"/>
            <p:cNvSpPr/>
            <p:nvPr/>
          </p:nvSpPr>
          <p:spPr>
            <a:xfrm>
              <a:off x="4336856" y="2564670"/>
              <a:ext cx="1194" cy="587"/>
            </a:xfrm>
            <a:custGeom>
              <a:avLst/>
              <a:pathLst>
                <a:path w="1194" h="587">
                  <a:moveTo>
                    <a:pt x="1194" y="5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l1643"/>
            <p:cNvSpPr/>
            <p:nvPr/>
          </p:nvSpPr>
          <p:spPr>
            <a:xfrm>
              <a:off x="4351869" y="2534765"/>
              <a:ext cx="1184" cy="607"/>
            </a:xfrm>
            <a:custGeom>
              <a:avLst/>
              <a:pathLst>
                <a:path w="1184" h="607">
                  <a:moveTo>
                    <a:pt x="1184" y="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l1644"/>
            <p:cNvSpPr/>
            <p:nvPr/>
          </p:nvSpPr>
          <p:spPr>
            <a:xfrm>
              <a:off x="4348068" y="2542217"/>
              <a:ext cx="1187" cy="602"/>
            </a:xfrm>
            <a:custGeom>
              <a:avLst/>
              <a:pathLst>
                <a:path w="1187" h="602">
                  <a:moveTo>
                    <a:pt x="1187" y="6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l1645"/>
            <p:cNvSpPr/>
            <p:nvPr/>
          </p:nvSpPr>
          <p:spPr>
            <a:xfrm>
              <a:off x="4351150" y="2539094"/>
              <a:ext cx="1186" cy="604"/>
            </a:xfrm>
            <a:custGeom>
              <a:avLst/>
              <a:pathLst>
                <a:path w="1186" h="604">
                  <a:moveTo>
                    <a:pt x="1186" y="6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l1646"/>
            <p:cNvSpPr/>
            <p:nvPr/>
          </p:nvSpPr>
          <p:spPr>
            <a:xfrm>
              <a:off x="4344298" y="2549685"/>
              <a:ext cx="2379" cy="1194"/>
            </a:xfrm>
            <a:custGeom>
              <a:avLst/>
              <a:pathLst>
                <a:path w="2379" h="1194">
                  <a:moveTo>
                    <a:pt x="2379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l1647"/>
            <p:cNvSpPr/>
            <p:nvPr/>
          </p:nvSpPr>
          <p:spPr>
            <a:xfrm>
              <a:off x="4349498" y="2545285"/>
              <a:ext cx="2375" cy="1202"/>
            </a:xfrm>
            <a:custGeom>
              <a:avLst/>
              <a:pathLst>
                <a:path w="2375" h="1202">
                  <a:moveTo>
                    <a:pt x="2375" y="12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l1648"/>
            <p:cNvSpPr/>
            <p:nvPr/>
          </p:nvSpPr>
          <p:spPr>
            <a:xfrm>
              <a:off x="4339898" y="2561508"/>
              <a:ext cx="3581" cy="1769"/>
            </a:xfrm>
            <a:custGeom>
              <a:avLst/>
              <a:pathLst>
                <a:path w="3581" h="1769">
                  <a:moveTo>
                    <a:pt x="3581" y="17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l1649"/>
            <p:cNvSpPr/>
            <p:nvPr/>
          </p:nvSpPr>
          <p:spPr>
            <a:xfrm>
              <a:off x="4347657" y="2554872"/>
              <a:ext cx="4763" cy="2381"/>
            </a:xfrm>
            <a:custGeom>
              <a:avLst/>
              <a:pathLst>
                <a:path w="4763" h="2381">
                  <a:moveTo>
                    <a:pt x="4763" y="2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l1650"/>
            <p:cNvSpPr/>
            <p:nvPr/>
          </p:nvSpPr>
          <p:spPr>
            <a:xfrm>
              <a:off x="4329091" y="2589923"/>
              <a:ext cx="6013" cy="2855"/>
            </a:xfrm>
            <a:custGeom>
              <a:avLst/>
              <a:pathLst>
                <a:path w="6013" h="2855">
                  <a:moveTo>
                    <a:pt x="6013" y="28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l1651"/>
            <p:cNvSpPr/>
            <p:nvPr/>
          </p:nvSpPr>
          <p:spPr>
            <a:xfrm>
              <a:off x="4343672" y="2574973"/>
              <a:ext cx="1196" cy="583"/>
            </a:xfrm>
            <a:custGeom>
              <a:avLst/>
              <a:pathLst>
                <a:path w="1196" h="583">
                  <a:moveTo>
                    <a:pt x="1196" y="5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l1652"/>
            <p:cNvSpPr/>
            <p:nvPr/>
          </p:nvSpPr>
          <p:spPr>
            <a:xfrm>
              <a:off x="4318811" y="2602405"/>
              <a:ext cx="10865" cy="5053"/>
            </a:xfrm>
            <a:custGeom>
              <a:avLst/>
              <a:pathLst>
                <a:path w="10865" h="5053">
                  <a:moveTo>
                    <a:pt x="10865" y="5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l1653"/>
            <p:cNvSpPr/>
            <p:nvPr/>
          </p:nvSpPr>
          <p:spPr>
            <a:xfrm>
              <a:off x="4337200" y="2591473"/>
              <a:ext cx="1202" cy="572"/>
            </a:xfrm>
            <a:custGeom>
              <a:avLst/>
              <a:pathLst>
                <a:path w="1202" h="572">
                  <a:moveTo>
                    <a:pt x="1202" y="5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l1654"/>
            <p:cNvSpPr/>
            <p:nvPr/>
          </p:nvSpPr>
          <p:spPr>
            <a:xfrm>
              <a:off x="4315299" y="2609998"/>
              <a:ext cx="12096" cy="5563"/>
            </a:xfrm>
            <a:custGeom>
              <a:avLst/>
              <a:pathLst>
                <a:path w="12096" h="5563">
                  <a:moveTo>
                    <a:pt x="12096" y="55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l1655"/>
            <p:cNvSpPr/>
            <p:nvPr/>
          </p:nvSpPr>
          <p:spPr>
            <a:xfrm>
              <a:off x="4332859" y="2603785"/>
              <a:ext cx="1205" cy="564"/>
            </a:xfrm>
            <a:custGeom>
              <a:avLst/>
              <a:pathLst>
                <a:path w="1205" h="564">
                  <a:moveTo>
                    <a:pt x="1205" y="5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l1656"/>
            <p:cNvSpPr/>
            <p:nvPr/>
          </p:nvSpPr>
          <p:spPr>
            <a:xfrm>
              <a:off x="4311819" y="2617605"/>
              <a:ext cx="13331" cy="6063"/>
            </a:xfrm>
            <a:custGeom>
              <a:avLst/>
              <a:pathLst>
                <a:path w="13331" h="6063">
                  <a:moveTo>
                    <a:pt x="13331" y="60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l1657"/>
            <p:cNvSpPr/>
            <p:nvPr/>
          </p:nvSpPr>
          <p:spPr>
            <a:xfrm>
              <a:off x="4329582" y="2613997"/>
              <a:ext cx="3626" cy="1673"/>
            </a:xfrm>
            <a:custGeom>
              <a:avLst/>
              <a:pathLst>
                <a:path w="3626" h="1673">
                  <a:moveTo>
                    <a:pt x="3626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l1658"/>
            <p:cNvSpPr/>
            <p:nvPr/>
          </p:nvSpPr>
          <p:spPr>
            <a:xfrm>
              <a:off x="4306543" y="2635856"/>
              <a:ext cx="14606" cy="6474"/>
            </a:xfrm>
            <a:custGeom>
              <a:avLst/>
              <a:pathLst>
                <a:path w="14606" h="6474">
                  <a:moveTo>
                    <a:pt x="14606" y="64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l1659"/>
            <p:cNvSpPr/>
            <p:nvPr/>
          </p:nvSpPr>
          <p:spPr>
            <a:xfrm>
              <a:off x="4327129" y="2628978"/>
              <a:ext cx="18196" cy="8230"/>
            </a:xfrm>
            <a:custGeom>
              <a:avLst/>
              <a:pathLst>
                <a:path w="18196" h="8230">
                  <a:moveTo>
                    <a:pt x="18196" y="82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l1660"/>
            <p:cNvSpPr/>
            <p:nvPr/>
          </p:nvSpPr>
          <p:spPr>
            <a:xfrm>
              <a:off x="4280733" y="2740697"/>
              <a:ext cx="18674" cy="7081"/>
            </a:xfrm>
            <a:custGeom>
              <a:avLst/>
              <a:pathLst>
                <a:path w="18674" h="7081">
                  <a:moveTo>
                    <a:pt x="18674" y="7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l1661"/>
            <p:cNvSpPr/>
            <p:nvPr/>
          </p:nvSpPr>
          <p:spPr>
            <a:xfrm>
              <a:off x="4321505" y="2692136"/>
              <a:ext cx="2459" cy="1021"/>
            </a:xfrm>
            <a:custGeom>
              <a:avLst/>
              <a:pathLst>
                <a:path w="2459" h="1021">
                  <a:moveTo>
                    <a:pt x="245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l1662"/>
            <p:cNvSpPr/>
            <p:nvPr/>
          </p:nvSpPr>
          <p:spPr>
            <a:xfrm>
              <a:off x="4251791" y="2769186"/>
              <a:ext cx="37608" cy="13456"/>
            </a:xfrm>
            <a:custGeom>
              <a:avLst/>
              <a:pathLst>
                <a:path w="37608" h="13456">
                  <a:moveTo>
                    <a:pt x="37608" y="13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l1663"/>
            <p:cNvSpPr/>
            <p:nvPr/>
          </p:nvSpPr>
          <p:spPr>
            <a:xfrm>
              <a:off x="4306122" y="2737683"/>
              <a:ext cx="2484" cy="959"/>
            </a:xfrm>
            <a:custGeom>
              <a:avLst/>
              <a:pathLst>
                <a:path w="2484" h="959">
                  <a:moveTo>
                    <a:pt x="2484" y="9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l1664"/>
            <p:cNvSpPr/>
            <p:nvPr/>
          </p:nvSpPr>
          <p:spPr>
            <a:xfrm>
              <a:off x="4246225" y="2784952"/>
              <a:ext cx="40236" cy="14010"/>
            </a:xfrm>
            <a:custGeom>
              <a:avLst/>
              <a:pathLst>
                <a:path w="40236" h="14010">
                  <a:moveTo>
                    <a:pt x="40236" y="140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l1665"/>
            <p:cNvSpPr/>
            <p:nvPr/>
          </p:nvSpPr>
          <p:spPr>
            <a:xfrm>
              <a:off x="4359566" y="2519909"/>
              <a:ext cx="1179" cy="617"/>
            </a:xfrm>
            <a:custGeom>
              <a:avLst/>
              <a:pathLst>
                <a:path w="1179" h="617">
                  <a:moveTo>
                    <a:pt x="1179" y="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l1666"/>
            <p:cNvSpPr/>
            <p:nvPr/>
          </p:nvSpPr>
          <p:spPr>
            <a:xfrm>
              <a:off x="4355702" y="2527329"/>
              <a:ext cx="1182" cy="612"/>
            </a:xfrm>
            <a:custGeom>
              <a:avLst/>
              <a:pathLst>
                <a:path w="1182" h="612">
                  <a:moveTo>
                    <a:pt x="1182" y="6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l1667"/>
            <p:cNvSpPr/>
            <p:nvPr/>
          </p:nvSpPr>
          <p:spPr>
            <a:xfrm>
              <a:off x="4371350" y="2497751"/>
              <a:ext cx="1171" cy="632"/>
            </a:xfrm>
            <a:custGeom>
              <a:avLst/>
              <a:pathLst>
                <a:path w="1171" h="632">
                  <a:moveTo>
                    <a:pt x="1171" y="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l1668"/>
            <p:cNvSpPr/>
            <p:nvPr/>
          </p:nvSpPr>
          <p:spPr>
            <a:xfrm>
              <a:off x="4367390" y="2505120"/>
              <a:ext cx="1174" cy="627"/>
            </a:xfrm>
            <a:custGeom>
              <a:avLst/>
              <a:pathLst>
                <a:path w="1174" h="627">
                  <a:moveTo>
                    <a:pt x="1174" y="6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l1669"/>
            <p:cNvSpPr/>
            <p:nvPr/>
          </p:nvSpPr>
          <p:spPr>
            <a:xfrm>
              <a:off x="4370539" y="2502063"/>
              <a:ext cx="1172" cy="630"/>
            </a:xfrm>
            <a:custGeom>
              <a:avLst/>
              <a:pathLst>
                <a:path w="1172" h="630">
                  <a:moveTo>
                    <a:pt x="1172" y="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l1670"/>
            <p:cNvSpPr/>
            <p:nvPr/>
          </p:nvSpPr>
          <p:spPr>
            <a:xfrm>
              <a:off x="4363463" y="2512506"/>
              <a:ext cx="2353" cy="1245"/>
            </a:xfrm>
            <a:custGeom>
              <a:avLst/>
              <a:pathLst>
                <a:path w="2353" h="1245">
                  <a:moveTo>
                    <a:pt x="2353" y="1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l1671"/>
            <p:cNvSpPr/>
            <p:nvPr/>
          </p:nvSpPr>
          <p:spPr>
            <a:xfrm>
              <a:off x="4383416" y="2475745"/>
              <a:ext cx="1163" cy="647"/>
            </a:xfrm>
            <a:custGeom>
              <a:avLst/>
              <a:pathLst>
                <a:path w="1163" h="647">
                  <a:moveTo>
                    <a:pt x="1163" y="6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l1672"/>
            <p:cNvSpPr/>
            <p:nvPr/>
          </p:nvSpPr>
          <p:spPr>
            <a:xfrm>
              <a:off x="4379362" y="2483063"/>
              <a:ext cx="1166" cy="642"/>
            </a:xfrm>
            <a:custGeom>
              <a:avLst/>
              <a:pathLst>
                <a:path w="1166" h="642">
                  <a:moveTo>
                    <a:pt x="1166" y="6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l1673"/>
            <p:cNvSpPr/>
            <p:nvPr/>
          </p:nvSpPr>
          <p:spPr>
            <a:xfrm>
              <a:off x="4382550" y="2480047"/>
              <a:ext cx="1164" cy="645"/>
            </a:xfrm>
            <a:custGeom>
              <a:avLst/>
              <a:pathLst>
                <a:path w="1164" h="645">
                  <a:moveTo>
                    <a:pt x="1164" y="6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l1674"/>
            <p:cNvSpPr/>
            <p:nvPr/>
          </p:nvSpPr>
          <p:spPr>
            <a:xfrm>
              <a:off x="4375340" y="2490398"/>
              <a:ext cx="2337" cy="1275"/>
            </a:xfrm>
            <a:custGeom>
              <a:avLst/>
              <a:pathLst>
                <a:path w="2337" h="1275">
                  <a:moveTo>
                    <a:pt x="2337" y="1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l1675"/>
            <p:cNvSpPr/>
            <p:nvPr/>
          </p:nvSpPr>
          <p:spPr>
            <a:xfrm>
              <a:off x="4380687" y="2486178"/>
              <a:ext cx="3500" cy="1924"/>
            </a:xfrm>
            <a:custGeom>
              <a:avLst/>
              <a:pathLst>
                <a:path w="3500" h="1924">
                  <a:moveTo>
                    <a:pt x="3500" y="19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l1676"/>
            <p:cNvSpPr/>
            <p:nvPr/>
          </p:nvSpPr>
          <p:spPr>
            <a:xfrm>
              <a:off x="4368755" y="2508218"/>
              <a:ext cx="3524" cy="1879"/>
            </a:xfrm>
            <a:custGeom>
              <a:avLst/>
              <a:pathLst>
                <a:path w="3524" h="1879">
                  <a:moveTo>
                    <a:pt x="3524" y="18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l1677"/>
            <p:cNvSpPr/>
            <p:nvPr/>
          </p:nvSpPr>
          <p:spPr>
            <a:xfrm>
              <a:off x="4391616" y="2461161"/>
              <a:ext cx="1157" cy="657"/>
            </a:xfrm>
            <a:custGeom>
              <a:avLst/>
              <a:pathLst>
                <a:path w="1157" h="657">
                  <a:moveTo>
                    <a:pt x="1157" y="6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l1678"/>
            <p:cNvSpPr/>
            <p:nvPr/>
          </p:nvSpPr>
          <p:spPr>
            <a:xfrm>
              <a:off x="4387500" y="2468444"/>
              <a:ext cx="1160" cy="652"/>
            </a:xfrm>
            <a:custGeom>
              <a:avLst/>
              <a:pathLst>
                <a:path w="1160" h="652">
                  <a:moveTo>
                    <a:pt x="1160" y="6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l1679"/>
            <p:cNvSpPr/>
            <p:nvPr/>
          </p:nvSpPr>
          <p:spPr>
            <a:xfrm>
              <a:off x="4404149" y="2439417"/>
              <a:ext cx="1149" cy="672"/>
            </a:xfrm>
            <a:custGeom>
              <a:avLst/>
              <a:pathLst>
                <a:path w="1149" h="672">
                  <a:moveTo>
                    <a:pt x="1149" y="6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l1680"/>
            <p:cNvSpPr/>
            <p:nvPr/>
          </p:nvSpPr>
          <p:spPr>
            <a:xfrm>
              <a:off x="4399940" y="2446647"/>
              <a:ext cx="1152" cy="667"/>
            </a:xfrm>
            <a:custGeom>
              <a:avLst/>
              <a:pathLst>
                <a:path w="1152" h="667">
                  <a:moveTo>
                    <a:pt x="1152" y="6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l1681"/>
            <p:cNvSpPr/>
            <p:nvPr/>
          </p:nvSpPr>
          <p:spPr>
            <a:xfrm>
              <a:off x="4412658" y="2425012"/>
              <a:ext cx="1143" cy="682"/>
            </a:xfrm>
            <a:custGeom>
              <a:avLst/>
              <a:pathLst>
                <a:path w="1143" h="682">
                  <a:moveTo>
                    <a:pt x="1143" y="6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l1682"/>
            <p:cNvSpPr/>
            <p:nvPr/>
          </p:nvSpPr>
          <p:spPr>
            <a:xfrm>
              <a:off x="4408388" y="2432205"/>
              <a:ext cx="1146" cy="677"/>
            </a:xfrm>
            <a:custGeom>
              <a:avLst/>
              <a:pathLst>
                <a:path w="1146" h="677">
                  <a:moveTo>
                    <a:pt x="1146" y="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l1683"/>
            <p:cNvSpPr/>
            <p:nvPr/>
          </p:nvSpPr>
          <p:spPr>
            <a:xfrm>
              <a:off x="4434467" y="2389320"/>
              <a:ext cx="1128" cy="706"/>
            </a:xfrm>
            <a:custGeom>
              <a:avLst/>
              <a:pathLst>
                <a:path w="1128" h="706">
                  <a:moveTo>
                    <a:pt x="1128" y="7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l1684"/>
            <p:cNvSpPr/>
            <p:nvPr/>
          </p:nvSpPr>
          <p:spPr>
            <a:xfrm>
              <a:off x="4430045" y="2396421"/>
              <a:ext cx="1131" cy="701"/>
            </a:xfrm>
            <a:custGeom>
              <a:avLst/>
              <a:pathLst>
                <a:path w="1131" h="701">
                  <a:moveTo>
                    <a:pt x="1131" y="7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l1685"/>
            <p:cNvSpPr/>
            <p:nvPr/>
          </p:nvSpPr>
          <p:spPr>
            <a:xfrm>
              <a:off x="4433383" y="2393572"/>
              <a:ext cx="1130" cy="703"/>
            </a:xfrm>
            <a:custGeom>
              <a:avLst/>
              <a:pathLst>
                <a:path w="1130" h="703">
                  <a:moveTo>
                    <a:pt x="1130" y="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l1686"/>
            <p:cNvSpPr/>
            <p:nvPr/>
          </p:nvSpPr>
          <p:spPr>
            <a:xfrm>
              <a:off x="4425652" y="2403541"/>
              <a:ext cx="2269" cy="1393"/>
            </a:xfrm>
            <a:custGeom>
              <a:avLst/>
              <a:pathLst>
                <a:path w="2269" h="1393">
                  <a:moveTo>
                    <a:pt x="2269" y="13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l1687"/>
            <p:cNvSpPr/>
            <p:nvPr/>
          </p:nvSpPr>
          <p:spPr>
            <a:xfrm>
              <a:off x="4431209" y="2399600"/>
              <a:ext cx="1132" cy="700"/>
            </a:xfrm>
            <a:custGeom>
              <a:avLst/>
              <a:pathLst>
                <a:path w="1132" h="700">
                  <a:moveTo>
                    <a:pt x="1132" y="7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l1688"/>
            <p:cNvSpPr/>
            <p:nvPr/>
          </p:nvSpPr>
          <p:spPr>
            <a:xfrm>
              <a:off x="4421291" y="2410679"/>
              <a:ext cx="3412" cy="2075"/>
            </a:xfrm>
            <a:custGeom>
              <a:avLst/>
              <a:pathLst>
                <a:path w="3412" h="2075">
                  <a:moveTo>
                    <a:pt x="3412" y="2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l1689"/>
            <p:cNvSpPr/>
            <p:nvPr/>
          </p:nvSpPr>
          <p:spPr>
            <a:xfrm>
              <a:off x="4428511" y="2406520"/>
              <a:ext cx="1135" cy="696"/>
            </a:xfrm>
            <a:custGeom>
              <a:avLst/>
              <a:pathLst>
                <a:path w="1135" h="696">
                  <a:moveTo>
                    <a:pt x="1135" y="6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l1690"/>
            <p:cNvSpPr/>
            <p:nvPr/>
          </p:nvSpPr>
          <p:spPr>
            <a:xfrm>
              <a:off x="4416959" y="2417836"/>
              <a:ext cx="4562" cy="2747"/>
            </a:xfrm>
            <a:custGeom>
              <a:avLst/>
              <a:pathLst>
                <a:path w="4562" h="2747">
                  <a:moveTo>
                    <a:pt x="4562" y="27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l1691"/>
            <p:cNvSpPr/>
            <p:nvPr/>
          </p:nvSpPr>
          <p:spPr>
            <a:xfrm>
              <a:off x="4425570" y="2413892"/>
              <a:ext cx="2275" cy="1382"/>
            </a:xfrm>
            <a:custGeom>
              <a:avLst/>
              <a:pathLst>
                <a:path w="2275" h="1382">
                  <a:moveTo>
                    <a:pt x="2275" y="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l1692"/>
            <p:cNvSpPr/>
            <p:nvPr/>
          </p:nvSpPr>
          <p:spPr>
            <a:xfrm>
              <a:off x="4411664" y="2429286"/>
              <a:ext cx="5724" cy="3398"/>
            </a:xfrm>
            <a:custGeom>
              <a:avLst/>
              <a:pathLst>
                <a:path w="5724" h="3398">
                  <a:moveTo>
                    <a:pt x="5724" y="3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l1693"/>
            <p:cNvSpPr/>
            <p:nvPr/>
          </p:nvSpPr>
          <p:spPr>
            <a:xfrm>
              <a:off x="4422595" y="2423966"/>
              <a:ext cx="2282" cy="1371"/>
            </a:xfrm>
            <a:custGeom>
              <a:avLst/>
              <a:pathLst>
                <a:path w="2282" h="1371">
                  <a:moveTo>
                    <a:pt x="2282" y="1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l1694"/>
            <p:cNvSpPr/>
            <p:nvPr/>
          </p:nvSpPr>
          <p:spPr>
            <a:xfrm>
              <a:off x="4403191" y="2443700"/>
              <a:ext cx="8054" cy="4688"/>
            </a:xfrm>
            <a:custGeom>
              <a:avLst/>
              <a:pathLst>
                <a:path w="8054" h="4688">
                  <a:moveTo>
                    <a:pt x="8054" y="4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l1695"/>
            <p:cNvSpPr/>
            <p:nvPr/>
          </p:nvSpPr>
          <p:spPr>
            <a:xfrm>
              <a:off x="4418022" y="2436839"/>
              <a:ext cx="1146" cy="677"/>
            </a:xfrm>
            <a:custGeom>
              <a:avLst/>
              <a:pathLst>
                <a:path w="1146" h="677">
                  <a:moveTo>
                    <a:pt x="1146" y="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l1696"/>
            <p:cNvSpPr/>
            <p:nvPr/>
          </p:nvSpPr>
          <p:spPr>
            <a:xfrm>
              <a:off x="4395763" y="2453895"/>
              <a:ext cx="10394" cy="5961"/>
            </a:xfrm>
            <a:custGeom>
              <a:avLst/>
              <a:pathLst>
                <a:path w="10394" h="5961">
                  <a:moveTo>
                    <a:pt x="10394" y="59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l1697"/>
            <p:cNvSpPr/>
            <p:nvPr/>
          </p:nvSpPr>
          <p:spPr>
            <a:xfrm>
              <a:off x="4443404" y="2375175"/>
              <a:ext cx="1122" cy="715"/>
            </a:xfrm>
            <a:custGeom>
              <a:avLst/>
              <a:pathLst>
                <a:path w="1122" h="715">
                  <a:moveTo>
                    <a:pt x="1122" y="7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l1698"/>
            <p:cNvSpPr/>
            <p:nvPr/>
          </p:nvSpPr>
          <p:spPr>
            <a:xfrm>
              <a:off x="4438920" y="2382238"/>
              <a:ext cx="1125" cy="711"/>
            </a:xfrm>
            <a:custGeom>
              <a:avLst/>
              <a:pathLst>
                <a:path w="1125" h="711">
                  <a:moveTo>
                    <a:pt x="1125" y="7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l1699"/>
            <p:cNvSpPr/>
            <p:nvPr/>
          </p:nvSpPr>
          <p:spPr>
            <a:xfrm>
              <a:off x="4452460" y="2361107"/>
              <a:ext cx="1116" cy="725"/>
            </a:xfrm>
            <a:custGeom>
              <a:avLst/>
              <a:pathLst>
                <a:path w="1116" h="725">
                  <a:moveTo>
                    <a:pt x="1116" y="7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l1700"/>
            <p:cNvSpPr/>
            <p:nvPr/>
          </p:nvSpPr>
          <p:spPr>
            <a:xfrm>
              <a:off x="4447917" y="2368131"/>
              <a:ext cx="1119" cy="720"/>
            </a:xfrm>
            <a:custGeom>
              <a:avLst/>
              <a:pathLst>
                <a:path w="1119" h="720">
                  <a:moveTo>
                    <a:pt x="1119" y="7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l1701"/>
            <p:cNvSpPr/>
            <p:nvPr/>
          </p:nvSpPr>
          <p:spPr>
            <a:xfrm>
              <a:off x="4466269" y="2340150"/>
              <a:ext cx="1107" cy="739"/>
            </a:xfrm>
            <a:custGeom>
              <a:avLst/>
              <a:pathLst>
                <a:path w="1107" h="739">
                  <a:moveTo>
                    <a:pt x="1107" y="7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l1702"/>
            <p:cNvSpPr/>
            <p:nvPr/>
          </p:nvSpPr>
          <p:spPr>
            <a:xfrm>
              <a:off x="4461636" y="2347116"/>
              <a:ext cx="1110" cy="734"/>
            </a:xfrm>
            <a:custGeom>
              <a:avLst/>
              <a:pathLst>
                <a:path w="1110" h="734">
                  <a:moveTo>
                    <a:pt x="1110" y="7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l1703"/>
            <p:cNvSpPr/>
            <p:nvPr/>
          </p:nvSpPr>
          <p:spPr>
            <a:xfrm>
              <a:off x="4465058" y="2344368"/>
              <a:ext cx="1108" cy="737"/>
            </a:xfrm>
            <a:custGeom>
              <a:avLst/>
              <a:pathLst>
                <a:path w="1108" h="737">
                  <a:moveTo>
                    <a:pt x="1108" y="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l1704"/>
            <p:cNvSpPr/>
            <p:nvPr/>
          </p:nvSpPr>
          <p:spPr>
            <a:xfrm>
              <a:off x="4457033" y="2354102"/>
              <a:ext cx="2226" cy="1460"/>
            </a:xfrm>
            <a:custGeom>
              <a:avLst/>
              <a:pathLst>
                <a:path w="2226" h="1460">
                  <a:moveTo>
                    <a:pt x="2226" y="14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l1705"/>
            <p:cNvSpPr/>
            <p:nvPr/>
          </p:nvSpPr>
          <p:spPr>
            <a:xfrm>
              <a:off x="4480346" y="2319373"/>
              <a:ext cx="1097" cy="753"/>
            </a:xfrm>
            <a:custGeom>
              <a:avLst/>
              <a:pathLst>
                <a:path w="1097" h="753">
                  <a:moveTo>
                    <a:pt x="1097" y="7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l1706"/>
            <p:cNvSpPr/>
            <p:nvPr/>
          </p:nvSpPr>
          <p:spPr>
            <a:xfrm>
              <a:off x="4475624" y="2326279"/>
              <a:ext cx="1100" cy="749"/>
            </a:xfrm>
            <a:custGeom>
              <a:avLst/>
              <a:pathLst>
                <a:path w="1100" h="749">
                  <a:moveTo>
                    <a:pt x="1100" y="7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l1707"/>
            <p:cNvSpPr/>
            <p:nvPr/>
          </p:nvSpPr>
          <p:spPr>
            <a:xfrm>
              <a:off x="4479080" y="2323575"/>
              <a:ext cx="1099" cy="751"/>
            </a:xfrm>
            <a:custGeom>
              <a:avLst/>
              <a:pathLst>
                <a:path w="1099" h="751">
                  <a:moveTo>
                    <a:pt x="1099" y="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l1708"/>
            <p:cNvSpPr/>
            <p:nvPr/>
          </p:nvSpPr>
          <p:spPr>
            <a:xfrm>
              <a:off x="4470932" y="2333205"/>
              <a:ext cx="2207" cy="1488"/>
            </a:xfrm>
            <a:custGeom>
              <a:avLst/>
              <a:pathLst>
                <a:path w="2207" h="1488">
                  <a:moveTo>
                    <a:pt x="2207" y="14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4494687" y="2298777"/>
              <a:ext cx="1087" cy="767"/>
            </a:xfrm>
            <a:custGeom>
              <a:avLst/>
              <a:pathLst>
                <a:path w="1087" h="767">
                  <a:moveTo>
                    <a:pt x="1087" y="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4489877" y="2305622"/>
              <a:ext cx="1091" cy="763"/>
            </a:xfrm>
            <a:custGeom>
              <a:avLst/>
              <a:pathLst>
                <a:path w="1091" h="763">
                  <a:moveTo>
                    <a:pt x="1091" y="7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4493368" y="2302963"/>
              <a:ext cx="1089" cy="765"/>
            </a:xfrm>
            <a:custGeom>
              <a:avLst/>
              <a:pathLst>
                <a:path w="1089" h="765">
                  <a:moveTo>
                    <a:pt x="1089" y="7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4485097" y="2312487"/>
              <a:ext cx="2188" cy="1517"/>
            </a:xfrm>
            <a:custGeom>
              <a:avLst/>
              <a:pathLst>
                <a:path w="2188" h="1517">
                  <a:moveTo>
                    <a:pt x="2188" y="15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4490863" y="2308860"/>
              <a:ext cx="3275" cy="2285"/>
            </a:xfrm>
            <a:custGeom>
              <a:avLst/>
              <a:pathLst>
                <a:path w="3275" h="2285">
                  <a:moveTo>
                    <a:pt x="3275" y="22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4476651" y="2329504"/>
              <a:ext cx="3304" cy="2243"/>
            </a:xfrm>
            <a:custGeom>
              <a:avLst/>
              <a:pathLst>
                <a:path w="3304" h="2243">
                  <a:moveTo>
                    <a:pt x="3304" y="22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l1715"/>
            <p:cNvSpPr/>
            <p:nvPr/>
          </p:nvSpPr>
          <p:spPr>
            <a:xfrm>
              <a:off x="4487014" y="2321425"/>
              <a:ext cx="3290" cy="2264"/>
            </a:xfrm>
            <a:custGeom>
              <a:avLst/>
              <a:pathLst>
                <a:path w="3290" h="2264">
                  <a:moveTo>
                    <a:pt x="3290" y="2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l1716"/>
            <p:cNvSpPr/>
            <p:nvPr/>
          </p:nvSpPr>
          <p:spPr>
            <a:xfrm>
              <a:off x="4462705" y="2350328"/>
              <a:ext cx="6665" cy="4402"/>
            </a:xfrm>
            <a:custGeom>
              <a:avLst/>
              <a:pathLst>
                <a:path w="6665" h="4402">
                  <a:moveTo>
                    <a:pt x="6665" y="4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l1717"/>
            <p:cNvSpPr/>
            <p:nvPr/>
          </p:nvSpPr>
          <p:spPr>
            <a:xfrm>
              <a:off x="4479763" y="2339160"/>
              <a:ext cx="2207" cy="1488"/>
            </a:xfrm>
            <a:custGeom>
              <a:avLst/>
              <a:pathLst>
                <a:path w="2207" h="1488">
                  <a:moveTo>
                    <a:pt x="2207" y="14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l1718"/>
            <p:cNvSpPr/>
            <p:nvPr/>
          </p:nvSpPr>
          <p:spPr>
            <a:xfrm>
              <a:off x="4451303" y="2365339"/>
              <a:ext cx="10061" cy="6507"/>
            </a:xfrm>
            <a:custGeom>
              <a:avLst/>
              <a:pathLst>
                <a:path w="10061" h="6507">
                  <a:moveTo>
                    <a:pt x="10061" y="65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l1719"/>
            <p:cNvSpPr/>
            <p:nvPr/>
          </p:nvSpPr>
          <p:spPr>
            <a:xfrm>
              <a:off x="4471593" y="2356199"/>
              <a:ext cx="2221" cy="1467"/>
            </a:xfrm>
            <a:custGeom>
              <a:avLst/>
              <a:pathLst>
                <a:path w="2221" h="1467">
                  <a:moveTo>
                    <a:pt x="2221" y="1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l1720"/>
            <p:cNvSpPr/>
            <p:nvPr/>
          </p:nvSpPr>
          <p:spPr>
            <a:xfrm>
              <a:off x="4442282" y="2379417"/>
              <a:ext cx="12365" cy="7848"/>
            </a:xfrm>
            <a:custGeom>
              <a:avLst/>
              <a:pathLst>
                <a:path w="12365" h="7848">
                  <a:moveTo>
                    <a:pt x="12365" y="7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l1721"/>
            <p:cNvSpPr/>
            <p:nvPr/>
          </p:nvSpPr>
          <p:spPr>
            <a:xfrm>
              <a:off x="4464164" y="2372423"/>
              <a:ext cx="11175" cy="7236"/>
            </a:xfrm>
            <a:custGeom>
              <a:avLst/>
              <a:pathLst>
                <a:path w="11175" h="7236">
                  <a:moveTo>
                    <a:pt x="11175" y="72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l1722"/>
            <p:cNvSpPr/>
            <p:nvPr/>
          </p:nvSpPr>
          <p:spPr>
            <a:xfrm>
              <a:off x="4412626" y="2448665"/>
              <a:ext cx="14956" cy="8711"/>
            </a:xfrm>
            <a:custGeom>
              <a:avLst/>
              <a:pathLst>
                <a:path w="14956" h="8711">
                  <a:moveTo>
                    <a:pt x="14956" y="87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l1723"/>
            <p:cNvSpPr/>
            <p:nvPr/>
          </p:nvSpPr>
          <p:spPr>
            <a:xfrm>
              <a:off x="4451002" y="2418236"/>
              <a:ext cx="2268" cy="1394"/>
            </a:xfrm>
            <a:custGeom>
              <a:avLst/>
              <a:pathLst>
                <a:path w="2268" h="1394">
                  <a:moveTo>
                    <a:pt x="2268" y="13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l1724"/>
            <p:cNvSpPr/>
            <p:nvPr/>
          </p:nvSpPr>
          <p:spPr>
            <a:xfrm>
              <a:off x="4390713" y="2465455"/>
              <a:ext cx="26660" cy="15065"/>
            </a:xfrm>
            <a:custGeom>
              <a:avLst/>
              <a:pathLst>
                <a:path w="26660" h="15065">
                  <a:moveTo>
                    <a:pt x="26660" y="150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l1725"/>
            <p:cNvSpPr/>
            <p:nvPr/>
          </p:nvSpPr>
          <p:spPr>
            <a:xfrm>
              <a:off x="4519171" y="2264865"/>
              <a:ext cx="1071" cy="790"/>
            </a:xfrm>
            <a:custGeom>
              <a:avLst/>
              <a:pathLst>
                <a:path w="1071" h="790">
                  <a:moveTo>
                    <a:pt x="1071" y="7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l1726"/>
            <p:cNvSpPr/>
            <p:nvPr/>
          </p:nvSpPr>
          <p:spPr>
            <a:xfrm>
              <a:off x="4514217" y="2271605"/>
              <a:ext cx="1074" cy="786"/>
            </a:xfrm>
            <a:custGeom>
              <a:avLst/>
              <a:pathLst>
                <a:path w="1074" h="786">
                  <a:moveTo>
                    <a:pt x="1074" y="7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l1727"/>
            <p:cNvSpPr/>
            <p:nvPr/>
          </p:nvSpPr>
          <p:spPr>
            <a:xfrm>
              <a:off x="4517763" y="2269021"/>
              <a:ext cx="1072" cy="788"/>
            </a:xfrm>
            <a:custGeom>
              <a:avLst/>
              <a:pathLst>
                <a:path w="1072" h="788">
                  <a:moveTo>
                    <a:pt x="1072" y="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l1728"/>
            <p:cNvSpPr/>
            <p:nvPr/>
          </p:nvSpPr>
          <p:spPr>
            <a:xfrm>
              <a:off x="4509291" y="2278367"/>
              <a:ext cx="2155" cy="1563"/>
            </a:xfrm>
            <a:custGeom>
              <a:avLst/>
              <a:pathLst>
                <a:path w="2155" h="1563">
                  <a:moveTo>
                    <a:pt x="2155" y="15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l1729"/>
            <p:cNvSpPr/>
            <p:nvPr/>
          </p:nvSpPr>
          <p:spPr>
            <a:xfrm>
              <a:off x="4515133" y="2274864"/>
              <a:ext cx="1075" cy="785"/>
            </a:xfrm>
            <a:custGeom>
              <a:avLst/>
              <a:pathLst>
                <a:path w="1075" h="785">
                  <a:moveTo>
                    <a:pt x="1075" y="7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l1730"/>
            <p:cNvSpPr/>
            <p:nvPr/>
          </p:nvSpPr>
          <p:spPr>
            <a:xfrm>
              <a:off x="4504394" y="2285150"/>
              <a:ext cx="3243" cy="2331"/>
            </a:xfrm>
            <a:custGeom>
              <a:avLst/>
              <a:pathLst>
                <a:path w="3243" h="2331">
                  <a:moveTo>
                    <a:pt x="3243" y="23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l1731"/>
            <p:cNvSpPr/>
            <p:nvPr/>
          </p:nvSpPr>
          <p:spPr>
            <a:xfrm>
              <a:off x="4511912" y="2281557"/>
              <a:ext cx="1078" cy="781"/>
            </a:xfrm>
            <a:custGeom>
              <a:avLst/>
              <a:pathLst>
                <a:path w="1078" h="781">
                  <a:moveTo>
                    <a:pt x="1078" y="7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l1732"/>
            <p:cNvSpPr/>
            <p:nvPr/>
          </p:nvSpPr>
          <p:spPr>
            <a:xfrm>
              <a:off x="4499526" y="2291953"/>
              <a:ext cx="4337" cy="3089"/>
            </a:xfrm>
            <a:custGeom>
              <a:avLst/>
              <a:pathLst>
                <a:path w="4337" h="3089">
                  <a:moveTo>
                    <a:pt x="4337" y="30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l1733"/>
            <p:cNvSpPr/>
            <p:nvPr/>
          </p:nvSpPr>
          <p:spPr>
            <a:xfrm>
              <a:off x="4529167" y="2251447"/>
              <a:ext cx="1064" cy="799"/>
            </a:xfrm>
            <a:custGeom>
              <a:avLst/>
              <a:pathLst>
                <a:path w="1064" h="799">
                  <a:moveTo>
                    <a:pt x="1064" y="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l1734"/>
            <p:cNvSpPr/>
            <p:nvPr/>
          </p:nvSpPr>
          <p:spPr>
            <a:xfrm>
              <a:off x="4524155" y="2258145"/>
              <a:ext cx="1067" cy="795"/>
            </a:xfrm>
            <a:custGeom>
              <a:avLst/>
              <a:pathLst>
                <a:path w="1067" h="795">
                  <a:moveTo>
                    <a:pt x="1067" y="7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l1735"/>
            <p:cNvSpPr/>
            <p:nvPr/>
          </p:nvSpPr>
          <p:spPr>
            <a:xfrm>
              <a:off x="4544374" y="2231482"/>
              <a:ext cx="1053" cy="813"/>
            </a:xfrm>
            <a:custGeom>
              <a:avLst/>
              <a:pathLst>
                <a:path w="1053" h="813">
                  <a:moveTo>
                    <a:pt x="1053" y="8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l1736"/>
            <p:cNvSpPr/>
            <p:nvPr/>
          </p:nvSpPr>
          <p:spPr>
            <a:xfrm>
              <a:off x="4539277" y="2238116"/>
              <a:ext cx="1057" cy="809"/>
            </a:xfrm>
            <a:custGeom>
              <a:avLst/>
              <a:pathLst>
                <a:path w="1057" h="809">
                  <a:moveTo>
                    <a:pt x="1057" y="8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l1737"/>
            <p:cNvSpPr/>
            <p:nvPr/>
          </p:nvSpPr>
          <p:spPr>
            <a:xfrm>
              <a:off x="4542877" y="2235608"/>
              <a:ext cx="1055" cy="811"/>
            </a:xfrm>
            <a:custGeom>
              <a:avLst/>
              <a:pathLst>
                <a:path w="1055" h="811">
                  <a:moveTo>
                    <a:pt x="1055" y="8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l1738"/>
            <p:cNvSpPr/>
            <p:nvPr/>
          </p:nvSpPr>
          <p:spPr>
            <a:xfrm>
              <a:off x="4534207" y="2244771"/>
              <a:ext cx="2121" cy="1609"/>
            </a:xfrm>
            <a:custGeom>
              <a:avLst/>
              <a:pathLst>
                <a:path w="2121" h="1609">
                  <a:moveTo>
                    <a:pt x="2121" y="16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l1739"/>
            <p:cNvSpPr/>
            <p:nvPr/>
          </p:nvSpPr>
          <p:spPr>
            <a:xfrm>
              <a:off x="4565045" y="2205169"/>
              <a:ext cx="1039" cy="831"/>
            </a:xfrm>
            <a:custGeom>
              <a:avLst/>
              <a:pathLst>
                <a:path w="1039" h="831">
                  <a:moveTo>
                    <a:pt x="1039" y="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l1740"/>
            <p:cNvSpPr/>
            <p:nvPr/>
          </p:nvSpPr>
          <p:spPr>
            <a:xfrm>
              <a:off x="4559835" y="2211714"/>
              <a:ext cx="1043" cy="826"/>
            </a:xfrm>
            <a:custGeom>
              <a:avLst/>
              <a:pathLst>
                <a:path w="1043" h="826">
                  <a:moveTo>
                    <a:pt x="1043" y="8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l1741"/>
            <p:cNvSpPr/>
            <p:nvPr/>
          </p:nvSpPr>
          <p:spPr>
            <a:xfrm>
              <a:off x="4563479" y="2209268"/>
              <a:ext cx="1041" cy="829"/>
            </a:xfrm>
            <a:custGeom>
              <a:avLst/>
              <a:pathLst>
                <a:path w="1041" h="829">
                  <a:moveTo>
                    <a:pt x="1041" y="8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l1742"/>
            <p:cNvSpPr/>
            <p:nvPr/>
          </p:nvSpPr>
          <p:spPr>
            <a:xfrm>
              <a:off x="4554653" y="2218281"/>
              <a:ext cx="2094" cy="1644"/>
            </a:xfrm>
            <a:custGeom>
              <a:avLst/>
              <a:pathLst>
                <a:path w="2094" h="1644">
                  <a:moveTo>
                    <a:pt x="2094" y="1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l1743"/>
            <p:cNvSpPr/>
            <p:nvPr/>
          </p:nvSpPr>
          <p:spPr>
            <a:xfrm>
              <a:off x="4560626" y="2215005"/>
              <a:ext cx="1044" cy="825"/>
            </a:xfrm>
            <a:custGeom>
              <a:avLst/>
              <a:pathLst>
                <a:path w="1044" h="825">
                  <a:moveTo>
                    <a:pt x="1044" y="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l1744"/>
            <p:cNvSpPr/>
            <p:nvPr/>
          </p:nvSpPr>
          <p:spPr>
            <a:xfrm>
              <a:off x="4549500" y="2224871"/>
              <a:ext cx="3151" cy="2454"/>
            </a:xfrm>
            <a:custGeom>
              <a:avLst/>
              <a:pathLst>
                <a:path w="3151" h="2454">
                  <a:moveTo>
                    <a:pt x="3151" y="2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l1745"/>
            <p:cNvSpPr/>
            <p:nvPr/>
          </p:nvSpPr>
          <p:spPr>
            <a:xfrm>
              <a:off x="4557150" y="2221570"/>
              <a:ext cx="3142" cy="2465"/>
            </a:xfrm>
            <a:custGeom>
              <a:avLst/>
              <a:pathLst>
                <a:path w="3142" h="2465">
                  <a:moveTo>
                    <a:pt x="3142" y="24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l1746"/>
            <p:cNvSpPr/>
            <p:nvPr/>
          </p:nvSpPr>
          <p:spPr>
            <a:xfrm>
              <a:off x="4540123" y="2241393"/>
              <a:ext cx="4233" cy="3231"/>
            </a:xfrm>
            <a:custGeom>
              <a:avLst/>
              <a:pathLst>
                <a:path w="4233" h="3231">
                  <a:moveTo>
                    <a:pt x="4233" y="32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l1747"/>
            <p:cNvSpPr/>
            <p:nvPr/>
          </p:nvSpPr>
          <p:spPr>
            <a:xfrm>
              <a:off x="4552290" y="2234304"/>
              <a:ext cx="2105" cy="1629"/>
            </a:xfrm>
            <a:custGeom>
              <a:avLst/>
              <a:pathLst>
                <a:path w="2105" h="1629">
                  <a:moveTo>
                    <a:pt x="2105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l1748"/>
            <p:cNvSpPr/>
            <p:nvPr/>
          </p:nvSpPr>
          <p:spPr>
            <a:xfrm>
              <a:off x="4527723" y="2255591"/>
              <a:ext cx="7462" cy="5583"/>
            </a:xfrm>
            <a:custGeom>
              <a:avLst/>
              <a:pathLst>
                <a:path w="7462" h="5583">
                  <a:moveTo>
                    <a:pt x="7462" y="55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l1749"/>
            <p:cNvSpPr/>
            <p:nvPr/>
          </p:nvSpPr>
          <p:spPr>
            <a:xfrm>
              <a:off x="4544739" y="2248515"/>
              <a:ext cx="5297" cy="4031"/>
            </a:xfrm>
            <a:custGeom>
              <a:avLst/>
              <a:pathLst>
                <a:path w="5297" h="4031">
                  <a:moveTo>
                    <a:pt x="5297" y="40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l1750"/>
            <p:cNvSpPr/>
            <p:nvPr/>
          </p:nvSpPr>
          <p:spPr>
            <a:xfrm>
              <a:off x="4508414" y="2288681"/>
              <a:ext cx="9732" cy="6991"/>
            </a:xfrm>
            <a:custGeom>
              <a:avLst/>
              <a:pathLst>
                <a:path w="9732" h="6991">
                  <a:moveTo>
                    <a:pt x="9732" y="69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l1751"/>
            <p:cNvSpPr/>
            <p:nvPr/>
          </p:nvSpPr>
          <p:spPr>
            <a:xfrm>
              <a:off x="4591511" y="2172779"/>
              <a:ext cx="1021" cy="853"/>
            </a:xfrm>
            <a:custGeom>
              <a:avLst/>
              <a:pathLst>
                <a:path w="1021" h="853">
                  <a:moveTo>
                    <a:pt x="1021" y="8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l1752"/>
            <p:cNvSpPr/>
            <p:nvPr/>
          </p:nvSpPr>
          <p:spPr>
            <a:xfrm>
              <a:off x="4586163" y="2179212"/>
              <a:ext cx="1025" cy="849"/>
            </a:xfrm>
            <a:custGeom>
              <a:avLst/>
              <a:pathLst>
                <a:path w="1025" h="849">
                  <a:moveTo>
                    <a:pt x="1025" y="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l1753"/>
            <p:cNvSpPr/>
            <p:nvPr/>
          </p:nvSpPr>
          <p:spPr>
            <a:xfrm>
              <a:off x="4589858" y="2176844"/>
              <a:ext cx="1023" cy="851"/>
            </a:xfrm>
            <a:custGeom>
              <a:avLst/>
              <a:pathLst>
                <a:path w="1023" h="851">
                  <a:moveTo>
                    <a:pt x="1023" y="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l1754"/>
            <p:cNvSpPr/>
            <p:nvPr/>
          </p:nvSpPr>
          <p:spPr>
            <a:xfrm>
              <a:off x="4580842" y="2185667"/>
              <a:ext cx="2058" cy="1689"/>
            </a:xfrm>
            <a:custGeom>
              <a:avLst/>
              <a:pathLst>
                <a:path w="2058" h="1689">
                  <a:moveTo>
                    <a:pt x="2058" y="1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l1755"/>
            <p:cNvSpPr/>
            <p:nvPr/>
          </p:nvSpPr>
          <p:spPr>
            <a:xfrm>
              <a:off x="4586883" y="2182519"/>
              <a:ext cx="1026" cy="847"/>
            </a:xfrm>
            <a:custGeom>
              <a:avLst/>
              <a:pathLst>
                <a:path w="1026" h="847">
                  <a:moveTo>
                    <a:pt x="1026" y="8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l1756"/>
            <p:cNvSpPr/>
            <p:nvPr/>
          </p:nvSpPr>
          <p:spPr>
            <a:xfrm>
              <a:off x="4575549" y="2192145"/>
              <a:ext cx="3098" cy="2520"/>
            </a:xfrm>
            <a:custGeom>
              <a:avLst/>
              <a:pathLst>
                <a:path w="3098" h="2520">
                  <a:moveTo>
                    <a:pt x="3098" y="2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l1757"/>
            <p:cNvSpPr/>
            <p:nvPr/>
          </p:nvSpPr>
          <p:spPr>
            <a:xfrm>
              <a:off x="4583268" y="2189008"/>
              <a:ext cx="1029" cy="844"/>
            </a:xfrm>
            <a:custGeom>
              <a:avLst/>
              <a:pathLst>
                <a:path w="1029" h="844">
                  <a:moveTo>
                    <a:pt x="1029" y="8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l1758"/>
            <p:cNvSpPr/>
            <p:nvPr/>
          </p:nvSpPr>
          <p:spPr>
            <a:xfrm>
              <a:off x="4570283" y="2198646"/>
              <a:ext cx="4145" cy="3343"/>
            </a:xfrm>
            <a:custGeom>
              <a:avLst/>
              <a:pathLst>
                <a:path w="4145" h="3343">
                  <a:moveTo>
                    <a:pt x="4145" y="33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l1759"/>
            <p:cNvSpPr/>
            <p:nvPr/>
          </p:nvSpPr>
          <p:spPr>
            <a:xfrm>
              <a:off x="4613178" y="2147278"/>
              <a:ext cx="1007" cy="870"/>
            </a:xfrm>
            <a:custGeom>
              <a:avLst/>
              <a:pathLst>
                <a:path w="1007" h="870">
                  <a:moveTo>
                    <a:pt x="1007" y="8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l1760"/>
            <p:cNvSpPr/>
            <p:nvPr/>
          </p:nvSpPr>
          <p:spPr>
            <a:xfrm>
              <a:off x="4607721" y="2153619"/>
              <a:ext cx="1010" cy="866"/>
            </a:xfrm>
            <a:custGeom>
              <a:avLst/>
              <a:pathLst>
                <a:path w="1010" h="866">
                  <a:moveTo>
                    <a:pt x="1010" y="8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l1761"/>
            <p:cNvSpPr/>
            <p:nvPr/>
          </p:nvSpPr>
          <p:spPr>
            <a:xfrm>
              <a:off x="4611455" y="2151314"/>
              <a:ext cx="1009" cy="868"/>
            </a:xfrm>
            <a:custGeom>
              <a:avLst/>
              <a:pathLst>
                <a:path w="1009" h="868">
                  <a:moveTo>
                    <a:pt x="1009" y="8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l1762"/>
            <p:cNvSpPr/>
            <p:nvPr/>
          </p:nvSpPr>
          <p:spPr>
            <a:xfrm>
              <a:off x="4602290" y="2159982"/>
              <a:ext cx="2029" cy="1724"/>
            </a:xfrm>
            <a:custGeom>
              <a:avLst/>
              <a:pathLst>
                <a:path w="2029" h="1724">
                  <a:moveTo>
                    <a:pt x="2029" y="17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l1763"/>
            <p:cNvSpPr/>
            <p:nvPr/>
          </p:nvSpPr>
          <p:spPr>
            <a:xfrm>
              <a:off x="4608384" y="2156938"/>
              <a:ext cx="1011" cy="865"/>
            </a:xfrm>
            <a:custGeom>
              <a:avLst/>
              <a:pathLst>
                <a:path w="1011" h="865">
                  <a:moveTo>
                    <a:pt x="1011" y="8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l1764"/>
            <p:cNvSpPr/>
            <p:nvPr/>
          </p:nvSpPr>
          <p:spPr>
            <a:xfrm>
              <a:off x="4596887" y="2166369"/>
              <a:ext cx="3054" cy="2573"/>
            </a:xfrm>
            <a:custGeom>
              <a:avLst/>
              <a:pathLst>
                <a:path w="3054" h="2573">
                  <a:moveTo>
                    <a:pt x="3054" y="25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l1765"/>
            <p:cNvSpPr/>
            <p:nvPr/>
          </p:nvSpPr>
          <p:spPr>
            <a:xfrm>
              <a:off x="4624174" y="2134668"/>
              <a:ext cx="999" cy="879"/>
            </a:xfrm>
            <a:custGeom>
              <a:avLst/>
              <a:pathLst>
                <a:path w="999" h="879">
                  <a:moveTo>
                    <a:pt x="999" y="8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l1766"/>
            <p:cNvSpPr/>
            <p:nvPr/>
          </p:nvSpPr>
          <p:spPr>
            <a:xfrm>
              <a:off x="4618663" y="2140961"/>
              <a:ext cx="1003" cy="875"/>
            </a:xfrm>
            <a:custGeom>
              <a:avLst/>
              <a:pathLst>
                <a:path w="1003" h="875">
                  <a:moveTo>
                    <a:pt x="1003" y="8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l1767"/>
            <p:cNvSpPr/>
            <p:nvPr/>
          </p:nvSpPr>
          <p:spPr>
            <a:xfrm>
              <a:off x="4635277" y="2122152"/>
              <a:ext cx="992" cy="887"/>
            </a:xfrm>
            <a:custGeom>
              <a:avLst/>
              <a:pathLst>
                <a:path w="992" h="887">
                  <a:moveTo>
                    <a:pt x="992" y="8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l1768"/>
            <p:cNvSpPr/>
            <p:nvPr/>
          </p:nvSpPr>
          <p:spPr>
            <a:xfrm>
              <a:off x="4629712" y="2128398"/>
              <a:ext cx="996" cy="883"/>
            </a:xfrm>
            <a:custGeom>
              <a:avLst/>
              <a:pathLst>
                <a:path w="996" h="883">
                  <a:moveTo>
                    <a:pt x="996" y="8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l1769"/>
            <p:cNvSpPr/>
            <p:nvPr/>
          </p:nvSpPr>
          <p:spPr>
            <a:xfrm>
              <a:off x="4646487" y="2109731"/>
              <a:ext cx="984" cy="896"/>
            </a:xfrm>
            <a:custGeom>
              <a:avLst/>
              <a:pathLst>
                <a:path w="984" h="896">
                  <a:moveTo>
                    <a:pt x="984" y="8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l1770"/>
            <p:cNvSpPr/>
            <p:nvPr/>
          </p:nvSpPr>
          <p:spPr>
            <a:xfrm>
              <a:off x="4640869" y="2115929"/>
              <a:ext cx="988" cy="892"/>
            </a:xfrm>
            <a:custGeom>
              <a:avLst/>
              <a:pathLst>
                <a:path w="988" h="892">
                  <a:moveTo>
                    <a:pt x="988" y="8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l1771"/>
            <p:cNvSpPr/>
            <p:nvPr/>
          </p:nvSpPr>
          <p:spPr>
            <a:xfrm>
              <a:off x="4644661" y="2113721"/>
              <a:ext cx="1973" cy="1788"/>
            </a:xfrm>
            <a:custGeom>
              <a:avLst/>
              <a:pathLst>
                <a:path w="1973" h="1788">
                  <a:moveTo>
                    <a:pt x="1973" y="1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l1772"/>
            <p:cNvSpPr/>
            <p:nvPr/>
          </p:nvSpPr>
          <p:spPr>
            <a:xfrm>
              <a:off x="4633485" y="2126157"/>
              <a:ext cx="1988" cy="1771"/>
            </a:xfrm>
            <a:custGeom>
              <a:avLst/>
              <a:pathLst>
                <a:path w="1988" h="1771">
                  <a:moveTo>
                    <a:pt x="1988" y="17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l1773"/>
            <p:cNvSpPr/>
            <p:nvPr/>
          </p:nvSpPr>
          <p:spPr>
            <a:xfrm>
              <a:off x="4641041" y="2121707"/>
              <a:ext cx="1980" cy="1779"/>
            </a:xfrm>
            <a:custGeom>
              <a:avLst/>
              <a:pathLst>
                <a:path w="1980" h="1779">
                  <a:moveTo>
                    <a:pt x="1980" y="17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l1774"/>
            <p:cNvSpPr/>
            <p:nvPr/>
          </p:nvSpPr>
          <p:spPr>
            <a:xfrm>
              <a:off x="4622417" y="2138689"/>
              <a:ext cx="4006" cy="3508"/>
            </a:xfrm>
            <a:custGeom>
              <a:avLst/>
              <a:pathLst>
                <a:path w="4006" h="3508">
                  <a:moveTo>
                    <a:pt x="4006" y="35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l1775"/>
            <p:cNvSpPr/>
            <p:nvPr/>
          </p:nvSpPr>
          <p:spPr>
            <a:xfrm>
              <a:off x="4634692" y="2132816"/>
              <a:ext cx="3984" cy="3534"/>
            </a:xfrm>
            <a:custGeom>
              <a:avLst/>
              <a:pathLst>
                <a:path w="3984" h="3534">
                  <a:moveTo>
                    <a:pt x="3984" y="3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l1776"/>
            <p:cNvSpPr/>
            <p:nvPr/>
          </p:nvSpPr>
          <p:spPr>
            <a:xfrm>
              <a:off x="4604659" y="2163364"/>
              <a:ext cx="6090" cy="5169"/>
            </a:xfrm>
            <a:custGeom>
              <a:avLst/>
              <a:pathLst>
                <a:path w="6090" h="5169">
                  <a:moveTo>
                    <a:pt x="6090" y="51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l1777"/>
            <p:cNvSpPr/>
            <p:nvPr/>
          </p:nvSpPr>
          <p:spPr>
            <a:xfrm>
              <a:off x="4624625" y="2152365"/>
              <a:ext cx="5028" cy="4363"/>
            </a:xfrm>
            <a:custGeom>
              <a:avLst/>
              <a:pathLst>
                <a:path w="5028" h="4363">
                  <a:moveTo>
                    <a:pt x="5028" y="4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l1778"/>
            <p:cNvSpPr/>
            <p:nvPr/>
          </p:nvSpPr>
          <p:spPr>
            <a:xfrm>
              <a:off x="4579351" y="2195911"/>
              <a:ext cx="10330" cy="8399"/>
            </a:xfrm>
            <a:custGeom>
              <a:avLst/>
              <a:pathLst>
                <a:path w="10330" h="8399">
                  <a:moveTo>
                    <a:pt x="10330" y="83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l1779"/>
            <p:cNvSpPr/>
            <p:nvPr/>
          </p:nvSpPr>
          <p:spPr>
            <a:xfrm>
              <a:off x="4609477" y="2180359"/>
              <a:ext cx="14272" cy="11989"/>
            </a:xfrm>
            <a:custGeom>
              <a:avLst/>
              <a:pathLst>
                <a:path w="14272" h="11989">
                  <a:moveTo>
                    <a:pt x="14272" y="119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l1780"/>
            <p:cNvSpPr/>
            <p:nvPr/>
          </p:nvSpPr>
          <p:spPr>
            <a:xfrm>
              <a:off x="4533943" y="2274000"/>
              <a:ext cx="16057" cy="11874"/>
            </a:xfrm>
            <a:custGeom>
              <a:avLst/>
              <a:pathLst>
                <a:path w="16057" h="11874">
                  <a:moveTo>
                    <a:pt x="16057" y="118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l1781"/>
            <p:cNvSpPr/>
            <p:nvPr/>
          </p:nvSpPr>
          <p:spPr>
            <a:xfrm>
              <a:off x="4586151" y="2238540"/>
              <a:ext cx="26137" cy="20610"/>
            </a:xfrm>
            <a:custGeom>
              <a:avLst/>
              <a:pathLst>
                <a:path w="26137" h="20610">
                  <a:moveTo>
                    <a:pt x="26137" y="20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l1782"/>
            <p:cNvSpPr/>
            <p:nvPr/>
          </p:nvSpPr>
          <p:spPr>
            <a:xfrm>
              <a:off x="4435043" y="2449911"/>
              <a:ext cx="33261" cy="19608"/>
            </a:xfrm>
            <a:custGeom>
              <a:avLst/>
              <a:pathLst>
                <a:path w="33261" h="19608">
                  <a:moveTo>
                    <a:pt x="33261" y="196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l1783"/>
            <p:cNvSpPr/>
            <p:nvPr/>
          </p:nvSpPr>
          <p:spPr>
            <a:xfrm>
              <a:off x="4536744" y="2361904"/>
              <a:ext cx="6592" cy="4512"/>
            </a:xfrm>
            <a:custGeom>
              <a:avLst/>
              <a:pathLst>
                <a:path w="6592" h="4512">
                  <a:moveTo>
                    <a:pt x="6592" y="45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l1784"/>
            <p:cNvSpPr/>
            <p:nvPr/>
          </p:nvSpPr>
          <p:spPr>
            <a:xfrm>
              <a:off x="4378199" y="2499080"/>
              <a:ext cx="63226" cy="34230"/>
            </a:xfrm>
            <a:custGeom>
              <a:avLst/>
              <a:pathLst>
                <a:path w="63226" h="34230">
                  <a:moveTo>
                    <a:pt x="63226" y="342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l1785"/>
            <p:cNvSpPr/>
            <p:nvPr/>
          </p:nvSpPr>
          <p:spPr>
            <a:xfrm>
              <a:off x="4490211" y="2448538"/>
              <a:ext cx="2272" cy="1387"/>
            </a:xfrm>
            <a:custGeom>
              <a:avLst/>
              <a:pathLst>
                <a:path w="2272" h="1387">
                  <a:moveTo>
                    <a:pt x="2272" y="1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l1786"/>
            <p:cNvSpPr/>
            <p:nvPr/>
          </p:nvSpPr>
          <p:spPr>
            <a:xfrm>
              <a:off x="4358811" y="2524232"/>
              <a:ext cx="70851" cy="36904"/>
            </a:xfrm>
            <a:custGeom>
              <a:avLst/>
              <a:pathLst>
                <a:path w="70851" h="36904">
                  <a:moveTo>
                    <a:pt x="70851" y="36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l1787"/>
            <p:cNvSpPr/>
            <p:nvPr/>
          </p:nvSpPr>
          <p:spPr>
            <a:xfrm>
              <a:off x="4460127" y="2504997"/>
              <a:ext cx="39414" cy="22265"/>
            </a:xfrm>
            <a:custGeom>
              <a:avLst/>
              <a:pathLst>
                <a:path w="39414" h="22265">
                  <a:moveTo>
                    <a:pt x="39414" y="22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l1788"/>
            <p:cNvSpPr/>
            <p:nvPr/>
          </p:nvSpPr>
          <p:spPr>
            <a:xfrm>
              <a:off x="4297281" y="2768710"/>
              <a:ext cx="77492" cy="28448"/>
            </a:xfrm>
            <a:custGeom>
              <a:avLst/>
              <a:pathLst>
                <a:path w="77492" h="28448">
                  <a:moveTo>
                    <a:pt x="77492" y="284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l1789"/>
            <p:cNvSpPr/>
            <p:nvPr/>
          </p:nvSpPr>
          <p:spPr>
            <a:xfrm>
              <a:off x="4431677" y="2659677"/>
              <a:ext cx="39882" cy="18436"/>
            </a:xfrm>
            <a:custGeom>
              <a:avLst/>
              <a:pathLst>
                <a:path w="39882" h="18436">
                  <a:moveTo>
                    <a:pt x="39882" y="18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l1790"/>
            <p:cNvSpPr/>
            <p:nvPr/>
          </p:nvSpPr>
          <p:spPr>
            <a:xfrm>
              <a:off x="4233694" y="2972589"/>
              <a:ext cx="124143" cy="30427"/>
            </a:xfrm>
            <a:custGeom>
              <a:avLst/>
              <a:pathLst>
                <a:path w="124143" h="30427">
                  <a:moveTo>
                    <a:pt x="124143" y="304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l1791"/>
            <p:cNvSpPr/>
            <p:nvPr/>
          </p:nvSpPr>
          <p:spPr>
            <a:xfrm>
              <a:off x="4406867" y="2837824"/>
              <a:ext cx="11310" cy="3958"/>
            </a:xfrm>
            <a:custGeom>
              <a:avLst/>
              <a:pathLst>
                <a:path w="11310" h="3958">
                  <a:moveTo>
                    <a:pt x="11310" y="3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l1792"/>
            <p:cNvSpPr/>
            <p:nvPr/>
          </p:nvSpPr>
          <p:spPr>
            <a:xfrm>
              <a:off x="4171977" y="3115628"/>
              <a:ext cx="169521" cy="27612"/>
            </a:xfrm>
            <a:custGeom>
              <a:avLst/>
              <a:pathLst>
                <a:path w="169521" h="27612">
                  <a:moveTo>
                    <a:pt x="169521" y="276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l1793"/>
            <p:cNvSpPr/>
            <p:nvPr/>
          </p:nvSpPr>
          <p:spPr>
            <a:xfrm>
              <a:off x="4373231" y="2990831"/>
              <a:ext cx="12903" cy="3282"/>
            </a:xfrm>
            <a:custGeom>
              <a:avLst/>
              <a:pathLst>
                <a:path w="12903" h="3282">
                  <a:moveTo>
                    <a:pt x="12903" y="32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l1794"/>
            <p:cNvSpPr/>
            <p:nvPr/>
          </p:nvSpPr>
          <p:spPr>
            <a:xfrm>
              <a:off x="4161556" y="3199198"/>
              <a:ext cx="182455" cy="21676"/>
            </a:xfrm>
            <a:custGeom>
              <a:avLst/>
              <a:pathLst>
                <a:path w="182455" h="21676">
                  <a:moveTo>
                    <a:pt x="182455" y="216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l1795"/>
            <p:cNvSpPr/>
            <p:nvPr/>
          </p:nvSpPr>
          <p:spPr>
            <a:xfrm>
              <a:off x="4361363" y="3106805"/>
              <a:ext cx="1309" cy="243"/>
            </a:xfrm>
            <a:custGeom>
              <a:avLst/>
              <a:pathLst>
                <a:path w="1309" h="243">
                  <a:moveTo>
                    <a:pt x="1309" y="2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l1796"/>
            <p:cNvSpPr/>
            <p:nvPr/>
          </p:nvSpPr>
          <p:spPr>
            <a:xfrm>
              <a:off x="4147119" y="3220254"/>
              <a:ext cx="195931" cy="20987"/>
            </a:xfrm>
            <a:custGeom>
              <a:avLst/>
              <a:pathLst>
                <a:path w="195931" h="20987">
                  <a:moveTo>
                    <a:pt x="195931" y="209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l1797"/>
            <p:cNvSpPr/>
            <p:nvPr/>
          </p:nvSpPr>
          <p:spPr>
            <a:xfrm>
              <a:off x="4351571" y="3173956"/>
              <a:ext cx="3952" cy="577"/>
            </a:xfrm>
            <a:custGeom>
              <a:avLst/>
              <a:pathLst>
                <a:path w="3952" h="577">
                  <a:moveTo>
                    <a:pt x="3952" y="5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l1798"/>
            <p:cNvSpPr/>
            <p:nvPr/>
          </p:nvSpPr>
          <p:spPr>
            <a:xfrm>
              <a:off x="4147854" y="3239238"/>
              <a:ext cx="197449" cy="19234"/>
            </a:xfrm>
            <a:custGeom>
              <a:avLst/>
              <a:pathLst>
                <a:path w="197449" h="19234">
                  <a:moveTo>
                    <a:pt x="197449" y="192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l1799"/>
            <p:cNvSpPr/>
            <p:nvPr/>
          </p:nvSpPr>
          <p:spPr>
            <a:xfrm>
              <a:off x="4349909" y="3216442"/>
              <a:ext cx="25111" cy="3057"/>
            </a:xfrm>
            <a:custGeom>
              <a:avLst/>
              <a:pathLst>
                <a:path w="25111" h="3057">
                  <a:moveTo>
                    <a:pt x="25111" y="3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l1800"/>
            <p:cNvSpPr/>
            <p:nvPr/>
          </p:nvSpPr>
          <p:spPr>
            <a:xfrm>
              <a:off x="4161185" y="3359470"/>
              <a:ext cx="202247" cy="7268"/>
            </a:xfrm>
            <a:custGeom>
              <a:avLst/>
              <a:pathLst>
                <a:path w="202247" h="7268">
                  <a:moveTo>
                    <a:pt x="202247" y="72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l1801"/>
            <p:cNvSpPr/>
            <p:nvPr/>
          </p:nvSpPr>
          <p:spPr>
            <a:xfrm>
              <a:off x="4657802" y="2097406"/>
              <a:ext cx="976" cy="904"/>
            </a:xfrm>
            <a:custGeom>
              <a:avLst/>
              <a:pathLst>
                <a:path w="976" h="904">
                  <a:moveTo>
                    <a:pt x="976" y="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l1802"/>
            <p:cNvSpPr/>
            <p:nvPr/>
          </p:nvSpPr>
          <p:spPr>
            <a:xfrm>
              <a:off x="4652131" y="2103556"/>
              <a:ext cx="980" cy="900"/>
            </a:xfrm>
            <a:custGeom>
              <a:avLst/>
              <a:pathLst>
                <a:path w="980" h="900">
                  <a:moveTo>
                    <a:pt x="980" y="9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l1803"/>
            <p:cNvSpPr/>
            <p:nvPr/>
          </p:nvSpPr>
          <p:spPr>
            <a:xfrm>
              <a:off x="4669222" y="2085178"/>
              <a:ext cx="969" cy="912"/>
            </a:xfrm>
            <a:custGeom>
              <a:avLst/>
              <a:pathLst>
                <a:path w="969" h="912">
                  <a:moveTo>
                    <a:pt x="969" y="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l1804"/>
            <p:cNvSpPr/>
            <p:nvPr/>
          </p:nvSpPr>
          <p:spPr>
            <a:xfrm>
              <a:off x="4663499" y="2091280"/>
              <a:ext cx="973" cy="908"/>
            </a:xfrm>
            <a:custGeom>
              <a:avLst/>
              <a:pathLst>
                <a:path w="973" h="908">
                  <a:moveTo>
                    <a:pt x="973" y="9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l1805"/>
            <p:cNvSpPr/>
            <p:nvPr/>
          </p:nvSpPr>
          <p:spPr>
            <a:xfrm>
              <a:off x="4692373" y="2061017"/>
              <a:ext cx="953" cy="929"/>
            </a:xfrm>
            <a:custGeom>
              <a:avLst/>
              <a:pathLst>
                <a:path w="953" h="929">
                  <a:moveTo>
                    <a:pt x="953" y="9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l1806"/>
            <p:cNvSpPr/>
            <p:nvPr/>
          </p:nvSpPr>
          <p:spPr>
            <a:xfrm>
              <a:off x="4686547" y="2067020"/>
              <a:ext cx="957" cy="925"/>
            </a:xfrm>
            <a:custGeom>
              <a:avLst/>
              <a:pathLst>
                <a:path w="957" h="925">
                  <a:moveTo>
                    <a:pt x="957" y="9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l1807"/>
            <p:cNvSpPr/>
            <p:nvPr/>
          </p:nvSpPr>
          <p:spPr>
            <a:xfrm>
              <a:off x="4704102" y="2049086"/>
              <a:ext cx="945" cy="937"/>
            </a:xfrm>
            <a:custGeom>
              <a:avLst/>
              <a:pathLst>
                <a:path w="945" h="937">
                  <a:moveTo>
                    <a:pt x="945" y="9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l1808"/>
            <p:cNvSpPr/>
            <p:nvPr/>
          </p:nvSpPr>
          <p:spPr>
            <a:xfrm>
              <a:off x="4698225" y="2055039"/>
              <a:ext cx="949" cy="933"/>
            </a:xfrm>
            <a:custGeom>
              <a:avLst/>
              <a:pathLst>
                <a:path w="949" h="933">
                  <a:moveTo>
                    <a:pt x="949" y="9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l1809"/>
            <p:cNvSpPr/>
            <p:nvPr/>
          </p:nvSpPr>
          <p:spPr>
            <a:xfrm>
              <a:off x="4721886" y="2031377"/>
              <a:ext cx="933" cy="949"/>
            </a:xfrm>
            <a:custGeom>
              <a:avLst/>
              <a:pathLst>
                <a:path w="933" h="949">
                  <a:moveTo>
                    <a:pt x="933" y="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l1810"/>
            <p:cNvSpPr/>
            <p:nvPr/>
          </p:nvSpPr>
          <p:spPr>
            <a:xfrm>
              <a:off x="4715933" y="2037255"/>
              <a:ext cx="937" cy="945"/>
            </a:xfrm>
            <a:custGeom>
              <a:avLst/>
              <a:pathLst>
                <a:path w="937" h="945">
                  <a:moveTo>
                    <a:pt x="937" y="9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l1811"/>
            <p:cNvSpPr/>
            <p:nvPr/>
          </p:nvSpPr>
          <p:spPr>
            <a:xfrm>
              <a:off x="4719842" y="2035260"/>
              <a:ext cx="935" cy="947"/>
            </a:xfrm>
            <a:custGeom>
              <a:avLst/>
              <a:pathLst>
                <a:path w="935" h="947">
                  <a:moveTo>
                    <a:pt x="935" y="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l1812"/>
            <p:cNvSpPr/>
            <p:nvPr/>
          </p:nvSpPr>
          <p:spPr>
            <a:xfrm>
              <a:off x="4710005" y="2043158"/>
              <a:ext cx="1882" cy="1882"/>
            </a:xfrm>
            <a:custGeom>
              <a:avLst/>
              <a:pathLst>
                <a:path w="1882" h="1882">
                  <a:moveTo>
                    <a:pt x="1882" y="18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l1813"/>
            <p:cNvSpPr/>
            <p:nvPr/>
          </p:nvSpPr>
          <p:spPr>
            <a:xfrm>
              <a:off x="4716326" y="2040617"/>
              <a:ext cx="1876" cy="1888"/>
            </a:xfrm>
            <a:custGeom>
              <a:avLst/>
              <a:pathLst>
                <a:path w="1876" h="1888">
                  <a:moveTo>
                    <a:pt x="1876" y="1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l1814"/>
            <p:cNvSpPr/>
            <p:nvPr/>
          </p:nvSpPr>
          <p:spPr>
            <a:xfrm>
              <a:off x="4702108" y="2052994"/>
              <a:ext cx="2842" cy="2806"/>
            </a:xfrm>
            <a:custGeom>
              <a:avLst/>
              <a:pathLst>
                <a:path w="2842" h="2806">
                  <a:moveTo>
                    <a:pt x="2842" y="2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l1815"/>
            <p:cNvSpPr/>
            <p:nvPr/>
          </p:nvSpPr>
          <p:spPr>
            <a:xfrm>
              <a:off x="4711560" y="2049137"/>
              <a:ext cx="1885" cy="1879"/>
            </a:xfrm>
            <a:custGeom>
              <a:avLst/>
              <a:pathLst>
                <a:path w="1885" h="1879">
                  <a:moveTo>
                    <a:pt x="1885" y="18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l1816"/>
            <p:cNvSpPr/>
            <p:nvPr/>
          </p:nvSpPr>
          <p:spPr>
            <a:xfrm>
              <a:off x="4690412" y="2064943"/>
              <a:ext cx="4777" cy="4636"/>
            </a:xfrm>
            <a:custGeom>
              <a:avLst/>
              <a:pathLst>
                <a:path w="4777" h="4636">
                  <a:moveTo>
                    <a:pt x="4777" y="4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l1817"/>
            <p:cNvSpPr/>
            <p:nvPr/>
          </p:nvSpPr>
          <p:spPr>
            <a:xfrm>
              <a:off x="4704287" y="2060268"/>
              <a:ext cx="949" cy="933"/>
            </a:xfrm>
            <a:custGeom>
              <a:avLst/>
              <a:pathLst>
                <a:path w="949" h="933">
                  <a:moveTo>
                    <a:pt x="949" y="9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l1818"/>
            <p:cNvSpPr/>
            <p:nvPr/>
          </p:nvSpPr>
          <p:spPr>
            <a:xfrm>
              <a:off x="4680746" y="2073048"/>
              <a:ext cx="6729" cy="6448"/>
            </a:xfrm>
            <a:custGeom>
              <a:avLst/>
              <a:pathLst>
                <a:path w="6729" h="6448">
                  <a:moveTo>
                    <a:pt x="6729" y="64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l1819"/>
            <p:cNvSpPr/>
            <p:nvPr/>
          </p:nvSpPr>
          <p:spPr>
            <a:xfrm>
              <a:off x="4745948" y="2008123"/>
              <a:ext cx="917" cy="965"/>
            </a:xfrm>
            <a:custGeom>
              <a:avLst/>
              <a:pathLst>
                <a:path w="917" h="965">
                  <a:moveTo>
                    <a:pt x="917" y="9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l1820"/>
            <p:cNvSpPr/>
            <p:nvPr/>
          </p:nvSpPr>
          <p:spPr>
            <a:xfrm>
              <a:off x="4739896" y="2013898"/>
              <a:ext cx="921" cy="961"/>
            </a:xfrm>
            <a:custGeom>
              <a:avLst/>
              <a:pathLst>
                <a:path w="921" h="961">
                  <a:moveTo>
                    <a:pt x="921" y="9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l1821"/>
            <p:cNvSpPr/>
            <p:nvPr/>
          </p:nvSpPr>
          <p:spPr>
            <a:xfrm>
              <a:off x="4758127" y="1996651"/>
              <a:ext cx="908" cy="973"/>
            </a:xfrm>
            <a:custGeom>
              <a:avLst/>
              <a:pathLst>
                <a:path w="908" h="973">
                  <a:moveTo>
                    <a:pt x="908" y="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l1822"/>
            <p:cNvSpPr/>
            <p:nvPr/>
          </p:nvSpPr>
          <p:spPr>
            <a:xfrm>
              <a:off x="4752025" y="2002374"/>
              <a:ext cx="912" cy="969"/>
            </a:xfrm>
            <a:custGeom>
              <a:avLst/>
              <a:pathLst>
                <a:path w="912" h="969">
                  <a:moveTo>
                    <a:pt x="912" y="9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l1823"/>
            <p:cNvSpPr/>
            <p:nvPr/>
          </p:nvSpPr>
          <p:spPr>
            <a:xfrm>
              <a:off x="4755984" y="2000481"/>
              <a:ext cx="1821" cy="1942"/>
            </a:xfrm>
            <a:custGeom>
              <a:avLst/>
              <a:pathLst>
                <a:path w="1821" h="1942">
                  <a:moveTo>
                    <a:pt x="1821" y="19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l1824"/>
            <p:cNvSpPr/>
            <p:nvPr/>
          </p:nvSpPr>
          <p:spPr>
            <a:xfrm>
              <a:off x="4743838" y="2011971"/>
              <a:ext cx="1838" cy="1926"/>
            </a:xfrm>
            <a:custGeom>
              <a:avLst/>
              <a:pathLst>
                <a:path w="1838" h="1926">
                  <a:moveTo>
                    <a:pt x="1838" y="19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l1825"/>
            <p:cNvSpPr/>
            <p:nvPr/>
          </p:nvSpPr>
          <p:spPr>
            <a:xfrm>
              <a:off x="4788999" y="1968430"/>
              <a:ext cx="887" cy="992"/>
            </a:xfrm>
            <a:custGeom>
              <a:avLst/>
              <a:pathLst>
                <a:path w="887" h="992">
                  <a:moveTo>
                    <a:pt x="887" y="9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l1826"/>
            <p:cNvSpPr/>
            <p:nvPr/>
          </p:nvSpPr>
          <p:spPr>
            <a:xfrm>
              <a:off x="4782777" y="1974021"/>
              <a:ext cx="892" cy="988"/>
            </a:xfrm>
            <a:custGeom>
              <a:avLst/>
              <a:pathLst>
                <a:path w="892" h="988">
                  <a:moveTo>
                    <a:pt x="892" y="9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l1827"/>
            <p:cNvSpPr/>
            <p:nvPr/>
          </p:nvSpPr>
          <p:spPr>
            <a:xfrm>
              <a:off x="4786775" y="1972212"/>
              <a:ext cx="889" cy="990"/>
            </a:xfrm>
            <a:custGeom>
              <a:avLst/>
              <a:pathLst>
                <a:path w="889" h="990">
                  <a:moveTo>
                    <a:pt x="889" y="9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l1828"/>
            <p:cNvSpPr/>
            <p:nvPr/>
          </p:nvSpPr>
          <p:spPr>
            <a:xfrm>
              <a:off x="4776578" y="1979639"/>
              <a:ext cx="1792" cy="1969"/>
            </a:xfrm>
            <a:custGeom>
              <a:avLst/>
              <a:pathLst>
                <a:path w="1792" h="1969">
                  <a:moveTo>
                    <a:pt x="1792" y="19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l1829"/>
            <p:cNvSpPr/>
            <p:nvPr/>
          </p:nvSpPr>
          <p:spPr>
            <a:xfrm>
              <a:off x="4783011" y="1977398"/>
              <a:ext cx="893" cy="987"/>
            </a:xfrm>
            <a:custGeom>
              <a:avLst/>
              <a:pathLst>
                <a:path w="893" h="987">
                  <a:moveTo>
                    <a:pt x="893" y="9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l1830"/>
            <p:cNvSpPr/>
            <p:nvPr/>
          </p:nvSpPr>
          <p:spPr>
            <a:xfrm>
              <a:off x="4770404" y="1985284"/>
              <a:ext cx="2701" cy="2942"/>
            </a:xfrm>
            <a:custGeom>
              <a:avLst/>
              <a:pathLst>
                <a:path w="2701" h="2942">
                  <a:moveTo>
                    <a:pt x="2701" y="29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l1831"/>
            <p:cNvSpPr/>
            <p:nvPr/>
          </p:nvSpPr>
          <p:spPr>
            <a:xfrm>
              <a:off x="4778495" y="1983296"/>
              <a:ext cx="896" cy="984"/>
            </a:xfrm>
            <a:custGeom>
              <a:avLst/>
              <a:pathLst>
                <a:path w="896" h="984">
                  <a:moveTo>
                    <a:pt x="896" y="9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l1832"/>
            <p:cNvSpPr/>
            <p:nvPr/>
          </p:nvSpPr>
          <p:spPr>
            <a:xfrm>
              <a:off x="4764253" y="1990954"/>
              <a:ext cx="3618" cy="3907"/>
            </a:xfrm>
            <a:custGeom>
              <a:avLst/>
              <a:pathLst>
                <a:path w="3618" h="3907">
                  <a:moveTo>
                    <a:pt x="3618" y="3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l1833"/>
            <p:cNvSpPr/>
            <p:nvPr/>
          </p:nvSpPr>
          <p:spPr>
            <a:xfrm>
              <a:off x="4773621" y="1989559"/>
              <a:ext cx="3602" cy="3922"/>
            </a:xfrm>
            <a:custGeom>
              <a:avLst/>
              <a:pathLst>
                <a:path w="3602" h="3922">
                  <a:moveTo>
                    <a:pt x="3602" y="39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l1834"/>
            <p:cNvSpPr/>
            <p:nvPr/>
          </p:nvSpPr>
          <p:spPr>
            <a:xfrm>
              <a:off x="4751729" y="2008147"/>
              <a:ext cx="4574" cy="4836"/>
            </a:xfrm>
            <a:custGeom>
              <a:avLst/>
              <a:pathLst>
                <a:path w="4574" h="4836">
                  <a:moveTo>
                    <a:pt x="4574" y="48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l1835"/>
            <p:cNvSpPr/>
            <p:nvPr/>
          </p:nvSpPr>
          <p:spPr>
            <a:xfrm>
              <a:off x="4766728" y="2003194"/>
              <a:ext cx="907" cy="973"/>
            </a:xfrm>
            <a:custGeom>
              <a:avLst/>
              <a:pathLst>
                <a:path w="907" h="973">
                  <a:moveTo>
                    <a:pt x="907" y="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l1836"/>
            <p:cNvSpPr/>
            <p:nvPr/>
          </p:nvSpPr>
          <p:spPr>
            <a:xfrm>
              <a:off x="4733868" y="2019699"/>
              <a:ext cx="8327" cy="8616"/>
            </a:xfrm>
            <a:custGeom>
              <a:avLst/>
              <a:pathLst>
                <a:path w="8327" h="8616">
                  <a:moveTo>
                    <a:pt x="8327" y="86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l1837"/>
            <p:cNvSpPr/>
            <p:nvPr/>
          </p:nvSpPr>
          <p:spPr>
            <a:xfrm>
              <a:off x="4754861" y="2016185"/>
              <a:ext cx="916" cy="965"/>
            </a:xfrm>
            <a:custGeom>
              <a:avLst/>
              <a:pathLst>
                <a:path w="916" h="965">
                  <a:moveTo>
                    <a:pt x="916" y="9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l1838"/>
            <p:cNvSpPr/>
            <p:nvPr/>
          </p:nvSpPr>
          <p:spPr>
            <a:xfrm>
              <a:off x="4727865" y="2025525"/>
              <a:ext cx="9293" cy="9534"/>
            </a:xfrm>
            <a:custGeom>
              <a:avLst/>
              <a:pathLst>
                <a:path w="9293" h="9534">
                  <a:moveTo>
                    <a:pt x="9293" y="9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l1839"/>
            <p:cNvSpPr/>
            <p:nvPr/>
          </p:nvSpPr>
          <p:spPr>
            <a:xfrm>
              <a:off x="4746438" y="2026074"/>
              <a:ext cx="7383" cy="7676"/>
            </a:xfrm>
            <a:custGeom>
              <a:avLst/>
              <a:pathLst>
                <a:path w="7383" h="7676">
                  <a:moveTo>
                    <a:pt x="7383" y="76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l1840"/>
            <p:cNvSpPr/>
            <p:nvPr/>
          </p:nvSpPr>
          <p:spPr>
            <a:xfrm>
              <a:off x="4696326" y="2070320"/>
              <a:ext cx="10508" cy="10201"/>
            </a:xfrm>
            <a:custGeom>
              <a:avLst/>
              <a:pathLst>
                <a:path w="10508" h="10201">
                  <a:moveTo>
                    <a:pt x="10508" y="10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l1841"/>
            <p:cNvSpPr/>
            <p:nvPr/>
          </p:nvSpPr>
          <p:spPr>
            <a:xfrm>
              <a:off x="4730128" y="2056935"/>
              <a:ext cx="939" cy="943"/>
            </a:xfrm>
            <a:custGeom>
              <a:avLst/>
              <a:pathLst>
                <a:path w="939" h="943">
                  <a:moveTo>
                    <a:pt x="939" y="9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l1842"/>
            <p:cNvSpPr/>
            <p:nvPr/>
          </p:nvSpPr>
          <p:spPr>
            <a:xfrm>
              <a:off x="4674971" y="2079101"/>
              <a:ext cx="18340" cy="17423"/>
            </a:xfrm>
            <a:custGeom>
              <a:avLst/>
              <a:pathLst>
                <a:path w="18340" h="17423">
                  <a:moveTo>
                    <a:pt x="18340" y="17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l1843"/>
            <p:cNvSpPr/>
            <p:nvPr/>
          </p:nvSpPr>
          <p:spPr>
            <a:xfrm>
              <a:off x="4814126" y="1946331"/>
              <a:ext cx="870" cy="1007"/>
            </a:xfrm>
            <a:custGeom>
              <a:avLst/>
              <a:pathLst>
                <a:path w="870" h="1007">
                  <a:moveTo>
                    <a:pt x="870" y="1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l1844"/>
            <p:cNvSpPr/>
            <p:nvPr/>
          </p:nvSpPr>
          <p:spPr>
            <a:xfrm>
              <a:off x="4807809" y="1951815"/>
              <a:ext cx="875" cy="1003"/>
            </a:xfrm>
            <a:custGeom>
              <a:avLst/>
              <a:pathLst>
                <a:path w="875" h="1003">
                  <a:moveTo>
                    <a:pt x="875" y="1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l1845"/>
            <p:cNvSpPr/>
            <p:nvPr/>
          </p:nvSpPr>
          <p:spPr>
            <a:xfrm>
              <a:off x="4811837" y="1950075"/>
              <a:ext cx="872" cy="1005"/>
            </a:xfrm>
            <a:custGeom>
              <a:avLst/>
              <a:pathLst>
                <a:path w="872" h="1005">
                  <a:moveTo>
                    <a:pt x="872" y="1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l1846"/>
            <p:cNvSpPr/>
            <p:nvPr/>
          </p:nvSpPr>
          <p:spPr>
            <a:xfrm>
              <a:off x="4801515" y="1957326"/>
              <a:ext cx="1758" cy="1999"/>
            </a:xfrm>
            <a:custGeom>
              <a:avLst/>
              <a:pathLst>
                <a:path w="1758" h="1999">
                  <a:moveTo>
                    <a:pt x="1758" y="19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l1847"/>
            <p:cNvSpPr/>
            <p:nvPr/>
          </p:nvSpPr>
          <p:spPr>
            <a:xfrm>
              <a:off x="4852515" y="1913994"/>
              <a:ext cx="844" cy="1029"/>
            </a:xfrm>
            <a:custGeom>
              <a:avLst/>
              <a:pathLst>
                <a:path w="844" h="1029">
                  <a:moveTo>
                    <a:pt x="844" y="10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l1848"/>
            <p:cNvSpPr/>
            <p:nvPr/>
          </p:nvSpPr>
          <p:spPr>
            <a:xfrm>
              <a:off x="4846059" y="1919315"/>
              <a:ext cx="849" cy="1025"/>
            </a:xfrm>
            <a:custGeom>
              <a:avLst/>
              <a:pathLst>
                <a:path w="849" h="1025">
                  <a:moveTo>
                    <a:pt x="849" y="10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l1849"/>
            <p:cNvSpPr/>
            <p:nvPr/>
          </p:nvSpPr>
          <p:spPr>
            <a:xfrm>
              <a:off x="4850131" y="1917679"/>
              <a:ext cx="846" cy="1027"/>
            </a:xfrm>
            <a:custGeom>
              <a:avLst/>
              <a:pathLst>
                <a:path w="846" h="1027">
                  <a:moveTo>
                    <a:pt x="846" y="1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l1850"/>
            <p:cNvSpPr/>
            <p:nvPr/>
          </p:nvSpPr>
          <p:spPr>
            <a:xfrm>
              <a:off x="4839627" y="1924664"/>
              <a:ext cx="1706" cy="2043"/>
            </a:xfrm>
            <a:custGeom>
              <a:avLst/>
              <a:pathLst>
                <a:path w="1706" h="2043">
                  <a:moveTo>
                    <a:pt x="1706" y="20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l1851"/>
            <p:cNvSpPr/>
            <p:nvPr/>
          </p:nvSpPr>
          <p:spPr>
            <a:xfrm>
              <a:off x="4865493" y="1903436"/>
              <a:ext cx="835" cy="1036"/>
            </a:xfrm>
            <a:custGeom>
              <a:avLst/>
              <a:pathLst>
                <a:path w="835" h="1036">
                  <a:moveTo>
                    <a:pt x="835" y="10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l1852"/>
            <p:cNvSpPr/>
            <p:nvPr/>
          </p:nvSpPr>
          <p:spPr>
            <a:xfrm>
              <a:off x="4858993" y="1908701"/>
              <a:ext cx="840" cy="1032"/>
            </a:xfrm>
            <a:custGeom>
              <a:avLst/>
              <a:pathLst>
                <a:path w="840" h="1032">
                  <a:moveTo>
                    <a:pt x="840" y="1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l1853"/>
            <p:cNvSpPr/>
            <p:nvPr/>
          </p:nvSpPr>
          <p:spPr>
            <a:xfrm>
              <a:off x="4885129" y="1887806"/>
              <a:ext cx="822" cy="1047"/>
            </a:xfrm>
            <a:custGeom>
              <a:avLst/>
              <a:pathLst>
                <a:path w="822" h="1047">
                  <a:moveTo>
                    <a:pt x="822" y="1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l1854"/>
            <p:cNvSpPr/>
            <p:nvPr/>
          </p:nvSpPr>
          <p:spPr>
            <a:xfrm>
              <a:off x="4878562" y="1892988"/>
              <a:ext cx="826" cy="1043"/>
            </a:xfrm>
            <a:custGeom>
              <a:avLst/>
              <a:pathLst>
                <a:path w="826" h="1043">
                  <a:moveTo>
                    <a:pt x="826" y="10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l1855"/>
            <p:cNvSpPr/>
            <p:nvPr/>
          </p:nvSpPr>
          <p:spPr>
            <a:xfrm>
              <a:off x="4882667" y="1891439"/>
              <a:ext cx="824" cy="1045"/>
            </a:xfrm>
            <a:custGeom>
              <a:avLst/>
              <a:pathLst>
                <a:path w="824" h="1045">
                  <a:moveTo>
                    <a:pt x="824" y="10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l1856"/>
            <p:cNvSpPr/>
            <p:nvPr/>
          </p:nvSpPr>
          <p:spPr>
            <a:xfrm>
              <a:off x="4872016" y="1898198"/>
              <a:ext cx="1662" cy="2079"/>
            </a:xfrm>
            <a:custGeom>
              <a:avLst/>
              <a:pathLst>
                <a:path w="1662" h="2079">
                  <a:moveTo>
                    <a:pt x="1662" y="20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l1857"/>
            <p:cNvSpPr/>
            <p:nvPr/>
          </p:nvSpPr>
          <p:spPr>
            <a:xfrm>
              <a:off x="4898330" y="1877526"/>
              <a:ext cx="813" cy="1053"/>
            </a:xfrm>
            <a:custGeom>
              <a:avLst/>
              <a:pathLst>
                <a:path w="813" h="1053">
                  <a:moveTo>
                    <a:pt x="813" y="1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l1858"/>
            <p:cNvSpPr/>
            <p:nvPr/>
          </p:nvSpPr>
          <p:spPr>
            <a:xfrm>
              <a:off x="4891719" y="1882652"/>
              <a:ext cx="818" cy="1050"/>
            </a:xfrm>
            <a:custGeom>
              <a:avLst/>
              <a:pathLst>
                <a:path w="818" h="1050">
                  <a:moveTo>
                    <a:pt x="818" y="10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l1859"/>
            <p:cNvSpPr/>
            <p:nvPr/>
          </p:nvSpPr>
          <p:spPr>
            <a:xfrm>
              <a:off x="4938453" y="1847369"/>
              <a:ext cx="786" cy="1074"/>
            </a:xfrm>
            <a:custGeom>
              <a:avLst/>
              <a:pathLst>
                <a:path w="786" h="1074">
                  <a:moveTo>
                    <a:pt x="786" y="10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l1860"/>
            <p:cNvSpPr/>
            <p:nvPr/>
          </p:nvSpPr>
          <p:spPr>
            <a:xfrm>
              <a:off x="4931712" y="1852324"/>
              <a:ext cx="790" cy="1071"/>
            </a:xfrm>
            <a:custGeom>
              <a:avLst/>
              <a:pathLst>
                <a:path w="790" h="1071">
                  <a:moveTo>
                    <a:pt x="790" y="10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l1861"/>
            <p:cNvSpPr/>
            <p:nvPr/>
          </p:nvSpPr>
          <p:spPr>
            <a:xfrm>
              <a:off x="4935869" y="1850916"/>
              <a:ext cx="788" cy="1072"/>
            </a:xfrm>
            <a:custGeom>
              <a:avLst/>
              <a:pathLst>
                <a:path w="788" h="1072">
                  <a:moveTo>
                    <a:pt x="788" y="10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l1862"/>
            <p:cNvSpPr/>
            <p:nvPr/>
          </p:nvSpPr>
          <p:spPr>
            <a:xfrm>
              <a:off x="4924993" y="1857307"/>
              <a:ext cx="1590" cy="2135"/>
            </a:xfrm>
            <a:custGeom>
              <a:avLst/>
              <a:pathLst>
                <a:path w="1590" h="2135">
                  <a:moveTo>
                    <a:pt x="1590" y="2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l1863"/>
            <p:cNvSpPr/>
            <p:nvPr/>
          </p:nvSpPr>
          <p:spPr>
            <a:xfrm>
              <a:off x="4931615" y="1855707"/>
              <a:ext cx="791" cy="1070"/>
            </a:xfrm>
            <a:custGeom>
              <a:avLst/>
              <a:pathLst>
                <a:path w="791" h="1070">
                  <a:moveTo>
                    <a:pt x="791" y="10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l1864"/>
            <p:cNvSpPr/>
            <p:nvPr/>
          </p:nvSpPr>
          <p:spPr>
            <a:xfrm>
              <a:off x="4918295" y="1862319"/>
              <a:ext cx="2399" cy="3192"/>
            </a:xfrm>
            <a:custGeom>
              <a:avLst/>
              <a:pathLst>
                <a:path w="2399" h="3192">
                  <a:moveTo>
                    <a:pt x="2399" y="3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l1865"/>
            <p:cNvSpPr/>
            <p:nvPr/>
          </p:nvSpPr>
          <p:spPr>
            <a:xfrm>
              <a:off x="4926543" y="1861134"/>
              <a:ext cx="795" cy="1067"/>
            </a:xfrm>
            <a:custGeom>
              <a:avLst/>
              <a:pathLst>
                <a:path w="795" h="1067">
                  <a:moveTo>
                    <a:pt x="795" y="1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l1866"/>
            <p:cNvSpPr/>
            <p:nvPr/>
          </p:nvSpPr>
          <p:spPr>
            <a:xfrm>
              <a:off x="4911618" y="1867360"/>
              <a:ext cx="3218" cy="4243"/>
            </a:xfrm>
            <a:custGeom>
              <a:avLst/>
              <a:pathLst>
                <a:path w="3218" h="4243">
                  <a:moveTo>
                    <a:pt x="3218" y="42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l1867"/>
            <p:cNvSpPr/>
            <p:nvPr/>
          </p:nvSpPr>
          <p:spPr>
            <a:xfrm>
              <a:off x="4921078" y="1866890"/>
              <a:ext cx="800" cy="1064"/>
            </a:xfrm>
            <a:custGeom>
              <a:avLst/>
              <a:pathLst>
                <a:path w="800" h="1064">
                  <a:moveTo>
                    <a:pt x="800" y="10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l1868"/>
            <p:cNvSpPr/>
            <p:nvPr/>
          </p:nvSpPr>
          <p:spPr>
            <a:xfrm>
              <a:off x="4904963" y="1872429"/>
              <a:ext cx="4045" cy="5287"/>
            </a:xfrm>
            <a:custGeom>
              <a:avLst/>
              <a:pathLst>
                <a:path w="4045" h="5287">
                  <a:moveTo>
                    <a:pt x="4045" y="52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l1869"/>
            <p:cNvSpPr/>
            <p:nvPr/>
          </p:nvSpPr>
          <p:spPr>
            <a:xfrm>
              <a:off x="4915433" y="1872822"/>
              <a:ext cx="1609" cy="2121"/>
            </a:xfrm>
            <a:custGeom>
              <a:avLst/>
              <a:pathLst>
                <a:path w="1609" h="2121">
                  <a:moveTo>
                    <a:pt x="1609" y="21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l1870"/>
            <p:cNvSpPr/>
            <p:nvPr/>
          </p:nvSpPr>
          <p:spPr>
            <a:xfrm>
              <a:off x="4895837" y="1881138"/>
              <a:ext cx="4894" cy="6313"/>
            </a:xfrm>
            <a:custGeom>
              <a:avLst/>
              <a:pathLst>
                <a:path w="4894" h="6313">
                  <a:moveTo>
                    <a:pt x="4894" y="6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l1871"/>
            <p:cNvSpPr/>
            <p:nvPr/>
          </p:nvSpPr>
          <p:spPr>
            <a:xfrm>
              <a:off x="4908871" y="1881176"/>
              <a:ext cx="2430" cy="3169"/>
            </a:xfrm>
            <a:custGeom>
              <a:avLst/>
              <a:pathLst>
                <a:path w="2430" h="3169">
                  <a:moveTo>
                    <a:pt x="2430" y="31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l1872"/>
            <p:cNvSpPr/>
            <p:nvPr/>
          </p:nvSpPr>
          <p:spPr>
            <a:xfrm>
              <a:off x="4878579" y="1896373"/>
              <a:ext cx="6624" cy="8340"/>
            </a:xfrm>
            <a:custGeom>
              <a:avLst/>
              <a:pathLst>
                <a:path w="6624" h="8340">
                  <a:moveTo>
                    <a:pt x="6624" y="83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l1873"/>
            <p:cNvSpPr/>
            <p:nvPr/>
          </p:nvSpPr>
          <p:spPr>
            <a:xfrm>
              <a:off x="4898209" y="1894474"/>
              <a:ext cx="1638" cy="2099"/>
            </a:xfrm>
            <a:custGeom>
              <a:avLst/>
              <a:pathLst>
                <a:path w="1638" h="2099">
                  <a:moveTo>
                    <a:pt x="1638" y="20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l1874"/>
            <p:cNvSpPr/>
            <p:nvPr/>
          </p:nvSpPr>
          <p:spPr>
            <a:xfrm>
              <a:off x="4863078" y="1907099"/>
              <a:ext cx="9218" cy="11380"/>
            </a:xfrm>
            <a:custGeom>
              <a:avLst/>
              <a:pathLst>
                <a:path w="9218" h="11380">
                  <a:moveTo>
                    <a:pt x="9218" y="113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l1875"/>
            <p:cNvSpPr/>
            <p:nvPr/>
          </p:nvSpPr>
          <p:spPr>
            <a:xfrm>
              <a:off x="4886023" y="1907464"/>
              <a:ext cx="2485" cy="3126"/>
            </a:xfrm>
            <a:custGeom>
              <a:avLst/>
              <a:pathLst>
                <a:path w="2485" h="3126">
                  <a:moveTo>
                    <a:pt x="2485" y="3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l1876"/>
            <p:cNvSpPr/>
            <p:nvPr/>
          </p:nvSpPr>
          <p:spPr>
            <a:xfrm>
              <a:off x="4846149" y="1922699"/>
              <a:ext cx="11051" cy="13321"/>
            </a:xfrm>
            <a:custGeom>
              <a:avLst/>
              <a:pathLst>
                <a:path w="11051" h="13321">
                  <a:moveTo>
                    <a:pt x="11051" y="133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l1877"/>
            <p:cNvSpPr/>
            <p:nvPr/>
          </p:nvSpPr>
          <p:spPr>
            <a:xfrm>
              <a:off x="4872789" y="1923224"/>
              <a:ext cx="839" cy="1033"/>
            </a:xfrm>
            <a:custGeom>
              <a:avLst/>
              <a:pathLst>
                <a:path w="839" h="1033">
                  <a:moveTo>
                    <a:pt x="839" y="10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l1878"/>
            <p:cNvSpPr/>
            <p:nvPr/>
          </p:nvSpPr>
          <p:spPr>
            <a:xfrm>
              <a:off x="4833217" y="1930040"/>
              <a:ext cx="13724" cy="16293"/>
            </a:xfrm>
            <a:custGeom>
              <a:avLst/>
              <a:pathLst>
                <a:path w="13724" h="16293">
                  <a:moveTo>
                    <a:pt x="13724" y="16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l1879"/>
            <p:cNvSpPr/>
            <p:nvPr/>
          </p:nvSpPr>
          <p:spPr>
            <a:xfrm>
              <a:off x="4860235" y="1935236"/>
              <a:ext cx="848" cy="1025"/>
            </a:xfrm>
            <a:custGeom>
              <a:avLst/>
              <a:pathLst>
                <a:path w="848" h="1025">
                  <a:moveTo>
                    <a:pt x="848" y="10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l1880"/>
            <p:cNvSpPr/>
            <p:nvPr/>
          </p:nvSpPr>
          <p:spPr>
            <a:xfrm>
              <a:off x="4826830" y="1935443"/>
              <a:ext cx="14655" cy="17248"/>
            </a:xfrm>
            <a:custGeom>
              <a:avLst/>
              <a:pathLst>
                <a:path w="14655" h="17248">
                  <a:moveTo>
                    <a:pt x="14655" y="172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l1881"/>
            <p:cNvSpPr/>
            <p:nvPr/>
          </p:nvSpPr>
          <p:spPr>
            <a:xfrm>
              <a:off x="4851258" y="1944444"/>
              <a:ext cx="855" cy="1020"/>
            </a:xfrm>
            <a:custGeom>
              <a:avLst/>
              <a:pathLst>
                <a:path w="855" h="1020">
                  <a:moveTo>
                    <a:pt x="855" y="10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l1882"/>
            <p:cNvSpPr/>
            <p:nvPr/>
          </p:nvSpPr>
          <p:spPr>
            <a:xfrm>
              <a:off x="4820466" y="1940873"/>
              <a:ext cx="15595" cy="18197"/>
            </a:xfrm>
            <a:custGeom>
              <a:avLst/>
              <a:pathLst>
                <a:path w="15595" h="18197">
                  <a:moveTo>
                    <a:pt x="15595" y="181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l1883"/>
            <p:cNvSpPr/>
            <p:nvPr/>
          </p:nvSpPr>
          <p:spPr>
            <a:xfrm>
              <a:off x="4844069" y="1952246"/>
              <a:ext cx="2582" cy="3046"/>
            </a:xfrm>
            <a:custGeom>
              <a:avLst/>
              <a:pathLst>
                <a:path w="2582" h="3046">
                  <a:moveTo>
                    <a:pt x="2582" y="30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l1884"/>
            <p:cNvSpPr/>
            <p:nvPr/>
          </p:nvSpPr>
          <p:spPr>
            <a:xfrm>
              <a:off x="4807986" y="1955196"/>
              <a:ext cx="16645" cy="19049"/>
            </a:xfrm>
            <a:custGeom>
              <a:avLst/>
              <a:pathLst>
                <a:path w="16645" h="19049">
                  <a:moveTo>
                    <a:pt x="16645" y="190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l1885"/>
            <p:cNvSpPr/>
            <p:nvPr/>
          </p:nvSpPr>
          <p:spPr>
            <a:xfrm>
              <a:off x="4951997" y="1837546"/>
              <a:ext cx="777" cy="1081"/>
            </a:xfrm>
            <a:custGeom>
              <a:avLst/>
              <a:pathLst>
                <a:path w="777" h="1081">
                  <a:moveTo>
                    <a:pt x="777" y="1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l1886"/>
            <p:cNvSpPr/>
            <p:nvPr/>
          </p:nvSpPr>
          <p:spPr>
            <a:xfrm>
              <a:off x="4945215" y="1842443"/>
              <a:ext cx="781" cy="1077"/>
            </a:xfrm>
            <a:custGeom>
              <a:avLst/>
              <a:pathLst>
                <a:path w="781" h="1077">
                  <a:moveTo>
                    <a:pt x="781" y="1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l1887"/>
            <p:cNvSpPr/>
            <p:nvPr/>
          </p:nvSpPr>
          <p:spPr>
            <a:xfrm>
              <a:off x="4972470" y="1823030"/>
              <a:ext cx="763" cy="1091"/>
            </a:xfrm>
            <a:custGeom>
              <a:avLst/>
              <a:pathLst>
                <a:path w="763" h="1091">
                  <a:moveTo>
                    <a:pt x="763" y="10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l1888"/>
            <p:cNvSpPr/>
            <p:nvPr/>
          </p:nvSpPr>
          <p:spPr>
            <a:xfrm>
              <a:off x="4965625" y="1827839"/>
              <a:ext cx="767" cy="1087"/>
            </a:xfrm>
            <a:custGeom>
              <a:avLst/>
              <a:pathLst>
                <a:path w="767" h="1087">
                  <a:moveTo>
                    <a:pt x="767" y="1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l1889"/>
            <p:cNvSpPr/>
            <p:nvPr/>
          </p:nvSpPr>
          <p:spPr>
            <a:xfrm>
              <a:off x="4993126" y="1808776"/>
              <a:ext cx="749" cy="1100"/>
            </a:xfrm>
            <a:custGeom>
              <a:avLst/>
              <a:pathLst>
                <a:path w="749" h="1100">
                  <a:moveTo>
                    <a:pt x="749" y="11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l1890"/>
            <p:cNvSpPr/>
            <p:nvPr/>
          </p:nvSpPr>
          <p:spPr>
            <a:xfrm>
              <a:off x="4986220" y="1813498"/>
              <a:ext cx="753" cy="1097"/>
            </a:xfrm>
            <a:custGeom>
              <a:avLst/>
              <a:pathLst>
                <a:path w="753" h="1097">
                  <a:moveTo>
                    <a:pt x="753" y="10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l1891"/>
            <p:cNvSpPr/>
            <p:nvPr/>
          </p:nvSpPr>
          <p:spPr>
            <a:xfrm>
              <a:off x="4990422" y="1812233"/>
              <a:ext cx="751" cy="1099"/>
            </a:xfrm>
            <a:custGeom>
              <a:avLst/>
              <a:pathLst>
                <a:path w="751" h="1099">
                  <a:moveTo>
                    <a:pt x="751" y="10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l1892"/>
            <p:cNvSpPr/>
            <p:nvPr/>
          </p:nvSpPr>
          <p:spPr>
            <a:xfrm>
              <a:off x="4979335" y="1818249"/>
              <a:ext cx="1517" cy="2188"/>
            </a:xfrm>
            <a:custGeom>
              <a:avLst/>
              <a:pathLst>
                <a:path w="1517" h="2188">
                  <a:moveTo>
                    <a:pt x="1517" y="2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l1893"/>
            <p:cNvSpPr/>
            <p:nvPr/>
          </p:nvSpPr>
          <p:spPr>
            <a:xfrm>
              <a:off x="5013964" y="1794789"/>
              <a:ext cx="734" cy="1110"/>
            </a:xfrm>
            <a:custGeom>
              <a:avLst/>
              <a:pathLst>
                <a:path w="734" h="1110">
                  <a:moveTo>
                    <a:pt x="734" y="11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l1894"/>
            <p:cNvSpPr/>
            <p:nvPr/>
          </p:nvSpPr>
          <p:spPr>
            <a:xfrm>
              <a:off x="5006998" y="1799422"/>
              <a:ext cx="739" cy="1107"/>
            </a:xfrm>
            <a:custGeom>
              <a:avLst/>
              <a:pathLst>
                <a:path w="739" h="1107">
                  <a:moveTo>
                    <a:pt x="739" y="11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l1895"/>
            <p:cNvSpPr/>
            <p:nvPr/>
          </p:nvSpPr>
          <p:spPr>
            <a:xfrm>
              <a:off x="5027954" y="1785613"/>
              <a:ext cx="725" cy="1116"/>
            </a:xfrm>
            <a:custGeom>
              <a:avLst/>
              <a:pathLst>
                <a:path w="725" h="1116">
                  <a:moveTo>
                    <a:pt x="725" y="1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l1896"/>
            <p:cNvSpPr/>
            <p:nvPr/>
          </p:nvSpPr>
          <p:spPr>
            <a:xfrm>
              <a:off x="5020949" y="1790186"/>
              <a:ext cx="730" cy="1113"/>
            </a:xfrm>
            <a:custGeom>
              <a:avLst/>
              <a:pathLst>
                <a:path w="730" h="1113">
                  <a:moveTo>
                    <a:pt x="730" y="11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l1897"/>
            <p:cNvSpPr/>
            <p:nvPr/>
          </p:nvSpPr>
          <p:spPr>
            <a:xfrm>
              <a:off x="5025177" y="1789010"/>
              <a:ext cx="1455" cy="2229"/>
            </a:xfrm>
            <a:custGeom>
              <a:avLst/>
              <a:pathLst>
                <a:path w="1455" h="2229">
                  <a:moveTo>
                    <a:pt x="1455" y="2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l1898"/>
            <p:cNvSpPr/>
            <p:nvPr/>
          </p:nvSpPr>
          <p:spPr>
            <a:xfrm>
              <a:off x="5011216" y="1798210"/>
              <a:ext cx="1474" cy="2217"/>
            </a:xfrm>
            <a:custGeom>
              <a:avLst/>
              <a:pathLst>
                <a:path w="1474" h="2217">
                  <a:moveTo>
                    <a:pt x="1474" y="22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l1899"/>
            <p:cNvSpPr/>
            <p:nvPr/>
          </p:nvSpPr>
          <p:spPr>
            <a:xfrm>
              <a:off x="5019652" y="1795819"/>
              <a:ext cx="732" cy="1111"/>
            </a:xfrm>
            <a:custGeom>
              <a:avLst/>
              <a:pathLst>
                <a:path w="732" h="1111">
                  <a:moveTo>
                    <a:pt x="732" y="1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l1900"/>
            <p:cNvSpPr/>
            <p:nvPr/>
          </p:nvSpPr>
          <p:spPr>
            <a:xfrm>
              <a:off x="5000052" y="1804084"/>
              <a:ext cx="2977" cy="4415"/>
            </a:xfrm>
            <a:custGeom>
              <a:avLst/>
              <a:pathLst>
                <a:path w="2977" h="4415">
                  <a:moveTo>
                    <a:pt x="2977" y="44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l1901"/>
            <p:cNvSpPr/>
            <p:nvPr/>
          </p:nvSpPr>
          <p:spPr>
            <a:xfrm>
              <a:off x="5011692" y="1802692"/>
              <a:ext cx="2215" cy="3323"/>
            </a:xfrm>
            <a:custGeom>
              <a:avLst/>
              <a:pathLst>
                <a:path w="2215" h="3323">
                  <a:moveTo>
                    <a:pt x="2215" y="33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l1902"/>
            <p:cNvSpPr/>
            <p:nvPr/>
          </p:nvSpPr>
          <p:spPr>
            <a:xfrm>
              <a:off x="4986007" y="1816876"/>
              <a:ext cx="3774" cy="5483"/>
            </a:xfrm>
            <a:custGeom>
              <a:avLst/>
              <a:pathLst>
                <a:path w="3774" h="5483">
                  <a:moveTo>
                    <a:pt x="3774" y="54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l1903"/>
            <p:cNvSpPr/>
            <p:nvPr/>
          </p:nvSpPr>
          <p:spPr>
            <a:xfrm>
              <a:off x="5001814" y="1814143"/>
              <a:ext cx="1493" cy="2204"/>
            </a:xfrm>
            <a:custGeom>
              <a:avLst/>
              <a:pathLst>
                <a:path w="1493" h="2204">
                  <a:moveTo>
                    <a:pt x="1493" y="2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l1904"/>
            <p:cNvSpPr/>
            <p:nvPr/>
          </p:nvSpPr>
          <p:spPr>
            <a:xfrm>
              <a:off x="4969810" y="1826520"/>
              <a:ext cx="6123" cy="8715"/>
            </a:xfrm>
            <a:custGeom>
              <a:avLst/>
              <a:pathLst>
                <a:path w="6123" h="8715">
                  <a:moveTo>
                    <a:pt x="6123" y="87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l1905"/>
            <p:cNvSpPr/>
            <p:nvPr/>
          </p:nvSpPr>
          <p:spPr>
            <a:xfrm>
              <a:off x="5042022" y="1776556"/>
              <a:ext cx="715" cy="1122"/>
            </a:xfrm>
            <a:custGeom>
              <a:avLst/>
              <a:pathLst>
                <a:path w="715" h="1122">
                  <a:moveTo>
                    <a:pt x="715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l1906"/>
            <p:cNvSpPr/>
            <p:nvPr/>
          </p:nvSpPr>
          <p:spPr>
            <a:xfrm>
              <a:off x="5034979" y="1781069"/>
              <a:ext cx="720" cy="1119"/>
            </a:xfrm>
            <a:custGeom>
              <a:avLst/>
              <a:pathLst>
                <a:path w="720" h="1119">
                  <a:moveTo>
                    <a:pt x="720" y="1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l1907"/>
            <p:cNvSpPr/>
            <p:nvPr/>
          </p:nvSpPr>
          <p:spPr>
            <a:xfrm>
              <a:off x="5084684" y="1750112"/>
              <a:ext cx="686" cy="1140"/>
            </a:xfrm>
            <a:custGeom>
              <a:avLst/>
              <a:pathLst>
                <a:path w="686" h="1140">
                  <a:moveTo>
                    <a:pt x="686" y="11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l1908"/>
            <p:cNvSpPr/>
            <p:nvPr/>
          </p:nvSpPr>
          <p:spPr>
            <a:xfrm>
              <a:off x="5077527" y="1754443"/>
              <a:ext cx="691" cy="1137"/>
            </a:xfrm>
            <a:custGeom>
              <a:avLst/>
              <a:pathLst>
                <a:path w="691" h="1137">
                  <a:moveTo>
                    <a:pt x="691" y="11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l1909"/>
            <p:cNvSpPr/>
            <p:nvPr/>
          </p:nvSpPr>
          <p:spPr>
            <a:xfrm>
              <a:off x="5113495" y="1733093"/>
              <a:ext cx="667" cy="1152"/>
            </a:xfrm>
            <a:custGeom>
              <a:avLst/>
              <a:pathLst>
                <a:path w="667" h="1152">
                  <a:moveTo>
                    <a:pt x="667" y="11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l1910"/>
            <p:cNvSpPr/>
            <p:nvPr/>
          </p:nvSpPr>
          <p:spPr>
            <a:xfrm>
              <a:off x="5106265" y="1737301"/>
              <a:ext cx="672" cy="1149"/>
            </a:xfrm>
            <a:custGeom>
              <a:avLst/>
              <a:pathLst>
                <a:path w="672" h="1149">
                  <a:moveTo>
                    <a:pt x="672" y="1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l1911"/>
            <p:cNvSpPr/>
            <p:nvPr/>
          </p:nvSpPr>
          <p:spPr>
            <a:xfrm>
              <a:off x="5128008" y="1724768"/>
              <a:ext cx="657" cy="1157"/>
            </a:xfrm>
            <a:custGeom>
              <a:avLst/>
              <a:pathLst>
                <a:path w="657" h="1157">
                  <a:moveTo>
                    <a:pt x="657" y="11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l1912"/>
            <p:cNvSpPr/>
            <p:nvPr/>
          </p:nvSpPr>
          <p:spPr>
            <a:xfrm>
              <a:off x="5120743" y="1728915"/>
              <a:ext cx="662" cy="1154"/>
            </a:xfrm>
            <a:custGeom>
              <a:avLst/>
              <a:pathLst>
                <a:path w="662" h="1154">
                  <a:moveTo>
                    <a:pt x="662" y="11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l1913"/>
            <p:cNvSpPr/>
            <p:nvPr/>
          </p:nvSpPr>
          <p:spPr>
            <a:xfrm>
              <a:off x="5142592" y="1716568"/>
              <a:ext cx="647" cy="1163"/>
            </a:xfrm>
            <a:custGeom>
              <a:avLst/>
              <a:pathLst>
                <a:path w="647" h="1163">
                  <a:moveTo>
                    <a:pt x="647" y="11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l1914"/>
            <p:cNvSpPr/>
            <p:nvPr/>
          </p:nvSpPr>
          <p:spPr>
            <a:xfrm>
              <a:off x="5135292" y="1720653"/>
              <a:ext cx="652" cy="1160"/>
            </a:xfrm>
            <a:custGeom>
              <a:avLst/>
              <a:pathLst>
                <a:path w="652" h="1160">
                  <a:moveTo>
                    <a:pt x="652" y="1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l1915"/>
            <p:cNvSpPr/>
            <p:nvPr/>
          </p:nvSpPr>
          <p:spPr>
            <a:xfrm>
              <a:off x="5139590" y="1719768"/>
              <a:ext cx="1300" cy="2323"/>
            </a:xfrm>
            <a:custGeom>
              <a:avLst/>
              <a:pathLst>
                <a:path w="1300" h="2323">
                  <a:moveTo>
                    <a:pt x="1300" y="23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l1916"/>
            <p:cNvSpPr/>
            <p:nvPr/>
          </p:nvSpPr>
          <p:spPr>
            <a:xfrm>
              <a:off x="5125033" y="1727994"/>
              <a:ext cx="1319" cy="2312"/>
            </a:xfrm>
            <a:custGeom>
              <a:avLst/>
              <a:pathLst>
                <a:path w="1319" h="2312">
                  <a:moveTo>
                    <a:pt x="1319" y="23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l1917"/>
            <p:cNvSpPr/>
            <p:nvPr/>
          </p:nvSpPr>
          <p:spPr>
            <a:xfrm>
              <a:off x="5133613" y="1726184"/>
              <a:ext cx="1310" cy="2318"/>
            </a:xfrm>
            <a:custGeom>
              <a:avLst/>
              <a:pathLst>
                <a:path w="1310" h="2318">
                  <a:moveTo>
                    <a:pt x="1310" y="2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l1918"/>
            <p:cNvSpPr/>
            <p:nvPr/>
          </p:nvSpPr>
          <p:spPr>
            <a:xfrm>
              <a:off x="5110547" y="1736344"/>
              <a:ext cx="2679" cy="4602"/>
            </a:xfrm>
            <a:custGeom>
              <a:avLst/>
              <a:pathLst>
                <a:path w="2679" h="4602">
                  <a:moveTo>
                    <a:pt x="2679" y="46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l1919"/>
            <p:cNvSpPr/>
            <p:nvPr/>
          </p:nvSpPr>
          <p:spPr>
            <a:xfrm>
              <a:off x="5124055" y="1734690"/>
              <a:ext cx="662" cy="1154"/>
            </a:xfrm>
            <a:custGeom>
              <a:avLst/>
              <a:pathLst>
                <a:path w="662" h="1154">
                  <a:moveTo>
                    <a:pt x="662" y="11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l1920"/>
            <p:cNvSpPr/>
            <p:nvPr/>
          </p:nvSpPr>
          <p:spPr>
            <a:xfrm>
              <a:off x="5099053" y="1741541"/>
              <a:ext cx="4063" cy="6878"/>
            </a:xfrm>
            <a:custGeom>
              <a:avLst/>
              <a:pathLst>
                <a:path w="4063" h="6878">
                  <a:moveTo>
                    <a:pt x="4063" y="68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l1921"/>
            <p:cNvSpPr/>
            <p:nvPr/>
          </p:nvSpPr>
          <p:spPr>
            <a:xfrm>
              <a:off x="5113897" y="1742097"/>
              <a:ext cx="669" cy="1150"/>
            </a:xfrm>
            <a:custGeom>
              <a:avLst/>
              <a:pathLst>
                <a:path w="669" h="1150">
                  <a:moveTo>
                    <a:pt x="669" y="11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l1922"/>
            <p:cNvSpPr/>
            <p:nvPr/>
          </p:nvSpPr>
          <p:spPr>
            <a:xfrm>
              <a:off x="5091859" y="1745811"/>
              <a:ext cx="4774" cy="8004"/>
            </a:xfrm>
            <a:custGeom>
              <a:avLst/>
              <a:pathLst>
                <a:path w="4774" h="8004">
                  <a:moveTo>
                    <a:pt x="4774" y="80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l1923"/>
            <p:cNvSpPr/>
            <p:nvPr/>
          </p:nvSpPr>
          <p:spPr>
            <a:xfrm>
              <a:off x="5179354" y="1696615"/>
              <a:ext cx="622" cy="1176"/>
            </a:xfrm>
            <a:custGeom>
              <a:avLst/>
              <a:pathLst>
                <a:path w="622" h="1176">
                  <a:moveTo>
                    <a:pt x="622" y="1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l1924"/>
            <p:cNvSpPr/>
            <p:nvPr/>
          </p:nvSpPr>
          <p:spPr>
            <a:xfrm>
              <a:off x="5171968" y="1700543"/>
              <a:ext cx="627" cy="1174"/>
            </a:xfrm>
            <a:custGeom>
              <a:avLst/>
              <a:pathLst>
                <a:path w="627" h="1174">
                  <a:moveTo>
                    <a:pt x="627" y="11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l1925"/>
            <p:cNvSpPr/>
            <p:nvPr/>
          </p:nvSpPr>
          <p:spPr>
            <a:xfrm>
              <a:off x="5176284" y="1699750"/>
              <a:ext cx="625" cy="1175"/>
            </a:xfrm>
            <a:custGeom>
              <a:avLst/>
              <a:pathLst>
                <a:path w="625" h="1175">
                  <a:moveTo>
                    <a:pt x="625" y="11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l1926"/>
            <p:cNvSpPr/>
            <p:nvPr/>
          </p:nvSpPr>
          <p:spPr>
            <a:xfrm>
              <a:off x="5164598" y="1704502"/>
              <a:ext cx="1265" cy="2343"/>
            </a:xfrm>
            <a:custGeom>
              <a:avLst/>
              <a:pathLst>
                <a:path w="1265" h="2343">
                  <a:moveTo>
                    <a:pt x="1265" y="23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l1927"/>
            <p:cNvSpPr/>
            <p:nvPr/>
          </p:nvSpPr>
          <p:spPr>
            <a:xfrm>
              <a:off x="5171382" y="1703877"/>
              <a:ext cx="628" cy="1173"/>
            </a:xfrm>
            <a:custGeom>
              <a:avLst/>
              <a:pathLst>
                <a:path w="628" h="1173">
                  <a:moveTo>
                    <a:pt x="628" y="11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l1928"/>
            <p:cNvSpPr/>
            <p:nvPr/>
          </p:nvSpPr>
          <p:spPr>
            <a:xfrm>
              <a:off x="5157246" y="1708493"/>
              <a:ext cx="1912" cy="3506"/>
            </a:xfrm>
            <a:custGeom>
              <a:avLst/>
              <a:pathLst>
                <a:path w="1912" h="3506">
                  <a:moveTo>
                    <a:pt x="1912" y="35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l1929"/>
            <p:cNvSpPr/>
            <p:nvPr/>
          </p:nvSpPr>
          <p:spPr>
            <a:xfrm>
              <a:off x="5165578" y="1708513"/>
              <a:ext cx="633" cy="1171"/>
            </a:xfrm>
            <a:custGeom>
              <a:avLst/>
              <a:pathLst>
                <a:path w="633" h="1171">
                  <a:moveTo>
                    <a:pt x="633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l1930"/>
            <p:cNvSpPr/>
            <p:nvPr/>
          </p:nvSpPr>
          <p:spPr>
            <a:xfrm>
              <a:off x="5149910" y="1712515"/>
              <a:ext cx="2570" cy="4664"/>
            </a:xfrm>
            <a:custGeom>
              <a:avLst/>
              <a:pathLst>
                <a:path w="2570" h="4664">
                  <a:moveTo>
                    <a:pt x="2570" y="46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l1931"/>
            <p:cNvSpPr/>
            <p:nvPr/>
          </p:nvSpPr>
          <p:spPr>
            <a:xfrm>
              <a:off x="5209065" y="1681220"/>
              <a:ext cx="602" cy="1187"/>
            </a:xfrm>
            <a:custGeom>
              <a:avLst/>
              <a:pathLst>
                <a:path w="602" h="1187">
                  <a:moveTo>
                    <a:pt x="602" y="11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l1932"/>
            <p:cNvSpPr/>
            <p:nvPr/>
          </p:nvSpPr>
          <p:spPr>
            <a:xfrm>
              <a:off x="5201612" y="1685021"/>
              <a:ext cx="607" cy="1184"/>
            </a:xfrm>
            <a:custGeom>
              <a:avLst/>
              <a:pathLst>
                <a:path w="607" h="1184">
                  <a:moveTo>
                    <a:pt x="607" y="11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l1933"/>
            <p:cNvSpPr/>
            <p:nvPr/>
          </p:nvSpPr>
          <p:spPr>
            <a:xfrm>
              <a:off x="5224017" y="1673713"/>
              <a:ext cx="592" cy="1192"/>
            </a:xfrm>
            <a:custGeom>
              <a:avLst/>
              <a:pathLst>
                <a:path w="592" h="1192">
                  <a:moveTo>
                    <a:pt x="592" y="1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l1934"/>
            <p:cNvSpPr/>
            <p:nvPr/>
          </p:nvSpPr>
          <p:spPr>
            <a:xfrm>
              <a:off x="5216533" y="1677451"/>
              <a:ext cx="597" cy="1189"/>
            </a:xfrm>
            <a:custGeom>
              <a:avLst/>
              <a:pathLst>
                <a:path w="597" h="1189">
                  <a:moveTo>
                    <a:pt x="597" y="1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l1935"/>
            <p:cNvSpPr/>
            <p:nvPr/>
          </p:nvSpPr>
          <p:spPr>
            <a:xfrm>
              <a:off x="5220868" y="1676769"/>
              <a:ext cx="1189" cy="2382"/>
            </a:xfrm>
            <a:custGeom>
              <a:avLst/>
              <a:pathLst>
                <a:path w="1189" h="2382">
                  <a:moveTo>
                    <a:pt x="1189" y="2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l1936"/>
            <p:cNvSpPr/>
            <p:nvPr/>
          </p:nvSpPr>
          <p:spPr>
            <a:xfrm>
              <a:off x="5205941" y="1684303"/>
              <a:ext cx="1209" cy="2372"/>
            </a:xfrm>
            <a:custGeom>
              <a:avLst/>
              <a:pathLst>
                <a:path w="1209" h="2372">
                  <a:moveTo>
                    <a:pt x="1209" y="23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l1937"/>
            <p:cNvSpPr/>
            <p:nvPr/>
          </p:nvSpPr>
          <p:spPr>
            <a:xfrm>
              <a:off x="5214596" y="1682897"/>
              <a:ext cx="599" cy="1188"/>
            </a:xfrm>
            <a:custGeom>
              <a:avLst/>
              <a:pathLst>
                <a:path w="599" h="1188">
                  <a:moveTo>
                    <a:pt x="599" y="1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l1938"/>
            <p:cNvSpPr/>
            <p:nvPr/>
          </p:nvSpPr>
          <p:spPr>
            <a:xfrm>
              <a:off x="5194176" y="1688854"/>
              <a:ext cx="2450" cy="4728"/>
            </a:xfrm>
            <a:custGeom>
              <a:avLst/>
              <a:pathLst>
                <a:path w="2450" h="4728">
                  <a:moveTo>
                    <a:pt x="2450" y="4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l1939"/>
            <p:cNvSpPr/>
            <p:nvPr/>
          </p:nvSpPr>
          <p:spPr>
            <a:xfrm>
              <a:off x="5205899" y="1688810"/>
              <a:ext cx="606" cy="1185"/>
            </a:xfrm>
            <a:custGeom>
              <a:avLst/>
              <a:pathLst>
                <a:path w="606" h="1185">
                  <a:moveTo>
                    <a:pt x="606" y="11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l1940"/>
            <p:cNvSpPr/>
            <p:nvPr/>
          </p:nvSpPr>
          <p:spPr>
            <a:xfrm>
              <a:off x="5186757" y="1692719"/>
              <a:ext cx="3087" cy="5897"/>
            </a:xfrm>
            <a:custGeom>
              <a:avLst/>
              <a:pathLst>
                <a:path w="3087" h="5897">
                  <a:moveTo>
                    <a:pt x="3087" y="58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l1941"/>
            <p:cNvSpPr/>
            <p:nvPr/>
          </p:nvSpPr>
          <p:spPr>
            <a:xfrm>
              <a:off x="5198165" y="1694286"/>
              <a:ext cx="3059" cy="5912"/>
            </a:xfrm>
            <a:custGeom>
              <a:avLst/>
              <a:pathLst>
                <a:path w="3059" h="5912">
                  <a:moveTo>
                    <a:pt x="3059" y="5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l1942"/>
            <p:cNvSpPr/>
            <p:nvPr/>
          </p:nvSpPr>
          <p:spPr>
            <a:xfrm>
              <a:off x="5159339" y="1713418"/>
              <a:ext cx="3827" cy="7011"/>
            </a:xfrm>
            <a:custGeom>
              <a:avLst/>
              <a:pathLst>
                <a:path w="3827" h="7011">
                  <a:moveTo>
                    <a:pt x="3827" y="70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l1943"/>
            <p:cNvSpPr/>
            <p:nvPr/>
          </p:nvSpPr>
          <p:spPr>
            <a:xfrm>
              <a:off x="5182139" y="1710209"/>
              <a:ext cx="4999" cy="9405"/>
            </a:xfrm>
            <a:custGeom>
              <a:avLst/>
              <a:pathLst>
                <a:path w="4999" h="9405">
                  <a:moveTo>
                    <a:pt x="4999" y="9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l1944"/>
            <p:cNvSpPr/>
            <p:nvPr/>
          </p:nvSpPr>
          <p:spPr>
            <a:xfrm>
              <a:off x="5105586" y="1748508"/>
              <a:ext cx="7435" cy="12618"/>
            </a:xfrm>
            <a:custGeom>
              <a:avLst/>
              <a:pathLst>
                <a:path w="7435" h="12618">
                  <a:moveTo>
                    <a:pt x="7435" y="126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l1945"/>
            <p:cNvSpPr/>
            <p:nvPr/>
          </p:nvSpPr>
          <p:spPr>
            <a:xfrm>
              <a:off x="5149852" y="1739963"/>
              <a:ext cx="1301" cy="2323"/>
            </a:xfrm>
            <a:custGeom>
              <a:avLst/>
              <a:pathLst>
                <a:path w="1301" h="2323">
                  <a:moveTo>
                    <a:pt x="1301" y="23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l1946"/>
            <p:cNvSpPr/>
            <p:nvPr/>
          </p:nvSpPr>
          <p:spPr>
            <a:xfrm>
              <a:off x="5081792" y="1753413"/>
              <a:ext cx="13097" cy="21642"/>
            </a:xfrm>
            <a:custGeom>
              <a:avLst/>
              <a:pathLst>
                <a:path w="13097" h="21642">
                  <a:moveTo>
                    <a:pt x="13097" y="216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l1947"/>
            <p:cNvSpPr/>
            <p:nvPr/>
          </p:nvSpPr>
          <p:spPr>
            <a:xfrm>
              <a:off x="5122884" y="1758434"/>
              <a:ext cx="670" cy="1150"/>
            </a:xfrm>
            <a:custGeom>
              <a:avLst/>
              <a:pathLst>
                <a:path w="670" h="1150">
                  <a:moveTo>
                    <a:pt x="670" y="11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l1948"/>
            <p:cNvSpPr/>
            <p:nvPr/>
          </p:nvSpPr>
          <p:spPr>
            <a:xfrm>
              <a:off x="5070388" y="1758805"/>
              <a:ext cx="14629" cy="23827"/>
            </a:xfrm>
            <a:custGeom>
              <a:avLst/>
              <a:pathLst>
                <a:path w="14629" h="23827">
                  <a:moveTo>
                    <a:pt x="14629" y="238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l1949"/>
            <p:cNvSpPr/>
            <p:nvPr/>
          </p:nvSpPr>
          <p:spPr>
            <a:xfrm>
              <a:off x="5104219" y="1770996"/>
              <a:ext cx="683" cy="1142"/>
            </a:xfrm>
            <a:custGeom>
              <a:avLst/>
              <a:pathLst>
                <a:path w="683" h="1142">
                  <a:moveTo>
                    <a:pt x="683" y="1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l1950"/>
            <p:cNvSpPr/>
            <p:nvPr/>
          </p:nvSpPr>
          <p:spPr>
            <a:xfrm>
              <a:off x="5063268" y="1763197"/>
              <a:ext cx="15432" cy="24896"/>
            </a:xfrm>
            <a:custGeom>
              <a:avLst/>
              <a:pathLst>
                <a:path w="15432" h="24896">
                  <a:moveTo>
                    <a:pt x="15432" y="248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l1951"/>
            <p:cNvSpPr/>
            <p:nvPr/>
          </p:nvSpPr>
          <p:spPr>
            <a:xfrm>
              <a:off x="5091770" y="1780064"/>
              <a:ext cx="692" cy="1137"/>
            </a:xfrm>
            <a:custGeom>
              <a:avLst/>
              <a:pathLst>
                <a:path w="692" h="1137">
                  <a:moveTo>
                    <a:pt x="692" y="11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l1952"/>
            <p:cNvSpPr/>
            <p:nvPr/>
          </p:nvSpPr>
          <p:spPr>
            <a:xfrm>
              <a:off x="5056167" y="1767620"/>
              <a:ext cx="16244" cy="25959"/>
            </a:xfrm>
            <a:custGeom>
              <a:avLst/>
              <a:pathLst>
                <a:path w="16244" h="25959">
                  <a:moveTo>
                    <a:pt x="16244" y="259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l1953"/>
            <p:cNvSpPr/>
            <p:nvPr/>
          </p:nvSpPr>
          <p:spPr>
            <a:xfrm>
              <a:off x="5082419" y="1787360"/>
              <a:ext cx="699" cy="1132"/>
            </a:xfrm>
            <a:custGeom>
              <a:avLst/>
              <a:pathLst>
                <a:path w="699" h="1132">
                  <a:moveTo>
                    <a:pt x="699" y="11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l1954"/>
            <p:cNvSpPr/>
            <p:nvPr/>
          </p:nvSpPr>
          <p:spPr>
            <a:xfrm>
              <a:off x="5049085" y="1772073"/>
              <a:ext cx="17066" cy="27015"/>
            </a:xfrm>
            <a:custGeom>
              <a:avLst/>
              <a:pathLst>
                <a:path w="17066" h="27015">
                  <a:moveTo>
                    <a:pt x="17066" y="27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l1955"/>
            <p:cNvSpPr/>
            <p:nvPr/>
          </p:nvSpPr>
          <p:spPr>
            <a:xfrm>
              <a:off x="5074621" y="1793768"/>
              <a:ext cx="1410" cy="2258"/>
            </a:xfrm>
            <a:custGeom>
              <a:avLst/>
              <a:pathLst>
                <a:path w="1410" h="2258">
                  <a:moveTo>
                    <a:pt x="1410" y="22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l1956"/>
            <p:cNvSpPr/>
            <p:nvPr/>
          </p:nvSpPr>
          <p:spPr>
            <a:xfrm>
              <a:off x="5039216" y="1779930"/>
              <a:ext cx="17957" cy="28026"/>
            </a:xfrm>
            <a:custGeom>
              <a:avLst/>
              <a:pathLst>
                <a:path w="17957" h="28026">
                  <a:moveTo>
                    <a:pt x="17957" y="280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l1957"/>
            <p:cNvSpPr/>
            <p:nvPr/>
          </p:nvSpPr>
          <p:spPr>
            <a:xfrm>
              <a:off x="5066586" y="1801964"/>
              <a:ext cx="7117" cy="11251"/>
            </a:xfrm>
            <a:custGeom>
              <a:avLst/>
              <a:pathLst>
                <a:path w="7117" h="11251">
                  <a:moveTo>
                    <a:pt x="7117" y="11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l1958"/>
            <p:cNvSpPr/>
            <p:nvPr/>
          </p:nvSpPr>
          <p:spPr>
            <a:xfrm>
              <a:off x="4989581" y="1825733"/>
              <a:ext cx="20416" cy="29588"/>
            </a:xfrm>
            <a:custGeom>
              <a:avLst/>
              <a:pathLst>
                <a:path w="20416" h="29588">
                  <a:moveTo>
                    <a:pt x="20416" y="295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l1959"/>
            <p:cNvSpPr/>
            <p:nvPr/>
          </p:nvSpPr>
          <p:spPr>
            <a:xfrm>
              <a:off x="5041640" y="1833951"/>
              <a:ext cx="734" cy="1110"/>
            </a:xfrm>
            <a:custGeom>
              <a:avLst/>
              <a:pathLst>
                <a:path w="734" h="1110">
                  <a:moveTo>
                    <a:pt x="734" y="11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l1960"/>
            <p:cNvSpPr/>
            <p:nvPr/>
          </p:nvSpPr>
          <p:spPr>
            <a:xfrm>
              <a:off x="4958801" y="1832678"/>
              <a:ext cx="28580" cy="40124"/>
            </a:xfrm>
            <a:custGeom>
              <a:avLst/>
              <a:pathLst>
                <a:path w="28580" h="40124">
                  <a:moveTo>
                    <a:pt x="28580" y="40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l1961"/>
            <p:cNvSpPr/>
            <p:nvPr/>
          </p:nvSpPr>
          <p:spPr>
            <a:xfrm>
              <a:off x="5246565" y="1662694"/>
              <a:ext cx="576" cy="1199"/>
            </a:xfrm>
            <a:custGeom>
              <a:avLst/>
              <a:pathLst>
                <a:path w="576" h="1199">
                  <a:moveTo>
                    <a:pt x="576" y="11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l1962"/>
            <p:cNvSpPr/>
            <p:nvPr/>
          </p:nvSpPr>
          <p:spPr>
            <a:xfrm>
              <a:off x="5239034" y="1666335"/>
              <a:ext cx="582" cy="1197"/>
            </a:xfrm>
            <a:custGeom>
              <a:avLst/>
              <a:pathLst>
                <a:path w="582" h="1197">
                  <a:moveTo>
                    <a:pt x="582" y="11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l1963"/>
            <p:cNvSpPr/>
            <p:nvPr/>
          </p:nvSpPr>
          <p:spPr>
            <a:xfrm>
              <a:off x="5243377" y="1665709"/>
              <a:ext cx="579" cy="1198"/>
            </a:xfrm>
            <a:custGeom>
              <a:avLst/>
              <a:pathLst>
                <a:path w="579" h="1198">
                  <a:moveTo>
                    <a:pt x="579" y="11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l1964"/>
            <p:cNvSpPr/>
            <p:nvPr/>
          </p:nvSpPr>
          <p:spPr>
            <a:xfrm>
              <a:off x="5231518" y="1670008"/>
              <a:ext cx="1174" cy="2389"/>
            </a:xfrm>
            <a:custGeom>
              <a:avLst/>
              <a:pathLst>
                <a:path w="1174" h="2389">
                  <a:moveTo>
                    <a:pt x="1174" y="23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l1965"/>
            <p:cNvSpPr/>
            <p:nvPr/>
          </p:nvSpPr>
          <p:spPr>
            <a:xfrm>
              <a:off x="5269253" y="1651963"/>
              <a:ext cx="561" cy="1207"/>
            </a:xfrm>
            <a:custGeom>
              <a:avLst/>
              <a:pathLst>
                <a:path w="561" h="1207">
                  <a:moveTo>
                    <a:pt x="561" y="12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l1966"/>
            <p:cNvSpPr/>
            <p:nvPr/>
          </p:nvSpPr>
          <p:spPr>
            <a:xfrm>
              <a:off x="5261675" y="1655508"/>
              <a:ext cx="566" cy="1204"/>
            </a:xfrm>
            <a:custGeom>
              <a:avLst/>
              <a:pathLst>
                <a:path w="566" h="1204">
                  <a:moveTo>
                    <a:pt x="566" y="1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l1967"/>
            <p:cNvSpPr/>
            <p:nvPr/>
          </p:nvSpPr>
          <p:spPr>
            <a:xfrm>
              <a:off x="5292076" y="1641524"/>
              <a:ext cx="546" cy="1214"/>
            </a:xfrm>
            <a:custGeom>
              <a:avLst/>
              <a:pathLst>
                <a:path w="546" h="1214">
                  <a:moveTo>
                    <a:pt x="546" y="12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l1968"/>
            <p:cNvSpPr/>
            <p:nvPr/>
          </p:nvSpPr>
          <p:spPr>
            <a:xfrm>
              <a:off x="5284453" y="1644972"/>
              <a:ext cx="551" cy="1211"/>
            </a:xfrm>
            <a:custGeom>
              <a:avLst/>
              <a:pathLst>
                <a:path w="551" h="1211">
                  <a:moveTo>
                    <a:pt x="551" y="12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l1969"/>
            <p:cNvSpPr/>
            <p:nvPr/>
          </p:nvSpPr>
          <p:spPr>
            <a:xfrm>
              <a:off x="5288811" y="1644457"/>
              <a:ext cx="548" cy="1213"/>
            </a:xfrm>
            <a:custGeom>
              <a:avLst/>
              <a:pathLst>
                <a:path w="548" h="1213">
                  <a:moveTo>
                    <a:pt x="548" y="12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l1970"/>
            <p:cNvSpPr/>
            <p:nvPr/>
          </p:nvSpPr>
          <p:spPr>
            <a:xfrm>
              <a:off x="5276845" y="1648451"/>
              <a:ext cx="1112" cy="2419"/>
            </a:xfrm>
            <a:custGeom>
              <a:avLst/>
              <a:pathLst>
                <a:path w="1112" h="2419">
                  <a:moveTo>
                    <a:pt x="1112" y="2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l1971"/>
            <p:cNvSpPr/>
            <p:nvPr/>
          </p:nvSpPr>
          <p:spPr>
            <a:xfrm>
              <a:off x="5283655" y="1648261"/>
              <a:ext cx="1105" cy="2422"/>
            </a:xfrm>
            <a:custGeom>
              <a:avLst/>
              <a:pathLst>
                <a:path w="1105" h="2422">
                  <a:moveTo>
                    <a:pt x="1105" y="2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l1972"/>
            <p:cNvSpPr/>
            <p:nvPr/>
          </p:nvSpPr>
          <p:spPr>
            <a:xfrm>
              <a:off x="5266026" y="1654937"/>
              <a:ext cx="1692" cy="3618"/>
            </a:xfrm>
            <a:custGeom>
              <a:avLst/>
              <a:pathLst>
                <a:path w="1692" h="3618">
                  <a:moveTo>
                    <a:pt x="1692" y="36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l1973"/>
            <p:cNvSpPr/>
            <p:nvPr/>
          </p:nvSpPr>
          <p:spPr>
            <a:xfrm>
              <a:off x="5276230" y="1654599"/>
              <a:ext cx="558" cy="1208"/>
            </a:xfrm>
            <a:custGeom>
              <a:avLst/>
              <a:pathLst>
                <a:path w="558" h="1208">
                  <a:moveTo>
                    <a:pt x="558" y="12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l1974"/>
            <p:cNvSpPr/>
            <p:nvPr/>
          </p:nvSpPr>
          <p:spPr>
            <a:xfrm>
              <a:off x="5254113" y="1659085"/>
              <a:ext cx="2859" cy="6011"/>
            </a:xfrm>
            <a:custGeom>
              <a:avLst/>
              <a:pathLst>
                <a:path w="2859" h="6011">
                  <a:moveTo>
                    <a:pt x="2859" y="60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l1975"/>
            <p:cNvSpPr/>
            <p:nvPr/>
          </p:nvSpPr>
          <p:spPr>
            <a:xfrm>
              <a:off x="5266867" y="1660424"/>
              <a:ext cx="1695" cy="3616"/>
            </a:xfrm>
            <a:custGeom>
              <a:avLst/>
              <a:pathLst>
                <a:path w="1695" h="3616">
                  <a:moveTo>
                    <a:pt x="1695" y="36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l1976"/>
            <p:cNvSpPr/>
            <p:nvPr/>
          </p:nvSpPr>
          <p:spPr>
            <a:xfrm>
              <a:off x="5238320" y="1669644"/>
              <a:ext cx="3500" cy="7181"/>
            </a:xfrm>
            <a:custGeom>
              <a:avLst/>
              <a:pathLst>
                <a:path w="3500" h="7181">
                  <a:moveTo>
                    <a:pt x="3500" y="7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l1977"/>
            <p:cNvSpPr/>
            <p:nvPr/>
          </p:nvSpPr>
          <p:spPr>
            <a:xfrm>
              <a:off x="5330405" y="1624778"/>
              <a:ext cx="520" cy="1225"/>
            </a:xfrm>
            <a:custGeom>
              <a:avLst/>
              <a:pathLst>
                <a:path w="520" h="1225">
                  <a:moveTo>
                    <a:pt x="520" y="12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l1978"/>
            <p:cNvSpPr/>
            <p:nvPr/>
          </p:nvSpPr>
          <p:spPr>
            <a:xfrm>
              <a:off x="5322710" y="1628062"/>
              <a:ext cx="525" cy="1223"/>
            </a:xfrm>
            <a:custGeom>
              <a:avLst/>
              <a:pathLst>
                <a:path w="525" h="1223">
                  <a:moveTo>
                    <a:pt x="525" y="1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l1979"/>
            <p:cNvSpPr/>
            <p:nvPr/>
          </p:nvSpPr>
          <p:spPr>
            <a:xfrm>
              <a:off x="5327078" y="1627641"/>
              <a:ext cx="522" cy="1224"/>
            </a:xfrm>
            <a:custGeom>
              <a:avLst/>
              <a:pathLst>
                <a:path w="522" h="1224">
                  <a:moveTo>
                    <a:pt x="522" y="12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l1980"/>
            <p:cNvSpPr/>
            <p:nvPr/>
          </p:nvSpPr>
          <p:spPr>
            <a:xfrm>
              <a:off x="5315030" y="1631379"/>
              <a:ext cx="1060" cy="2442"/>
            </a:xfrm>
            <a:custGeom>
              <a:avLst/>
              <a:pathLst>
                <a:path w="1060" h="2442">
                  <a:moveTo>
                    <a:pt x="1060" y="2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l1981"/>
            <p:cNvSpPr/>
            <p:nvPr/>
          </p:nvSpPr>
          <p:spPr>
            <a:xfrm>
              <a:off x="5353570" y="1615125"/>
              <a:ext cx="504" cy="1232"/>
            </a:xfrm>
            <a:custGeom>
              <a:avLst/>
              <a:pathLst>
                <a:path w="504" h="1232">
                  <a:moveTo>
                    <a:pt x="504" y="12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l1982"/>
            <p:cNvSpPr/>
            <p:nvPr/>
          </p:nvSpPr>
          <p:spPr>
            <a:xfrm>
              <a:off x="5345835" y="1618310"/>
              <a:ext cx="509" cy="1230"/>
            </a:xfrm>
            <a:custGeom>
              <a:avLst/>
              <a:pathLst>
                <a:path w="509" h="1230">
                  <a:moveTo>
                    <a:pt x="509" y="12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l1983"/>
            <p:cNvSpPr/>
            <p:nvPr/>
          </p:nvSpPr>
          <p:spPr>
            <a:xfrm>
              <a:off x="5350208" y="1617944"/>
              <a:ext cx="506" cy="1231"/>
            </a:xfrm>
            <a:custGeom>
              <a:avLst/>
              <a:pathLst>
                <a:path w="506" h="1231">
                  <a:moveTo>
                    <a:pt x="506" y="12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l1984"/>
            <p:cNvSpPr/>
            <p:nvPr/>
          </p:nvSpPr>
          <p:spPr>
            <a:xfrm>
              <a:off x="5338113" y="1621528"/>
              <a:ext cx="1029" cy="2455"/>
            </a:xfrm>
            <a:custGeom>
              <a:avLst/>
              <a:pathLst>
                <a:path w="1029" h="2455">
                  <a:moveTo>
                    <a:pt x="1029" y="2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l1985"/>
            <p:cNvSpPr/>
            <p:nvPr/>
          </p:nvSpPr>
          <p:spPr>
            <a:xfrm>
              <a:off x="5344925" y="1621570"/>
              <a:ext cx="1532" cy="3688"/>
            </a:xfrm>
            <a:custGeom>
              <a:avLst/>
              <a:pathLst>
                <a:path w="1532" h="3688">
                  <a:moveTo>
                    <a:pt x="1532" y="3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l1986"/>
            <p:cNvSpPr/>
            <p:nvPr/>
          </p:nvSpPr>
          <p:spPr>
            <a:xfrm>
              <a:off x="5321842" y="1631334"/>
              <a:ext cx="1579" cy="3668"/>
            </a:xfrm>
            <a:custGeom>
              <a:avLst/>
              <a:pathLst>
                <a:path w="1579" h="3668">
                  <a:moveTo>
                    <a:pt x="1579" y="36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l1987"/>
            <p:cNvSpPr/>
            <p:nvPr/>
          </p:nvSpPr>
          <p:spPr>
            <a:xfrm>
              <a:off x="5334924" y="1630094"/>
              <a:ext cx="518" cy="1226"/>
            </a:xfrm>
            <a:custGeom>
              <a:avLst/>
              <a:pathLst>
                <a:path w="518" h="1226">
                  <a:moveTo>
                    <a:pt x="518" y="12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l1988"/>
            <p:cNvSpPr/>
            <p:nvPr/>
          </p:nvSpPr>
          <p:spPr>
            <a:xfrm>
              <a:off x="5307364" y="1634728"/>
              <a:ext cx="3213" cy="7313"/>
            </a:xfrm>
            <a:custGeom>
              <a:avLst/>
              <a:pathLst>
                <a:path w="3213" h="7313">
                  <a:moveTo>
                    <a:pt x="3213" y="7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l1989"/>
            <p:cNvSpPr/>
            <p:nvPr/>
          </p:nvSpPr>
          <p:spPr>
            <a:xfrm>
              <a:off x="5322992" y="1636638"/>
              <a:ext cx="527" cy="1222"/>
            </a:xfrm>
            <a:custGeom>
              <a:avLst/>
              <a:pathLst>
                <a:path w="527" h="1222">
                  <a:moveTo>
                    <a:pt x="527" y="1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l1990"/>
            <p:cNvSpPr/>
            <p:nvPr/>
          </p:nvSpPr>
          <p:spPr>
            <a:xfrm>
              <a:off x="5299713" y="1638110"/>
              <a:ext cx="3785" cy="8516"/>
            </a:xfrm>
            <a:custGeom>
              <a:avLst/>
              <a:pathLst>
                <a:path w="3785" h="8516">
                  <a:moveTo>
                    <a:pt x="3785" y="85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l1991"/>
            <p:cNvSpPr/>
            <p:nvPr/>
          </p:nvSpPr>
          <p:spPr>
            <a:xfrm>
              <a:off x="5376858" y="1605769"/>
              <a:ext cx="488" cy="1238"/>
            </a:xfrm>
            <a:custGeom>
              <a:avLst/>
              <a:pathLst>
                <a:path w="488" h="1238">
                  <a:moveTo>
                    <a:pt x="488" y="1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l1992"/>
            <p:cNvSpPr/>
            <p:nvPr/>
          </p:nvSpPr>
          <p:spPr>
            <a:xfrm>
              <a:off x="5369082" y="1608854"/>
              <a:ext cx="493" cy="1236"/>
            </a:xfrm>
            <a:custGeom>
              <a:avLst/>
              <a:pathLst>
                <a:path w="493" h="1236">
                  <a:moveTo>
                    <a:pt x="493" y="12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l1993"/>
            <p:cNvSpPr/>
            <p:nvPr/>
          </p:nvSpPr>
          <p:spPr>
            <a:xfrm>
              <a:off x="5373460" y="1608545"/>
              <a:ext cx="491" cy="1237"/>
            </a:xfrm>
            <a:custGeom>
              <a:avLst/>
              <a:pathLst>
                <a:path w="491" h="1237">
                  <a:moveTo>
                    <a:pt x="491" y="12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l1994"/>
            <p:cNvSpPr/>
            <p:nvPr/>
          </p:nvSpPr>
          <p:spPr>
            <a:xfrm>
              <a:off x="5361320" y="1611973"/>
              <a:ext cx="997" cy="2468"/>
            </a:xfrm>
            <a:custGeom>
              <a:avLst/>
              <a:pathLst>
                <a:path w="997" h="2468">
                  <a:moveTo>
                    <a:pt x="997" y="24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l1995"/>
            <p:cNvSpPr/>
            <p:nvPr/>
          </p:nvSpPr>
          <p:spPr>
            <a:xfrm>
              <a:off x="5392449" y="1599697"/>
              <a:ext cx="477" cy="1242"/>
            </a:xfrm>
            <a:custGeom>
              <a:avLst/>
              <a:pathLst>
                <a:path w="477" h="1242">
                  <a:moveTo>
                    <a:pt x="477" y="12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l1996"/>
            <p:cNvSpPr/>
            <p:nvPr/>
          </p:nvSpPr>
          <p:spPr>
            <a:xfrm>
              <a:off x="5384647" y="1602716"/>
              <a:ext cx="483" cy="1240"/>
            </a:xfrm>
            <a:custGeom>
              <a:avLst/>
              <a:pathLst>
                <a:path w="483" h="1240">
                  <a:moveTo>
                    <a:pt x="483" y="12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l1997"/>
            <p:cNvSpPr/>
            <p:nvPr/>
          </p:nvSpPr>
          <p:spPr>
            <a:xfrm>
              <a:off x="5408091" y="1593759"/>
              <a:ext cx="467" cy="1246"/>
            </a:xfrm>
            <a:custGeom>
              <a:avLst/>
              <a:pathLst>
                <a:path w="467" h="1246">
                  <a:moveTo>
                    <a:pt x="467" y="12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l1998"/>
            <p:cNvSpPr/>
            <p:nvPr/>
          </p:nvSpPr>
          <p:spPr>
            <a:xfrm>
              <a:off x="5400264" y="1596711"/>
              <a:ext cx="472" cy="1244"/>
            </a:xfrm>
            <a:custGeom>
              <a:avLst/>
              <a:pathLst>
                <a:path w="472" h="1244">
                  <a:moveTo>
                    <a:pt x="472" y="12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l1999"/>
            <p:cNvSpPr/>
            <p:nvPr/>
          </p:nvSpPr>
          <p:spPr>
            <a:xfrm>
              <a:off x="5423783" y="1587955"/>
              <a:ext cx="456" cy="1250"/>
            </a:xfrm>
            <a:custGeom>
              <a:avLst/>
              <a:pathLst>
                <a:path w="456" h="1250">
                  <a:moveTo>
                    <a:pt x="456" y="1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l2000"/>
            <p:cNvSpPr/>
            <p:nvPr/>
          </p:nvSpPr>
          <p:spPr>
            <a:xfrm>
              <a:off x="5415931" y="1590840"/>
              <a:ext cx="461" cy="1248"/>
            </a:xfrm>
            <a:custGeom>
              <a:avLst/>
              <a:pathLst>
                <a:path w="461" h="1248">
                  <a:moveTo>
                    <a:pt x="461" y="12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l2001"/>
            <p:cNvSpPr/>
            <p:nvPr/>
          </p:nvSpPr>
          <p:spPr>
            <a:xfrm>
              <a:off x="5420315" y="1590643"/>
              <a:ext cx="918" cy="2499"/>
            </a:xfrm>
            <a:custGeom>
              <a:avLst/>
              <a:pathLst>
                <a:path w="918" h="2499">
                  <a:moveTo>
                    <a:pt x="918" y="24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l2002"/>
            <p:cNvSpPr/>
            <p:nvPr/>
          </p:nvSpPr>
          <p:spPr>
            <a:xfrm>
              <a:off x="5404646" y="1596477"/>
              <a:ext cx="939" cy="2491"/>
            </a:xfrm>
            <a:custGeom>
              <a:avLst/>
              <a:pathLst>
                <a:path w="939" h="2491">
                  <a:moveTo>
                    <a:pt x="939" y="24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l2003"/>
            <p:cNvSpPr/>
            <p:nvPr/>
          </p:nvSpPr>
          <p:spPr>
            <a:xfrm>
              <a:off x="5413403" y="1596039"/>
              <a:ext cx="929" cy="2495"/>
            </a:xfrm>
            <a:custGeom>
              <a:avLst/>
              <a:pathLst>
                <a:path w="929" h="2495">
                  <a:moveTo>
                    <a:pt x="929" y="24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l2004"/>
            <p:cNvSpPr/>
            <p:nvPr/>
          </p:nvSpPr>
          <p:spPr>
            <a:xfrm>
              <a:off x="5389027" y="1602444"/>
              <a:ext cx="1922" cy="4966"/>
            </a:xfrm>
            <a:custGeom>
              <a:avLst/>
              <a:pathLst>
                <a:path w="1922" h="4966">
                  <a:moveTo>
                    <a:pt x="1922" y="49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l2005"/>
            <p:cNvSpPr/>
            <p:nvPr/>
          </p:nvSpPr>
          <p:spPr>
            <a:xfrm>
              <a:off x="5402626" y="1602935"/>
              <a:ext cx="1417" cy="3734"/>
            </a:xfrm>
            <a:custGeom>
              <a:avLst/>
              <a:pathLst>
                <a:path w="1417" h="3734">
                  <a:moveTo>
                    <a:pt x="1417" y="37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l2006"/>
            <p:cNvSpPr/>
            <p:nvPr/>
          </p:nvSpPr>
          <p:spPr>
            <a:xfrm>
              <a:off x="5368130" y="1612103"/>
              <a:ext cx="2970" cy="7415"/>
            </a:xfrm>
            <a:custGeom>
              <a:avLst/>
              <a:pathLst>
                <a:path w="2970" h="7415">
                  <a:moveTo>
                    <a:pt x="2970" y="74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l2007"/>
            <p:cNvSpPr/>
            <p:nvPr/>
          </p:nvSpPr>
          <p:spPr>
            <a:xfrm>
              <a:off x="5387543" y="1613019"/>
              <a:ext cx="3870" cy="9923"/>
            </a:xfrm>
            <a:custGeom>
              <a:avLst/>
              <a:pathLst>
                <a:path w="3870" h="9923">
                  <a:moveTo>
                    <a:pt x="3870" y="99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l2008"/>
            <p:cNvSpPr/>
            <p:nvPr/>
          </p:nvSpPr>
          <p:spPr>
            <a:xfrm>
              <a:off x="5313496" y="1642215"/>
              <a:ext cx="4806" cy="10976"/>
            </a:xfrm>
            <a:custGeom>
              <a:avLst/>
              <a:pathLst>
                <a:path w="4806" h="10976">
                  <a:moveTo>
                    <a:pt x="4806" y="10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l2009"/>
            <p:cNvSpPr/>
            <p:nvPr/>
          </p:nvSpPr>
          <p:spPr>
            <a:xfrm>
              <a:off x="5455313" y="1576749"/>
              <a:ext cx="435" cy="1258"/>
            </a:xfrm>
            <a:custGeom>
              <a:avLst/>
              <a:pathLst>
                <a:path w="435" h="1258">
                  <a:moveTo>
                    <a:pt x="435" y="12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l2010"/>
            <p:cNvSpPr/>
            <p:nvPr/>
          </p:nvSpPr>
          <p:spPr>
            <a:xfrm>
              <a:off x="5447413" y="1579500"/>
              <a:ext cx="440" cy="1256"/>
            </a:xfrm>
            <a:custGeom>
              <a:avLst/>
              <a:pathLst>
                <a:path w="440" h="1256">
                  <a:moveTo>
                    <a:pt x="440" y="12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l2011"/>
            <p:cNvSpPr/>
            <p:nvPr/>
          </p:nvSpPr>
          <p:spPr>
            <a:xfrm>
              <a:off x="5451800" y="1579377"/>
              <a:ext cx="437" cy="1257"/>
            </a:xfrm>
            <a:custGeom>
              <a:avLst/>
              <a:pathLst>
                <a:path w="437" h="1257">
                  <a:moveTo>
                    <a:pt x="437" y="1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l2012"/>
            <p:cNvSpPr/>
            <p:nvPr/>
          </p:nvSpPr>
          <p:spPr>
            <a:xfrm>
              <a:off x="5439524" y="1582284"/>
              <a:ext cx="891" cy="2509"/>
            </a:xfrm>
            <a:custGeom>
              <a:avLst/>
              <a:pathLst>
                <a:path w="891" h="2509">
                  <a:moveTo>
                    <a:pt x="891" y="25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l2013"/>
            <p:cNvSpPr/>
            <p:nvPr/>
          </p:nvSpPr>
          <p:spPr>
            <a:xfrm>
              <a:off x="5479084" y="1568699"/>
              <a:ext cx="418" cy="1263"/>
            </a:xfrm>
            <a:custGeom>
              <a:avLst/>
              <a:pathLst>
                <a:path w="418" h="1263">
                  <a:moveTo>
                    <a:pt x="418" y="12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l2014"/>
            <p:cNvSpPr/>
            <p:nvPr/>
          </p:nvSpPr>
          <p:spPr>
            <a:xfrm>
              <a:off x="5471149" y="1571348"/>
              <a:ext cx="424" cy="1261"/>
            </a:xfrm>
            <a:custGeom>
              <a:avLst/>
              <a:pathLst>
                <a:path w="424" h="1261">
                  <a:moveTo>
                    <a:pt x="424" y="1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l2015"/>
            <p:cNvSpPr/>
            <p:nvPr/>
          </p:nvSpPr>
          <p:spPr>
            <a:xfrm>
              <a:off x="5475537" y="1571282"/>
              <a:ext cx="421" cy="1262"/>
            </a:xfrm>
            <a:custGeom>
              <a:avLst/>
              <a:pathLst>
                <a:path w="421" h="1262">
                  <a:moveTo>
                    <a:pt x="421" y="12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l2016"/>
            <p:cNvSpPr/>
            <p:nvPr/>
          </p:nvSpPr>
          <p:spPr>
            <a:xfrm>
              <a:off x="5463226" y="1574032"/>
              <a:ext cx="859" cy="2520"/>
            </a:xfrm>
            <a:custGeom>
              <a:avLst/>
              <a:pathLst>
                <a:path w="859" h="2520">
                  <a:moveTo>
                    <a:pt x="859" y="2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l2017"/>
            <p:cNvSpPr/>
            <p:nvPr/>
          </p:nvSpPr>
          <p:spPr>
            <a:xfrm>
              <a:off x="5502956" y="1560953"/>
              <a:ext cx="402" cy="1269"/>
            </a:xfrm>
            <a:custGeom>
              <a:avLst/>
              <a:pathLst>
                <a:path w="402" h="1269">
                  <a:moveTo>
                    <a:pt x="402" y="12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l2018"/>
            <p:cNvSpPr/>
            <p:nvPr/>
          </p:nvSpPr>
          <p:spPr>
            <a:xfrm>
              <a:off x="5494988" y="1563501"/>
              <a:ext cx="408" cy="1267"/>
            </a:xfrm>
            <a:custGeom>
              <a:avLst/>
              <a:pathLst>
                <a:path w="408" h="1267">
                  <a:moveTo>
                    <a:pt x="408" y="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l2019"/>
            <p:cNvSpPr/>
            <p:nvPr/>
          </p:nvSpPr>
          <p:spPr>
            <a:xfrm>
              <a:off x="5499376" y="1563491"/>
              <a:ext cx="405" cy="1268"/>
            </a:xfrm>
            <a:custGeom>
              <a:avLst/>
              <a:pathLst>
                <a:path w="405" h="1268">
                  <a:moveTo>
                    <a:pt x="405" y="12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l2020"/>
            <p:cNvSpPr/>
            <p:nvPr/>
          </p:nvSpPr>
          <p:spPr>
            <a:xfrm>
              <a:off x="5487030" y="1566083"/>
              <a:ext cx="827" cy="2531"/>
            </a:xfrm>
            <a:custGeom>
              <a:avLst/>
              <a:pathLst>
                <a:path w="827" h="2531">
                  <a:moveTo>
                    <a:pt x="827" y="2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l2021"/>
            <p:cNvSpPr/>
            <p:nvPr/>
          </p:nvSpPr>
          <p:spPr>
            <a:xfrm>
              <a:off x="5493816" y="1566677"/>
              <a:ext cx="1228" cy="3800"/>
            </a:xfrm>
            <a:custGeom>
              <a:avLst/>
              <a:pathLst>
                <a:path w="1228" h="3800">
                  <a:moveTo>
                    <a:pt x="1228" y="3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l2022"/>
            <p:cNvSpPr/>
            <p:nvPr/>
          </p:nvSpPr>
          <p:spPr>
            <a:xfrm>
              <a:off x="5470019" y="1574539"/>
              <a:ext cx="1277" cy="3784"/>
            </a:xfrm>
            <a:custGeom>
              <a:avLst/>
              <a:pathLst>
                <a:path w="1277" h="3784">
                  <a:moveTo>
                    <a:pt x="1277" y="3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l2023"/>
            <p:cNvSpPr/>
            <p:nvPr/>
          </p:nvSpPr>
          <p:spPr>
            <a:xfrm>
              <a:off x="5542956" y="1548726"/>
              <a:ext cx="375" cy="1277"/>
            </a:xfrm>
            <a:custGeom>
              <a:avLst/>
              <a:pathLst>
                <a:path w="375" h="1277">
                  <a:moveTo>
                    <a:pt x="375" y="1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l2024"/>
            <p:cNvSpPr/>
            <p:nvPr/>
          </p:nvSpPr>
          <p:spPr>
            <a:xfrm>
              <a:off x="5534936" y="1551103"/>
              <a:ext cx="381" cy="1275"/>
            </a:xfrm>
            <a:custGeom>
              <a:avLst/>
              <a:pathLst>
                <a:path w="381" h="1275">
                  <a:moveTo>
                    <a:pt x="381" y="1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l2025"/>
            <p:cNvSpPr/>
            <p:nvPr/>
          </p:nvSpPr>
          <p:spPr>
            <a:xfrm>
              <a:off x="5539323" y="1551187"/>
              <a:ext cx="378" cy="1276"/>
            </a:xfrm>
            <a:custGeom>
              <a:avLst/>
              <a:pathLst>
                <a:path w="378" h="1276">
                  <a:moveTo>
                    <a:pt x="378" y="1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l2026"/>
            <p:cNvSpPr/>
            <p:nvPr/>
          </p:nvSpPr>
          <p:spPr>
            <a:xfrm>
              <a:off x="5526925" y="1553515"/>
              <a:ext cx="772" cy="2548"/>
            </a:xfrm>
            <a:custGeom>
              <a:avLst/>
              <a:pathLst>
                <a:path w="772" h="2548">
                  <a:moveTo>
                    <a:pt x="772" y="25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l2027"/>
            <p:cNvSpPr/>
            <p:nvPr/>
          </p:nvSpPr>
          <p:spPr>
            <a:xfrm>
              <a:off x="5533697" y="1554254"/>
              <a:ext cx="382" cy="1275"/>
            </a:xfrm>
            <a:custGeom>
              <a:avLst/>
              <a:pathLst>
                <a:path w="382" h="1275">
                  <a:moveTo>
                    <a:pt x="382" y="1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l2028"/>
            <p:cNvSpPr/>
            <p:nvPr/>
          </p:nvSpPr>
          <p:spPr>
            <a:xfrm>
              <a:off x="5518925" y="1555960"/>
              <a:ext cx="1175" cy="3817"/>
            </a:xfrm>
            <a:custGeom>
              <a:avLst/>
              <a:pathLst>
                <a:path w="1175" h="3817">
                  <a:moveTo>
                    <a:pt x="1175" y="38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l2029"/>
            <p:cNvSpPr/>
            <p:nvPr/>
          </p:nvSpPr>
          <p:spPr>
            <a:xfrm>
              <a:off x="5567079" y="1541800"/>
              <a:ext cx="359" cy="1282"/>
            </a:xfrm>
            <a:custGeom>
              <a:avLst/>
              <a:pathLst>
                <a:path w="359" h="1282">
                  <a:moveTo>
                    <a:pt x="359" y="12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l2030"/>
            <p:cNvSpPr/>
            <p:nvPr/>
          </p:nvSpPr>
          <p:spPr>
            <a:xfrm>
              <a:off x="5559028" y="1544075"/>
              <a:ext cx="364" cy="1280"/>
            </a:xfrm>
            <a:custGeom>
              <a:avLst/>
              <a:pathLst>
                <a:path w="364" h="1280">
                  <a:moveTo>
                    <a:pt x="364" y="12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l2031"/>
            <p:cNvSpPr/>
            <p:nvPr/>
          </p:nvSpPr>
          <p:spPr>
            <a:xfrm>
              <a:off x="5563414" y="1544215"/>
              <a:ext cx="361" cy="1281"/>
            </a:xfrm>
            <a:custGeom>
              <a:avLst/>
              <a:pathLst>
                <a:path w="361" h="1281">
                  <a:moveTo>
                    <a:pt x="361" y="12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l2032"/>
            <p:cNvSpPr/>
            <p:nvPr/>
          </p:nvSpPr>
          <p:spPr>
            <a:xfrm>
              <a:off x="5550987" y="1546383"/>
              <a:ext cx="740" cy="2557"/>
            </a:xfrm>
            <a:custGeom>
              <a:avLst/>
              <a:pathLst>
                <a:path w="740" h="2557">
                  <a:moveTo>
                    <a:pt x="740" y="2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l2033"/>
            <p:cNvSpPr/>
            <p:nvPr/>
          </p:nvSpPr>
          <p:spPr>
            <a:xfrm>
              <a:off x="5583209" y="1537355"/>
              <a:ext cx="348" cy="1285"/>
            </a:xfrm>
            <a:custGeom>
              <a:avLst/>
              <a:pathLst>
                <a:path w="348" h="1285">
                  <a:moveTo>
                    <a:pt x="348" y="12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l2034"/>
            <p:cNvSpPr/>
            <p:nvPr/>
          </p:nvSpPr>
          <p:spPr>
            <a:xfrm>
              <a:off x="5575139" y="1539561"/>
              <a:ext cx="353" cy="1283"/>
            </a:xfrm>
            <a:custGeom>
              <a:avLst/>
              <a:pathLst>
                <a:path w="353" h="1283">
                  <a:moveTo>
                    <a:pt x="353" y="12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l2035"/>
            <p:cNvSpPr/>
            <p:nvPr/>
          </p:nvSpPr>
          <p:spPr>
            <a:xfrm>
              <a:off x="5607473" y="1530946"/>
              <a:ext cx="331" cy="1289"/>
            </a:xfrm>
            <a:custGeom>
              <a:avLst/>
              <a:pathLst>
                <a:path w="331" h="1289">
                  <a:moveTo>
                    <a:pt x="331" y="12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l2036"/>
            <p:cNvSpPr/>
            <p:nvPr/>
          </p:nvSpPr>
          <p:spPr>
            <a:xfrm>
              <a:off x="5599376" y="1533048"/>
              <a:ext cx="337" cy="1288"/>
            </a:xfrm>
            <a:custGeom>
              <a:avLst/>
              <a:pathLst>
                <a:path w="337" h="1288">
                  <a:moveTo>
                    <a:pt x="337" y="1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l2037"/>
            <p:cNvSpPr/>
            <p:nvPr/>
          </p:nvSpPr>
          <p:spPr>
            <a:xfrm>
              <a:off x="5603758" y="1533281"/>
              <a:ext cx="334" cy="1288"/>
            </a:xfrm>
            <a:custGeom>
              <a:avLst/>
              <a:pathLst>
                <a:path w="334" h="1288">
                  <a:moveTo>
                    <a:pt x="334" y="1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l2038"/>
            <p:cNvSpPr/>
            <p:nvPr/>
          </p:nvSpPr>
          <p:spPr>
            <a:xfrm>
              <a:off x="5591288" y="1535184"/>
              <a:ext cx="685" cy="2573"/>
            </a:xfrm>
            <a:custGeom>
              <a:avLst/>
              <a:pathLst>
                <a:path w="685" h="2573">
                  <a:moveTo>
                    <a:pt x="685" y="25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l2039"/>
            <p:cNvSpPr/>
            <p:nvPr/>
          </p:nvSpPr>
          <p:spPr>
            <a:xfrm>
              <a:off x="5598030" y="1536154"/>
              <a:ext cx="677" cy="2575"/>
            </a:xfrm>
            <a:custGeom>
              <a:avLst/>
              <a:pathLst>
                <a:path w="677" h="2575">
                  <a:moveTo>
                    <a:pt x="677" y="25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l2040"/>
            <p:cNvSpPr/>
            <p:nvPr/>
          </p:nvSpPr>
          <p:spPr>
            <a:xfrm>
              <a:off x="5579524" y="1539738"/>
              <a:ext cx="1053" cy="3853"/>
            </a:xfrm>
            <a:custGeom>
              <a:avLst/>
              <a:pathLst>
                <a:path w="1053" h="3853">
                  <a:moveTo>
                    <a:pt x="1053" y="38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l2041"/>
            <p:cNvSpPr/>
            <p:nvPr/>
          </p:nvSpPr>
          <p:spPr>
            <a:xfrm>
              <a:off x="5589636" y="1541138"/>
              <a:ext cx="1034" cy="3858"/>
            </a:xfrm>
            <a:custGeom>
              <a:avLst/>
              <a:pathLst>
                <a:path w="1034" h="3858">
                  <a:moveTo>
                    <a:pt x="1034" y="3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l2042"/>
            <p:cNvSpPr/>
            <p:nvPr/>
          </p:nvSpPr>
          <p:spPr>
            <a:xfrm>
              <a:off x="5557749" y="1547209"/>
              <a:ext cx="1830" cy="6400"/>
            </a:xfrm>
            <a:custGeom>
              <a:avLst/>
              <a:pathLst>
                <a:path w="1830" h="6400">
                  <a:moveTo>
                    <a:pt x="1830" y="64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l2043"/>
            <p:cNvSpPr/>
            <p:nvPr/>
          </p:nvSpPr>
          <p:spPr>
            <a:xfrm>
              <a:off x="5575107" y="1549239"/>
              <a:ext cx="1421" cy="5132"/>
            </a:xfrm>
            <a:custGeom>
              <a:avLst/>
              <a:pathLst>
                <a:path w="1421" h="5132">
                  <a:moveTo>
                    <a:pt x="1421" y="51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l2044"/>
            <p:cNvSpPr/>
            <p:nvPr/>
          </p:nvSpPr>
          <p:spPr>
            <a:xfrm>
              <a:off x="5527086" y="1557640"/>
              <a:ext cx="3097" cy="10191"/>
            </a:xfrm>
            <a:custGeom>
              <a:avLst/>
              <a:pathLst>
                <a:path w="3097" h="10191">
                  <a:moveTo>
                    <a:pt x="3097" y="101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l2045"/>
            <p:cNvSpPr/>
            <p:nvPr/>
          </p:nvSpPr>
          <p:spPr>
            <a:xfrm>
              <a:off x="5623695" y="1526846"/>
              <a:ext cx="320" cy="1292"/>
            </a:xfrm>
            <a:custGeom>
              <a:avLst/>
              <a:pathLst>
                <a:path w="320" h="1292">
                  <a:moveTo>
                    <a:pt x="320" y="12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l2046"/>
            <p:cNvSpPr/>
            <p:nvPr/>
          </p:nvSpPr>
          <p:spPr>
            <a:xfrm>
              <a:off x="5615580" y="1528879"/>
              <a:ext cx="326" cy="1290"/>
            </a:xfrm>
            <a:custGeom>
              <a:avLst/>
              <a:pathLst>
                <a:path w="326" h="1290">
                  <a:moveTo>
                    <a:pt x="326" y="12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l2047"/>
            <p:cNvSpPr/>
            <p:nvPr/>
          </p:nvSpPr>
          <p:spPr>
            <a:xfrm>
              <a:off x="5648090" y="1520956"/>
              <a:ext cx="304" cy="1296"/>
            </a:xfrm>
            <a:custGeom>
              <a:avLst/>
              <a:pathLst>
                <a:path w="304" h="1296">
                  <a:moveTo>
                    <a:pt x="304" y="1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l2048"/>
            <p:cNvSpPr/>
            <p:nvPr/>
          </p:nvSpPr>
          <p:spPr>
            <a:xfrm>
              <a:off x="5639950" y="1522885"/>
              <a:ext cx="309" cy="1294"/>
            </a:xfrm>
            <a:custGeom>
              <a:avLst/>
              <a:pathLst>
                <a:path w="309" h="1294">
                  <a:moveTo>
                    <a:pt x="309" y="1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l2049"/>
            <p:cNvSpPr/>
            <p:nvPr/>
          </p:nvSpPr>
          <p:spPr>
            <a:xfrm>
              <a:off x="5644326" y="1523212"/>
              <a:ext cx="306" cy="1295"/>
            </a:xfrm>
            <a:custGeom>
              <a:avLst/>
              <a:pathLst>
                <a:path w="306" h="1295">
                  <a:moveTo>
                    <a:pt x="306" y="12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l2050"/>
            <p:cNvSpPr/>
            <p:nvPr/>
          </p:nvSpPr>
          <p:spPr>
            <a:xfrm>
              <a:off x="5631818" y="1524848"/>
              <a:ext cx="630" cy="2587"/>
            </a:xfrm>
            <a:custGeom>
              <a:avLst/>
              <a:pathLst>
                <a:path w="630" h="2587">
                  <a:moveTo>
                    <a:pt x="630" y="25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l2051"/>
            <p:cNvSpPr/>
            <p:nvPr/>
          </p:nvSpPr>
          <p:spPr>
            <a:xfrm>
              <a:off x="5638538" y="1525961"/>
              <a:ext cx="622" cy="2589"/>
            </a:xfrm>
            <a:custGeom>
              <a:avLst/>
              <a:pathLst>
                <a:path w="622" h="2589">
                  <a:moveTo>
                    <a:pt x="622" y="25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l2052"/>
            <p:cNvSpPr/>
            <p:nvPr/>
          </p:nvSpPr>
          <p:spPr>
            <a:xfrm>
              <a:off x="5619959" y="1529150"/>
              <a:ext cx="970" cy="3874"/>
            </a:xfrm>
            <a:custGeom>
              <a:avLst/>
              <a:pathLst>
                <a:path w="970" h="3874">
                  <a:moveTo>
                    <a:pt x="970" y="38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l2053"/>
            <p:cNvSpPr/>
            <p:nvPr/>
          </p:nvSpPr>
          <p:spPr>
            <a:xfrm>
              <a:off x="5672560" y="1515379"/>
              <a:ext cx="287" cy="1300"/>
            </a:xfrm>
            <a:custGeom>
              <a:avLst/>
              <a:pathLst>
                <a:path w="287" h="1300">
                  <a:moveTo>
                    <a:pt x="287" y="13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l2054"/>
            <p:cNvSpPr/>
            <p:nvPr/>
          </p:nvSpPr>
          <p:spPr>
            <a:xfrm>
              <a:off x="5664395" y="1517203"/>
              <a:ext cx="293" cy="1298"/>
            </a:xfrm>
            <a:custGeom>
              <a:avLst/>
              <a:pathLst>
                <a:path w="293" h="1298">
                  <a:moveTo>
                    <a:pt x="293" y="12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l2055"/>
            <p:cNvSpPr/>
            <p:nvPr/>
          </p:nvSpPr>
          <p:spPr>
            <a:xfrm>
              <a:off x="5688911" y="1511835"/>
              <a:ext cx="276" cy="1302"/>
            </a:xfrm>
            <a:custGeom>
              <a:avLst/>
              <a:pathLst>
                <a:path w="276" h="1302">
                  <a:moveTo>
                    <a:pt x="276" y="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l2056"/>
            <p:cNvSpPr/>
            <p:nvPr/>
          </p:nvSpPr>
          <p:spPr>
            <a:xfrm>
              <a:off x="5680732" y="1513590"/>
              <a:ext cx="282" cy="1301"/>
            </a:xfrm>
            <a:custGeom>
              <a:avLst/>
              <a:pathLst>
                <a:path w="282" h="1301">
                  <a:moveTo>
                    <a:pt x="282" y="13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l2057"/>
            <p:cNvSpPr/>
            <p:nvPr/>
          </p:nvSpPr>
          <p:spPr>
            <a:xfrm>
              <a:off x="5685100" y="1514010"/>
              <a:ext cx="558" cy="2603"/>
            </a:xfrm>
            <a:custGeom>
              <a:avLst/>
              <a:pathLst>
                <a:path w="558" h="2603">
                  <a:moveTo>
                    <a:pt x="558" y="26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l2058"/>
            <p:cNvSpPr/>
            <p:nvPr/>
          </p:nvSpPr>
          <p:spPr>
            <a:xfrm>
              <a:off x="5668767" y="1517586"/>
              <a:ext cx="580" cy="2598"/>
            </a:xfrm>
            <a:custGeom>
              <a:avLst/>
              <a:pathLst>
                <a:path w="580" h="2598">
                  <a:moveTo>
                    <a:pt x="580" y="2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l2059"/>
            <p:cNvSpPr/>
            <p:nvPr/>
          </p:nvSpPr>
          <p:spPr>
            <a:xfrm>
              <a:off x="5677499" y="1518382"/>
              <a:ext cx="284" cy="1300"/>
            </a:xfrm>
            <a:custGeom>
              <a:avLst/>
              <a:pathLst>
                <a:path w="284" h="1300">
                  <a:moveTo>
                    <a:pt x="284" y="13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l2060"/>
            <p:cNvSpPr/>
            <p:nvPr/>
          </p:nvSpPr>
          <p:spPr>
            <a:xfrm>
              <a:off x="5656239" y="1519062"/>
              <a:ext cx="1194" cy="5190"/>
            </a:xfrm>
            <a:custGeom>
              <a:avLst/>
              <a:pathLst>
                <a:path w="1194" h="5190">
                  <a:moveTo>
                    <a:pt x="1194" y="5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l2061"/>
            <p:cNvSpPr/>
            <p:nvPr/>
          </p:nvSpPr>
          <p:spPr>
            <a:xfrm>
              <a:off x="5705293" y="1508431"/>
              <a:ext cx="265" cy="1304"/>
            </a:xfrm>
            <a:custGeom>
              <a:avLst/>
              <a:pathLst>
                <a:path w="265" h="1304">
                  <a:moveTo>
                    <a:pt x="265" y="1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l2062"/>
            <p:cNvSpPr/>
            <p:nvPr/>
          </p:nvSpPr>
          <p:spPr>
            <a:xfrm>
              <a:off x="5697098" y="1510116"/>
              <a:ext cx="270" cy="1303"/>
            </a:xfrm>
            <a:custGeom>
              <a:avLst/>
              <a:pathLst>
                <a:path w="270" h="1303">
                  <a:moveTo>
                    <a:pt x="270" y="13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l2063"/>
            <p:cNvSpPr/>
            <p:nvPr/>
          </p:nvSpPr>
          <p:spPr>
            <a:xfrm>
              <a:off x="5738140" y="1502043"/>
              <a:ext cx="243" cy="1309"/>
            </a:xfrm>
            <a:custGeom>
              <a:avLst/>
              <a:pathLst>
                <a:path w="243" h="1309">
                  <a:moveTo>
                    <a:pt x="243" y="13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l2064"/>
            <p:cNvSpPr/>
            <p:nvPr/>
          </p:nvSpPr>
          <p:spPr>
            <a:xfrm>
              <a:off x="5729918" y="1503587"/>
              <a:ext cx="248" cy="1308"/>
            </a:xfrm>
            <a:custGeom>
              <a:avLst/>
              <a:pathLst>
                <a:path w="248" h="1308">
                  <a:moveTo>
                    <a:pt x="248" y="13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l2065"/>
            <p:cNvSpPr/>
            <p:nvPr/>
          </p:nvSpPr>
          <p:spPr>
            <a:xfrm>
              <a:off x="5734274" y="1504119"/>
              <a:ext cx="245" cy="1308"/>
            </a:xfrm>
            <a:custGeom>
              <a:avLst/>
              <a:pathLst>
                <a:path w="245" h="1308">
                  <a:moveTo>
                    <a:pt x="245" y="13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l2066"/>
            <p:cNvSpPr/>
            <p:nvPr/>
          </p:nvSpPr>
          <p:spPr>
            <a:xfrm>
              <a:off x="5721703" y="1505167"/>
              <a:ext cx="508" cy="2613"/>
            </a:xfrm>
            <a:custGeom>
              <a:avLst/>
              <a:pathLst>
                <a:path w="508" h="2613">
                  <a:moveTo>
                    <a:pt x="508" y="26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l2067"/>
            <p:cNvSpPr/>
            <p:nvPr/>
          </p:nvSpPr>
          <p:spPr>
            <a:xfrm>
              <a:off x="5728363" y="1506594"/>
              <a:ext cx="249" cy="1307"/>
            </a:xfrm>
            <a:custGeom>
              <a:avLst/>
              <a:pathLst>
                <a:path w="249" h="1307">
                  <a:moveTo>
                    <a:pt x="249" y="1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l2068"/>
            <p:cNvSpPr/>
            <p:nvPr/>
          </p:nvSpPr>
          <p:spPr>
            <a:xfrm>
              <a:off x="5713494" y="1506781"/>
              <a:ext cx="779" cy="3917"/>
            </a:xfrm>
            <a:custGeom>
              <a:avLst/>
              <a:pathLst>
                <a:path w="779" h="3917">
                  <a:moveTo>
                    <a:pt x="779" y="39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l2069"/>
            <p:cNvSpPr/>
            <p:nvPr/>
          </p:nvSpPr>
          <p:spPr>
            <a:xfrm>
              <a:off x="5721441" y="1509287"/>
              <a:ext cx="509" cy="2613"/>
            </a:xfrm>
            <a:custGeom>
              <a:avLst/>
              <a:pathLst>
                <a:path w="509" h="2613">
                  <a:moveTo>
                    <a:pt x="509" y="26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l2070"/>
            <p:cNvSpPr/>
            <p:nvPr/>
          </p:nvSpPr>
          <p:spPr>
            <a:xfrm>
              <a:off x="5701463" y="1510573"/>
              <a:ext cx="1072" cy="5216"/>
            </a:xfrm>
            <a:custGeom>
              <a:avLst/>
              <a:pathLst>
                <a:path w="1072" h="5216">
                  <a:moveTo>
                    <a:pt x="1072" y="5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l2071"/>
            <p:cNvSpPr/>
            <p:nvPr/>
          </p:nvSpPr>
          <p:spPr>
            <a:xfrm>
              <a:off x="5712238" y="1513821"/>
              <a:ext cx="1307" cy="6527"/>
            </a:xfrm>
            <a:custGeom>
              <a:avLst/>
              <a:pathLst>
                <a:path w="1307" h="6527">
                  <a:moveTo>
                    <a:pt x="1307" y="65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l2072"/>
            <p:cNvSpPr/>
            <p:nvPr/>
          </p:nvSpPr>
          <p:spPr>
            <a:xfrm>
              <a:off x="5667603" y="1521940"/>
              <a:ext cx="1750" cy="7794"/>
            </a:xfrm>
            <a:custGeom>
              <a:avLst/>
              <a:pathLst>
                <a:path w="1750" h="7794">
                  <a:moveTo>
                    <a:pt x="1750" y="77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l2073"/>
            <p:cNvSpPr/>
            <p:nvPr/>
          </p:nvSpPr>
          <p:spPr>
            <a:xfrm>
              <a:off x="5691422" y="1524913"/>
              <a:ext cx="1383" cy="6511"/>
            </a:xfrm>
            <a:custGeom>
              <a:avLst/>
              <a:pathLst>
                <a:path w="1383" h="6511">
                  <a:moveTo>
                    <a:pt x="1383" y="65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l2074"/>
            <p:cNvSpPr/>
            <p:nvPr/>
          </p:nvSpPr>
          <p:spPr>
            <a:xfrm>
              <a:off x="5630040" y="1530765"/>
              <a:ext cx="3490" cy="14223"/>
            </a:xfrm>
            <a:custGeom>
              <a:avLst/>
              <a:pathLst>
                <a:path w="3490" h="14223">
                  <a:moveTo>
                    <a:pt x="3490" y="14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l2075"/>
            <p:cNvSpPr/>
            <p:nvPr/>
          </p:nvSpPr>
          <p:spPr>
            <a:xfrm>
              <a:off x="5663115" y="1537975"/>
              <a:ext cx="3564" cy="15574"/>
            </a:xfrm>
            <a:custGeom>
              <a:avLst/>
              <a:pathLst>
                <a:path w="3564" h="15574">
                  <a:moveTo>
                    <a:pt x="3564" y="15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l2076"/>
            <p:cNvSpPr/>
            <p:nvPr/>
          </p:nvSpPr>
          <p:spPr>
            <a:xfrm>
              <a:off x="5553314" y="1560957"/>
              <a:ext cx="5941" cy="20457"/>
            </a:xfrm>
            <a:custGeom>
              <a:avLst/>
              <a:pathLst>
                <a:path w="5941" h="20457">
                  <a:moveTo>
                    <a:pt x="5941" y="20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l2077"/>
            <p:cNvSpPr/>
            <p:nvPr/>
          </p:nvSpPr>
          <p:spPr>
            <a:xfrm>
              <a:off x="5612766" y="1566708"/>
              <a:ext cx="334" cy="1288"/>
            </a:xfrm>
            <a:custGeom>
              <a:avLst/>
              <a:pathLst>
                <a:path w="334" h="1288">
                  <a:moveTo>
                    <a:pt x="334" y="1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l2078"/>
            <p:cNvSpPr/>
            <p:nvPr/>
          </p:nvSpPr>
          <p:spPr>
            <a:xfrm>
              <a:off x="5510935" y="1558440"/>
              <a:ext cx="11126" cy="35581"/>
            </a:xfrm>
            <a:custGeom>
              <a:avLst/>
              <a:pathLst>
                <a:path w="11126" h="35581">
                  <a:moveTo>
                    <a:pt x="11126" y="35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l2079"/>
            <p:cNvSpPr/>
            <p:nvPr/>
          </p:nvSpPr>
          <p:spPr>
            <a:xfrm>
              <a:off x="5567421" y="1580448"/>
              <a:ext cx="2195" cy="7680"/>
            </a:xfrm>
            <a:custGeom>
              <a:avLst/>
              <a:pathLst>
                <a:path w="2195" h="7680">
                  <a:moveTo>
                    <a:pt x="2195" y="76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l2080"/>
            <p:cNvSpPr/>
            <p:nvPr/>
          </p:nvSpPr>
          <p:spPr>
            <a:xfrm>
              <a:off x="5483158" y="1574363"/>
              <a:ext cx="12111" cy="36662"/>
            </a:xfrm>
            <a:custGeom>
              <a:avLst/>
              <a:pathLst>
                <a:path w="12111" h="36662">
                  <a:moveTo>
                    <a:pt x="12111" y="36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l2081"/>
            <p:cNvSpPr/>
            <p:nvPr/>
          </p:nvSpPr>
          <p:spPr>
            <a:xfrm>
              <a:off x="5762844" y="1497621"/>
              <a:ext cx="226" cy="1312"/>
            </a:xfrm>
            <a:custGeom>
              <a:avLst/>
              <a:pathLst>
                <a:path w="226" h="1312">
                  <a:moveTo>
                    <a:pt x="226" y="13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l2082"/>
            <p:cNvSpPr/>
            <p:nvPr/>
          </p:nvSpPr>
          <p:spPr>
            <a:xfrm>
              <a:off x="5754603" y="1499060"/>
              <a:ext cx="231" cy="1311"/>
            </a:xfrm>
            <a:custGeom>
              <a:avLst/>
              <a:pathLst>
                <a:path w="231" h="1311">
                  <a:moveTo>
                    <a:pt x="231" y="13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l2083"/>
            <p:cNvSpPr/>
            <p:nvPr/>
          </p:nvSpPr>
          <p:spPr>
            <a:xfrm>
              <a:off x="5787602" y="1493515"/>
              <a:ext cx="209" cy="1314"/>
            </a:xfrm>
            <a:custGeom>
              <a:avLst/>
              <a:pathLst>
                <a:path w="209" h="1314">
                  <a:moveTo>
                    <a:pt x="209" y="13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l2084"/>
            <p:cNvSpPr/>
            <p:nvPr/>
          </p:nvSpPr>
          <p:spPr>
            <a:xfrm>
              <a:off x="5779344" y="1494848"/>
              <a:ext cx="215" cy="1313"/>
            </a:xfrm>
            <a:custGeom>
              <a:avLst/>
              <a:pathLst>
                <a:path w="215" h="1313">
                  <a:moveTo>
                    <a:pt x="215" y="1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l2085"/>
            <p:cNvSpPr/>
            <p:nvPr/>
          </p:nvSpPr>
          <p:spPr>
            <a:xfrm>
              <a:off x="5783685" y="1495491"/>
              <a:ext cx="212" cy="1314"/>
            </a:xfrm>
            <a:custGeom>
              <a:avLst/>
              <a:pathLst>
                <a:path w="212" h="1314">
                  <a:moveTo>
                    <a:pt x="212" y="13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l2086"/>
            <p:cNvSpPr/>
            <p:nvPr/>
          </p:nvSpPr>
          <p:spPr>
            <a:xfrm>
              <a:off x="5771091" y="1496217"/>
              <a:ext cx="441" cy="2626"/>
            </a:xfrm>
            <a:custGeom>
              <a:avLst/>
              <a:pathLst>
                <a:path w="441" h="2626">
                  <a:moveTo>
                    <a:pt x="441" y="2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l2087"/>
            <p:cNvSpPr/>
            <p:nvPr/>
          </p:nvSpPr>
          <p:spPr>
            <a:xfrm>
              <a:off x="5777713" y="1497814"/>
              <a:ext cx="432" cy="2627"/>
            </a:xfrm>
            <a:custGeom>
              <a:avLst/>
              <a:pathLst>
                <a:path w="432" h="2627">
                  <a:moveTo>
                    <a:pt x="432" y="26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l2088"/>
            <p:cNvSpPr/>
            <p:nvPr/>
          </p:nvSpPr>
          <p:spPr>
            <a:xfrm>
              <a:off x="5758951" y="1499647"/>
              <a:ext cx="687" cy="3934"/>
            </a:xfrm>
            <a:custGeom>
              <a:avLst/>
              <a:pathLst>
                <a:path w="687" h="3934">
                  <a:moveTo>
                    <a:pt x="687" y="39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l2089"/>
            <p:cNvSpPr/>
            <p:nvPr/>
          </p:nvSpPr>
          <p:spPr>
            <a:xfrm>
              <a:off x="5768888" y="1501990"/>
              <a:ext cx="222" cy="1312"/>
            </a:xfrm>
            <a:custGeom>
              <a:avLst/>
              <a:pathLst>
                <a:path w="222" h="1312">
                  <a:moveTo>
                    <a:pt x="222" y="13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l2090"/>
            <p:cNvSpPr/>
            <p:nvPr/>
          </p:nvSpPr>
          <p:spPr>
            <a:xfrm>
              <a:off x="5746368" y="1500534"/>
              <a:ext cx="1187" cy="6550"/>
            </a:xfrm>
            <a:custGeom>
              <a:avLst/>
              <a:pathLst>
                <a:path w="1187" h="6550">
                  <a:moveTo>
                    <a:pt x="1187" y="65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l2091"/>
            <p:cNvSpPr/>
            <p:nvPr/>
          </p:nvSpPr>
          <p:spPr>
            <a:xfrm>
              <a:off x="5812412" y="1489726"/>
              <a:ext cx="192" cy="1317"/>
            </a:xfrm>
            <a:custGeom>
              <a:avLst/>
              <a:pathLst>
                <a:path w="192" h="1317">
                  <a:moveTo>
                    <a:pt x="192" y="13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l2092"/>
            <p:cNvSpPr/>
            <p:nvPr/>
          </p:nvSpPr>
          <p:spPr>
            <a:xfrm>
              <a:off x="5804137" y="1490954"/>
              <a:ext cx="198" cy="1316"/>
            </a:xfrm>
            <a:custGeom>
              <a:avLst/>
              <a:pathLst>
                <a:path w="198" h="1316">
                  <a:moveTo>
                    <a:pt x="198" y="1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l2093"/>
            <p:cNvSpPr/>
            <p:nvPr/>
          </p:nvSpPr>
          <p:spPr>
            <a:xfrm>
              <a:off x="5808469" y="1491653"/>
              <a:ext cx="195" cy="1317"/>
            </a:xfrm>
            <a:custGeom>
              <a:avLst/>
              <a:pathLst>
                <a:path w="195" h="1317">
                  <a:moveTo>
                    <a:pt x="195" y="13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l2094"/>
            <p:cNvSpPr/>
            <p:nvPr/>
          </p:nvSpPr>
          <p:spPr>
            <a:xfrm>
              <a:off x="5795867" y="1492217"/>
              <a:ext cx="407" cy="2631"/>
            </a:xfrm>
            <a:custGeom>
              <a:avLst/>
              <a:pathLst>
                <a:path w="407" h="2631">
                  <a:moveTo>
                    <a:pt x="407" y="26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l2095"/>
            <p:cNvSpPr/>
            <p:nvPr/>
          </p:nvSpPr>
          <p:spPr>
            <a:xfrm>
              <a:off x="5828977" y="1487377"/>
              <a:ext cx="181" cy="1319"/>
            </a:xfrm>
            <a:custGeom>
              <a:avLst/>
              <a:pathLst>
                <a:path w="181" h="1319">
                  <a:moveTo>
                    <a:pt x="181" y="13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l2096"/>
            <p:cNvSpPr/>
            <p:nvPr/>
          </p:nvSpPr>
          <p:spPr>
            <a:xfrm>
              <a:off x="5820692" y="1488534"/>
              <a:ext cx="186" cy="1318"/>
            </a:xfrm>
            <a:custGeom>
              <a:avLst/>
              <a:pathLst>
                <a:path w="186" h="1318">
                  <a:moveTo>
                    <a:pt x="186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l2097"/>
            <p:cNvSpPr/>
            <p:nvPr/>
          </p:nvSpPr>
          <p:spPr>
            <a:xfrm>
              <a:off x="5853862" y="1484119"/>
              <a:ext cx="164" cy="1321"/>
            </a:xfrm>
            <a:custGeom>
              <a:avLst/>
              <a:pathLst>
                <a:path w="164" h="1321">
                  <a:moveTo>
                    <a:pt x="164" y="13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l2098"/>
            <p:cNvSpPr/>
            <p:nvPr/>
          </p:nvSpPr>
          <p:spPr>
            <a:xfrm>
              <a:off x="5845562" y="1485170"/>
              <a:ext cx="170" cy="1320"/>
            </a:xfrm>
            <a:custGeom>
              <a:avLst/>
              <a:pathLst>
                <a:path w="170" h="1320">
                  <a:moveTo>
                    <a:pt x="170" y="13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l2099"/>
            <p:cNvSpPr/>
            <p:nvPr/>
          </p:nvSpPr>
          <p:spPr>
            <a:xfrm>
              <a:off x="5849879" y="1485961"/>
              <a:ext cx="167" cy="1320"/>
            </a:xfrm>
            <a:custGeom>
              <a:avLst/>
              <a:pathLst>
                <a:path w="167" h="1320">
                  <a:moveTo>
                    <a:pt x="167" y="13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l2100"/>
            <p:cNvSpPr/>
            <p:nvPr/>
          </p:nvSpPr>
          <p:spPr>
            <a:xfrm>
              <a:off x="5837267" y="1486256"/>
              <a:ext cx="351" cy="2639"/>
            </a:xfrm>
            <a:custGeom>
              <a:avLst/>
              <a:pathLst>
                <a:path w="351" h="2639">
                  <a:moveTo>
                    <a:pt x="351" y="26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l2101"/>
            <p:cNvSpPr/>
            <p:nvPr/>
          </p:nvSpPr>
          <p:spPr>
            <a:xfrm>
              <a:off x="5843831" y="1488079"/>
              <a:ext cx="342" cy="2640"/>
            </a:xfrm>
            <a:custGeom>
              <a:avLst/>
              <a:pathLst>
                <a:path w="342" h="2640">
                  <a:moveTo>
                    <a:pt x="342" y="26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l2102"/>
            <p:cNvSpPr/>
            <p:nvPr/>
          </p:nvSpPr>
          <p:spPr>
            <a:xfrm>
              <a:off x="5825018" y="1489270"/>
              <a:ext cx="552" cy="3955"/>
            </a:xfrm>
            <a:custGeom>
              <a:avLst/>
              <a:pathLst>
                <a:path w="552" h="3955">
                  <a:moveTo>
                    <a:pt x="552" y="39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l2103"/>
            <p:cNvSpPr/>
            <p:nvPr/>
          </p:nvSpPr>
          <p:spPr>
            <a:xfrm>
              <a:off x="5834869" y="1491950"/>
              <a:ext cx="533" cy="3958"/>
            </a:xfrm>
            <a:custGeom>
              <a:avLst/>
              <a:pathLst>
                <a:path w="533" h="3958">
                  <a:moveTo>
                    <a:pt x="533" y="3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l2104"/>
            <p:cNvSpPr/>
            <p:nvPr/>
          </p:nvSpPr>
          <p:spPr>
            <a:xfrm>
              <a:off x="5802468" y="1493899"/>
              <a:ext cx="997" cy="6581"/>
            </a:xfrm>
            <a:custGeom>
              <a:avLst/>
              <a:pathLst>
                <a:path w="997" h="6581">
                  <a:moveTo>
                    <a:pt x="997" y="6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l2105"/>
            <p:cNvSpPr/>
            <p:nvPr/>
          </p:nvSpPr>
          <p:spPr>
            <a:xfrm>
              <a:off x="5819425" y="1498129"/>
              <a:ext cx="1132" cy="7908"/>
            </a:xfrm>
            <a:custGeom>
              <a:avLst/>
              <a:pathLst>
                <a:path w="1132" h="7908">
                  <a:moveTo>
                    <a:pt x="1132" y="79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l2106"/>
            <p:cNvSpPr/>
            <p:nvPr/>
          </p:nvSpPr>
          <p:spPr>
            <a:xfrm>
              <a:off x="5758328" y="1505163"/>
              <a:ext cx="1840" cy="10491"/>
            </a:xfrm>
            <a:custGeom>
              <a:avLst/>
              <a:pathLst>
                <a:path w="1840" h="10491">
                  <a:moveTo>
                    <a:pt x="1840" y="104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l2107"/>
            <p:cNvSpPr/>
            <p:nvPr/>
          </p:nvSpPr>
          <p:spPr>
            <a:xfrm>
              <a:off x="5870474" y="1482124"/>
              <a:ext cx="153" cy="1322"/>
            </a:xfrm>
            <a:custGeom>
              <a:avLst/>
              <a:pathLst>
                <a:path w="153" h="1322">
                  <a:moveTo>
                    <a:pt x="153" y="1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l2108"/>
            <p:cNvSpPr/>
            <p:nvPr/>
          </p:nvSpPr>
          <p:spPr>
            <a:xfrm>
              <a:off x="5862166" y="1483104"/>
              <a:ext cx="158" cy="1321"/>
            </a:xfrm>
            <a:custGeom>
              <a:avLst/>
              <a:pathLst>
                <a:path w="158" h="1321">
                  <a:moveTo>
                    <a:pt x="158" y="13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l2109"/>
            <p:cNvSpPr/>
            <p:nvPr/>
          </p:nvSpPr>
          <p:spPr>
            <a:xfrm>
              <a:off x="5895422" y="1479398"/>
              <a:ext cx="136" cy="1324"/>
            </a:xfrm>
            <a:custGeom>
              <a:avLst/>
              <a:pathLst>
                <a:path w="136" h="1324">
                  <a:moveTo>
                    <a:pt x="136" y="13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l2110"/>
            <p:cNvSpPr/>
            <p:nvPr/>
          </p:nvSpPr>
          <p:spPr>
            <a:xfrm>
              <a:off x="5887102" y="1480271"/>
              <a:ext cx="141" cy="1323"/>
            </a:xfrm>
            <a:custGeom>
              <a:avLst/>
              <a:pathLst>
                <a:path w="141" h="1323">
                  <a:moveTo>
                    <a:pt x="141" y="13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l2111"/>
            <p:cNvSpPr/>
            <p:nvPr/>
          </p:nvSpPr>
          <p:spPr>
            <a:xfrm>
              <a:off x="5891401" y="1481154"/>
              <a:ext cx="138" cy="1324"/>
            </a:xfrm>
            <a:custGeom>
              <a:avLst/>
              <a:pathLst>
                <a:path w="138" h="1324">
                  <a:moveTo>
                    <a:pt x="138" y="13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l2112"/>
            <p:cNvSpPr/>
            <p:nvPr/>
          </p:nvSpPr>
          <p:spPr>
            <a:xfrm>
              <a:off x="5878786" y="1481180"/>
              <a:ext cx="294" cy="2646"/>
            </a:xfrm>
            <a:custGeom>
              <a:avLst/>
              <a:pathLst>
                <a:path w="294" h="2646">
                  <a:moveTo>
                    <a:pt x="294" y="26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l2113"/>
            <p:cNvSpPr/>
            <p:nvPr/>
          </p:nvSpPr>
          <p:spPr>
            <a:xfrm>
              <a:off x="5885309" y="1483143"/>
              <a:ext cx="286" cy="2647"/>
            </a:xfrm>
            <a:custGeom>
              <a:avLst/>
              <a:pathLst>
                <a:path w="286" h="2647">
                  <a:moveTo>
                    <a:pt x="286" y="26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l2114"/>
            <p:cNvSpPr/>
            <p:nvPr/>
          </p:nvSpPr>
          <p:spPr>
            <a:xfrm>
              <a:off x="5866475" y="1483932"/>
              <a:ext cx="467" cy="3966"/>
            </a:xfrm>
            <a:custGeom>
              <a:avLst/>
              <a:pathLst>
                <a:path w="467" h="3966">
                  <a:moveTo>
                    <a:pt x="467" y="39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l2115"/>
            <p:cNvSpPr/>
            <p:nvPr/>
          </p:nvSpPr>
          <p:spPr>
            <a:xfrm>
              <a:off x="5912073" y="1477758"/>
              <a:ext cx="124" cy="1325"/>
            </a:xfrm>
            <a:custGeom>
              <a:avLst/>
              <a:pathLst>
                <a:path w="124" h="1325">
                  <a:moveTo>
                    <a:pt x="124" y="13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l2116"/>
            <p:cNvSpPr/>
            <p:nvPr/>
          </p:nvSpPr>
          <p:spPr>
            <a:xfrm>
              <a:off x="5903746" y="1478560"/>
              <a:ext cx="130" cy="1325"/>
            </a:xfrm>
            <a:custGeom>
              <a:avLst/>
              <a:pathLst>
                <a:path w="130" h="1325">
                  <a:moveTo>
                    <a:pt x="130" y="13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l2117"/>
            <p:cNvSpPr/>
            <p:nvPr/>
          </p:nvSpPr>
          <p:spPr>
            <a:xfrm>
              <a:off x="5928737" y="1476260"/>
              <a:ext cx="113" cy="1326"/>
            </a:xfrm>
            <a:custGeom>
              <a:avLst/>
              <a:pathLst>
                <a:path w="113" h="1326">
                  <a:moveTo>
                    <a:pt x="113" y="1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l2118"/>
            <p:cNvSpPr/>
            <p:nvPr/>
          </p:nvSpPr>
          <p:spPr>
            <a:xfrm>
              <a:off x="5920403" y="1476991"/>
              <a:ext cx="119" cy="1326"/>
            </a:xfrm>
            <a:custGeom>
              <a:avLst/>
              <a:pathLst>
                <a:path w="119" h="1326">
                  <a:moveTo>
                    <a:pt x="119" y="1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l2119"/>
            <p:cNvSpPr/>
            <p:nvPr/>
          </p:nvSpPr>
          <p:spPr>
            <a:xfrm>
              <a:off x="5945413" y="1474905"/>
              <a:ext cx="102" cy="1327"/>
            </a:xfrm>
            <a:custGeom>
              <a:avLst/>
              <a:pathLst>
                <a:path w="102" h="1327">
                  <a:moveTo>
                    <a:pt x="102" y="1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l2120"/>
            <p:cNvSpPr/>
            <p:nvPr/>
          </p:nvSpPr>
          <p:spPr>
            <a:xfrm>
              <a:off x="5937074" y="1475565"/>
              <a:ext cx="107" cy="1327"/>
            </a:xfrm>
            <a:custGeom>
              <a:avLst/>
              <a:pathLst>
                <a:path w="107" h="1327">
                  <a:moveTo>
                    <a:pt x="107" y="1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l2121"/>
            <p:cNvSpPr/>
            <p:nvPr/>
          </p:nvSpPr>
          <p:spPr>
            <a:xfrm>
              <a:off x="5941348" y="1476558"/>
              <a:ext cx="210" cy="2654"/>
            </a:xfrm>
            <a:custGeom>
              <a:avLst/>
              <a:pathLst>
                <a:path w="210" h="2654">
                  <a:moveTo>
                    <a:pt x="210" y="26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l2122"/>
            <p:cNvSpPr/>
            <p:nvPr/>
          </p:nvSpPr>
          <p:spPr>
            <a:xfrm>
              <a:off x="5924686" y="1477948"/>
              <a:ext cx="232" cy="2652"/>
            </a:xfrm>
            <a:custGeom>
              <a:avLst/>
              <a:pathLst>
                <a:path w="232" h="2652">
                  <a:moveTo>
                    <a:pt x="232" y="26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l2123"/>
            <p:cNvSpPr/>
            <p:nvPr/>
          </p:nvSpPr>
          <p:spPr>
            <a:xfrm>
              <a:off x="5933237" y="1479889"/>
              <a:ext cx="221" cy="2653"/>
            </a:xfrm>
            <a:custGeom>
              <a:avLst/>
              <a:pathLst>
                <a:path w="221" h="2653">
                  <a:moveTo>
                    <a:pt x="221" y="26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l2124"/>
            <p:cNvSpPr/>
            <p:nvPr/>
          </p:nvSpPr>
          <p:spPr>
            <a:xfrm>
              <a:off x="5908036" y="1479480"/>
              <a:ext cx="510" cy="5301"/>
            </a:xfrm>
            <a:custGeom>
              <a:avLst/>
              <a:pathLst>
                <a:path w="510" h="5301">
                  <a:moveTo>
                    <a:pt x="510" y="53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l2125"/>
            <p:cNvSpPr/>
            <p:nvPr/>
          </p:nvSpPr>
          <p:spPr>
            <a:xfrm>
              <a:off x="5920999" y="1483622"/>
              <a:ext cx="595" cy="6630"/>
            </a:xfrm>
            <a:custGeom>
              <a:avLst/>
              <a:pathLst>
                <a:path w="595" h="6630">
                  <a:moveTo>
                    <a:pt x="595" y="6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l2126"/>
            <p:cNvSpPr/>
            <p:nvPr/>
          </p:nvSpPr>
          <p:spPr>
            <a:xfrm>
              <a:off x="5876267" y="1486822"/>
              <a:ext cx="897" cy="7938"/>
            </a:xfrm>
            <a:custGeom>
              <a:avLst/>
              <a:pathLst>
                <a:path w="897" h="7938">
                  <a:moveTo>
                    <a:pt x="897" y="7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l2127"/>
            <p:cNvSpPr/>
            <p:nvPr/>
          </p:nvSpPr>
          <p:spPr>
            <a:xfrm>
              <a:off x="5978797" y="1472621"/>
              <a:ext cx="79" cy="1329"/>
            </a:xfrm>
            <a:custGeom>
              <a:avLst/>
              <a:pathLst>
                <a:path w="79" h="1329">
                  <a:moveTo>
                    <a:pt x="79" y="1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l2128"/>
            <p:cNvSpPr/>
            <p:nvPr/>
          </p:nvSpPr>
          <p:spPr>
            <a:xfrm>
              <a:off x="5970448" y="1473139"/>
              <a:ext cx="85" cy="1328"/>
            </a:xfrm>
            <a:custGeom>
              <a:avLst/>
              <a:pathLst>
                <a:path w="85" h="1328">
                  <a:moveTo>
                    <a:pt x="85" y="13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l2129"/>
            <p:cNvSpPr/>
            <p:nvPr/>
          </p:nvSpPr>
          <p:spPr>
            <a:xfrm>
              <a:off x="5974705" y="1474205"/>
              <a:ext cx="82" cy="1328"/>
            </a:xfrm>
            <a:custGeom>
              <a:avLst/>
              <a:pathLst>
                <a:path w="82" h="1328">
                  <a:moveTo>
                    <a:pt x="82" y="13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l2130"/>
            <p:cNvSpPr/>
            <p:nvPr/>
          </p:nvSpPr>
          <p:spPr>
            <a:xfrm>
              <a:off x="5962100" y="1473692"/>
              <a:ext cx="181" cy="2656"/>
            </a:xfrm>
            <a:custGeom>
              <a:avLst/>
              <a:pathLst>
                <a:path w="181" h="2656">
                  <a:moveTo>
                    <a:pt x="181" y="26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l2131"/>
            <p:cNvSpPr/>
            <p:nvPr/>
          </p:nvSpPr>
          <p:spPr>
            <a:xfrm>
              <a:off x="5968534" y="1475931"/>
              <a:ext cx="86" cy="1328"/>
            </a:xfrm>
            <a:custGeom>
              <a:avLst/>
              <a:pathLst>
                <a:path w="86" h="1328">
                  <a:moveTo>
                    <a:pt x="86" y="13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l2132"/>
            <p:cNvSpPr/>
            <p:nvPr/>
          </p:nvSpPr>
          <p:spPr>
            <a:xfrm>
              <a:off x="5953755" y="1474281"/>
              <a:ext cx="289" cy="3983"/>
            </a:xfrm>
            <a:custGeom>
              <a:avLst/>
              <a:pathLst>
                <a:path w="289" h="3983">
                  <a:moveTo>
                    <a:pt x="289" y="3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l2133"/>
            <p:cNvSpPr/>
            <p:nvPr/>
          </p:nvSpPr>
          <p:spPr>
            <a:xfrm>
              <a:off x="6020575" y="1470569"/>
              <a:ext cx="51" cy="1330"/>
            </a:xfrm>
            <a:custGeom>
              <a:avLst/>
              <a:pathLst>
                <a:path w="51" h="1330">
                  <a:moveTo>
                    <a:pt x="51" y="1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l2134"/>
            <p:cNvSpPr/>
            <p:nvPr/>
          </p:nvSpPr>
          <p:spPr>
            <a:xfrm>
              <a:off x="6012216" y="1470908"/>
              <a:ext cx="56" cy="1330"/>
            </a:xfrm>
            <a:custGeom>
              <a:avLst/>
              <a:pathLst>
                <a:path w="56" h="1330">
                  <a:moveTo>
                    <a:pt x="56" y="1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l2135"/>
            <p:cNvSpPr/>
            <p:nvPr/>
          </p:nvSpPr>
          <p:spPr>
            <a:xfrm>
              <a:off x="6016449" y="1472064"/>
              <a:ext cx="53" cy="1330"/>
            </a:xfrm>
            <a:custGeom>
              <a:avLst/>
              <a:pathLst>
                <a:path w="53" h="1330">
                  <a:moveTo>
                    <a:pt x="53" y="1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l2136"/>
            <p:cNvSpPr/>
            <p:nvPr/>
          </p:nvSpPr>
          <p:spPr>
            <a:xfrm>
              <a:off x="6003859" y="1471283"/>
              <a:ext cx="124" cy="2659"/>
            </a:xfrm>
            <a:custGeom>
              <a:avLst/>
              <a:pathLst>
                <a:path w="124" h="2659">
                  <a:moveTo>
                    <a:pt x="124" y="2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l2137"/>
            <p:cNvSpPr/>
            <p:nvPr/>
          </p:nvSpPr>
          <p:spPr>
            <a:xfrm>
              <a:off x="6010243" y="1473659"/>
              <a:ext cx="58" cy="1330"/>
            </a:xfrm>
            <a:custGeom>
              <a:avLst/>
              <a:pathLst>
                <a:path w="58" h="1330">
                  <a:moveTo>
                    <a:pt x="58" y="1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l2138"/>
            <p:cNvSpPr/>
            <p:nvPr/>
          </p:nvSpPr>
          <p:spPr>
            <a:xfrm>
              <a:off x="5995503" y="1471693"/>
              <a:ext cx="204" cy="3989"/>
            </a:xfrm>
            <a:custGeom>
              <a:avLst/>
              <a:pathLst>
                <a:path w="204" h="3989">
                  <a:moveTo>
                    <a:pt x="204" y="39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l2139"/>
            <p:cNvSpPr/>
            <p:nvPr/>
          </p:nvSpPr>
          <p:spPr>
            <a:xfrm>
              <a:off x="6003004" y="1475322"/>
              <a:ext cx="63" cy="1329"/>
            </a:xfrm>
            <a:custGeom>
              <a:avLst/>
              <a:pathLst>
                <a:path w="63" h="1329">
                  <a:moveTo>
                    <a:pt x="63" y="1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l2140"/>
            <p:cNvSpPr/>
            <p:nvPr/>
          </p:nvSpPr>
          <p:spPr>
            <a:xfrm>
              <a:off x="5987149" y="1472140"/>
              <a:ext cx="295" cy="5317"/>
            </a:xfrm>
            <a:custGeom>
              <a:avLst/>
              <a:pathLst>
                <a:path w="295" h="5317">
                  <a:moveTo>
                    <a:pt x="295" y="53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l2141"/>
            <p:cNvSpPr/>
            <p:nvPr/>
          </p:nvSpPr>
          <p:spPr>
            <a:xfrm>
              <a:off x="6037296" y="1469998"/>
              <a:ext cx="39" cy="1330"/>
            </a:xfrm>
            <a:custGeom>
              <a:avLst/>
              <a:pathLst>
                <a:path w="39" h="1330">
                  <a:moveTo>
                    <a:pt x="39" y="1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l2142"/>
            <p:cNvSpPr/>
            <p:nvPr/>
          </p:nvSpPr>
          <p:spPr>
            <a:xfrm>
              <a:off x="6028935" y="1470266"/>
              <a:ext cx="45" cy="1330"/>
            </a:xfrm>
            <a:custGeom>
              <a:avLst/>
              <a:pathLst>
                <a:path w="45" h="1330">
                  <a:moveTo>
                    <a:pt x="45" y="1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l2143"/>
            <p:cNvSpPr/>
            <p:nvPr/>
          </p:nvSpPr>
          <p:spPr>
            <a:xfrm>
              <a:off x="6087481" y="1469141"/>
              <a:ext cx="5" cy="1331"/>
            </a:xfrm>
            <a:custGeom>
              <a:avLst/>
              <a:pathLst>
                <a:path w="5" h="1331">
                  <a:moveTo>
                    <a:pt x="5" y="13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l2144"/>
            <p:cNvSpPr/>
            <p:nvPr/>
          </p:nvSpPr>
          <p:spPr>
            <a:xfrm>
              <a:off x="6079116" y="1469194"/>
              <a:ext cx="11" cy="1331"/>
            </a:xfrm>
            <a:custGeom>
              <a:avLst/>
              <a:pathLst>
                <a:path w="11" h="1331">
                  <a:moveTo>
                    <a:pt x="11" y="13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l2145"/>
            <p:cNvSpPr/>
            <p:nvPr/>
          </p:nvSpPr>
          <p:spPr>
            <a:xfrm>
              <a:off x="6083307" y="1470495"/>
              <a:ext cx="8" cy="1331"/>
            </a:xfrm>
            <a:custGeom>
              <a:avLst/>
              <a:pathLst>
                <a:path w="8" h="1331">
                  <a:moveTo>
                    <a:pt x="8" y="13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l2146"/>
            <p:cNvSpPr/>
            <p:nvPr/>
          </p:nvSpPr>
          <p:spPr>
            <a:xfrm>
              <a:off x="6070751" y="1469284"/>
              <a:ext cx="34" cy="2662"/>
            </a:xfrm>
            <a:custGeom>
              <a:avLst/>
              <a:pathLst>
                <a:path w="34" h="2662">
                  <a:moveTo>
                    <a:pt x="34" y="2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l2147"/>
            <p:cNvSpPr/>
            <p:nvPr/>
          </p:nvSpPr>
          <p:spPr>
            <a:xfrm>
              <a:off x="6077050" y="1471876"/>
              <a:ext cx="12" cy="1331"/>
            </a:xfrm>
            <a:custGeom>
              <a:avLst/>
              <a:pathLst>
                <a:path w="12" h="1331">
                  <a:moveTo>
                    <a:pt x="12" y="13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l2148"/>
            <p:cNvSpPr/>
            <p:nvPr/>
          </p:nvSpPr>
          <p:spPr>
            <a:xfrm>
              <a:off x="6062386" y="1469409"/>
              <a:ext cx="68" cy="3993"/>
            </a:xfrm>
            <a:custGeom>
              <a:avLst/>
              <a:pathLst>
                <a:path w="68" h="3993">
                  <a:moveTo>
                    <a:pt x="68" y="39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l2149"/>
            <p:cNvSpPr/>
            <p:nvPr/>
          </p:nvSpPr>
          <p:spPr>
            <a:xfrm>
              <a:off x="6069758" y="1473291"/>
              <a:ext cx="17" cy="1331"/>
            </a:xfrm>
            <a:custGeom>
              <a:avLst/>
              <a:pathLst>
                <a:path w="17" h="1331">
                  <a:moveTo>
                    <a:pt x="17" y="13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l2150"/>
            <p:cNvSpPr/>
            <p:nvPr/>
          </p:nvSpPr>
          <p:spPr>
            <a:xfrm>
              <a:off x="6054022" y="1469569"/>
              <a:ext cx="113" cy="5324"/>
            </a:xfrm>
            <a:custGeom>
              <a:avLst/>
              <a:pathLst>
                <a:path w="113" h="5324">
                  <a:moveTo>
                    <a:pt x="113" y="53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l2151"/>
            <p:cNvSpPr/>
            <p:nvPr/>
          </p:nvSpPr>
          <p:spPr>
            <a:xfrm>
              <a:off x="6061956" y="1474743"/>
              <a:ext cx="23" cy="1331"/>
            </a:xfrm>
            <a:custGeom>
              <a:avLst/>
              <a:pathLst>
                <a:path w="23" h="1331">
                  <a:moveTo>
                    <a:pt x="23" y="13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l2152"/>
            <p:cNvSpPr/>
            <p:nvPr/>
          </p:nvSpPr>
          <p:spPr>
            <a:xfrm>
              <a:off x="6045659" y="1469766"/>
              <a:ext cx="170" cy="6655"/>
            </a:xfrm>
            <a:custGeom>
              <a:avLst/>
              <a:pathLst>
                <a:path w="170" h="6655">
                  <a:moveTo>
                    <a:pt x="170" y="6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l2153"/>
            <p:cNvSpPr/>
            <p:nvPr/>
          </p:nvSpPr>
          <p:spPr>
            <a:xfrm>
              <a:off x="6053904" y="1476231"/>
              <a:ext cx="57" cy="2662"/>
            </a:xfrm>
            <a:custGeom>
              <a:avLst/>
              <a:pathLst>
                <a:path w="57" h="2662">
                  <a:moveTo>
                    <a:pt x="57" y="2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l2154"/>
            <p:cNvSpPr/>
            <p:nvPr/>
          </p:nvSpPr>
          <p:spPr>
            <a:xfrm>
              <a:off x="6033158" y="1471458"/>
              <a:ext cx="255" cy="7984"/>
            </a:xfrm>
            <a:custGeom>
              <a:avLst/>
              <a:pathLst>
                <a:path w="255" h="7984">
                  <a:moveTo>
                    <a:pt x="255" y="79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l2155"/>
            <p:cNvSpPr/>
            <p:nvPr/>
          </p:nvSpPr>
          <p:spPr>
            <a:xfrm>
              <a:off x="6043686" y="1479141"/>
              <a:ext cx="178" cy="6654"/>
            </a:xfrm>
            <a:custGeom>
              <a:avLst/>
              <a:pathLst>
                <a:path w="178" h="6654">
                  <a:moveTo>
                    <a:pt x="178" y="66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l2156"/>
            <p:cNvSpPr/>
            <p:nvPr/>
          </p:nvSpPr>
          <p:spPr>
            <a:xfrm>
              <a:off x="5995255" y="1477039"/>
              <a:ext cx="548" cy="10637"/>
            </a:xfrm>
            <a:custGeom>
              <a:avLst/>
              <a:pathLst>
                <a:path w="548" h="10637">
                  <a:moveTo>
                    <a:pt x="548" y="10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l2157"/>
            <p:cNvSpPr/>
            <p:nvPr/>
          </p:nvSpPr>
          <p:spPr>
            <a:xfrm>
              <a:off x="6019828" y="1486587"/>
              <a:ext cx="208" cy="5321"/>
            </a:xfrm>
            <a:custGeom>
              <a:avLst/>
              <a:pathLst>
                <a:path w="208" h="5321">
                  <a:moveTo>
                    <a:pt x="208" y="53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l2158"/>
            <p:cNvSpPr/>
            <p:nvPr/>
          </p:nvSpPr>
          <p:spPr>
            <a:xfrm>
              <a:off x="5961332" y="1477748"/>
              <a:ext cx="1190" cy="17267"/>
            </a:xfrm>
            <a:custGeom>
              <a:avLst/>
              <a:pathLst>
                <a:path w="1190" h="17267">
                  <a:moveTo>
                    <a:pt x="1190" y="17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l2159"/>
            <p:cNvSpPr/>
            <p:nvPr/>
          </p:nvSpPr>
          <p:spPr>
            <a:xfrm>
              <a:off x="5991268" y="1493249"/>
              <a:ext cx="790" cy="14624"/>
            </a:xfrm>
            <a:custGeom>
              <a:avLst/>
              <a:pathLst>
                <a:path w="790" h="14624">
                  <a:moveTo>
                    <a:pt x="790" y="146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l2160"/>
            <p:cNvSpPr/>
            <p:nvPr/>
          </p:nvSpPr>
          <p:spPr>
            <a:xfrm>
              <a:off x="5899367" y="1492379"/>
              <a:ext cx="2284" cy="22518"/>
            </a:xfrm>
            <a:custGeom>
              <a:avLst/>
              <a:pathLst>
                <a:path w="2284" h="22518">
                  <a:moveTo>
                    <a:pt x="2284" y="225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l2161"/>
            <p:cNvSpPr/>
            <p:nvPr/>
          </p:nvSpPr>
          <p:spPr>
            <a:xfrm>
              <a:off x="5946813" y="1510853"/>
              <a:ext cx="1443" cy="18584"/>
            </a:xfrm>
            <a:custGeom>
              <a:avLst/>
              <a:pathLst>
                <a:path w="1443" h="18584">
                  <a:moveTo>
                    <a:pt x="1443" y="18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l2162"/>
            <p:cNvSpPr/>
            <p:nvPr/>
          </p:nvSpPr>
          <p:spPr>
            <a:xfrm>
              <a:off x="5790325" y="1510608"/>
              <a:ext cx="5863" cy="36816"/>
            </a:xfrm>
            <a:custGeom>
              <a:avLst/>
              <a:pathLst>
                <a:path w="5863" h="36816">
                  <a:moveTo>
                    <a:pt x="5863" y="36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l2163"/>
            <p:cNvSpPr/>
            <p:nvPr/>
          </p:nvSpPr>
          <p:spPr>
            <a:xfrm>
              <a:off x="5872042" y="1536902"/>
              <a:ext cx="5473" cy="46277"/>
            </a:xfrm>
            <a:custGeom>
              <a:avLst/>
              <a:pathLst>
                <a:path w="5473" h="46277">
                  <a:moveTo>
                    <a:pt x="5473" y="46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l2164"/>
            <p:cNvSpPr/>
            <p:nvPr/>
          </p:nvSpPr>
          <p:spPr>
            <a:xfrm>
              <a:off x="5532327" y="1599200"/>
              <a:ext cx="16458" cy="53443"/>
            </a:xfrm>
            <a:custGeom>
              <a:avLst/>
              <a:pathLst>
                <a:path w="16458" h="53443">
                  <a:moveTo>
                    <a:pt x="16458" y="53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l2165"/>
            <p:cNvSpPr/>
            <p:nvPr/>
          </p:nvSpPr>
          <p:spPr>
            <a:xfrm>
              <a:off x="5711578" y="1610468"/>
              <a:ext cx="825" cy="3908"/>
            </a:xfrm>
            <a:custGeom>
              <a:avLst/>
              <a:pathLst>
                <a:path w="825" h="3908">
                  <a:moveTo>
                    <a:pt x="825" y="39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l2166"/>
            <p:cNvSpPr/>
            <p:nvPr/>
          </p:nvSpPr>
          <p:spPr>
            <a:xfrm>
              <a:off x="5446323" y="1582705"/>
              <a:ext cx="34022" cy="96710"/>
            </a:xfrm>
            <a:custGeom>
              <a:avLst/>
              <a:pathLst>
                <a:path w="34022" h="96710">
                  <a:moveTo>
                    <a:pt x="34022" y="96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l2167"/>
            <p:cNvSpPr/>
            <p:nvPr/>
          </p:nvSpPr>
          <p:spPr>
            <a:xfrm>
              <a:off x="5595317" y="1643123"/>
              <a:ext cx="359" cy="1282"/>
            </a:xfrm>
            <a:custGeom>
              <a:avLst/>
              <a:pathLst>
                <a:path w="359" h="1282">
                  <a:moveTo>
                    <a:pt x="359" y="12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l2168"/>
            <p:cNvSpPr/>
            <p:nvPr/>
          </p:nvSpPr>
          <p:spPr>
            <a:xfrm>
              <a:off x="5431648" y="1585103"/>
              <a:ext cx="36097" cy="100211"/>
            </a:xfrm>
            <a:custGeom>
              <a:avLst/>
              <a:pathLst>
                <a:path w="36097" h="100211">
                  <a:moveTo>
                    <a:pt x="36097" y="1002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l2169"/>
            <p:cNvSpPr/>
            <p:nvPr/>
          </p:nvSpPr>
          <p:spPr>
            <a:xfrm>
              <a:off x="5531340" y="1663700"/>
              <a:ext cx="6894" cy="21558"/>
            </a:xfrm>
            <a:custGeom>
              <a:avLst/>
              <a:pathLst>
                <a:path w="6894" h="21558">
                  <a:moveTo>
                    <a:pt x="6894" y="215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l2170"/>
            <p:cNvSpPr/>
            <p:nvPr/>
          </p:nvSpPr>
          <p:spPr>
            <a:xfrm>
              <a:off x="5354704" y="1637694"/>
              <a:ext cx="41231" cy="99653"/>
            </a:xfrm>
            <a:custGeom>
              <a:avLst/>
              <a:pathLst>
                <a:path w="41231" h="99653">
                  <a:moveTo>
                    <a:pt x="41231" y="996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l2171"/>
            <p:cNvSpPr/>
            <p:nvPr/>
          </p:nvSpPr>
          <p:spPr>
            <a:xfrm>
              <a:off x="5466546" y="1709831"/>
              <a:ext cx="4119" cy="11252"/>
            </a:xfrm>
            <a:custGeom>
              <a:avLst/>
              <a:pathLst>
                <a:path w="4119" h="11252">
                  <a:moveTo>
                    <a:pt x="4119" y="11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l2172"/>
            <p:cNvSpPr/>
            <p:nvPr/>
          </p:nvSpPr>
          <p:spPr>
            <a:xfrm>
              <a:off x="5255167" y="1670382"/>
              <a:ext cx="56275" cy="117721"/>
            </a:xfrm>
            <a:custGeom>
              <a:avLst/>
              <a:pathLst>
                <a:path w="56275" h="117721">
                  <a:moveTo>
                    <a:pt x="56275" y="1177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l2173"/>
            <p:cNvSpPr/>
            <p:nvPr/>
          </p:nvSpPr>
          <p:spPr>
            <a:xfrm>
              <a:off x="5390257" y="1752702"/>
              <a:ext cx="19628" cy="46631"/>
            </a:xfrm>
            <a:custGeom>
              <a:avLst/>
              <a:pathLst>
                <a:path w="19628" h="46631">
                  <a:moveTo>
                    <a:pt x="19628" y="466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l2174"/>
            <p:cNvSpPr/>
            <p:nvPr/>
          </p:nvSpPr>
          <p:spPr>
            <a:xfrm>
              <a:off x="5014713" y="1853692"/>
              <a:ext cx="80614" cy="117461"/>
            </a:xfrm>
            <a:custGeom>
              <a:avLst/>
              <a:pathLst>
                <a:path w="80614" h="117461">
                  <a:moveTo>
                    <a:pt x="80614" y="1174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l2175"/>
            <p:cNvSpPr/>
            <p:nvPr/>
          </p:nvSpPr>
          <p:spPr>
            <a:xfrm>
              <a:off x="5248241" y="1877253"/>
              <a:ext cx="1276" cy="2336"/>
            </a:xfrm>
            <a:custGeom>
              <a:avLst/>
              <a:pathLst>
                <a:path w="1276" h="2336">
                  <a:moveTo>
                    <a:pt x="1276" y="23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l2176"/>
            <p:cNvSpPr/>
            <p:nvPr/>
          </p:nvSpPr>
          <p:spPr>
            <a:xfrm>
              <a:off x="4949383" y="1841071"/>
              <a:ext cx="113009" cy="156525"/>
            </a:xfrm>
            <a:custGeom>
              <a:avLst/>
              <a:pathLst>
                <a:path w="113009" h="156525">
                  <a:moveTo>
                    <a:pt x="113009" y="15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l2177"/>
            <p:cNvSpPr/>
            <p:nvPr/>
          </p:nvSpPr>
          <p:spPr>
            <a:xfrm>
              <a:off x="5154105" y="1935659"/>
              <a:ext cx="15624" cy="24776"/>
            </a:xfrm>
            <a:custGeom>
              <a:avLst/>
              <a:pathLst>
                <a:path w="15624" h="24776">
                  <a:moveTo>
                    <a:pt x="15624" y="247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l2178"/>
            <p:cNvSpPr/>
            <p:nvPr/>
          </p:nvSpPr>
          <p:spPr>
            <a:xfrm>
              <a:off x="4835606" y="1964727"/>
              <a:ext cx="127674" cy="148344"/>
            </a:xfrm>
            <a:custGeom>
              <a:avLst/>
              <a:pathLst>
                <a:path w="127674" h="148344">
                  <a:moveTo>
                    <a:pt x="127674" y="1483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l2179"/>
            <p:cNvSpPr/>
            <p:nvPr/>
          </p:nvSpPr>
          <p:spPr>
            <a:xfrm>
              <a:off x="5063680" y="2032932"/>
              <a:ext cx="791" cy="1070"/>
            </a:xfrm>
            <a:custGeom>
              <a:avLst/>
              <a:pathLst>
                <a:path w="791" h="1070">
                  <a:moveTo>
                    <a:pt x="791" y="10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l2180"/>
            <p:cNvSpPr/>
            <p:nvPr/>
          </p:nvSpPr>
          <p:spPr>
            <a:xfrm>
              <a:off x="4795245" y="1962865"/>
              <a:ext cx="149321" cy="168326"/>
            </a:xfrm>
            <a:custGeom>
              <a:avLst/>
              <a:pathLst>
                <a:path w="149321" h="168326">
                  <a:moveTo>
                    <a:pt x="149321" y="168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l2181"/>
            <p:cNvSpPr/>
            <p:nvPr/>
          </p:nvSpPr>
          <p:spPr>
            <a:xfrm>
              <a:off x="5003438" y="2081263"/>
              <a:ext cx="16767" cy="20686"/>
            </a:xfrm>
            <a:custGeom>
              <a:avLst/>
              <a:pathLst>
                <a:path w="16767" h="20686">
                  <a:moveTo>
                    <a:pt x="16767" y="206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l2182"/>
            <p:cNvSpPr/>
            <p:nvPr/>
          </p:nvSpPr>
          <p:spPr>
            <a:xfrm>
              <a:off x="4712054" y="2077070"/>
              <a:ext cx="161902" cy="158174"/>
            </a:xfrm>
            <a:custGeom>
              <a:avLst/>
              <a:pathLst>
                <a:path w="161902" h="158174">
                  <a:moveTo>
                    <a:pt x="161902" y="1581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l2183"/>
            <p:cNvSpPr/>
            <p:nvPr/>
          </p:nvSpPr>
          <p:spPr>
            <a:xfrm>
              <a:off x="4945150" y="2166478"/>
              <a:ext cx="1793" cy="1968"/>
            </a:xfrm>
            <a:custGeom>
              <a:avLst/>
              <a:pathLst>
                <a:path w="1793" h="1968">
                  <a:moveTo>
                    <a:pt x="1793" y="19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l2184"/>
            <p:cNvSpPr/>
            <p:nvPr/>
          </p:nvSpPr>
          <p:spPr>
            <a:xfrm>
              <a:off x="4667328" y="2089137"/>
              <a:ext cx="184512" cy="173061"/>
            </a:xfrm>
            <a:custGeom>
              <a:avLst/>
              <a:pathLst>
                <a:path w="184512" h="173061">
                  <a:moveTo>
                    <a:pt x="184512" y="173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l2185"/>
            <p:cNvSpPr/>
            <p:nvPr/>
          </p:nvSpPr>
          <p:spPr>
            <a:xfrm>
              <a:off x="4898474" y="2214391"/>
              <a:ext cx="1869" cy="1896"/>
            </a:xfrm>
            <a:custGeom>
              <a:avLst/>
              <a:pathLst>
                <a:path w="1869" h="1896">
                  <a:moveTo>
                    <a:pt x="1869" y="18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l2186"/>
            <p:cNvSpPr/>
            <p:nvPr/>
          </p:nvSpPr>
          <p:spPr>
            <a:xfrm>
              <a:off x="4655942" y="2101380"/>
              <a:ext cx="187941" cy="173285"/>
            </a:xfrm>
            <a:custGeom>
              <a:avLst/>
              <a:pathLst>
                <a:path w="187941" h="173285">
                  <a:moveTo>
                    <a:pt x="187941" y="1732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l2187"/>
            <p:cNvSpPr/>
            <p:nvPr/>
          </p:nvSpPr>
          <p:spPr>
            <a:xfrm>
              <a:off x="4871766" y="2245140"/>
              <a:ext cx="163657" cy="158279"/>
            </a:xfrm>
            <a:custGeom>
              <a:avLst/>
              <a:pathLst>
                <a:path w="163657" h="158279">
                  <a:moveTo>
                    <a:pt x="163657" y="1582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l2188"/>
            <p:cNvSpPr/>
            <p:nvPr/>
          </p:nvSpPr>
          <p:spPr>
            <a:xfrm>
              <a:off x="4367658" y="3292995"/>
              <a:ext cx="257502" cy="20264"/>
            </a:xfrm>
            <a:custGeom>
              <a:avLst/>
              <a:pathLst>
                <a:path w="257502" h="20264">
                  <a:moveTo>
                    <a:pt x="257502" y="20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l2189"/>
            <p:cNvSpPr/>
            <p:nvPr/>
          </p:nvSpPr>
          <p:spPr>
            <a:xfrm>
              <a:off x="4751012" y="2822591"/>
              <a:ext cx="2427" cy="1094"/>
            </a:xfrm>
            <a:custGeom>
              <a:avLst/>
              <a:pathLst>
                <a:path w="2427" h="1094">
                  <a:moveTo>
                    <a:pt x="2427" y="10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l2190"/>
            <p:cNvSpPr/>
            <p:nvPr/>
          </p:nvSpPr>
          <p:spPr>
            <a:xfrm>
              <a:off x="4137342" y="3416460"/>
              <a:ext cx="485964" cy="3111"/>
            </a:xfrm>
            <a:custGeom>
              <a:avLst/>
              <a:pathLst>
                <a:path w="485964" h="3111">
                  <a:moveTo>
                    <a:pt x="485964" y="3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l2191"/>
            <p:cNvSpPr/>
            <p:nvPr/>
          </p:nvSpPr>
          <p:spPr>
            <a:xfrm>
              <a:off x="6112567" y="1469194"/>
              <a:ext cx="11" cy="1331"/>
            </a:xfrm>
            <a:custGeom>
              <a:avLst/>
              <a:pathLst>
                <a:path w="11" h="1331">
                  <a:moveTo>
                    <a:pt x="0" y="1331"/>
                  </a:moveTo>
                  <a:lnTo>
                    <a:pt x="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l2192"/>
            <p:cNvSpPr/>
            <p:nvPr/>
          </p:nvSpPr>
          <p:spPr>
            <a:xfrm>
              <a:off x="6104207" y="1469141"/>
              <a:ext cx="5" cy="1331"/>
            </a:xfrm>
            <a:custGeom>
              <a:avLst/>
              <a:pathLst>
                <a:path w="5" h="1331">
                  <a:moveTo>
                    <a:pt x="0" y="1331"/>
                  </a:moveTo>
                  <a:lnTo>
                    <a:pt x="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l2193"/>
            <p:cNvSpPr/>
            <p:nvPr/>
          </p:nvSpPr>
          <p:spPr>
            <a:xfrm>
              <a:off x="6108378" y="1470495"/>
              <a:ext cx="8" cy="1331"/>
            </a:xfrm>
            <a:custGeom>
              <a:avLst/>
              <a:pathLst>
                <a:path w="8" h="1331">
                  <a:moveTo>
                    <a:pt x="0" y="1331"/>
                  </a:moveTo>
                  <a:lnTo>
                    <a:pt x="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l2194"/>
            <p:cNvSpPr/>
            <p:nvPr/>
          </p:nvSpPr>
          <p:spPr>
            <a:xfrm>
              <a:off x="6095847" y="1469123"/>
              <a:ext cx="0" cy="2662"/>
            </a:xfrm>
            <a:custGeom>
              <a:avLst/>
              <a:pathLst>
                <a:path w="0" h="2662">
                  <a:moveTo>
                    <a:pt x="0" y="2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l2195"/>
            <p:cNvSpPr/>
            <p:nvPr/>
          </p:nvSpPr>
          <p:spPr>
            <a:xfrm>
              <a:off x="6162714" y="1470266"/>
              <a:ext cx="45" cy="1330"/>
            </a:xfrm>
            <a:custGeom>
              <a:avLst/>
              <a:pathLst>
                <a:path w="45" h="1330">
                  <a:moveTo>
                    <a:pt x="0" y="1330"/>
                  </a:moveTo>
                  <a:lnTo>
                    <a:pt x="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l2196"/>
            <p:cNvSpPr/>
            <p:nvPr/>
          </p:nvSpPr>
          <p:spPr>
            <a:xfrm>
              <a:off x="6154358" y="1469998"/>
              <a:ext cx="39" cy="1330"/>
            </a:xfrm>
            <a:custGeom>
              <a:avLst/>
              <a:pathLst>
                <a:path w="39" h="1330">
                  <a:moveTo>
                    <a:pt x="0" y="1330"/>
                  </a:moveTo>
                  <a:lnTo>
                    <a:pt x="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l2197"/>
            <p:cNvSpPr/>
            <p:nvPr/>
          </p:nvSpPr>
          <p:spPr>
            <a:xfrm>
              <a:off x="6158494" y="1471458"/>
              <a:ext cx="42" cy="1330"/>
            </a:xfrm>
            <a:custGeom>
              <a:avLst/>
              <a:pathLst>
                <a:path w="42" h="1330">
                  <a:moveTo>
                    <a:pt x="0" y="1330"/>
                  </a:moveTo>
                  <a:lnTo>
                    <a:pt x="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l2198"/>
            <p:cNvSpPr/>
            <p:nvPr/>
          </p:nvSpPr>
          <p:spPr>
            <a:xfrm>
              <a:off x="6145967" y="1469766"/>
              <a:ext cx="68" cy="2662"/>
            </a:xfrm>
            <a:custGeom>
              <a:avLst/>
              <a:pathLst>
                <a:path w="68" h="2662">
                  <a:moveTo>
                    <a:pt x="0" y="2662"/>
                  </a:moveTo>
                  <a:lnTo>
                    <a:pt x="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l2199"/>
            <p:cNvSpPr/>
            <p:nvPr/>
          </p:nvSpPr>
          <p:spPr>
            <a:xfrm>
              <a:off x="6152192" y="1472598"/>
              <a:ext cx="38" cy="1330"/>
            </a:xfrm>
            <a:custGeom>
              <a:avLst/>
              <a:pathLst>
                <a:path w="38" h="1330">
                  <a:moveTo>
                    <a:pt x="0" y="1330"/>
                  </a:moveTo>
                  <a:lnTo>
                    <a:pt x="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l2200"/>
            <p:cNvSpPr/>
            <p:nvPr/>
          </p:nvSpPr>
          <p:spPr>
            <a:xfrm>
              <a:off x="6137587" y="1469569"/>
              <a:ext cx="85" cy="3993"/>
            </a:xfrm>
            <a:custGeom>
              <a:avLst/>
              <a:pathLst>
                <a:path w="85" h="3993">
                  <a:moveTo>
                    <a:pt x="0" y="3993"/>
                  </a:moveTo>
                  <a:lnTo>
                    <a:pt x="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l2201"/>
            <p:cNvSpPr/>
            <p:nvPr/>
          </p:nvSpPr>
          <p:spPr>
            <a:xfrm>
              <a:off x="6196123" y="1471693"/>
              <a:ext cx="68" cy="1329"/>
            </a:xfrm>
            <a:custGeom>
              <a:avLst/>
              <a:pathLst>
                <a:path w="68" h="1329">
                  <a:moveTo>
                    <a:pt x="0" y="1329"/>
                  </a:moveTo>
                  <a:lnTo>
                    <a:pt x="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l2202"/>
            <p:cNvSpPr/>
            <p:nvPr/>
          </p:nvSpPr>
          <p:spPr>
            <a:xfrm>
              <a:off x="6187773" y="1471283"/>
              <a:ext cx="62" cy="1329"/>
            </a:xfrm>
            <a:custGeom>
              <a:avLst/>
              <a:pathLst>
                <a:path w="62" h="1329">
                  <a:moveTo>
                    <a:pt x="0" y="1329"/>
                  </a:moveTo>
                  <a:lnTo>
                    <a:pt x="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l2203"/>
            <p:cNvSpPr/>
            <p:nvPr/>
          </p:nvSpPr>
          <p:spPr>
            <a:xfrm>
              <a:off x="6191883" y="1472814"/>
              <a:ext cx="65" cy="1329"/>
            </a:xfrm>
            <a:custGeom>
              <a:avLst/>
              <a:pathLst>
                <a:path w="65" h="1329">
                  <a:moveTo>
                    <a:pt x="0" y="1329"/>
                  </a:moveTo>
                  <a:lnTo>
                    <a:pt x="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l2204"/>
            <p:cNvSpPr/>
            <p:nvPr/>
          </p:nvSpPr>
          <p:spPr>
            <a:xfrm>
              <a:off x="6179365" y="1470908"/>
              <a:ext cx="113" cy="2660"/>
            </a:xfrm>
            <a:custGeom>
              <a:avLst/>
              <a:pathLst>
                <a:path w="113" h="2660">
                  <a:moveTo>
                    <a:pt x="0" y="2660"/>
                  </a:moveTo>
                  <a:lnTo>
                    <a:pt x="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l2205"/>
            <p:cNvSpPr/>
            <p:nvPr/>
          </p:nvSpPr>
          <p:spPr>
            <a:xfrm>
              <a:off x="6229503" y="1473692"/>
              <a:ext cx="90" cy="1328"/>
            </a:xfrm>
            <a:custGeom>
              <a:avLst/>
              <a:pathLst>
                <a:path w="90" h="1328">
                  <a:moveTo>
                    <a:pt x="0" y="1328"/>
                  </a:moveTo>
                  <a:lnTo>
                    <a:pt x="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l2206"/>
            <p:cNvSpPr/>
            <p:nvPr/>
          </p:nvSpPr>
          <p:spPr>
            <a:xfrm>
              <a:off x="6221161" y="1473139"/>
              <a:ext cx="85" cy="1328"/>
            </a:xfrm>
            <a:custGeom>
              <a:avLst/>
              <a:pathLst>
                <a:path w="85" h="1328">
                  <a:moveTo>
                    <a:pt x="0" y="1328"/>
                  </a:moveTo>
                  <a:lnTo>
                    <a:pt x="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l2207"/>
            <p:cNvSpPr/>
            <p:nvPr/>
          </p:nvSpPr>
          <p:spPr>
            <a:xfrm>
              <a:off x="6225244" y="1474739"/>
              <a:ext cx="88" cy="1328"/>
            </a:xfrm>
            <a:custGeom>
              <a:avLst/>
              <a:pathLst>
                <a:path w="88" h="1328">
                  <a:moveTo>
                    <a:pt x="0" y="1328"/>
                  </a:moveTo>
                  <a:lnTo>
                    <a:pt x="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l2208"/>
            <p:cNvSpPr/>
            <p:nvPr/>
          </p:nvSpPr>
          <p:spPr>
            <a:xfrm>
              <a:off x="6212738" y="1472621"/>
              <a:ext cx="159" cy="2658"/>
            </a:xfrm>
            <a:custGeom>
              <a:avLst/>
              <a:pathLst>
                <a:path w="159" h="2658">
                  <a:moveTo>
                    <a:pt x="0" y="2658"/>
                  </a:moveTo>
                  <a:lnTo>
                    <a:pt x="1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l2209"/>
            <p:cNvSpPr/>
            <p:nvPr/>
          </p:nvSpPr>
          <p:spPr>
            <a:xfrm>
              <a:off x="6218908" y="1475664"/>
              <a:ext cx="83" cy="1328"/>
            </a:xfrm>
            <a:custGeom>
              <a:avLst/>
              <a:pathLst>
                <a:path w="83" h="1328">
                  <a:moveTo>
                    <a:pt x="0" y="1328"/>
                  </a:moveTo>
                  <a:lnTo>
                    <a:pt x="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l2210"/>
            <p:cNvSpPr/>
            <p:nvPr/>
          </p:nvSpPr>
          <p:spPr>
            <a:xfrm>
              <a:off x="6204323" y="1472140"/>
              <a:ext cx="221" cy="3988"/>
            </a:xfrm>
            <a:custGeom>
              <a:avLst/>
              <a:pathLst>
                <a:path w="221" h="3988">
                  <a:moveTo>
                    <a:pt x="0" y="3988"/>
                  </a:moveTo>
                  <a:lnTo>
                    <a:pt x="2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l2211"/>
            <p:cNvSpPr/>
            <p:nvPr/>
          </p:nvSpPr>
          <p:spPr>
            <a:xfrm>
              <a:off x="6211380" y="1476546"/>
              <a:ext cx="236" cy="3987"/>
            </a:xfrm>
            <a:custGeom>
              <a:avLst/>
              <a:pathLst>
                <a:path w="236" h="3987">
                  <a:moveTo>
                    <a:pt x="0" y="3987"/>
                  </a:moveTo>
                  <a:lnTo>
                    <a:pt x="2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l2212"/>
            <p:cNvSpPr/>
            <p:nvPr/>
          </p:nvSpPr>
          <p:spPr>
            <a:xfrm>
              <a:off x="6185380" y="1473846"/>
              <a:ext cx="244" cy="5320"/>
            </a:xfrm>
            <a:custGeom>
              <a:avLst/>
              <a:pathLst>
                <a:path w="244" h="5320">
                  <a:moveTo>
                    <a:pt x="0" y="5320"/>
                  </a:moveTo>
                  <a:lnTo>
                    <a:pt x="2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l2213"/>
            <p:cNvSpPr/>
            <p:nvPr/>
          </p:nvSpPr>
          <p:spPr>
            <a:xfrm>
              <a:off x="6198312" y="1479807"/>
              <a:ext cx="69" cy="1329"/>
            </a:xfrm>
            <a:custGeom>
              <a:avLst/>
              <a:pathLst>
                <a:path w="69" h="1329">
                  <a:moveTo>
                    <a:pt x="0" y="1329"/>
                  </a:moveTo>
                  <a:lnTo>
                    <a:pt x="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l2214"/>
            <p:cNvSpPr/>
            <p:nvPr/>
          </p:nvSpPr>
          <p:spPr>
            <a:xfrm>
              <a:off x="6170762" y="1470569"/>
              <a:ext cx="357" cy="9313"/>
            </a:xfrm>
            <a:custGeom>
              <a:avLst/>
              <a:pathLst>
                <a:path w="357" h="9313">
                  <a:moveTo>
                    <a:pt x="0" y="9313"/>
                  </a:moveTo>
                  <a:lnTo>
                    <a:pt x="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l2215"/>
            <p:cNvSpPr/>
            <p:nvPr/>
          </p:nvSpPr>
          <p:spPr>
            <a:xfrm>
              <a:off x="6262844" y="1476260"/>
              <a:ext cx="113" cy="1326"/>
            </a:xfrm>
            <a:custGeom>
              <a:avLst/>
              <a:pathLst>
                <a:path w="113" h="1326">
                  <a:moveTo>
                    <a:pt x="0" y="1326"/>
                  </a:moveTo>
                  <a:lnTo>
                    <a:pt x="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l2216"/>
            <p:cNvSpPr/>
            <p:nvPr/>
          </p:nvSpPr>
          <p:spPr>
            <a:xfrm>
              <a:off x="6254513" y="1475565"/>
              <a:ext cx="107" cy="1327"/>
            </a:xfrm>
            <a:custGeom>
              <a:avLst/>
              <a:pathLst>
                <a:path w="107" h="1327">
                  <a:moveTo>
                    <a:pt x="0" y="1327"/>
                  </a:moveTo>
                  <a:lnTo>
                    <a:pt x="1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l2217"/>
            <p:cNvSpPr/>
            <p:nvPr/>
          </p:nvSpPr>
          <p:spPr>
            <a:xfrm>
              <a:off x="6312761" y="1481180"/>
              <a:ext cx="147" cy="1323"/>
            </a:xfrm>
            <a:custGeom>
              <a:avLst/>
              <a:pathLst>
                <a:path w="147" h="1323">
                  <a:moveTo>
                    <a:pt x="0" y="1323"/>
                  </a:moveTo>
                  <a:lnTo>
                    <a:pt x="1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l2218"/>
            <p:cNvSpPr/>
            <p:nvPr/>
          </p:nvSpPr>
          <p:spPr>
            <a:xfrm>
              <a:off x="6304450" y="1480271"/>
              <a:ext cx="141" cy="1323"/>
            </a:xfrm>
            <a:custGeom>
              <a:avLst/>
              <a:pathLst>
                <a:path w="141" h="1323">
                  <a:moveTo>
                    <a:pt x="0" y="1323"/>
                  </a:moveTo>
                  <a:lnTo>
                    <a:pt x="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l2219"/>
            <p:cNvSpPr/>
            <p:nvPr/>
          </p:nvSpPr>
          <p:spPr>
            <a:xfrm>
              <a:off x="6308461" y="1482045"/>
              <a:ext cx="144" cy="1323"/>
            </a:xfrm>
            <a:custGeom>
              <a:avLst/>
              <a:pathLst>
                <a:path w="144" h="1323">
                  <a:moveTo>
                    <a:pt x="0" y="1323"/>
                  </a:moveTo>
                  <a:lnTo>
                    <a:pt x="1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l2220"/>
            <p:cNvSpPr/>
            <p:nvPr/>
          </p:nvSpPr>
          <p:spPr>
            <a:xfrm>
              <a:off x="6296000" y="1479398"/>
              <a:ext cx="272" cy="2648"/>
            </a:xfrm>
            <a:custGeom>
              <a:avLst/>
              <a:pathLst>
                <a:path w="272" h="2648">
                  <a:moveTo>
                    <a:pt x="0" y="2648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l2221"/>
            <p:cNvSpPr/>
            <p:nvPr/>
          </p:nvSpPr>
          <p:spPr>
            <a:xfrm>
              <a:off x="6302091" y="1482698"/>
              <a:ext cx="140" cy="1324"/>
            </a:xfrm>
            <a:custGeom>
              <a:avLst/>
              <a:pathLst>
                <a:path w="140" h="1324">
                  <a:moveTo>
                    <a:pt x="0" y="1324"/>
                  </a:moveTo>
                  <a:lnTo>
                    <a:pt x="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l2222"/>
            <p:cNvSpPr/>
            <p:nvPr/>
          </p:nvSpPr>
          <p:spPr>
            <a:xfrm>
              <a:off x="6287557" y="1478560"/>
              <a:ext cx="391" cy="3975"/>
            </a:xfrm>
            <a:custGeom>
              <a:avLst/>
              <a:pathLst>
                <a:path w="391" h="3975">
                  <a:moveTo>
                    <a:pt x="0" y="3975"/>
                  </a:moveTo>
                  <a:lnTo>
                    <a:pt x="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l2223"/>
            <p:cNvSpPr/>
            <p:nvPr/>
          </p:nvSpPr>
          <p:spPr>
            <a:xfrm>
              <a:off x="6294690" y="1483265"/>
              <a:ext cx="135" cy="1324"/>
            </a:xfrm>
            <a:custGeom>
              <a:avLst/>
              <a:pathLst>
                <a:path w="135" h="1324">
                  <a:moveTo>
                    <a:pt x="0" y="1324"/>
                  </a:moveTo>
                  <a:lnTo>
                    <a:pt x="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l2224"/>
            <p:cNvSpPr/>
            <p:nvPr/>
          </p:nvSpPr>
          <p:spPr>
            <a:xfrm>
              <a:off x="6279122" y="1477758"/>
              <a:ext cx="499" cy="5302"/>
            </a:xfrm>
            <a:custGeom>
              <a:avLst/>
              <a:pathLst>
                <a:path w="499" h="5302">
                  <a:moveTo>
                    <a:pt x="0" y="5302"/>
                  </a:moveTo>
                  <a:lnTo>
                    <a:pt x="4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l2225"/>
            <p:cNvSpPr/>
            <p:nvPr/>
          </p:nvSpPr>
          <p:spPr>
            <a:xfrm>
              <a:off x="6286777" y="1483809"/>
              <a:ext cx="130" cy="1325"/>
            </a:xfrm>
            <a:custGeom>
              <a:avLst/>
              <a:pathLst>
                <a:path w="130" h="1325">
                  <a:moveTo>
                    <a:pt x="0" y="1325"/>
                  </a:moveTo>
                  <a:lnTo>
                    <a:pt x="1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l2226"/>
            <p:cNvSpPr/>
            <p:nvPr/>
          </p:nvSpPr>
          <p:spPr>
            <a:xfrm>
              <a:off x="6270695" y="1476991"/>
              <a:ext cx="595" cy="6630"/>
            </a:xfrm>
            <a:custGeom>
              <a:avLst/>
              <a:pathLst>
                <a:path w="595" h="6630">
                  <a:moveTo>
                    <a:pt x="0" y="6630"/>
                  </a:moveTo>
                  <a:lnTo>
                    <a:pt x="5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l2227"/>
            <p:cNvSpPr/>
            <p:nvPr/>
          </p:nvSpPr>
          <p:spPr>
            <a:xfrm>
              <a:off x="6278489" y="1484362"/>
              <a:ext cx="249" cy="2651"/>
            </a:xfrm>
            <a:custGeom>
              <a:avLst/>
              <a:pathLst>
                <a:path w="249" h="2651">
                  <a:moveTo>
                    <a:pt x="0" y="2651"/>
                  </a:moveTo>
                  <a:lnTo>
                    <a:pt x="2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l2228"/>
            <p:cNvSpPr/>
            <p:nvPr/>
          </p:nvSpPr>
          <p:spPr>
            <a:xfrm>
              <a:off x="6258015" y="1477235"/>
              <a:ext cx="664" cy="7960"/>
            </a:xfrm>
            <a:custGeom>
              <a:avLst/>
              <a:pathLst>
                <a:path w="664" h="7960">
                  <a:moveTo>
                    <a:pt x="0" y="7960"/>
                  </a:moveTo>
                  <a:lnTo>
                    <a:pt x="6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l2229"/>
            <p:cNvSpPr/>
            <p:nvPr/>
          </p:nvSpPr>
          <p:spPr>
            <a:xfrm>
              <a:off x="6268136" y="1486077"/>
              <a:ext cx="117" cy="1326"/>
            </a:xfrm>
            <a:custGeom>
              <a:avLst/>
              <a:pathLst>
                <a:path w="117" h="1326">
                  <a:moveTo>
                    <a:pt x="0" y="1326"/>
                  </a:moveTo>
                  <a:lnTo>
                    <a:pt x="1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l2230"/>
            <p:cNvSpPr/>
            <p:nvPr/>
          </p:nvSpPr>
          <p:spPr>
            <a:xfrm>
              <a:off x="6245463" y="1474905"/>
              <a:ext cx="817" cy="10620"/>
            </a:xfrm>
            <a:custGeom>
              <a:avLst/>
              <a:pathLst>
                <a:path w="817" h="10620">
                  <a:moveTo>
                    <a:pt x="0" y="10620"/>
                  </a:moveTo>
                  <a:lnTo>
                    <a:pt x="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l2231"/>
            <p:cNvSpPr/>
            <p:nvPr/>
          </p:nvSpPr>
          <p:spPr>
            <a:xfrm>
              <a:off x="6256693" y="1486431"/>
              <a:ext cx="109" cy="1326"/>
            </a:xfrm>
            <a:custGeom>
              <a:avLst/>
              <a:pathLst>
                <a:path w="109" h="1326">
                  <a:moveTo>
                    <a:pt x="0" y="1326"/>
                  </a:moveTo>
                  <a:lnTo>
                    <a:pt x="1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l2232"/>
            <p:cNvSpPr/>
            <p:nvPr/>
          </p:nvSpPr>
          <p:spPr>
            <a:xfrm>
              <a:off x="6237070" y="1474281"/>
              <a:ext cx="868" cy="11951"/>
            </a:xfrm>
            <a:custGeom>
              <a:avLst/>
              <a:pathLst>
                <a:path w="868" h="11951">
                  <a:moveTo>
                    <a:pt x="0" y="11951"/>
                  </a:moveTo>
                  <a:lnTo>
                    <a:pt x="8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l2233"/>
            <p:cNvSpPr/>
            <p:nvPr/>
          </p:nvSpPr>
          <p:spPr>
            <a:xfrm>
              <a:off x="6246057" y="1486970"/>
              <a:ext cx="825" cy="10619"/>
            </a:xfrm>
            <a:custGeom>
              <a:avLst/>
              <a:pathLst>
                <a:path w="825" h="10619">
                  <a:moveTo>
                    <a:pt x="0" y="10619"/>
                  </a:moveTo>
                  <a:lnTo>
                    <a:pt x="8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l2234"/>
            <p:cNvSpPr/>
            <p:nvPr/>
          </p:nvSpPr>
          <p:spPr>
            <a:xfrm>
              <a:off x="6183934" y="1480460"/>
              <a:ext cx="605" cy="13300"/>
            </a:xfrm>
            <a:custGeom>
              <a:avLst/>
              <a:pathLst>
                <a:path w="605" h="13300">
                  <a:moveTo>
                    <a:pt x="0" y="13300"/>
                  </a:moveTo>
                  <a:lnTo>
                    <a:pt x="6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l2235"/>
            <p:cNvSpPr/>
            <p:nvPr/>
          </p:nvSpPr>
          <p:spPr>
            <a:xfrm>
              <a:off x="6214683" y="1495426"/>
              <a:ext cx="327" cy="5315"/>
            </a:xfrm>
            <a:custGeom>
              <a:avLst/>
              <a:pathLst>
                <a:path w="327" h="5315">
                  <a:moveTo>
                    <a:pt x="0" y="5315"/>
                  </a:moveTo>
                  <a:lnTo>
                    <a:pt x="3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l2236"/>
            <p:cNvSpPr/>
            <p:nvPr/>
          </p:nvSpPr>
          <p:spPr>
            <a:xfrm>
              <a:off x="6144289" y="1473732"/>
              <a:ext cx="600" cy="23958"/>
            </a:xfrm>
            <a:custGeom>
              <a:avLst/>
              <a:pathLst>
                <a:path w="600" h="23958">
                  <a:moveTo>
                    <a:pt x="0" y="23958"/>
                  </a:moveTo>
                  <a:lnTo>
                    <a:pt x="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l2237"/>
            <p:cNvSpPr/>
            <p:nvPr/>
          </p:nvSpPr>
          <p:spPr>
            <a:xfrm>
              <a:off x="6179443" y="1498895"/>
              <a:ext cx="57" cy="1330"/>
            </a:xfrm>
            <a:custGeom>
              <a:avLst/>
              <a:pathLst>
                <a:path w="57" h="1330">
                  <a:moveTo>
                    <a:pt x="0" y="1330"/>
                  </a:moveTo>
                  <a:lnTo>
                    <a:pt x="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l2238"/>
            <p:cNvSpPr/>
            <p:nvPr/>
          </p:nvSpPr>
          <p:spPr>
            <a:xfrm>
              <a:off x="6128808" y="1469409"/>
              <a:ext cx="500" cy="29287"/>
            </a:xfrm>
            <a:custGeom>
              <a:avLst/>
              <a:pathLst>
                <a:path w="500" h="29287">
                  <a:moveTo>
                    <a:pt x="0" y="29287"/>
                  </a:moveTo>
                  <a:lnTo>
                    <a:pt x="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l2239"/>
            <p:cNvSpPr/>
            <p:nvPr/>
          </p:nvSpPr>
          <p:spPr>
            <a:xfrm>
              <a:off x="6154090" y="1499295"/>
              <a:ext cx="40" cy="1330"/>
            </a:xfrm>
            <a:custGeom>
              <a:avLst/>
              <a:pathLst>
                <a:path w="40" h="1330">
                  <a:moveTo>
                    <a:pt x="0" y="1330"/>
                  </a:moveTo>
                  <a:lnTo>
                    <a:pt x="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l2240"/>
            <p:cNvSpPr/>
            <p:nvPr/>
          </p:nvSpPr>
          <p:spPr>
            <a:xfrm>
              <a:off x="6120551" y="1469284"/>
              <a:ext cx="392" cy="30620"/>
            </a:xfrm>
            <a:custGeom>
              <a:avLst/>
              <a:pathLst>
                <a:path w="392" h="30620">
                  <a:moveTo>
                    <a:pt x="0" y="30620"/>
                  </a:moveTo>
                  <a:lnTo>
                    <a:pt x="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l2241"/>
            <p:cNvSpPr/>
            <p:nvPr/>
          </p:nvSpPr>
          <p:spPr>
            <a:xfrm>
              <a:off x="6137236" y="1500192"/>
              <a:ext cx="85" cy="3993"/>
            </a:xfrm>
            <a:custGeom>
              <a:avLst/>
              <a:pathLst>
                <a:path w="85" h="3993">
                  <a:moveTo>
                    <a:pt x="0" y="3993"/>
                  </a:moveTo>
                  <a:lnTo>
                    <a:pt x="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l2242"/>
            <p:cNvSpPr/>
            <p:nvPr/>
          </p:nvSpPr>
          <p:spPr>
            <a:xfrm>
              <a:off x="6102011" y="1471796"/>
              <a:ext cx="102" cy="31954"/>
            </a:xfrm>
            <a:custGeom>
              <a:avLst/>
              <a:pathLst>
                <a:path w="102" h="31954">
                  <a:moveTo>
                    <a:pt x="0" y="31954"/>
                  </a:moveTo>
                  <a:lnTo>
                    <a:pt x="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l2243"/>
            <p:cNvSpPr/>
            <p:nvPr/>
          </p:nvSpPr>
          <p:spPr>
            <a:xfrm>
              <a:off x="6362536" y="1487377"/>
              <a:ext cx="181" cy="1319"/>
            </a:xfrm>
            <a:custGeom>
              <a:avLst/>
              <a:pathLst>
                <a:path w="181" h="1319">
                  <a:moveTo>
                    <a:pt x="0" y="1319"/>
                  </a:moveTo>
                  <a:lnTo>
                    <a:pt x="1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l2244"/>
            <p:cNvSpPr/>
            <p:nvPr/>
          </p:nvSpPr>
          <p:spPr>
            <a:xfrm>
              <a:off x="6354251" y="1486256"/>
              <a:ext cx="175" cy="1319"/>
            </a:xfrm>
            <a:custGeom>
              <a:avLst/>
              <a:pathLst>
                <a:path w="175" h="1319">
                  <a:moveTo>
                    <a:pt x="0" y="1319"/>
                  </a:moveTo>
                  <a:lnTo>
                    <a:pt x="1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l2245"/>
            <p:cNvSpPr/>
            <p:nvPr/>
          </p:nvSpPr>
          <p:spPr>
            <a:xfrm>
              <a:off x="6358215" y="1488132"/>
              <a:ext cx="178" cy="1319"/>
            </a:xfrm>
            <a:custGeom>
              <a:avLst/>
              <a:pathLst>
                <a:path w="178" h="1319">
                  <a:moveTo>
                    <a:pt x="0" y="1319"/>
                  </a:moveTo>
                  <a:lnTo>
                    <a:pt x="1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l2246"/>
            <p:cNvSpPr/>
            <p:nvPr/>
          </p:nvSpPr>
          <p:spPr>
            <a:xfrm>
              <a:off x="6345792" y="1485170"/>
              <a:ext cx="340" cy="2641"/>
            </a:xfrm>
            <a:custGeom>
              <a:avLst/>
              <a:pathLst>
                <a:path w="340" h="2641">
                  <a:moveTo>
                    <a:pt x="0" y="2641"/>
                  </a:moveTo>
                  <a:lnTo>
                    <a:pt x="3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l2247"/>
            <p:cNvSpPr/>
            <p:nvPr/>
          </p:nvSpPr>
          <p:spPr>
            <a:xfrm>
              <a:off x="6351831" y="1488621"/>
              <a:ext cx="174" cy="1319"/>
            </a:xfrm>
            <a:custGeom>
              <a:avLst/>
              <a:pathLst>
                <a:path w="174" h="1319">
                  <a:moveTo>
                    <a:pt x="0" y="1319"/>
                  </a:moveTo>
                  <a:lnTo>
                    <a:pt x="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l2248"/>
            <p:cNvSpPr/>
            <p:nvPr/>
          </p:nvSpPr>
          <p:spPr>
            <a:xfrm>
              <a:off x="6337339" y="1484119"/>
              <a:ext cx="493" cy="3963"/>
            </a:xfrm>
            <a:custGeom>
              <a:avLst/>
              <a:pathLst>
                <a:path w="493" h="3963">
                  <a:moveTo>
                    <a:pt x="0" y="3963"/>
                  </a:moveTo>
                  <a:lnTo>
                    <a:pt x="4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l2249"/>
            <p:cNvSpPr/>
            <p:nvPr/>
          </p:nvSpPr>
          <p:spPr>
            <a:xfrm>
              <a:off x="6395624" y="1492217"/>
              <a:ext cx="203" cy="1315"/>
            </a:xfrm>
            <a:custGeom>
              <a:avLst/>
              <a:pathLst>
                <a:path w="203" h="1315">
                  <a:moveTo>
                    <a:pt x="0" y="1315"/>
                  </a:moveTo>
                  <a:lnTo>
                    <a:pt x="2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l2250"/>
            <p:cNvSpPr/>
            <p:nvPr/>
          </p:nvSpPr>
          <p:spPr>
            <a:xfrm>
              <a:off x="6387359" y="1490954"/>
              <a:ext cx="198" cy="1316"/>
            </a:xfrm>
            <a:custGeom>
              <a:avLst/>
              <a:pathLst>
                <a:path w="198" h="1316">
                  <a:moveTo>
                    <a:pt x="0" y="1316"/>
                  </a:moveTo>
                  <a:lnTo>
                    <a:pt x="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l2251"/>
            <p:cNvSpPr/>
            <p:nvPr/>
          </p:nvSpPr>
          <p:spPr>
            <a:xfrm>
              <a:off x="6391291" y="1492897"/>
              <a:ext cx="200" cy="1316"/>
            </a:xfrm>
            <a:custGeom>
              <a:avLst/>
              <a:pathLst>
                <a:path w="200" h="1316">
                  <a:moveTo>
                    <a:pt x="0" y="1316"/>
                  </a:moveTo>
                  <a:lnTo>
                    <a:pt x="2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l2252"/>
            <p:cNvSpPr/>
            <p:nvPr/>
          </p:nvSpPr>
          <p:spPr>
            <a:xfrm>
              <a:off x="6378897" y="1489726"/>
              <a:ext cx="385" cy="2634"/>
            </a:xfrm>
            <a:custGeom>
              <a:avLst/>
              <a:pathLst>
                <a:path w="385" h="2634">
                  <a:moveTo>
                    <a:pt x="0" y="2634"/>
                  </a:moveTo>
                  <a:lnTo>
                    <a:pt x="3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l2253"/>
            <p:cNvSpPr/>
            <p:nvPr/>
          </p:nvSpPr>
          <p:spPr>
            <a:xfrm>
              <a:off x="6384899" y="1493277"/>
              <a:ext cx="196" cy="1316"/>
            </a:xfrm>
            <a:custGeom>
              <a:avLst/>
              <a:pathLst>
                <a:path w="196" h="1316">
                  <a:moveTo>
                    <a:pt x="0" y="1316"/>
                  </a:moveTo>
                  <a:lnTo>
                    <a:pt x="1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l2254"/>
            <p:cNvSpPr/>
            <p:nvPr/>
          </p:nvSpPr>
          <p:spPr>
            <a:xfrm>
              <a:off x="6370441" y="1488534"/>
              <a:ext cx="560" cy="3954"/>
            </a:xfrm>
            <a:custGeom>
              <a:avLst/>
              <a:pathLst>
                <a:path w="560" h="3954">
                  <a:moveTo>
                    <a:pt x="0" y="3954"/>
                  </a:moveTo>
                  <a:lnTo>
                    <a:pt x="5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l2255"/>
            <p:cNvSpPr/>
            <p:nvPr/>
          </p:nvSpPr>
          <p:spPr>
            <a:xfrm>
              <a:off x="6412135" y="1494848"/>
              <a:ext cx="215" cy="1313"/>
            </a:xfrm>
            <a:custGeom>
              <a:avLst/>
              <a:pathLst>
                <a:path w="215" h="1313">
                  <a:moveTo>
                    <a:pt x="0" y="1313"/>
                  </a:moveTo>
                  <a:lnTo>
                    <a:pt x="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l2256"/>
            <p:cNvSpPr/>
            <p:nvPr/>
          </p:nvSpPr>
          <p:spPr>
            <a:xfrm>
              <a:off x="6403882" y="1493515"/>
              <a:ext cx="209" cy="1314"/>
            </a:xfrm>
            <a:custGeom>
              <a:avLst/>
              <a:pathLst>
                <a:path w="209" h="1314">
                  <a:moveTo>
                    <a:pt x="0" y="1314"/>
                  </a:moveTo>
                  <a:lnTo>
                    <a:pt x="2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l2257"/>
            <p:cNvSpPr/>
            <p:nvPr/>
          </p:nvSpPr>
          <p:spPr>
            <a:xfrm>
              <a:off x="6436860" y="1499060"/>
              <a:ext cx="231" cy="1311"/>
            </a:xfrm>
            <a:custGeom>
              <a:avLst/>
              <a:pathLst>
                <a:path w="231" h="1311">
                  <a:moveTo>
                    <a:pt x="0" y="1311"/>
                  </a:moveTo>
                  <a:lnTo>
                    <a:pt x="2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l2258"/>
            <p:cNvSpPr/>
            <p:nvPr/>
          </p:nvSpPr>
          <p:spPr>
            <a:xfrm>
              <a:off x="6428624" y="1497621"/>
              <a:ext cx="226" cy="1312"/>
            </a:xfrm>
            <a:custGeom>
              <a:avLst/>
              <a:pathLst>
                <a:path w="226" h="1312">
                  <a:moveTo>
                    <a:pt x="0" y="1312"/>
                  </a:moveTo>
                  <a:lnTo>
                    <a:pt x="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l2259"/>
            <p:cNvSpPr/>
            <p:nvPr/>
          </p:nvSpPr>
          <p:spPr>
            <a:xfrm>
              <a:off x="6453312" y="1502043"/>
              <a:ext cx="243" cy="1309"/>
            </a:xfrm>
            <a:custGeom>
              <a:avLst/>
              <a:pathLst>
                <a:path w="243" h="1309">
                  <a:moveTo>
                    <a:pt x="0" y="1309"/>
                  </a:moveTo>
                  <a:lnTo>
                    <a:pt x="2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l2260"/>
            <p:cNvSpPr/>
            <p:nvPr/>
          </p:nvSpPr>
          <p:spPr>
            <a:xfrm>
              <a:off x="6445089" y="1500534"/>
              <a:ext cx="237" cy="1310"/>
            </a:xfrm>
            <a:custGeom>
              <a:avLst/>
              <a:pathLst>
                <a:path w="237" h="1310">
                  <a:moveTo>
                    <a:pt x="0" y="1310"/>
                  </a:moveTo>
                  <a:lnTo>
                    <a:pt x="2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l2261"/>
            <p:cNvSpPr/>
            <p:nvPr/>
          </p:nvSpPr>
          <p:spPr>
            <a:xfrm>
              <a:off x="6448721" y="1502594"/>
              <a:ext cx="480" cy="2619"/>
            </a:xfrm>
            <a:custGeom>
              <a:avLst/>
              <a:pathLst>
                <a:path w="480" h="2619">
                  <a:moveTo>
                    <a:pt x="0" y="2619"/>
                  </a:moveTo>
                  <a:lnTo>
                    <a:pt x="4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l2262"/>
            <p:cNvSpPr/>
            <p:nvPr/>
          </p:nvSpPr>
          <p:spPr>
            <a:xfrm>
              <a:off x="6432285" y="1499647"/>
              <a:ext cx="458" cy="2623"/>
            </a:xfrm>
            <a:custGeom>
              <a:avLst/>
              <a:pathLst>
                <a:path w="458" h="2623">
                  <a:moveTo>
                    <a:pt x="0" y="2623"/>
                  </a:moveTo>
                  <a:lnTo>
                    <a:pt x="4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l2263"/>
            <p:cNvSpPr/>
            <p:nvPr/>
          </p:nvSpPr>
          <p:spPr>
            <a:xfrm>
              <a:off x="6440271" y="1503724"/>
              <a:ext cx="234" cy="1310"/>
            </a:xfrm>
            <a:custGeom>
              <a:avLst/>
              <a:pathLst>
                <a:path w="234" h="1310">
                  <a:moveTo>
                    <a:pt x="0" y="1310"/>
                  </a:moveTo>
                  <a:lnTo>
                    <a:pt x="2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l2264"/>
            <p:cNvSpPr/>
            <p:nvPr/>
          </p:nvSpPr>
          <p:spPr>
            <a:xfrm>
              <a:off x="6419721" y="1496217"/>
              <a:ext cx="882" cy="5252"/>
            </a:xfrm>
            <a:custGeom>
              <a:avLst/>
              <a:pathLst>
                <a:path w="882" h="5252">
                  <a:moveTo>
                    <a:pt x="0" y="5252"/>
                  </a:moveTo>
                  <a:lnTo>
                    <a:pt x="8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l2265"/>
            <p:cNvSpPr/>
            <p:nvPr/>
          </p:nvSpPr>
          <p:spPr>
            <a:xfrm>
              <a:off x="6429546" y="1503224"/>
              <a:ext cx="455" cy="2623"/>
            </a:xfrm>
            <a:custGeom>
              <a:avLst/>
              <a:pathLst>
                <a:path w="455" h="2623">
                  <a:moveTo>
                    <a:pt x="0" y="2623"/>
                  </a:moveTo>
                  <a:lnTo>
                    <a:pt x="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l2266"/>
            <p:cNvSpPr/>
            <p:nvPr/>
          </p:nvSpPr>
          <p:spPr>
            <a:xfrm>
              <a:off x="6406949" y="1495491"/>
              <a:ext cx="1061" cy="6572"/>
            </a:xfrm>
            <a:custGeom>
              <a:avLst/>
              <a:pathLst>
                <a:path w="1061" h="6572">
                  <a:moveTo>
                    <a:pt x="0" y="6572"/>
                  </a:moveTo>
                  <a:lnTo>
                    <a:pt x="10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l2267"/>
            <p:cNvSpPr/>
            <p:nvPr/>
          </p:nvSpPr>
          <p:spPr>
            <a:xfrm>
              <a:off x="6417373" y="1503923"/>
              <a:ext cx="879" cy="5252"/>
            </a:xfrm>
            <a:custGeom>
              <a:avLst/>
              <a:pathLst>
                <a:path w="879" h="5252">
                  <a:moveTo>
                    <a:pt x="0" y="5252"/>
                  </a:moveTo>
                  <a:lnTo>
                    <a:pt x="8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l2268"/>
            <p:cNvSpPr/>
            <p:nvPr/>
          </p:nvSpPr>
          <p:spPr>
            <a:xfrm>
              <a:off x="6376329" y="1493528"/>
              <a:ext cx="1342" cy="9222"/>
            </a:xfrm>
            <a:custGeom>
              <a:avLst/>
              <a:pathLst>
                <a:path w="1342" h="9222">
                  <a:moveTo>
                    <a:pt x="0" y="9222"/>
                  </a:moveTo>
                  <a:lnTo>
                    <a:pt x="13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l2269"/>
            <p:cNvSpPr/>
            <p:nvPr/>
          </p:nvSpPr>
          <p:spPr>
            <a:xfrm>
              <a:off x="6396045" y="1505853"/>
              <a:ext cx="823" cy="5261"/>
            </a:xfrm>
            <a:custGeom>
              <a:avLst/>
              <a:pathLst>
                <a:path w="823" h="5261">
                  <a:moveTo>
                    <a:pt x="0" y="5261"/>
                  </a:moveTo>
                  <a:lnTo>
                    <a:pt x="8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l2270"/>
            <p:cNvSpPr/>
            <p:nvPr/>
          </p:nvSpPr>
          <p:spPr>
            <a:xfrm>
              <a:off x="6342724" y="1488998"/>
              <a:ext cx="1862" cy="14526"/>
            </a:xfrm>
            <a:custGeom>
              <a:avLst/>
              <a:pathLst>
                <a:path w="1862" h="14526">
                  <a:moveTo>
                    <a:pt x="0" y="14526"/>
                  </a:moveTo>
                  <a:lnTo>
                    <a:pt x="1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l2271"/>
            <p:cNvSpPr/>
            <p:nvPr/>
          </p:nvSpPr>
          <p:spPr>
            <a:xfrm>
              <a:off x="6369223" y="1507135"/>
              <a:ext cx="187" cy="1318"/>
            </a:xfrm>
            <a:custGeom>
              <a:avLst/>
              <a:pathLst>
                <a:path w="187" h="1318">
                  <a:moveTo>
                    <a:pt x="0" y="1318"/>
                  </a:moveTo>
                  <a:lnTo>
                    <a:pt x="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l2272"/>
            <p:cNvSpPr/>
            <p:nvPr/>
          </p:nvSpPr>
          <p:spPr>
            <a:xfrm>
              <a:off x="6327147" y="1483104"/>
              <a:ext cx="2381" cy="19829"/>
            </a:xfrm>
            <a:custGeom>
              <a:avLst/>
              <a:pathLst>
                <a:path w="2381" h="19829">
                  <a:moveTo>
                    <a:pt x="0" y="19829"/>
                  </a:moveTo>
                  <a:lnTo>
                    <a:pt x="2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l2273"/>
            <p:cNvSpPr/>
            <p:nvPr/>
          </p:nvSpPr>
          <p:spPr>
            <a:xfrm>
              <a:off x="6348027" y="1505578"/>
              <a:ext cx="173" cy="1320"/>
            </a:xfrm>
            <a:custGeom>
              <a:avLst/>
              <a:pathLst>
                <a:path w="173" h="1320">
                  <a:moveTo>
                    <a:pt x="0" y="1320"/>
                  </a:moveTo>
                  <a:lnTo>
                    <a:pt x="1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l2274"/>
            <p:cNvSpPr/>
            <p:nvPr/>
          </p:nvSpPr>
          <p:spPr>
            <a:xfrm>
              <a:off x="6318771" y="1482124"/>
              <a:ext cx="2449" cy="21161"/>
            </a:xfrm>
            <a:custGeom>
              <a:avLst/>
              <a:pathLst>
                <a:path w="2449" h="21161">
                  <a:moveTo>
                    <a:pt x="0" y="21161"/>
                  </a:moveTo>
                  <a:lnTo>
                    <a:pt x="2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l2275"/>
            <p:cNvSpPr/>
            <p:nvPr/>
          </p:nvSpPr>
          <p:spPr>
            <a:xfrm>
              <a:off x="6469737" y="1505167"/>
              <a:ext cx="254" cy="1306"/>
            </a:xfrm>
            <a:custGeom>
              <a:avLst/>
              <a:pathLst>
                <a:path w="254" h="1306">
                  <a:moveTo>
                    <a:pt x="0" y="1306"/>
                  </a:moveTo>
                  <a:lnTo>
                    <a:pt x="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l2276"/>
            <p:cNvSpPr/>
            <p:nvPr/>
          </p:nvSpPr>
          <p:spPr>
            <a:xfrm>
              <a:off x="6461528" y="1503587"/>
              <a:ext cx="248" cy="1308"/>
            </a:xfrm>
            <a:custGeom>
              <a:avLst/>
              <a:pathLst>
                <a:path w="248" h="1308">
                  <a:moveTo>
                    <a:pt x="0" y="1308"/>
                  </a:moveTo>
                  <a:lnTo>
                    <a:pt x="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l2277"/>
            <p:cNvSpPr/>
            <p:nvPr/>
          </p:nvSpPr>
          <p:spPr>
            <a:xfrm>
              <a:off x="6486136" y="1508431"/>
              <a:ext cx="265" cy="1304"/>
            </a:xfrm>
            <a:custGeom>
              <a:avLst/>
              <a:pathLst>
                <a:path w="265" h="1304">
                  <a:moveTo>
                    <a:pt x="0" y="1304"/>
                  </a:moveTo>
                  <a:lnTo>
                    <a:pt x="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l2278"/>
            <p:cNvSpPr/>
            <p:nvPr/>
          </p:nvSpPr>
          <p:spPr>
            <a:xfrm>
              <a:off x="6477940" y="1506781"/>
              <a:ext cx="259" cy="1305"/>
            </a:xfrm>
            <a:custGeom>
              <a:avLst/>
              <a:pathLst>
                <a:path w="259" h="1305">
                  <a:moveTo>
                    <a:pt x="0" y="1305"/>
                  </a:moveTo>
                  <a:lnTo>
                    <a:pt x="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l2279"/>
            <p:cNvSpPr/>
            <p:nvPr/>
          </p:nvSpPr>
          <p:spPr>
            <a:xfrm>
              <a:off x="6510680" y="1513590"/>
              <a:ext cx="282" cy="1301"/>
            </a:xfrm>
            <a:custGeom>
              <a:avLst/>
              <a:pathLst>
                <a:path w="282" h="1301">
                  <a:moveTo>
                    <a:pt x="0" y="1301"/>
                  </a:moveTo>
                  <a:lnTo>
                    <a:pt x="2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l2280"/>
            <p:cNvSpPr/>
            <p:nvPr/>
          </p:nvSpPr>
          <p:spPr>
            <a:xfrm>
              <a:off x="6502506" y="1511835"/>
              <a:ext cx="276" cy="1302"/>
            </a:xfrm>
            <a:custGeom>
              <a:avLst/>
              <a:pathLst>
                <a:path w="276" h="1302">
                  <a:moveTo>
                    <a:pt x="0" y="1302"/>
                  </a:moveTo>
                  <a:lnTo>
                    <a:pt x="2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l2281"/>
            <p:cNvSpPr/>
            <p:nvPr/>
          </p:nvSpPr>
          <p:spPr>
            <a:xfrm>
              <a:off x="6506315" y="1514010"/>
              <a:ext cx="279" cy="1301"/>
            </a:xfrm>
            <a:custGeom>
              <a:avLst/>
              <a:pathLst>
                <a:path w="279" h="1301">
                  <a:moveTo>
                    <a:pt x="0" y="1301"/>
                  </a:moveTo>
                  <a:lnTo>
                    <a:pt x="2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l2282"/>
            <p:cNvSpPr/>
            <p:nvPr/>
          </p:nvSpPr>
          <p:spPr>
            <a:xfrm>
              <a:off x="6494054" y="1510116"/>
              <a:ext cx="541" cy="2607"/>
            </a:xfrm>
            <a:custGeom>
              <a:avLst/>
              <a:pathLst>
                <a:path w="541" h="2607">
                  <a:moveTo>
                    <a:pt x="0" y="2607"/>
                  </a:moveTo>
                  <a:lnTo>
                    <a:pt x="5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l2283"/>
            <p:cNvSpPr/>
            <p:nvPr/>
          </p:nvSpPr>
          <p:spPr>
            <a:xfrm>
              <a:off x="6551434" y="1522885"/>
              <a:ext cx="309" cy="1294"/>
            </a:xfrm>
            <a:custGeom>
              <a:avLst/>
              <a:pathLst>
                <a:path w="309" h="1294">
                  <a:moveTo>
                    <a:pt x="0" y="1294"/>
                  </a:moveTo>
                  <a:lnTo>
                    <a:pt x="3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l2284"/>
            <p:cNvSpPr/>
            <p:nvPr/>
          </p:nvSpPr>
          <p:spPr>
            <a:xfrm>
              <a:off x="6543300" y="1520956"/>
              <a:ext cx="304" cy="1296"/>
            </a:xfrm>
            <a:custGeom>
              <a:avLst/>
              <a:pathLst>
                <a:path w="304" h="1296">
                  <a:moveTo>
                    <a:pt x="0" y="1296"/>
                  </a:moveTo>
                  <a:lnTo>
                    <a:pt x="3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l2285"/>
            <p:cNvSpPr/>
            <p:nvPr/>
          </p:nvSpPr>
          <p:spPr>
            <a:xfrm>
              <a:off x="6547061" y="1523212"/>
              <a:ext cx="306" cy="1295"/>
            </a:xfrm>
            <a:custGeom>
              <a:avLst/>
              <a:pathLst>
                <a:path w="306" h="1295">
                  <a:moveTo>
                    <a:pt x="0" y="1295"/>
                  </a:moveTo>
                  <a:lnTo>
                    <a:pt x="3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l2286"/>
            <p:cNvSpPr/>
            <p:nvPr/>
          </p:nvSpPr>
          <p:spPr>
            <a:xfrm>
              <a:off x="6534858" y="1519062"/>
              <a:ext cx="597" cy="2595"/>
            </a:xfrm>
            <a:custGeom>
              <a:avLst/>
              <a:pathLst>
                <a:path w="597" h="2595">
                  <a:moveTo>
                    <a:pt x="0" y="2595"/>
                  </a:moveTo>
                  <a:lnTo>
                    <a:pt x="5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l2287"/>
            <p:cNvSpPr/>
            <p:nvPr/>
          </p:nvSpPr>
          <p:spPr>
            <a:xfrm>
              <a:off x="6540659" y="1523072"/>
              <a:ext cx="302" cy="1296"/>
            </a:xfrm>
            <a:custGeom>
              <a:avLst/>
              <a:pathLst>
                <a:path w="302" h="1296">
                  <a:moveTo>
                    <a:pt x="0" y="1296"/>
                  </a:moveTo>
                  <a:lnTo>
                    <a:pt x="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l2288"/>
            <p:cNvSpPr/>
            <p:nvPr/>
          </p:nvSpPr>
          <p:spPr>
            <a:xfrm>
              <a:off x="6526420" y="1517203"/>
              <a:ext cx="879" cy="3896"/>
            </a:xfrm>
            <a:custGeom>
              <a:avLst/>
              <a:pathLst>
                <a:path w="879" h="3896">
                  <a:moveTo>
                    <a:pt x="0" y="3896"/>
                  </a:moveTo>
                  <a:lnTo>
                    <a:pt x="8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l2289"/>
            <p:cNvSpPr/>
            <p:nvPr/>
          </p:nvSpPr>
          <p:spPr>
            <a:xfrm>
              <a:off x="6533244" y="1522721"/>
              <a:ext cx="297" cy="1297"/>
            </a:xfrm>
            <a:custGeom>
              <a:avLst/>
              <a:pathLst>
                <a:path w="297" h="1297">
                  <a:moveTo>
                    <a:pt x="0" y="1297"/>
                  </a:moveTo>
                  <a:lnTo>
                    <a:pt x="2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l2290"/>
            <p:cNvSpPr/>
            <p:nvPr/>
          </p:nvSpPr>
          <p:spPr>
            <a:xfrm>
              <a:off x="6517984" y="1515379"/>
              <a:ext cx="1150" cy="5200"/>
            </a:xfrm>
            <a:custGeom>
              <a:avLst/>
              <a:pathLst>
                <a:path w="1150" h="5200">
                  <a:moveTo>
                    <a:pt x="0" y="5200"/>
                  </a:moveTo>
                  <a:lnTo>
                    <a:pt x="1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l2291"/>
            <p:cNvSpPr/>
            <p:nvPr/>
          </p:nvSpPr>
          <p:spPr>
            <a:xfrm>
              <a:off x="6524739" y="1522283"/>
              <a:ext cx="878" cy="3896"/>
            </a:xfrm>
            <a:custGeom>
              <a:avLst/>
              <a:pathLst>
                <a:path w="878" h="3896">
                  <a:moveTo>
                    <a:pt x="0" y="3896"/>
                  </a:moveTo>
                  <a:lnTo>
                    <a:pt x="8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l2292"/>
            <p:cNvSpPr/>
            <p:nvPr/>
          </p:nvSpPr>
          <p:spPr>
            <a:xfrm>
              <a:off x="6498811" y="1514007"/>
              <a:ext cx="1375" cy="6513"/>
            </a:xfrm>
            <a:custGeom>
              <a:avLst/>
              <a:pathLst>
                <a:path w="1375" h="6513">
                  <a:moveTo>
                    <a:pt x="0" y="6513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l2293"/>
            <p:cNvSpPr/>
            <p:nvPr/>
          </p:nvSpPr>
          <p:spPr>
            <a:xfrm>
              <a:off x="6511217" y="1523306"/>
              <a:ext cx="567" cy="2601"/>
            </a:xfrm>
            <a:custGeom>
              <a:avLst/>
              <a:pathLst>
                <a:path w="567" h="2601">
                  <a:moveTo>
                    <a:pt x="0" y="2601"/>
                  </a:moveTo>
                  <a:lnTo>
                    <a:pt x="5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l2294"/>
            <p:cNvSpPr/>
            <p:nvPr/>
          </p:nvSpPr>
          <p:spPr>
            <a:xfrm>
              <a:off x="6479939" y="1508907"/>
              <a:ext cx="2100" cy="10442"/>
            </a:xfrm>
            <a:custGeom>
              <a:avLst/>
              <a:pathLst>
                <a:path w="2100" h="10442">
                  <a:moveTo>
                    <a:pt x="0" y="10442"/>
                  </a:moveTo>
                  <a:lnTo>
                    <a:pt x="2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l2295"/>
            <p:cNvSpPr/>
            <p:nvPr/>
          </p:nvSpPr>
          <p:spPr>
            <a:xfrm>
              <a:off x="6495045" y="1522565"/>
              <a:ext cx="546" cy="2606"/>
            </a:xfrm>
            <a:custGeom>
              <a:avLst/>
              <a:pathLst>
                <a:path w="546" h="2606">
                  <a:moveTo>
                    <a:pt x="0" y="2606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l2296"/>
            <p:cNvSpPr/>
            <p:nvPr/>
          </p:nvSpPr>
          <p:spPr>
            <a:xfrm>
              <a:off x="6463120" y="1505680"/>
              <a:ext cx="2513" cy="13074"/>
            </a:xfrm>
            <a:custGeom>
              <a:avLst/>
              <a:pathLst>
                <a:path w="2513" h="13074">
                  <a:moveTo>
                    <a:pt x="0" y="13074"/>
                  </a:moveTo>
                  <a:lnTo>
                    <a:pt x="25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l2297"/>
            <p:cNvSpPr/>
            <p:nvPr/>
          </p:nvSpPr>
          <p:spPr>
            <a:xfrm>
              <a:off x="6575788" y="1528879"/>
              <a:ext cx="326" cy="1290"/>
            </a:xfrm>
            <a:custGeom>
              <a:avLst/>
              <a:pathLst>
                <a:path w="326" h="1290">
                  <a:moveTo>
                    <a:pt x="0" y="1290"/>
                  </a:moveTo>
                  <a:lnTo>
                    <a:pt x="3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l2298"/>
            <p:cNvSpPr/>
            <p:nvPr/>
          </p:nvSpPr>
          <p:spPr>
            <a:xfrm>
              <a:off x="6567679" y="1526846"/>
              <a:ext cx="320" cy="1292"/>
            </a:xfrm>
            <a:custGeom>
              <a:avLst/>
              <a:pathLst>
                <a:path w="320" h="1292">
                  <a:moveTo>
                    <a:pt x="0" y="1292"/>
                  </a:moveTo>
                  <a:lnTo>
                    <a:pt x="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l2299"/>
            <p:cNvSpPr/>
            <p:nvPr/>
          </p:nvSpPr>
          <p:spPr>
            <a:xfrm>
              <a:off x="6571411" y="1529150"/>
              <a:ext cx="323" cy="1291"/>
            </a:xfrm>
            <a:custGeom>
              <a:avLst/>
              <a:pathLst>
                <a:path w="323" h="1291">
                  <a:moveTo>
                    <a:pt x="0" y="1291"/>
                  </a:moveTo>
                  <a:lnTo>
                    <a:pt x="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l2300"/>
            <p:cNvSpPr/>
            <p:nvPr/>
          </p:nvSpPr>
          <p:spPr>
            <a:xfrm>
              <a:off x="6559246" y="1524848"/>
              <a:ext cx="630" cy="2587"/>
            </a:xfrm>
            <a:custGeom>
              <a:avLst/>
              <a:pathLst>
                <a:path w="630" h="2587">
                  <a:moveTo>
                    <a:pt x="0" y="2587"/>
                  </a:moveTo>
                  <a:lnTo>
                    <a:pt x="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l2301"/>
            <p:cNvSpPr/>
            <p:nvPr/>
          </p:nvSpPr>
          <p:spPr>
            <a:xfrm>
              <a:off x="6600064" y="1535184"/>
              <a:ext cx="342" cy="1286"/>
            </a:xfrm>
            <a:custGeom>
              <a:avLst/>
              <a:pathLst>
                <a:path w="342" h="1286">
                  <a:moveTo>
                    <a:pt x="0" y="1286"/>
                  </a:moveTo>
                  <a:lnTo>
                    <a:pt x="3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l2302"/>
            <p:cNvSpPr/>
            <p:nvPr/>
          </p:nvSpPr>
          <p:spPr>
            <a:xfrm>
              <a:off x="6591981" y="1533048"/>
              <a:ext cx="337" cy="1288"/>
            </a:xfrm>
            <a:custGeom>
              <a:avLst/>
              <a:pathLst>
                <a:path w="337" h="1288">
                  <a:moveTo>
                    <a:pt x="0" y="1288"/>
                  </a:moveTo>
                  <a:lnTo>
                    <a:pt x="3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l2303"/>
            <p:cNvSpPr/>
            <p:nvPr/>
          </p:nvSpPr>
          <p:spPr>
            <a:xfrm>
              <a:off x="6624256" y="1541800"/>
              <a:ext cx="359" cy="1282"/>
            </a:xfrm>
            <a:custGeom>
              <a:avLst/>
              <a:pathLst>
                <a:path w="359" h="1282">
                  <a:moveTo>
                    <a:pt x="0" y="1282"/>
                  </a:moveTo>
                  <a:lnTo>
                    <a:pt x="3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l2304"/>
            <p:cNvSpPr/>
            <p:nvPr/>
          </p:nvSpPr>
          <p:spPr>
            <a:xfrm>
              <a:off x="6616201" y="1539561"/>
              <a:ext cx="353" cy="1283"/>
            </a:xfrm>
            <a:custGeom>
              <a:avLst/>
              <a:pathLst>
                <a:path w="353" h="1283">
                  <a:moveTo>
                    <a:pt x="0" y="1283"/>
                  </a:moveTo>
                  <a:lnTo>
                    <a:pt x="3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l2305"/>
            <p:cNvSpPr/>
            <p:nvPr/>
          </p:nvSpPr>
          <p:spPr>
            <a:xfrm>
              <a:off x="6619874" y="1541959"/>
              <a:ext cx="356" cy="1282"/>
            </a:xfrm>
            <a:custGeom>
              <a:avLst/>
              <a:pathLst>
                <a:path w="356" h="1282">
                  <a:moveTo>
                    <a:pt x="0" y="1282"/>
                  </a:moveTo>
                  <a:lnTo>
                    <a:pt x="3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l2306"/>
            <p:cNvSpPr/>
            <p:nvPr/>
          </p:nvSpPr>
          <p:spPr>
            <a:xfrm>
              <a:off x="6607789" y="1537355"/>
              <a:ext cx="696" cy="2570"/>
            </a:xfrm>
            <a:custGeom>
              <a:avLst/>
              <a:pathLst>
                <a:path w="696" h="2570">
                  <a:moveTo>
                    <a:pt x="0" y="2570"/>
                  </a:moveTo>
                  <a:lnTo>
                    <a:pt x="6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l2307"/>
            <p:cNvSpPr/>
            <p:nvPr/>
          </p:nvSpPr>
          <p:spPr>
            <a:xfrm>
              <a:off x="6613129" y="1541574"/>
              <a:ext cx="704" cy="2567"/>
            </a:xfrm>
            <a:custGeom>
              <a:avLst/>
              <a:pathLst>
                <a:path w="704" h="2567">
                  <a:moveTo>
                    <a:pt x="0" y="2567"/>
                  </a:moveTo>
                  <a:lnTo>
                    <a:pt x="7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l2308"/>
            <p:cNvSpPr/>
            <p:nvPr/>
          </p:nvSpPr>
          <p:spPr>
            <a:xfrm>
              <a:off x="6595003" y="1535399"/>
              <a:ext cx="1020" cy="3861"/>
            </a:xfrm>
            <a:custGeom>
              <a:avLst/>
              <a:pathLst>
                <a:path w="1020" h="3861">
                  <a:moveTo>
                    <a:pt x="0" y="3861"/>
                  </a:moveTo>
                  <a:lnTo>
                    <a:pt x="10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l2309"/>
            <p:cNvSpPr/>
            <p:nvPr/>
          </p:nvSpPr>
          <p:spPr>
            <a:xfrm>
              <a:off x="6648362" y="1548726"/>
              <a:ext cx="375" cy="1277"/>
            </a:xfrm>
            <a:custGeom>
              <a:avLst/>
              <a:pathLst>
                <a:path w="375" h="1277">
                  <a:moveTo>
                    <a:pt x="0" y="1277"/>
                  </a:moveTo>
                  <a:lnTo>
                    <a:pt x="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l2310"/>
            <p:cNvSpPr/>
            <p:nvPr/>
          </p:nvSpPr>
          <p:spPr>
            <a:xfrm>
              <a:off x="6640337" y="1546383"/>
              <a:ext cx="370" cy="1278"/>
            </a:xfrm>
            <a:custGeom>
              <a:avLst/>
              <a:pathLst>
                <a:path w="370" h="1278">
                  <a:moveTo>
                    <a:pt x="0" y="1278"/>
                  </a:moveTo>
                  <a:lnTo>
                    <a:pt x="3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l2311"/>
            <p:cNvSpPr/>
            <p:nvPr/>
          </p:nvSpPr>
          <p:spPr>
            <a:xfrm>
              <a:off x="6643978" y="1548829"/>
              <a:ext cx="372" cy="1278"/>
            </a:xfrm>
            <a:custGeom>
              <a:avLst/>
              <a:pathLst>
                <a:path w="372" h="1278">
                  <a:moveTo>
                    <a:pt x="0" y="1278"/>
                  </a:moveTo>
                  <a:lnTo>
                    <a:pt x="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l2312"/>
            <p:cNvSpPr/>
            <p:nvPr/>
          </p:nvSpPr>
          <p:spPr>
            <a:xfrm>
              <a:off x="6631937" y="1544075"/>
              <a:ext cx="729" cy="2561"/>
            </a:xfrm>
            <a:custGeom>
              <a:avLst/>
              <a:pathLst>
                <a:path w="729" h="2561">
                  <a:moveTo>
                    <a:pt x="0" y="2561"/>
                  </a:moveTo>
                  <a:lnTo>
                    <a:pt x="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l2313"/>
            <p:cNvSpPr/>
            <p:nvPr/>
          </p:nvSpPr>
          <p:spPr>
            <a:xfrm>
              <a:off x="6680362" y="1558440"/>
              <a:ext cx="397" cy="1270"/>
            </a:xfrm>
            <a:custGeom>
              <a:avLst/>
              <a:pathLst>
                <a:path w="397" h="1270">
                  <a:moveTo>
                    <a:pt x="0" y="1270"/>
                  </a:moveTo>
                  <a:lnTo>
                    <a:pt x="3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l2314"/>
            <p:cNvSpPr/>
            <p:nvPr/>
          </p:nvSpPr>
          <p:spPr>
            <a:xfrm>
              <a:off x="6672378" y="1555960"/>
              <a:ext cx="391" cy="1272"/>
            </a:xfrm>
            <a:custGeom>
              <a:avLst/>
              <a:pathLst>
                <a:path w="391" h="1272">
                  <a:moveTo>
                    <a:pt x="0" y="1272"/>
                  </a:moveTo>
                  <a:lnTo>
                    <a:pt x="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l2315"/>
            <p:cNvSpPr/>
            <p:nvPr/>
          </p:nvSpPr>
          <p:spPr>
            <a:xfrm>
              <a:off x="6675976" y="1558467"/>
              <a:ext cx="394" cy="1271"/>
            </a:xfrm>
            <a:custGeom>
              <a:avLst/>
              <a:pathLst>
                <a:path w="394" h="1271">
                  <a:moveTo>
                    <a:pt x="0" y="1271"/>
                  </a:moveTo>
                  <a:lnTo>
                    <a:pt x="3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l2316"/>
            <p:cNvSpPr/>
            <p:nvPr/>
          </p:nvSpPr>
          <p:spPr>
            <a:xfrm>
              <a:off x="6663996" y="1553515"/>
              <a:ext cx="772" cy="2548"/>
            </a:xfrm>
            <a:custGeom>
              <a:avLst/>
              <a:pathLst>
                <a:path w="772" h="2548">
                  <a:moveTo>
                    <a:pt x="0" y="2548"/>
                  </a:moveTo>
                  <a:lnTo>
                    <a:pt x="7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l2317"/>
            <p:cNvSpPr/>
            <p:nvPr/>
          </p:nvSpPr>
          <p:spPr>
            <a:xfrm>
              <a:off x="6669599" y="1557891"/>
              <a:ext cx="390" cy="1272"/>
            </a:xfrm>
            <a:custGeom>
              <a:avLst/>
              <a:pathLst>
                <a:path w="390" h="1272">
                  <a:moveTo>
                    <a:pt x="0" y="1272"/>
                  </a:moveTo>
                  <a:lnTo>
                    <a:pt x="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l2318"/>
            <p:cNvSpPr/>
            <p:nvPr/>
          </p:nvSpPr>
          <p:spPr>
            <a:xfrm>
              <a:off x="6655615" y="1551103"/>
              <a:ext cx="1143" cy="3827"/>
            </a:xfrm>
            <a:custGeom>
              <a:avLst/>
              <a:pathLst>
                <a:path w="1143" h="3827">
                  <a:moveTo>
                    <a:pt x="0" y="3827"/>
                  </a:moveTo>
                  <a:lnTo>
                    <a:pt x="11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l2319"/>
            <p:cNvSpPr/>
            <p:nvPr/>
          </p:nvSpPr>
          <p:spPr>
            <a:xfrm>
              <a:off x="6661454" y="1557034"/>
              <a:ext cx="1157" cy="3822"/>
            </a:xfrm>
            <a:custGeom>
              <a:avLst/>
              <a:pathLst>
                <a:path w="1157" h="3822">
                  <a:moveTo>
                    <a:pt x="0" y="3822"/>
                  </a:moveTo>
                  <a:lnTo>
                    <a:pt x="11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l2320"/>
            <p:cNvSpPr/>
            <p:nvPr/>
          </p:nvSpPr>
          <p:spPr>
            <a:xfrm>
              <a:off x="6636485" y="1548362"/>
              <a:ext cx="1475" cy="5117"/>
            </a:xfrm>
            <a:custGeom>
              <a:avLst/>
              <a:pathLst>
                <a:path w="1475" h="5117">
                  <a:moveTo>
                    <a:pt x="0" y="5117"/>
                  </a:moveTo>
                  <a:lnTo>
                    <a:pt x="14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l2321"/>
            <p:cNvSpPr/>
            <p:nvPr/>
          </p:nvSpPr>
          <p:spPr>
            <a:xfrm>
              <a:off x="6647095" y="1557126"/>
              <a:ext cx="1886" cy="6384"/>
            </a:xfrm>
            <a:custGeom>
              <a:avLst/>
              <a:pathLst>
                <a:path w="1886" h="6384">
                  <a:moveTo>
                    <a:pt x="0" y="6384"/>
                  </a:moveTo>
                  <a:lnTo>
                    <a:pt x="18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l2322"/>
            <p:cNvSpPr/>
            <p:nvPr/>
          </p:nvSpPr>
          <p:spPr>
            <a:xfrm>
              <a:off x="6601649" y="1541680"/>
              <a:ext cx="2423" cy="8999"/>
            </a:xfrm>
            <a:custGeom>
              <a:avLst/>
              <a:pathLst>
                <a:path w="2423" h="8999">
                  <a:moveTo>
                    <a:pt x="0" y="8999"/>
                  </a:moveTo>
                  <a:lnTo>
                    <a:pt x="24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l2323"/>
            <p:cNvSpPr/>
            <p:nvPr/>
          </p:nvSpPr>
          <p:spPr>
            <a:xfrm>
              <a:off x="6624049" y="1556957"/>
              <a:ext cx="361" cy="1281"/>
            </a:xfrm>
            <a:custGeom>
              <a:avLst/>
              <a:pathLst>
                <a:path w="361" h="1281">
                  <a:moveTo>
                    <a:pt x="0" y="1281"/>
                  </a:moveTo>
                  <a:lnTo>
                    <a:pt x="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l2324"/>
            <p:cNvSpPr/>
            <p:nvPr/>
          </p:nvSpPr>
          <p:spPr>
            <a:xfrm>
              <a:off x="6580240" y="1530946"/>
              <a:ext cx="3981" cy="15473"/>
            </a:xfrm>
            <a:custGeom>
              <a:avLst/>
              <a:pathLst>
                <a:path w="3981" h="15473">
                  <a:moveTo>
                    <a:pt x="0" y="15473"/>
                  </a:moveTo>
                  <a:lnTo>
                    <a:pt x="39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l2325"/>
            <p:cNvSpPr/>
            <p:nvPr/>
          </p:nvSpPr>
          <p:spPr>
            <a:xfrm>
              <a:off x="6601138" y="1552201"/>
              <a:ext cx="1040" cy="3856"/>
            </a:xfrm>
            <a:custGeom>
              <a:avLst/>
              <a:pathLst>
                <a:path w="1040" h="3856">
                  <a:moveTo>
                    <a:pt x="0" y="3856"/>
                  </a:moveTo>
                  <a:lnTo>
                    <a:pt x="10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l2326"/>
            <p:cNvSpPr/>
            <p:nvPr/>
          </p:nvSpPr>
          <p:spPr>
            <a:xfrm>
              <a:off x="6561179" y="1528928"/>
              <a:ext cx="4151" cy="16803"/>
            </a:xfrm>
            <a:custGeom>
              <a:avLst/>
              <a:pathLst>
                <a:path w="4151" h="16803">
                  <a:moveTo>
                    <a:pt x="0" y="16803"/>
                  </a:moveTo>
                  <a:lnTo>
                    <a:pt x="41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l2327"/>
            <p:cNvSpPr/>
            <p:nvPr/>
          </p:nvSpPr>
          <p:spPr>
            <a:xfrm>
              <a:off x="6704250" y="1566083"/>
              <a:ext cx="413" cy="1265"/>
            </a:xfrm>
            <a:custGeom>
              <a:avLst/>
              <a:pathLst>
                <a:path w="413" h="1265">
                  <a:moveTo>
                    <a:pt x="0" y="1265"/>
                  </a:moveTo>
                  <a:lnTo>
                    <a:pt x="4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l2328"/>
            <p:cNvSpPr/>
            <p:nvPr/>
          </p:nvSpPr>
          <p:spPr>
            <a:xfrm>
              <a:off x="6696298" y="1563501"/>
              <a:ext cx="408" cy="1267"/>
            </a:xfrm>
            <a:custGeom>
              <a:avLst/>
              <a:pathLst>
                <a:path w="408" h="1267">
                  <a:moveTo>
                    <a:pt x="0" y="1267"/>
                  </a:moveTo>
                  <a:lnTo>
                    <a:pt x="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l2329"/>
            <p:cNvSpPr/>
            <p:nvPr/>
          </p:nvSpPr>
          <p:spPr>
            <a:xfrm>
              <a:off x="6735946" y="1576749"/>
              <a:ext cx="435" cy="1258"/>
            </a:xfrm>
            <a:custGeom>
              <a:avLst/>
              <a:pathLst>
                <a:path w="435" h="1258">
                  <a:moveTo>
                    <a:pt x="0" y="1258"/>
                  </a:moveTo>
                  <a:lnTo>
                    <a:pt x="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30"/>
            <p:cNvSpPr/>
            <p:nvPr/>
          </p:nvSpPr>
          <p:spPr>
            <a:xfrm>
              <a:off x="6728039" y="1574032"/>
              <a:ext cx="429" cy="1260"/>
            </a:xfrm>
            <a:custGeom>
              <a:avLst/>
              <a:pathLst>
                <a:path w="429" h="1260">
                  <a:moveTo>
                    <a:pt x="0" y="1260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1"/>
            <p:cNvSpPr/>
            <p:nvPr/>
          </p:nvSpPr>
          <p:spPr>
            <a:xfrm>
              <a:off x="6731561" y="1576645"/>
              <a:ext cx="432" cy="1259"/>
            </a:xfrm>
            <a:custGeom>
              <a:avLst/>
              <a:pathLst>
                <a:path w="432" h="1259">
                  <a:moveTo>
                    <a:pt x="0" y="1259"/>
                  </a:moveTo>
                  <a:lnTo>
                    <a:pt x="4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2"/>
            <p:cNvSpPr/>
            <p:nvPr/>
          </p:nvSpPr>
          <p:spPr>
            <a:xfrm>
              <a:off x="6719696" y="1571348"/>
              <a:ext cx="848" cy="2523"/>
            </a:xfrm>
            <a:custGeom>
              <a:avLst/>
              <a:pathLst>
                <a:path w="848" h="2523">
                  <a:moveTo>
                    <a:pt x="0" y="2523"/>
                  </a:moveTo>
                  <a:lnTo>
                    <a:pt x="8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3"/>
            <p:cNvSpPr/>
            <p:nvPr/>
          </p:nvSpPr>
          <p:spPr>
            <a:xfrm>
              <a:off x="6725204" y="1575879"/>
              <a:ext cx="428" cy="1260"/>
            </a:xfrm>
            <a:custGeom>
              <a:avLst/>
              <a:pathLst>
                <a:path w="428" h="1260">
                  <a:moveTo>
                    <a:pt x="0" y="1260"/>
                  </a:moveTo>
                  <a:lnTo>
                    <a:pt x="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4"/>
            <p:cNvSpPr/>
            <p:nvPr/>
          </p:nvSpPr>
          <p:spPr>
            <a:xfrm>
              <a:off x="6711353" y="1568699"/>
              <a:ext cx="1256" cy="3791"/>
            </a:xfrm>
            <a:custGeom>
              <a:avLst/>
              <a:pathLst>
                <a:path w="1256" h="3791">
                  <a:moveTo>
                    <a:pt x="0" y="3791"/>
                  </a:moveTo>
                  <a:lnTo>
                    <a:pt x="1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5"/>
            <p:cNvSpPr/>
            <p:nvPr/>
          </p:nvSpPr>
          <p:spPr>
            <a:xfrm>
              <a:off x="6717435" y="1574802"/>
              <a:ext cx="847" cy="2524"/>
            </a:xfrm>
            <a:custGeom>
              <a:avLst/>
              <a:pathLst>
                <a:path w="847" h="2524">
                  <a:moveTo>
                    <a:pt x="0" y="2524"/>
                  </a:moveTo>
                  <a:lnTo>
                    <a:pt x="8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6"/>
            <p:cNvSpPr/>
            <p:nvPr/>
          </p:nvSpPr>
          <p:spPr>
            <a:xfrm>
              <a:off x="6698632" y="1566054"/>
              <a:ext cx="1643" cy="5065"/>
            </a:xfrm>
            <a:custGeom>
              <a:avLst/>
              <a:pathLst>
                <a:path w="1643" h="5065">
                  <a:moveTo>
                    <a:pt x="0" y="5065"/>
                  </a:moveTo>
                  <a:lnTo>
                    <a:pt x="1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7"/>
            <p:cNvSpPr/>
            <p:nvPr/>
          </p:nvSpPr>
          <p:spPr>
            <a:xfrm>
              <a:off x="6783136" y="1593759"/>
              <a:ext cx="467" cy="1246"/>
            </a:xfrm>
            <a:custGeom>
              <a:avLst/>
              <a:pathLst>
                <a:path w="467" h="1246">
                  <a:moveTo>
                    <a:pt x="0" y="1246"/>
                  </a:moveTo>
                  <a:lnTo>
                    <a:pt x="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8"/>
            <p:cNvSpPr/>
            <p:nvPr/>
          </p:nvSpPr>
          <p:spPr>
            <a:xfrm>
              <a:off x="6775301" y="1590840"/>
              <a:ext cx="461" cy="1248"/>
            </a:xfrm>
            <a:custGeom>
              <a:avLst/>
              <a:pathLst>
                <a:path w="461" h="1248">
                  <a:moveTo>
                    <a:pt x="0" y="1248"/>
                  </a:moveTo>
                  <a:lnTo>
                    <a:pt x="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9"/>
            <p:cNvSpPr/>
            <p:nvPr/>
          </p:nvSpPr>
          <p:spPr>
            <a:xfrm>
              <a:off x="6778756" y="1593543"/>
              <a:ext cx="464" cy="1247"/>
            </a:xfrm>
            <a:custGeom>
              <a:avLst/>
              <a:pathLst>
                <a:path w="464" h="1247">
                  <a:moveTo>
                    <a:pt x="0" y="1247"/>
                  </a:moveTo>
                  <a:lnTo>
                    <a:pt x="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40"/>
            <p:cNvSpPr/>
            <p:nvPr/>
          </p:nvSpPr>
          <p:spPr>
            <a:xfrm>
              <a:off x="6766998" y="1587955"/>
              <a:ext cx="913" cy="2501"/>
            </a:xfrm>
            <a:custGeom>
              <a:avLst/>
              <a:pathLst>
                <a:path w="913" h="2501">
                  <a:moveTo>
                    <a:pt x="0" y="2501"/>
                  </a:moveTo>
                  <a:lnTo>
                    <a:pt x="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1"/>
            <p:cNvSpPr/>
            <p:nvPr/>
          </p:nvSpPr>
          <p:spPr>
            <a:xfrm>
              <a:off x="6772420" y="1592614"/>
              <a:ext cx="460" cy="1249"/>
            </a:xfrm>
            <a:custGeom>
              <a:avLst/>
              <a:pathLst>
                <a:path w="460" h="1249">
                  <a:moveTo>
                    <a:pt x="0" y="1249"/>
                  </a:moveTo>
                  <a:lnTo>
                    <a:pt x="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2"/>
            <p:cNvSpPr/>
            <p:nvPr/>
          </p:nvSpPr>
          <p:spPr>
            <a:xfrm>
              <a:off x="6758693" y="1585103"/>
              <a:ext cx="1353" cy="3757"/>
            </a:xfrm>
            <a:custGeom>
              <a:avLst/>
              <a:pathLst>
                <a:path w="1353" h="3757">
                  <a:moveTo>
                    <a:pt x="0" y="3757"/>
                  </a:moveTo>
                  <a:lnTo>
                    <a:pt x="13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3"/>
            <p:cNvSpPr/>
            <p:nvPr/>
          </p:nvSpPr>
          <p:spPr>
            <a:xfrm>
              <a:off x="6765105" y="1591349"/>
              <a:ext cx="455" cy="1250"/>
            </a:xfrm>
            <a:custGeom>
              <a:avLst/>
              <a:pathLst>
                <a:path w="455" h="1250">
                  <a:moveTo>
                    <a:pt x="0" y="1250"/>
                  </a:moveTo>
                  <a:lnTo>
                    <a:pt x="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l2344"/>
            <p:cNvSpPr/>
            <p:nvPr/>
          </p:nvSpPr>
          <p:spPr>
            <a:xfrm>
              <a:off x="6750386" y="1582284"/>
              <a:ext cx="1783" cy="5018"/>
            </a:xfrm>
            <a:custGeom>
              <a:avLst/>
              <a:pathLst>
                <a:path w="1783" h="5018">
                  <a:moveTo>
                    <a:pt x="0" y="5018"/>
                  </a:moveTo>
                  <a:lnTo>
                    <a:pt x="17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l2345"/>
            <p:cNvSpPr/>
            <p:nvPr/>
          </p:nvSpPr>
          <p:spPr>
            <a:xfrm>
              <a:off x="6798767" y="1599697"/>
              <a:ext cx="477" cy="1242"/>
            </a:xfrm>
            <a:custGeom>
              <a:avLst/>
              <a:pathLst>
                <a:path w="477" h="1242">
                  <a:moveTo>
                    <a:pt x="0" y="1242"/>
                  </a:moveTo>
                  <a:lnTo>
                    <a:pt x="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l2346"/>
            <p:cNvSpPr/>
            <p:nvPr/>
          </p:nvSpPr>
          <p:spPr>
            <a:xfrm>
              <a:off x="6790958" y="1596711"/>
              <a:ext cx="472" cy="1244"/>
            </a:xfrm>
            <a:custGeom>
              <a:avLst/>
              <a:pathLst>
                <a:path w="472" h="1244">
                  <a:moveTo>
                    <a:pt x="0" y="1244"/>
                  </a:moveTo>
                  <a:lnTo>
                    <a:pt x="4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l2347"/>
            <p:cNvSpPr/>
            <p:nvPr/>
          </p:nvSpPr>
          <p:spPr>
            <a:xfrm>
              <a:off x="6822118" y="1608854"/>
              <a:ext cx="493" cy="1236"/>
            </a:xfrm>
            <a:custGeom>
              <a:avLst/>
              <a:pathLst>
                <a:path w="493" h="1236">
                  <a:moveTo>
                    <a:pt x="0" y="1236"/>
                  </a:moveTo>
                  <a:lnTo>
                    <a:pt x="4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l2348"/>
            <p:cNvSpPr/>
            <p:nvPr/>
          </p:nvSpPr>
          <p:spPr>
            <a:xfrm>
              <a:off x="6814348" y="1605769"/>
              <a:ext cx="488" cy="1238"/>
            </a:xfrm>
            <a:custGeom>
              <a:avLst/>
              <a:pathLst>
                <a:path w="488" h="1238">
                  <a:moveTo>
                    <a:pt x="0" y="1238"/>
                  </a:moveTo>
                  <a:lnTo>
                    <a:pt x="4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l2349"/>
            <p:cNvSpPr/>
            <p:nvPr/>
          </p:nvSpPr>
          <p:spPr>
            <a:xfrm>
              <a:off x="6817743" y="1608545"/>
              <a:ext cx="491" cy="1237"/>
            </a:xfrm>
            <a:custGeom>
              <a:avLst/>
              <a:pathLst>
                <a:path w="491" h="1237">
                  <a:moveTo>
                    <a:pt x="0" y="1237"/>
                  </a:moveTo>
                  <a:lnTo>
                    <a:pt x="4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l2350"/>
            <p:cNvSpPr/>
            <p:nvPr/>
          </p:nvSpPr>
          <p:spPr>
            <a:xfrm>
              <a:off x="6806081" y="1602716"/>
              <a:ext cx="966" cy="2481"/>
            </a:xfrm>
            <a:custGeom>
              <a:avLst/>
              <a:pathLst>
                <a:path w="966" h="2481">
                  <a:moveTo>
                    <a:pt x="0" y="2481"/>
                  </a:moveTo>
                  <a:lnTo>
                    <a:pt x="9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l2351"/>
            <p:cNvSpPr/>
            <p:nvPr/>
          </p:nvSpPr>
          <p:spPr>
            <a:xfrm>
              <a:off x="6810942" y="1607481"/>
              <a:ext cx="974" cy="2478"/>
            </a:xfrm>
            <a:custGeom>
              <a:avLst/>
              <a:pathLst>
                <a:path w="974" h="2478">
                  <a:moveTo>
                    <a:pt x="0" y="2478"/>
                  </a:moveTo>
                  <a:lnTo>
                    <a:pt x="9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l2352"/>
            <p:cNvSpPr/>
            <p:nvPr/>
          </p:nvSpPr>
          <p:spPr>
            <a:xfrm>
              <a:off x="6793439" y="1599444"/>
              <a:ext cx="1425" cy="3731"/>
            </a:xfrm>
            <a:custGeom>
              <a:avLst/>
              <a:pathLst>
                <a:path w="1425" h="3731">
                  <a:moveTo>
                    <a:pt x="0" y="3731"/>
                  </a:moveTo>
                  <a:lnTo>
                    <a:pt x="14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l2353"/>
            <p:cNvSpPr/>
            <p:nvPr/>
          </p:nvSpPr>
          <p:spPr>
            <a:xfrm>
              <a:off x="6799792" y="1606546"/>
              <a:ext cx="2405" cy="6207"/>
            </a:xfrm>
            <a:custGeom>
              <a:avLst/>
              <a:pathLst>
                <a:path w="2405" h="6207">
                  <a:moveTo>
                    <a:pt x="0" y="6207"/>
                  </a:moveTo>
                  <a:lnTo>
                    <a:pt x="24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l2354"/>
            <p:cNvSpPr/>
            <p:nvPr/>
          </p:nvSpPr>
          <p:spPr>
            <a:xfrm>
              <a:off x="6755497" y="1589937"/>
              <a:ext cx="2254" cy="6263"/>
            </a:xfrm>
            <a:custGeom>
              <a:avLst/>
              <a:pathLst>
                <a:path w="2254" h="6263">
                  <a:moveTo>
                    <a:pt x="0" y="6263"/>
                  </a:moveTo>
                  <a:lnTo>
                    <a:pt x="2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l2355"/>
            <p:cNvSpPr/>
            <p:nvPr/>
          </p:nvSpPr>
          <p:spPr>
            <a:xfrm>
              <a:off x="6777229" y="1604342"/>
              <a:ext cx="466" cy="1247"/>
            </a:xfrm>
            <a:custGeom>
              <a:avLst/>
              <a:pathLst>
                <a:path w="466" h="1247">
                  <a:moveTo>
                    <a:pt x="0" y="1247"/>
                  </a:moveTo>
                  <a:lnTo>
                    <a:pt x="4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l2356"/>
            <p:cNvSpPr/>
            <p:nvPr/>
          </p:nvSpPr>
          <p:spPr>
            <a:xfrm>
              <a:off x="6739876" y="1579500"/>
              <a:ext cx="4405" cy="12564"/>
            </a:xfrm>
            <a:custGeom>
              <a:avLst/>
              <a:pathLst>
                <a:path w="4405" h="12564">
                  <a:moveTo>
                    <a:pt x="0" y="12564"/>
                  </a:moveTo>
                  <a:lnTo>
                    <a:pt x="44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l2357"/>
            <p:cNvSpPr/>
            <p:nvPr/>
          </p:nvSpPr>
          <p:spPr>
            <a:xfrm>
              <a:off x="6755867" y="1598732"/>
              <a:ext cx="2719" cy="7511"/>
            </a:xfrm>
            <a:custGeom>
              <a:avLst/>
              <a:pathLst>
                <a:path w="2719" h="7511">
                  <a:moveTo>
                    <a:pt x="0" y="7511"/>
                  </a:moveTo>
                  <a:lnTo>
                    <a:pt x="2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l2358"/>
            <p:cNvSpPr/>
            <p:nvPr/>
          </p:nvSpPr>
          <p:spPr>
            <a:xfrm>
              <a:off x="6703451" y="1574199"/>
              <a:ext cx="4590" cy="13907"/>
            </a:xfrm>
            <a:custGeom>
              <a:avLst/>
              <a:pathLst>
                <a:path w="4590" h="13907">
                  <a:moveTo>
                    <a:pt x="0" y="13907"/>
                  </a:moveTo>
                  <a:lnTo>
                    <a:pt x="45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9"/>
            <p:cNvSpPr/>
            <p:nvPr/>
          </p:nvSpPr>
          <p:spPr>
            <a:xfrm>
              <a:off x="6729289" y="1596988"/>
              <a:ext cx="435" cy="1258"/>
            </a:xfrm>
            <a:custGeom>
              <a:avLst/>
              <a:pathLst>
                <a:path w="435" h="1258">
                  <a:moveTo>
                    <a:pt x="0" y="1258"/>
                  </a:moveTo>
                  <a:lnTo>
                    <a:pt x="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60"/>
            <p:cNvSpPr/>
            <p:nvPr/>
          </p:nvSpPr>
          <p:spPr>
            <a:xfrm>
              <a:off x="6681891" y="1560953"/>
              <a:ext cx="6847" cy="21573"/>
            </a:xfrm>
            <a:custGeom>
              <a:avLst/>
              <a:pathLst>
                <a:path w="6847" h="21573">
                  <a:moveTo>
                    <a:pt x="0" y="21573"/>
                  </a:moveTo>
                  <a:lnTo>
                    <a:pt x="68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1"/>
            <p:cNvSpPr/>
            <p:nvPr/>
          </p:nvSpPr>
          <p:spPr>
            <a:xfrm>
              <a:off x="6698935" y="1590234"/>
              <a:ext cx="6705" cy="20220"/>
            </a:xfrm>
            <a:custGeom>
              <a:avLst/>
              <a:pathLst>
                <a:path w="6705" h="20220">
                  <a:moveTo>
                    <a:pt x="0" y="20220"/>
                  </a:moveTo>
                  <a:lnTo>
                    <a:pt x="67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2"/>
            <p:cNvSpPr/>
            <p:nvPr/>
          </p:nvSpPr>
          <p:spPr>
            <a:xfrm>
              <a:off x="6575190" y="1550788"/>
              <a:ext cx="5995" cy="23203"/>
            </a:xfrm>
            <a:custGeom>
              <a:avLst/>
              <a:pathLst>
                <a:path w="5995" h="23203">
                  <a:moveTo>
                    <a:pt x="0" y="23203"/>
                  </a:moveTo>
                  <a:lnTo>
                    <a:pt x="59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3"/>
            <p:cNvSpPr/>
            <p:nvPr/>
          </p:nvSpPr>
          <p:spPr>
            <a:xfrm>
              <a:off x="6837619" y="1615125"/>
              <a:ext cx="504" cy="1232"/>
            </a:xfrm>
            <a:custGeom>
              <a:avLst/>
              <a:pathLst>
                <a:path w="504" h="1232">
                  <a:moveTo>
                    <a:pt x="0" y="1232"/>
                  </a:moveTo>
                  <a:lnTo>
                    <a:pt x="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4"/>
            <p:cNvSpPr/>
            <p:nvPr/>
          </p:nvSpPr>
          <p:spPr>
            <a:xfrm>
              <a:off x="6829875" y="1611973"/>
              <a:ext cx="498" cy="1234"/>
            </a:xfrm>
            <a:custGeom>
              <a:avLst/>
              <a:pathLst>
                <a:path w="498" h="1234">
                  <a:moveTo>
                    <a:pt x="0" y="1234"/>
                  </a:moveTo>
                  <a:lnTo>
                    <a:pt x="4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5"/>
            <p:cNvSpPr/>
            <p:nvPr/>
          </p:nvSpPr>
          <p:spPr>
            <a:xfrm>
              <a:off x="6853067" y="1621528"/>
              <a:ext cx="514" cy="1227"/>
            </a:xfrm>
            <a:custGeom>
              <a:avLst/>
              <a:pathLst>
                <a:path w="514" h="1227">
                  <a:moveTo>
                    <a:pt x="0" y="1227"/>
                  </a:moveTo>
                  <a:lnTo>
                    <a:pt x="5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6"/>
            <p:cNvSpPr/>
            <p:nvPr/>
          </p:nvSpPr>
          <p:spPr>
            <a:xfrm>
              <a:off x="6845350" y="1618310"/>
              <a:ext cx="509" cy="1230"/>
            </a:xfrm>
            <a:custGeom>
              <a:avLst/>
              <a:pathLst>
                <a:path w="509" h="1230">
                  <a:moveTo>
                    <a:pt x="0" y="1230"/>
                  </a:moveTo>
                  <a:lnTo>
                    <a:pt x="5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l2367"/>
            <p:cNvSpPr/>
            <p:nvPr/>
          </p:nvSpPr>
          <p:spPr>
            <a:xfrm>
              <a:off x="6848186" y="1621143"/>
              <a:ext cx="1024" cy="2457"/>
            </a:xfrm>
            <a:custGeom>
              <a:avLst/>
              <a:pathLst>
                <a:path w="1024" h="2457">
                  <a:moveTo>
                    <a:pt x="0" y="2457"/>
                  </a:moveTo>
                  <a:lnTo>
                    <a:pt x="1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l2368"/>
            <p:cNvSpPr/>
            <p:nvPr/>
          </p:nvSpPr>
          <p:spPr>
            <a:xfrm>
              <a:off x="6832746" y="1614778"/>
              <a:ext cx="1003" cy="2466"/>
            </a:xfrm>
            <a:custGeom>
              <a:avLst/>
              <a:pathLst>
                <a:path w="1003" h="2466">
                  <a:moveTo>
                    <a:pt x="0" y="2466"/>
                  </a:moveTo>
                  <a:lnTo>
                    <a:pt x="1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l2369"/>
            <p:cNvSpPr/>
            <p:nvPr/>
          </p:nvSpPr>
          <p:spPr>
            <a:xfrm>
              <a:off x="6876134" y="1631379"/>
              <a:ext cx="530" cy="1221"/>
            </a:xfrm>
            <a:custGeom>
              <a:avLst/>
              <a:pathLst>
                <a:path w="530" h="1221">
                  <a:moveTo>
                    <a:pt x="0" y="1221"/>
                  </a:moveTo>
                  <a:lnTo>
                    <a:pt x="5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l2370"/>
            <p:cNvSpPr/>
            <p:nvPr/>
          </p:nvSpPr>
          <p:spPr>
            <a:xfrm>
              <a:off x="6868459" y="1628062"/>
              <a:ext cx="525" cy="1223"/>
            </a:xfrm>
            <a:custGeom>
              <a:avLst/>
              <a:pathLst>
                <a:path w="525" h="1223">
                  <a:moveTo>
                    <a:pt x="0" y="1223"/>
                  </a:moveTo>
                  <a:lnTo>
                    <a:pt x="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l2371"/>
            <p:cNvSpPr/>
            <p:nvPr/>
          </p:nvSpPr>
          <p:spPr>
            <a:xfrm>
              <a:off x="6891441" y="1638110"/>
              <a:ext cx="540" cy="1216"/>
            </a:xfrm>
            <a:custGeom>
              <a:avLst/>
              <a:pathLst>
                <a:path w="540" h="1216">
                  <a:moveTo>
                    <a:pt x="0" y="1216"/>
                  </a:moveTo>
                  <a:lnTo>
                    <a:pt x="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l2372"/>
            <p:cNvSpPr/>
            <p:nvPr/>
          </p:nvSpPr>
          <p:spPr>
            <a:xfrm>
              <a:off x="6883794" y="1634728"/>
              <a:ext cx="535" cy="1218"/>
            </a:xfrm>
            <a:custGeom>
              <a:avLst/>
              <a:pathLst>
                <a:path w="535" h="1218">
                  <a:moveTo>
                    <a:pt x="0" y="1218"/>
                  </a:moveTo>
                  <a:lnTo>
                    <a:pt x="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l2373"/>
            <p:cNvSpPr/>
            <p:nvPr/>
          </p:nvSpPr>
          <p:spPr>
            <a:xfrm>
              <a:off x="6914292" y="1648451"/>
              <a:ext cx="556" cy="1209"/>
            </a:xfrm>
            <a:custGeom>
              <a:avLst/>
              <a:pathLst>
                <a:path w="556" h="1209">
                  <a:moveTo>
                    <a:pt x="0" y="1209"/>
                  </a:moveTo>
                  <a:lnTo>
                    <a:pt x="5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l2374"/>
            <p:cNvSpPr/>
            <p:nvPr/>
          </p:nvSpPr>
          <p:spPr>
            <a:xfrm>
              <a:off x="6906690" y="1644972"/>
              <a:ext cx="551" cy="1211"/>
            </a:xfrm>
            <a:custGeom>
              <a:avLst/>
              <a:pathLst>
                <a:path w="551" h="1211">
                  <a:moveTo>
                    <a:pt x="0" y="1211"/>
                  </a:moveTo>
                  <a:lnTo>
                    <a:pt x="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l2375"/>
            <p:cNvSpPr/>
            <p:nvPr/>
          </p:nvSpPr>
          <p:spPr>
            <a:xfrm>
              <a:off x="6909939" y="1647918"/>
              <a:ext cx="553" cy="1210"/>
            </a:xfrm>
            <a:custGeom>
              <a:avLst/>
              <a:pathLst>
                <a:path w="553" h="1210">
                  <a:moveTo>
                    <a:pt x="0" y="1210"/>
                  </a:moveTo>
                  <a:lnTo>
                    <a:pt x="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l2376"/>
            <p:cNvSpPr/>
            <p:nvPr/>
          </p:nvSpPr>
          <p:spPr>
            <a:xfrm>
              <a:off x="6898527" y="1641524"/>
              <a:ext cx="1092" cy="2428"/>
            </a:xfrm>
            <a:custGeom>
              <a:avLst/>
              <a:pathLst>
                <a:path w="1092" h="2428">
                  <a:moveTo>
                    <a:pt x="0" y="2428"/>
                  </a:moveTo>
                  <a:lnTo>
                    <a:pt x="10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l2377"/>
            <p:cNvSpPr/>
            <p:nvPr/>
          </p:nvSpPr>
          <p:spPr>
            <a:xfrm>
              <a:off x="6903137" y="1646532"/>
              <a:ext cx="1099" cy="2425"/>
            </a:xfrm>
            <a:custGeom>
              <a:avLst/>
              <a:pathLst>
                <a:path w="1099" h="2425">
                  <a:moveTo>
                    <a:pt x="0" y="2425"/>
                  </a:moveTo>
                  <a:lnTo>
                    <a:pt x="10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l2378"/>
            <p:cNvSpPr/>
            <p:nvPr/>
          </p:nvSpPr>
          <p:spPr>
            <a:xfrm>
              <a:off x="6886005" y="1637633"/>
              <a:ext cx="1614" cy="3653"/>
            </a:xfrm>
            <a:custGeom>
              <a:avLst/>
              <a:pathLst>
                <a:path w="1614" h="3653">
                  <a:moveTo>
                    <a:pt x="0" y="3653"/>
                  </a:moveTo>
                  <a:lnTo>
                    <a:pt x="16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l2379"/>
            <p:cNvSpPr/>
            <p:nvPr/>
          </p:nvSpPr>
          <p:spPr>
            <a:xfrm>
              <a:off x="6937010" y="1659085"/>
              <a:ext cx="571" cy="1202"/>
            </a:xfrm>
            <a:custGeom>
              <a:avLst/>
              <a:pathLst>
                <a:path w="571" h="1202">
                  <a:moveTo>
                    <a:pt x="0" y="1202"/>
                  </a:moveTo>
                  <a:lnTo>
                    <a:pt x="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l2380"/>
            <p:cNvSpPr/>
            <p:nvPr/>
          </p:nvSpPr>
          <p:spPr>
            <a:xfrm>
              <a:off x="6929452" y="1655508"/>
              <a:ext cx="566" cy="1204"/>
            </a:xfrm>
            <a:custGeom>
              <a:avLst/>
              <a:pathLst>
                <a:path w="566" h="1204">
                  <a:moveTo>
                    <a:pt x="0" y="1204"/>
                  </a:moveTo>
                  <a:lnTo>
                    <a:pt x="5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l2381"/>
            <p:cNvSpPr/>
            <p:nvPr/>
          </p:nvSpPr>
          <p:spPr>
            <a:xfrm>
              <a:off x="6932664" y="1658496"/>
              <a:ext cx="569" cy="1203"/>
            </a:xfrm>
            <a:custGeom>
              <a:avLst/>
              <a:pathLst>
                <a:path w="569" h="1203">
                  <a:moveTo>
                    <a:pt x="0" y="1203"/>
                  </a:moveTo>
                  <a:lnTo>
                    <a:pt x="5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l2382"/>
            <p:cNvSpPr/>
            <p:nvPr/>
          </p:nvSpPr>
          <p:spPr>
            <a:xfrm>
              <a:off x="6921318" y="1651963"/>
              <a:ext cx="1123" cy="2414"/>
            </a:xfrm>
            <a:custGeom>
              <a:avLst/>
              <a:pathLst>
                <a:path w="1123" h="2414">
                  <a:moveTo>
                    <a:pt x="0" y="2414"/>
                  </a:moveTo>
                  <a:lnTo>
                    <a:pt x="1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l2383"/>
            <p:cNvSpPr/>
            <p:nvPr/>
          </p:nvSpPr>
          <p:spPr>
            <a:xfrm>
              <a:off x="6959589" y="1670008"/>
              <a:ext cx="587" cy="1194"/>
            </a:xfrm>
            <a:custGeom>
              <a:avLst/>
              <a:pathLst>
                <a:path w="587" h="1194">
                  <a:moveTo>
                    <a:pt x="0" y="1194"/>
                  </a:moveTo>
                  <a:lnTo>
                    <a:pt x="5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l2384"/>
            <p:cNvSpPr/>
            <p:nvPr/>
          </p:nvSpPr>
          <p:spPr>
            <a:xfrm>
              <a:off x="6952078" y="1666335"/>
              <a:ext cx="582" cy="1197"/>
            </a:xfrm>
            <a:custGeom>
              <a:avLst/>
              <a:pathLst>
                <a:path w="582" h="1197">
                  <a:moveTo>
                    <a:pt x="0" y="1197"/>
                  </a:moveTo>
                  <a:lnTo>
                    <a:pt x="5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l2385"/>
            <p:cNvSpPr/>
            <p:nvPr/>
          </p:nvSpPr>
          <p:spPr>
            <a:xfrm>
              <a:off x="6955251" y="1669364"/>
              <a:ext cx="584" cy="1196"/>
            </a:xfrm>
            <a:custGeom>
              <a:avLst/>
              <a:pathLst>
                <a:path w="584" h="1196">
                  <a:moveTo>
                    <a:pt x="0" y="1196"/>
                  </a:moveTo>
                  <a:lnTo>
                    <a:pt x="5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l2386"/>
            <p:cNvSpPr/>
            <p:nvPr/>
          </p:nvSpPr>
          <p:spPr>
            <a:xfrm>
              <a:off x="6943975" y="1662694"/>
              <a:ext cx="1153" cy="2399"/>
            </a:xfrm>
            <a:custGeom>
              <a:avLst/>
              <a:pathLst>
                <a:path w="1153" h="2399">
                  <a:moveTo>
                    <a:pt x="0" y="2399"/>
                  </a:moveTo>
                  <a:lnTo>
                    <a:pt x="11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l2387"/>
            <p:cNvSpPr/>
            <p:nvPr/>
          </p:nvSpPr>
          <p:spPr>
            <a:xfrm>
              <a:off x="6947875" y="1667818"/>
              <a:ext cx="1742" cy="3594"/>
            </a:xfrm>
            <a:custGeom>
              <a:avLst/>
              <a:pathLst>
                <a:path w="1742" h="3594">
                  <a:moveTo>
                    <a:pt x="0" y="3594"/>
                  </a:moveTo>
                  <a:lnTo>
                    <a:pt x="17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l2388"/>
            <p:cNvSpPr/>
            <p:nvPr/>
          </p:nvSpPr>
          <p:spPr>
            <a:xfrm>
              <a:off x="6925299" y="1657029"/>
              <a:ext cx="1696" cy="3616"/>
            </a:xfrm>
            <a:custGeom>
              <a:avLst/>
              <a:pathLst>
                <a:path w="1696" h="3616">
                  <a:moveTo>
                    <a:pt x="0" y="3616"/>
                  </a:moveTo>
                  <a:lnTo>
                    <a:pt x="16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l2389"/>
            <p:cNvSpPr/>
            <p:nvPr/>
          </p:nvSpPr>
          <p:spPr>
            <a:xfrm>
              <a:off x="6933739" y="1665993"/>
              <a:ext cx="2865" cy="6008"/>
            </a:xfrm>
            <a:custGeom>
              <a:avLst/>
              <a:pathLst>
                <a:path w="2865" h="6008">
                  <a:moveTo>
                    <a:pt x="0" y="6008"/>
                  </a:moveTo>
                  <a:lnTo>
                    <a:pt x="2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l2390"/>
            <p:cNvSpPr/>
            <p:nvPr/>
          </p:nvSpPr>
          <p:spPr>
            <a:xfrm>
              <a:off x="6891316" y="1645101"/>
              <a:ext cx="3264" cy="7291"/>
            </a:xfrm>
            <a:custGeom>
              <a:avLst/>
              <a:pathLst>
                <a:path w="3264" h="7291">
                  <a:moveTo>
                    <a:pt x="0" y="7291"/>
                  </a:moveTo>
                  <a:lnTo>
                    <a:pt x="32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l2391"/>
            <p:cNvSpPr/>
            <p:nvPr/>
          </p:nvSpPr>
          <p:spPr>
            <a:xfrm>
              <a:off x="6911469" y="1662069"/>
              <a:ext cx="1117" cy="2417"/>
            </a:xfrm>
            <a:custGeom>
              <a:avLst/>
              <a:pathLst>
                <a:path w="1117" h="2417">
                  <a:moveTo>
                    <a:pt x="0" y="2417"/>
                  </a:moveTo>
                  <a:lnTo>
                    <a:pt x="11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l2392"/>
            <p:cNvSpPr/>
            <p:nvPr/>
          </p:nvSpPr>
          <p:spPr>
            <a:xfrm>
              <a:off x="6866492" y="1630939"/>
              <a:ext cx="5806" cy="13445"/>
            </a:xfrm>
            <a:custGeom>
              <a:avLst/>
              <a:pathLst>
                <a:path w="5806" h="13445">
                  <a:moveTo>
                    <a:pt x="0" y="13445"/>
                  </a:moveTo>
                  <a:lnTo>
                    <a:pt x="58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l2393"/>
            <p:cNvSpPr/>
            <p:nvPr/>
          </p:nvSpPr>
          <p:spPr>
            <a:xfrm>
              <a:off x="6888501" y="1654293"/>
              <a:ext cx="543" cy="1215"/>
            </a:xfrm>
            <a:custGeom>
              <a:avLst/>
              <a:pathLst>
                <a:path w="543" h="1215">
                  <a:moveTo>
                    <a:pt x="0" y="1215"/>
                  </a:moveTo>
                  <a:lnTo>
                    <a:pt x="5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l2394"/>
            <p:cNvSpPr/>
            <p:nvPr/>
          </p:nvSpPr>
          <p:spPr>
            <a:xfrm>
              <a:off x="6854530" y="1624778"/>
              <a:ext cx="6760" cy="15934"/>
            </a:xfrm>
            <a:custGeom>
              <a:avLst/>
              <a:pathLst>
                <a:path w="6760" h="15934">
                  <a:moveTo>
                    <a:pt x="0" y="15934"/>
                  </a:moveTo>
                  <a:lnTo>
                    <a:pt x="67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l2395"/>
            <p:cNvSpPr/>
            <p:nvPr/>
          </p:nvSpPr>
          <p:spPr>
            <a:xfrm>
              <a:off x="6869424" y="1648029"/>
              <a:ext cx="2126" cy="4882"/>
            </a:xfrm>
            <a:custGeom>
              <a:avLst/>
              <a:pathLst>
                <a:path w="2126" h="4882">
                  <a:moveTo>
                    <a:pt x="0" y="4882"/>
                  </a:moveTo>
                  <a:lnTo>
                    <a:pt x="2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l2396"/>
            <p:cNvSpPr/>
            <p:nvPr/>
          </p:nvSpPr>
          <p:spPr>
            <a:xfrm>
              <a:off x="6833376" y="1620407"/>
              <a:ext cx="7096" cy="17236"/>
            </a:xfrm>
            <a:custGeom>
              <a:avLst/>
              <a:pathLst>
                <a:path w="7096" h="17236">
                  <a:moveTo>
                    <a:pt x="0" y="17236"/>
                  </a:moveTo>
                  <a:lnTo>
                    <a:pt x="70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l2397"/>
            <p:cNvSpPr/>
            <p:nvPr/>
          </p:nvSpPr>
          <p:spPr>
            <a:xfrm>
              <a:off x="6974564" y="1677451"/>
              <a:ext cx="597" cy="1189"/>
            </a:xfrm>
            <a:custGeom>
              <a:avLst/>
              <a:pathLst>
                <a:path w="597" h="1189">
                  <a:moveTo>
                    <a:pt x="0" y="1189"/>
                  </a:moveTo>
                  <a:lnTo>
                    <a:pt x="5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l2398"/>
            <p:cNvSpPr/>
            <p:nvPr/>
          </p:nvSpPr>
          <p:spPr>
            <a:xfrm>
              <a:off x="6967084" y="1673713"/>
              <a:ext cx="592" cy="1192"/>
            </a:xfrm>
            <a:custGeom>
              <a:avLst/>
              <a:pathLst>
                <a:path w="592" h="1192">
                  <a:moveTo>
                    <a:pt x="0" y="1192"/>
                  </a:moveTo>
                  <a:lnTo>
                    <a:pt x="5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l2399"/>
            <p:cNvSpPr/>
            <p:nvPr/>
          </p:nvSpPr>
          <p:spPr>
            <a:xfrm>
              <a:off x="6996905" y="1688854"/>
              <a:ext cx="612" cy="1182"/>
            </a:xfrm>
            <a:custGeom>
              <a:avLst/>
              <a:pathLst>
                <a:path w="612" h="1182">
                  <a:moveTo>
                    <a:pt x="0" y="1182"/>
                  </a:moveTo>
                  <a:lnTo>
                    <a:pt x="6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l2400"/>
            <p:cNvSpPr/>
            <p:nvPr/>
          </p:nvSpPr>
          <p:spPr>
            <a:xfrm>
              <a:off x="6989474" y="1685021"/>
              <a:ext cx="607" cy="1184"/>
            </a:xfrm>
            <a:custGeom>
              <a:avLst/>
              <a:pathLst>
                <a:path w="607" h="1184">
                  <a:moveTo>
                    <a:pt x="0" y="1184"/>
                  </a:moveTo>
                  <a:lnTo>
                    <a:pt x="6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l2401"/>
            <p:cNvSpPr/>
            <p:nvPr/>
          </p:nvSpPr>
          <p:spPr>
            <a:xfrm>
              <a:off x="7011718" y="1696615"/>
              <a:ext cx="622" cy="1176"/>
            </a:xfrm>
            <a:custGeom>
              <a:avLst/>
              <a:pathLst>
                <a:path w="622" h="1176">
                  <a:moveTo>
                    <a:pt x="0" y="1176"/>
                  </a:moveTo>
                  <a:lnTo>
                    <a:pt x="6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l2402"/>
            <p:cNvSpPr/>
            <p:nvPr/>
          </p:nvSpPr>
          <p:spPr>
            <a:xfrm>
              <a:off x="7004320" y="1692719"/>
              <a:ext cx="617" cy="1179"/>
            </a:xfrm>
            <a:custGeom>
              <a:avLst/>
              <a:pathLst>
                <a:path w="617" h="1179">
                  <a:moveTo>
                    <a:pt x="0" y="1179"/>
                  </a:moveTo>
                  <a:lnTo>
                    <a:pt x="6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l2403"/>
            <p:cNvSpPr/>
            <p:nvPr/>
          </p:nvSpPr>
          <p:spPr>
            <a:xfrm>
              <a:off x="7006781" y="1695841"/>
              <a:ext cx="1240" cy="2356"/>
            </a:xfrm>
            <a:custGeom>
              <a:avLst/>
              <a:pathLst>
                <a:path w="1240" h="2356">
                  <a:moveTo>
                    <a:pt x="0" y="2356"/>
                  </a:moveTo>
                  <a:lnTo>
                    <a:pt x="12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l2404"/>
            <p:cNvSpPr/>
            <p:nvPr/>
          </p:nvSpPr>
          <p:spPr>
            <a:xfrm>
              <a:off x="6991972" y="1688117"/>
              <a:ext cx="1220" cy="2366"/>
            </a:xfrm>
            <a:custGeom>
              <a:avLst/>
              <a:pathLst>
                <a:path w="1220" h="2366">
                  <a:moveTo>
                    <a:pt x="0" y="2366"/>
                  </a:moveTo>
                  <a:lnTo>
                    <a:pt x="1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l2405"/>
            <p:cNvSpPr/>
            <p:nvPr/>
          </p:nvSpPr>
          <p:spPr>
            <a:xfrm>
              <a:off x="6998769" y="1694325"/>
              <a:ext cx="615" cy="1180"/>
            </a:xfrm>
            <a:custGeom>
              <a:avLst/>
              <a:pathLst>
                <a:path w="615" h="1180">
                  <a:moveTo>
                    <a:pt x="0" y="1180"/>
                  </a:moveTo>
                  <a:lnTo>
                    <a:pt x="6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l2406"/>
            <p:cNvSpPr/>
            <p:nvPr/>
          </p:nvSpPr>
          <p:spPr>
            <a:xfrm>
              <a:off x="6980220" y="1681220"/>
              <a:ext cx="2409" cy="4749"/>
            </a:xfrm>
            <a:custGeom>
              <a:avLst/>
              <a:pathLst>
                <a:path w="2409" h="4749">
                  <a:moveTo>
                    <a:pt x="0" y="4749"/>
                  </a:moveTo>
                  <a:lnTo>
                    <a:pt x="2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l2407"/>
            <p:cNvSpPr/>
            <p:nvPr/>
          </p:nvSpPr>
          <p:spPr>
            <a:xfrm>
              <a:off x="6988290" y="1690713"/>
              <a:ext cx="1217" cy="2368"/>
            </a:xfrm>
            <a:custGeom>
              <a:avLst/>
              <a:pathLst>
                <a:path w="1217" h="2368">
                  <a:moveTo>
                    <a:pt x="0" y="2368"/>
                  </a:moveTo>
                  <a:lnTo>
                    <a:pt x="12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l2408"/>
            <p:cNvSpPr/>
            <p:nvPr/>
          </p:nvSpPr>
          <p:spPr>
            <a:xfrm>
              <a:off x="6967852" y="1676769"/>
              <a:ext cx="2974" cy="5955"/>
            </a:xfrm>
            <a:custGeom>
              <a:avLst/>
              <a:pathLst>
                <a:path w="2974" h="5955">
                  <a:moveTo>
                    <a:pt x="0" y="5955"/>
                  </a:moveTo>
                  <a:lnTo>
                    <a:pt x="29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l2409"/>
            <p:cNvSpPr/>
            <p:nvPr/>
          </p:nvSpPr>
          <p:spPr>
            <a:xfrm>
              <a:off x="7026463" y="1704502"/>
              <a:ext cx="632" cy="1171"/>
            </a:xfrm>
            <a:custGeom>
              <a:avLst/>
              <a:pathLst>
                <a:path w="632" h="1171">
                  <a:moveTo>
                    <a:pt x="0" y="1171"/>
                  </a:moveTo>
                  <a:lnTo>
                    <a:pt x="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l2410"/>
            <p:cNvSpPr/>
            <p:nvPr/>
          </p:nvSpPr>
          <p:spPr>
            <a:xfrm>
              <a:off x="7019099" y="1700543"/>
              <a:ext cx="627" cy="1174"/>
            </a:xfrm>
            <a:custGeom>
              <a:avLst/>
              <a:pathLst>
                <a:path w="627" h="1174">
                  <a:moveTo>
                    <a:pt x="0" y="1174"/>
                  </a:moveTo>
                  <a:lnTo>
                    <a:pt x="6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l2411"/>
            <p:cNvSpPr/>
            <p:nvPr/>
          </p:nvSpPr>
          <p:spPr>
            <a:xfrm>
              <a:off x="7041141" y="1712515"/>
              <a:ext cx="642" cy="1166"/>
            </a:xfrm>
            <a:custGeom>
              <a:avLst/>
              <a:pathLst>
                <a:path w="642" h="1166">
                  <a:moveTo>
                    <a:pt x="0" y="1166"/>
                  </a:moveTo>
                  <a:lnTo>
                    <a:pt x="6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l2412"/>
            <p:cNvSpPr/>
            <p:nvPr/>
          </p:nvSpPr>
          <p:spPr>
            <a:xfrm>
              <a:off x="7033811" y="1708493"/>
              <a:ext cx="637" cy="1168"/>
            </a:xfrm>
            <a:custGeom>
              <a:avLst/>
              <a:pathLst>
                <a:path w="637" h="1168">
                  <a:moveTo>
                    <a:pt x="0" y="1168"/>
                  </a:moveTo>
                  <a:lnTo>
                    <a:pt x="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l2413"/>
            <p:cNvSpPr/>
            <p:nvPr/>
          </p:nvSpPr>
          <p:spPr>
            <a:xfrm>
              <a:off x="7070289" y="1728915"/>
              <a:ext cx="662" cy="1154"/>
            </a:xfrm>
            <a:custGeom>
              <a:avLst/>
              <a:pathLst>
                <a:path w="662" h="1154">
                  <a:moveTo>
                    <a:pt x="0" y="1154"/>
                  </a:moveTo>
                  <a:lnTo>
                    <a:pt x="6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l2414"/>
            <p:cNvSpPr/>
            <p:nvPr/>
          </p:nvSpPr>
          <p:spPr>
            <a:xfrm>
              <a:off x="7063028" y="1724768"/>
              <a:ext cx="657" cy="1157"/>
            </a:xfrm>
            <a:custGeom>
              <a:avLst/>
              <a:pathLst>
                <a:path w="657" h="1157">
                  <a:moveTo>
                    <a:pt x="0" y="1157"/>
                  </a:moveTo>
                  <a:lnTo>
                    <a:pt x="6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l2415"/>
            <p:cNvSpPr/>
            <p:nvPr/>
          </p:nvSpPr>
          <p:spPr>
            <a:xfrm>
              <a:off x="7066001" y="1727994"/>
              <a:ext cx="659" cy="1156"/>
            </a:xfrm>
            <a:custGeom>
              <a:avLst/>
              <a:pathLst>
                <a:path w="659" h="1156">
                  <a:moveTo>
                    <a:pt x="0" y="1156"/>
                  </a:moveTo>
                  <a:lnTo>
                    <a:pt x="6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l2416"/>
            <p:cNvSpPr/>
            <p:nvPr/>
          </p:nvSpPr>
          <p:spPr>
            <a:xfrm>
              <a:off x="7055098" y="1720653"/>
              <a:ext cx="1305" cy="2321"/>
            </a:xfrm>
            <a:custGeom>
              <a:avLst/>
              <a:pathLst>
                <a:path w="1305" h="2321">
                  <a:moveTo>
                    <a:pt x="0" y="2321"/>
                  </a:moveTo>
                  <a:lnTo>
                    <a:pt x="1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l2417"/>
            <p:cNvSpPr/>
            <p:nvPr/>
          </p:nvSpPr>
          <p:spPr>
            <a:xfrm>
              <a:off x="7059898" y="1726053"/>
              <a:ext cx="656" cy="1158"/>
            </a:xfrm>
            <a:custGeom>
              <a:avLst/>
              <a:pathLst>
                <a:path w="656" h="1158">
                  <a:moveTo>
                    <a:pt x="0" y="1158"/>
                  </a:moveTo>
                  <a:lnTo>
                    <a:pt x="6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l2418"/>
            <p:cNvSpPr/>
            <p:nvPr/>
          </p:nvSpPr>
          <p:spPr>
            <a:xfrm>
              <a:off x="7047159" y="1716568"/>
              <a:ext cx="1942" cy="3490"/>
            </a:xfrm>
            <a:custGeom>
              <a:avLst/>
              <a:pathLst>
                <a:path w="1942" h="3490">
                  <a:moveTo>
                    <a:pt x="0" y="3490"/>
                  </a:moveTo>
                  <a:lnTo>
                    <a:pt x="19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l2419"/>
            <p:cNvSpPr/>
            <p:nvPr/>
          </p:nvSpPr>
          <p:spPr>
            <a:xfrm>
              <a:off x="7052231" y="1723623"/>
              <a:ext cx="1303" cy="2321"/>
            </a:xfrm>
            <a:custGeom>
              <a:avLst/>
              <a:pathLst>
                <a:path w="1303" h="2321">
                  <a:moveTo>
                    <a:pt x="0" y="2321"/>
                  </a:moveTo>
                  <a:lnTo>
                    <a:pt x="1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l2420"/>
            <p:cNvSpPr/>
            <p:nvPr/>
          </p:nvSpPr>
          <p:spPr>
            <a:xfrm>
              <a:off x="7034918" y="1711667"/>
              <a:ext cx="2560" cy="4669"/>
            </a:xfrm>
            <a:custGeom>
              <a:avLst/>
              <a:pathLst>
                <a:path w="2560" h="4669">
                  <a:moveTo>
                    <a:pt x="0" y="4669"/>
                  </a:moveTo>
                  <a:lnTo>
                    <a:pt x="25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l2421"/>
            <p:cNvSpPr/>
            <p:nvPr/>
          </p:nvSpPr>
          <p:spPr>
            <a:xfrm>
              <a:off x="7042295" y="1721119"/>
              <a:ext cx="1292" cy="2328"/>
            </a:xfrm>
            <a:custGeom>
              <a:avLst/>
              <a:pathLst>
                <a:path w="1292" h="2328">
                  <a:moveTo>
                    <a:pt x="0" y="2328"/>
                  </a:moveTo>
                  <a:lnTo>
                    <a:pt x="12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l2422"/>
            <p:cNvSpPr/>
            <p:nvPr/>
          </p:nvSpPr>
          <p:spPr>
            <a:xfrm>
              <a:off x="7019002" y="1703691"/>
              <a:ext cx="3780" cy="7037"/>
            </a:xfrm>
            <a:custGeom>
              <a:avLst/>
              <a:pathLst>
                <a:path w="3780" h="7037">
                  <a:moveTo>
                    <a:pt x="0" y="7037"/>
                  </a:moveTo>
                  <a:lnTo>
                    <a:pt x="37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l2423"/>
            <p:cNvSpPr/>
            <p:nvPr/>
          </p:nvSpPr>
          <p:spPr>
            <a:xfrm>
              <a:off x="7091964" y="1741541"/>
              <a:ext cx="677" cy="1146"/>
            </a:xfrm>
            <a:custGeom>
              <a:avLst/>
              <a:pathLst>
                <a:path w="677" h="1146">
                  <a:moveTo>
                    <a:pt x="0" y="1146"/>
                  </a:moveTo>
                  <a:lnTo>
                    <a:pt x="6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l2424"/>
            <p:cNvSpPr/>
            <p:nvPr/>
          </p:nvSpPr>
          <p:spPr>
            <a:xfrm>
              <a:off x="7084757" y="1737301"/>
              <a:ext cx="672" cy="1149"/>
            </a:xfrm>
            <a:custGeom>
              <a:avLst/>
              <a:pathLst>
                <a:path w="672" h="1149">
                  <a:moveTo>
                    <a:pt x="0" y="1149"/>
                  </a:moveTo>
                  <a:lnTo>
                    <a:pt x="6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l2425"/>
            <p:cNvSpPr/>
            <p:nvPr/>
          </p:nvSpPr>
          <p:spPr>
            <a:xfrm>
              <a:off x="7087688" y="1740565"/>
              <a:ext cx="674" cy="1147"/>
            </a:xfrm>
            <a:custGeom>
              <a:avLst/>
              <a:pathLst>
                <a:path w="674" h="1147">
                  <a:moveTo>
                    <a:pt x="0" y="1147"/>
                  </a:moveTo>
                  <a:lnTo>
                    <a:pt x="6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l2426"/>
            <p:cNvSpPr/>
            <p:nvPr/>
          </p:nvSpPr>
          <p:spPr>
            <a:xfrm>
              <a:off x="7076865" y="1733093"/>
              <a:ext cx="1334" cy="2304"/>
            </a:xfrm>
            <a:custGeom>
              <a:avLst/>
              <a:pathLst>
                <a:path w="1334" h="2304">
                  <a:moveTo>
                    <a:pt x="0" y="2304"/>
                  </a:moveTo>
                  <a:lnTo>
                    <a:pt x="1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l2427"/>
            <p:cNvSpPr/>
            <p:nvPr/>
          </p:nvSpPr>
          <p:spPr>
            <a:xfrm>
              <a:off x="7120609" y="1758805"/>
              <a:ext cx="696" cy="1134"/>
            </a:xfrm>
            <a:custGeom>
              <a:avLst/>
              <a:pathLst>
                <a:path w="696" h="1134">
                  <a:moveTo>
                    <a:pt x="0" y="1134"/>
                  </a:moveTo>
                  <a:lnTo>
                    <a:pt x="6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l2428"/>
            <p:cNvSpPr/>
            <p:nvPr/>
          </p:nvSpPr>
          <p:spPr>
            <a:xfrm>
              <a:off x="7113476" y="1754443"/>
              <a:ext cx="691" cy="1137"/>
            </a:xfrm>
            <a:custGeom>
              <a:avLst/>
              <a:pathLst>
                <a:path w="691" h="1137">
                  <a:moveTo>
                    <a:pt x="0" y="1137"/>
                  </a:moveTo>
                  <a:lnTo>
                    <a:pt x="6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l2429"/>
            <p:cNvSpPr/>
            <p:nvPr/>
          </p:nvSpPr>
          <p:spPr>
            <a:xfrm>
              <a:off x="7134820" y="1767620"/>
              <a:ext cx="706" cy="1128"/>
            </a:xfrm>
            <a:custGeom>
              <a:avLst/>
              <a:pathLst>
                <a:path w="706" h="1128">
                  <a:moveTo>
                    <a:pt x="0" y="1128"/>
                  </a:moveTo>
                  <a:lnTo>
                    <a:pt x="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l2430"/>
            <p:cNvSpPr/>
            <p:nvPr/>
          </p:nvSpPr>
          <p:spPr>
            <a:xfrm>
              <a:off x="7127724" y="1763197"/>
              <a:ext cx="701" cy="1131"/>
            </a:xfrm>
            <a:custGeom>
              <a:avLst/>
              <a:pathLst>
                <a:path w="701" h="1131">
                  <a:moveTo>
                    <a:pt x="0" y="1131"/>
                  </a:moveTo>
                  <a:lnTo>
                    <a:pt x="7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l2431"/>
            <p:cNvSpPr/>
            <p:nvPr/>
          </p:nvSpPr>
          <p:spPr>
            <a:xfrm>
              <a:off x="7148956" y="1776556"/>
              <a:ext cx="715" cy="1122"/>
            </a:xfrm>
            <a:custGeom>
              <a:avLst/>
              <a:pathLst>
                <a:path w="715" h="1122">
                  <a:moveTo>
                    <a:pt x="0" y="1122"/>
                  </a:moveTo>
                  <a:lnTo>
                    <a:pt x="7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l2432"/>
            <p:cNvSpPr/>
            <p:nvPr/>
          </p:nvSpPr>
          <p:spPr>
            <a:xfrm>
              <a:off x="7141898" y="1772073"/>
              <a:ext cx="711" cy="1125"/>
            </a:xfrm>
            <a:custGeom>
              <a:avLst/>
              <a:pathLst>
                <a:path w="711" h="1125">
                  <a:moveTo>
                    <a:pt x="0" y="1125"/>
                  </a:moveTo>
                  <a:lnTo>
                    <a:pt x="7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l2433"/>
            <p:cNvSpPr/>
            <p:nvPr/>
          </p:nvSpPr>
          <p:spPr>
            <a:xfrm>
              <a:off x="7144002" y="1775435"/>
              <a:ext cx="1427" cy="2248"/>
            </a:xfrm>
            <a:custGeom>
              <a:avLst/>
              <a:pathLst>
                <a:path w="1427" h="2248">
                  <a:moveTo>
                    <a:pt x="0" y="2248"/>
                  </a:moveTo>
                  <a:lnTo>
                    <a:pt x="1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l2434"/>
            <p:cNvSpPr/>
            <p:nvPr/>
          </p:nvSpPr>
          <p:spPr>
            <a:xfrm>
              <a:off x="7129867" y="1766535"/>
              <a:ext cx="1407" cy="2260"/>
            </a:xfrm>
            <a:custGeom>
              <a:avLst/>
              <a:pathLst>
                <a:path w="1407" h="2260">
                  <a:moveTo>
                    <a:pt x="0" y="2260"/>
                  </a:moveTo>
                  <a:lnTo>
                    <a:pt x="14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l2435"/>
            <p:cNvSpPr/>
            <p:nvPr/>
          </p:nvSpPr>
          <p:spPr>
            <a:xfrm>
              <a:off x="7135527" y="1773224"/>
              <a:ext cx="1417" cy="2254"/>
            </a:xfrm>
            <a:custGeom>
              <a:avLst/>
              <a:pathLst>
                <a:path w="1417" h="2254">
                  <a:moveTo>
                    <a:pt x="0" y="2254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l2436"/>
            <p:cNvSpPr/>
            <p:nvPr/>
          </p:nvSpPr>
          <p:spPr>
            <a:xfrm>
              <a:off x="7114268" y="1757756"/>
              <a:ext cx="2776" cy="4544"/>
            </a:xfrm>
            <a:custGeom>
              <a:avLst/>
              <a:pathLst>
                <a:path w="2776" h="4544">
                  <a:moveTo>
                    <a:pt x="0" y="4544"/>
                  </a:moveTo>
                  <a:lnTo>
                    <a:pt x="27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l2437"/>
            <p:cNvSpPr/>
            <p:nvPr/>
          </p:nvSpPr>
          <p:spPr>
            <a:xfrm>
              <a:off x="7124217" y="1768855"/>
              <a:ext cx="701" cy="1131"/>
            </a:xfrm>
            <a:custGeom>
              <a:avLst/>
              <a:pathLst>
                <a:path w="701" h="1131">
                  <a:moveTo>
                    <a:pt x="0" y="1131"/>
                  </a:moveTo>
                  <a:lnTo>
                    <a:pt x="7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l2438"/>
            <p:cNvSpPr/>
            <p:nvPr/>
          </p:nvSpPr>
          <p:spPr>
            <a:xfrm>
              <a:off x="7102889" y="1750112"/>
              <a:ext cx="4121" cy="6843"/>
            </a:xfrm>
            <a:custGeom>
              <a:avLst/>
              <a:pathLst>
                <a:path w="4121" h="6843">
                  <a:moveTo>
                    <a:pt x="0" y="6843"/>
                  </a:moveTo>
                  <a:lnTo>
                    <a:pt x="4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l2439"/>
            <p:cNvSpPr/>
            <p:nvPr/>
          </p:nvSpPr>
          <p:spPr>
            <a:xfrm>
              <a:off x="7112880" y="1763437"/>
              <a:ext cx="694" cy="1136"/>
            </a:xfrm>
            <a:custGeom>
              <a:avLst/>
              <a:pathLst>
                <a:path w="694" h="1136">
                  <a:moveTo>
                    <a:pt x="0" y="1136"/>
                  </a:moveTo>
                  <a:lnTo>
                    <a:pt x="6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l2440"/>
            <p:cNvSpPr/>
            <p:nvPr/>
          </p:nvSpPr>
          <p:spPr>
            <a:xfrm>
              <a:off x="7095061" y="1745811"/>
              <a:ext cx="4774" cy="8004"/>
            </a:xfrm>
            <a:custGeom>
              <a:avLst/>
              <a:pathLst>
                <a:path w="4774" h="8004">
                  <a:moveTo>
                    <a:pt x="0" y="8004"/>
                  </a:moveTo>
                  <a:lnTo>
                    <a:pt x="47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l2441"/>
            <p:cNvSpPr/>
            <p:nvPr/>
          </p:nvSpPr>
          <p:spPr>
            <a:xfrm>
              <a:off x="7101920" y="1759170"/>
              <a:ext cx="2064" cy="3419"/>
            </a:xfrm>
            <a:custGeom>
              <a:avLst/>
              <a:pathLst>
                <a:path w="2064" h="3419">
                  <a:moveTo>
                    <a:pt x="0" y="3419"/>
                  </a:moveTo>
                  <a:lnTo>
                    <a:pt x="2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l2442"/>
            <p:cNvSpPr/>
            <p:nvPr/>
          </p:nvSpPr>
          <p:spPr>
            <a:xfrm>
              <a:off x="7076913" y="1738546"/>
              <a:ext cx="5368" cy="9199"/>
            </a:xfrm>
            <a:custGeom>
              <a:avLst/>
              <a:pathLst>
                <a:path w="5368" h="9199">
                  <a:moveTo>
                    <a:pt x="0" y="9199"/>
                  </a:moveTo>
                  <a:lnTo>
                    <a:pt x="53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l2443"/>
            <p:cNvSpPr/>
            <p:nvPr/>
          </p:nvSpPr>
          <p:spPr>
            <a:xfrm>
              <a:off x="7084007" y="1755121"/>
              <a:ext cx="5436" cy="9159"/>
            </a:xfrm>
            <a:custGeom>
              <a:avLst/>
              <a:pathLst>
                <a:path w="5436" h="9159">
                  <a:moveTo>
                    <a:pt x="0" y="9159"/>
                  </a:moveTo>
                  <a:lnTo>
                    <a:pt x="54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l2444"/>
            <p:cNvSpPr/>
            <p:nvPr/>
          </p:nvSpPr>
          <p:spPr>
            <a:xfrm>
              <a:off x="7023651" y="1717048"/>
              <a:ext cx="7019" cy="12854"/>
            </a:xfrm>
            <a:custGeom>
              <a:avLst/>
              <a:pathLst>
                <a:path w="7019" h="12854">
                  <a:moveTo>
                    <a:pt x="0" y="12854"/>
                  </a:moveTo>
                  <a:lnTo>
                    <a:pt x="70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l2445"/>
            <p:cNvSpPr/>
            <p:nvPr/>
          </p:nvSpPr>
          <p:spPr>
            <a:xfrm>
              <a:off x="7049371" y="1746821"/>
              <a:ext cx="4612" cy="8098"/>
            </a:xfrm>
            <a:custGeom>
              <a:avLst/>
              <a:pathLst>
                <a:path w="4612" h="8098">
                  <a:moveTo>
                    <a:pt x="0" y="8098"/>
                  </a:moveTo>
                  <a:lnTo>
                    <a:pt x="46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l2446"/>
            <p:cNvSpPr/>
            <p:nvPr/>
          </p:nvSpPr>
          <p:spPr>
            <a:xfrm>
              <a:off x="6966652" y="1687873"/>
              <a:ext cx="11434" cy="22565"/>
            </a:xfrm>
            <a:custGeom>
              <a:avLst/>
              <a:pathLst>
                <a:path w="11434" h="22565">
                  <a:moveTo>
                    <a:pt x="0" y="22565"/>
                  </a:moveTo>
                  <a:lnTo>
                    <a:pt x="1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l2447"/>
            <p:cNvSpPr/>
            <p:nvPr/>
          </p:nvSpPr>
          <p:spPr>
            <a:xfrm>
              <a:off x="7170015" y="1790186"/>
              <a:ext cx="730" cy="1113"/>
            </a:xfrm>
            <a:custGeom>
              <a:avLst/>
              <a:pathLst>
                <a:path w="730" h="1113">
                  <a:moveTo>
                    <a:pt x="0" y="1113"/>
                  </a:moveTo>
                  <a:lnTo>
                    <a:pt x="7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l2448"/>
            <p:cNvSpPr/>
            <p:nvPr/>
          </p:nvSpPr>
          <p:spPr>
            <a:xfrm>
              <a:off x="7163015" y="1785613"/>
              <a:ext cx="725" cy="1116"/>
            </a:xfrm>
            <a:custGeom>
              <a:avLst/>
              <a:pathLst>
                <a:path w="725" h="1116">
                  <a:moveTo>
                    <a:pt x="0" y="1116"/>
                  </a:moveTo>
                  <a:lnTo>
                    <a:pt x="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l2449"/>
            <p:cNvSpPr/>
            <p:nvPr/>
          </p:nvSpPr>
          <p:spPr>
            <a:xfrm>
              <a:off x="7183956" y="1799422"/>
              <a:ext cx="739" cy="1107"/>
            </a:xfrm>
            <a:custGeom>
              <a:avLst/>
              <a:pathLst>
                <a:path w="739" h="1107">
                  <a:moveTo>
                    <a:pt x="0" y="1107"/>
                  </a:moveTo>
                  <a:lnTo>
                    <a:pt x="7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l2450"/>
            <p:cNvSpPr/>
            <p:nvPr/>
          </p:nvSpPr>
          <p:spPr>
            <a:xfrm>
              <a:off x="7176995" y="1794789"/>
              <a:ext cx="734" cy="1110"/>
            </a:xfrm>
            <a:custGeom>
              <a:avLst/>
              <a:pathLst>
                <a:path w="734" h="1110">
                  <a:moveTo>
                    <a:pt x="0" y="1110"/>
                  </a:moveTo>
                  <a:lnTo>
                    <a:pt x="7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l2451"/>
            <p:cNvSpPr/>
            <p:nvPr/>
          </p:nvSpPr>
          <p:spPr>
            <a:xfrm>
              <a:off x="7218461" y="1823030"/>
              <a:ext cx="763" cy="1091"/>
            </a:xfrm>
            <a:custGeom>
              <a:avLst/>
              <a:pathLst>
                <a:path w="763" h="1091">
                  <a:moveTo>
                    <a:pt x="0" y="1091"/>
                  </a:moveTo>
                  <a:lnTo>
                    <a:pt x="7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l2452"/>
            <p:cNvSpPr/>
            <p:nvPr/>
          </p:nvSpPr>
          <p:spPr>
            <a:xfrm>
              <a:off x="7211601" y="1818249"/>
              <a:ext cx="758" cy="1094"/>
            </a:xfrm>
            <a:custGeom>
              <a:avLst/>
              <a:pathLst>
                <a:path w="758" h="1094">
                  <a:moveTo>
                    <a:pt x="0" y="1094"/>
                  </a:moveTo>
                  <a:lnTo>
                    <a:pt x="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l2453"/>
            <p:cNvSpPr/>
            <p:nvPr/>
          </p:nvSpPr>
          <p:spPr>
            <a:xfrm>
              <a:off x="7214273" y="1821728"/>
              <a:ext cx="760" cy="1092"/>
            </a:xfrm>
            <a:custGeom>
              <a:avLst/>
              <a:pathLst>
                <a:path w="760" h="1092">
                  <a:moveTo>
                    <a:pt x="0" y="1092"/>
                  </a:moveTo>
                  <a:lnTo>
                    <a:pt x="7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l2454"/>
            <p:cNvSpPr/>
            <p:nvPr/>
          </p:nvSpPr>
          <p:spPr>
            <a:xfrm>
              <a:off x="7203966" y="1813498"/>
              <a:ext cx="1507" cy="2194"/>
            </a:xfrm>
            <a:custGeom>
              <a:avLst/>
              <a:pathLst>
                <a:path w="1507" h="2194">
                  <a:moveTo>
                    <a:pt x="0" y="2194"/>
                  </a:moveTo>
                  <a:lnTo>
                    <a:pt x="15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l2455"/>
            <p:cNvSpPr/>
            <p:nvPr/>
          </p:nvSpPr>
          <p:spPr>
            <a:xfrm>
              <a:off x="7208368" y="1819249"/>
              <a:ext cx="757" cy="1095"/>
            </a:xfrm>
            <a:custGeom>
              <a:avLst/>
              <a:pathLst>
                <a:path w="757" h="1095">
                  <a:moveTo>
                    <a:pt x="0" y="1095"/>
                  </a:moveTo>
                  <a:lnTo>
                    <a:pt x="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l2456"/>
            <p:cNvSpPr/>
            <p:nvPr/>
          </p:nvSpPr>
          <p:spPr>
            <a:xfrm>
              <a:off x="7196321" y="1808776"/>
              <a:ext cx="2247" cy="3302"/>
            </a:xfrm>
            <a:custGeom>
              <a:avLst/>
              <a:pathLst>
                <a:path w="2247" h="3302">
                  <a:moveTo>
                    <a:pt x="0" y="3302"/>
                  </a:moveTo>
                  <a:lnTo>
                    <a:pt x="22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l2457"/>
            <p:cNvSpPr/>
            <p:nvPr/>
          </p:nvSpPr>
          <p:spPr>
            <a:xfrm>
              <a:off x="7201599" y="1816200"/>
              <a:ext cx="753" cy="1097"/>
            </a:xfrm>
            <a:custGeom>
              <a:avLst/>
              <a:pathLst>
                <a:path w="753" h="1097">
                  <a:moveTo>
                    <a:pt x="0" y="1097"/>
                  </a:moveTo>
                  <a:lnTo>
                    <a:pt x="7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l2458"/>
            <p:cNvSpPr/>
            <p:nvPr/>
          </p:nvSpPr>
          <p:spPr>
            <a:xfrm>
              <a:off x="7188664" y="1804084"/>
              <a:ext cx="2977" cy="4415"/>
            </a:xfrm>
            <a:custGeom>
              <a:avLst/>
              <a:pathLst>
                <a:path w="2977" h="4415">
                  <a:moveTo>
                    <a:pt x="0" y="4415"/>
                  </a:moveTo>
                  <a:lnTo>
                    <a:pt x="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l2459"/>
            <p:cNvSpPr/>
            <p:nvPr/>
          </p:nvSpPr>
          <p:spPr>
            <a:xfrm>
              <a:off x="7193643" y="1812886"/>
              <a:ext cx="1497" cy="2201"/>
            </a:xfrm>
            <a:custGeom>
              <a:avLst/>
              <a:pathLst>
                <a:path w="1497" h="2201">
                  <a:moveTo>
                    <a:pt x="0" y="2201"/>
                  </a:moveTo>
                  <a:lnTo>
                    <a:pt x="14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l2460"/>
            <p:cNvSpPr/>
            <p:nvPr/>
          </p:nvSpPr>
          <p:spPr>
            <a:xfrm>
              <a:off x="7176792" y="1798210"/>
              <a:ext cx="3686" cy="5543"/>
            </a:xfrm>
            <a:custGeom>
              <a:avLst/>
              <a:pathLst>
                <a:path w="3686" h="5543">
                  <a:moveTo>
                    <a:pt x="0" y="5543"/>
                  </a:moveTo>
                  <a:lnTo>
                    <a:pt x="36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l2461"/>
            <p:cNvSpPr/>
            <p:nvPr/>
          </p:nvSpPr>
          <p:spPr>
            <a:xfrm>
              <a:off x="7183746" y="1809399"/>
              <a:ext cx="1486" cy="2209"/>
            </a:xfrm>
            <a:custGeom>
              <a:avLst/>
              <a:pathLst>
                <a:path w="1486" h="2209">
                  <a:moveTo>
                    <a:pt x="0" y="2209"/>
                  </a:moveTo>
                  <a:lnTo>
                    <a:pt x="14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l2462"/>
            <p:cNvSpPr/>
            <p:nvPr/>
          </p:nvSpPr>
          <p:spPr>
            <a:xfrm>
              <a:off x="7161422" y="1789010"/>
              <a:ext cx="5094" cy="7804"/>
            </a:xfrm>
            <a:custGeom>
              <a:avLst/>
              <a:pathLst>
                <a:path w="5094" h="7804">
                  <a:moveTo>
                    <a:pt x="0" y="7804"/>
                  </a:moveTo>
                  <a:lnTo>
                    <a:pt x="50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l2463"/>
            <p:cNvSpPr/>
            <p:nvPr/>
          </p:nvSpPr>
          <p:spPr>
            <a:xfrm>
              <a:off x="7232121" y="1832678"/>
              <a:ext cx="772" cy="1084"/>
            </a:xfrm>
            <a:custGeom>
              <a:avLst/>
              <a:pathLst>
                <a:path w="772" h="1084">
                  <a:moveTo>
                    <a:pt x="0" y="1084"/>
                  </a:moveTo>
                  <a:lnTo>
                    <a:pt x="7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l2464"/>
            <p:cNvSpPr/>
            <p:nvPr/>
          </p:nvSpPr>
          <p:spPr>
            <a:xfrm>
              <a:off x="7225302" y="1827839"/>
              <a:ext cx="767" cy="1087"/>
            </a:xfrm>
            <a:custGeom>
              <a:avLst/>
              <a:pathLst>
                <a:path w="767" h="1087">
                  <a:moveTo>
                    <a:pt x="0" y="1087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l2465"/>
            <p:cNvSpPr/>
            <p:nvPr/>
          </p:nvSpPr>
          <p:spPr>
            <a:xfrm>
              <a:off x="7245698" y="1842443"/>
              <a:ext cx="781" cy="1077"/>
            </a:xfrm>
            <a:custGeom>
              <a:avLst/>
              <a:pathLst>
                <a:path w="781" h="1077">
                  <a:moveTo>
                    <a:pt x="0" y="1077"/>
                  </a:moveTo>
                  <a:lnTo>
                    <a:pt x="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l2466"/>
            <p:cNvSpPr/>
            <p:nvPr/>
          </p:nvSpPr>
          <p:spPr>
            <a:xfrm>
              <a:off x="7238920" y="1837546"/>
              <a:ext cx="777" cy="1081"/>
            </a:xfrm>
            <a:custGeom>
              <a:avLst/>
              <a:pathLst>
                <a:path w="777" h="1081">
                  <a:moveTo>
                    <a:pt x="0" y="1081"/>
                  </a:moveTo>
                  <a:lnTo>
                    <a:pt x="7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l2467"/>
            <p:cNvSpPr/>
            <p:nvPr/>
          </p:nvSpPr>
          <p:spPr>
            <a:xfrm>
              <a:off x="7240753" y="1841071"/>
              <a:ext cx="1558" cy="2158"/>
            </a:xfrm>
            <a:custGeom>
              <a:avLst/>
              <a:pathLst>
                <a:path w="1558" h="2158">
                  <a:moveTo>
                    <a:pt x="0" y="2158"/>
                  </a:moveTo>
                  <a:lnTo>
                    <a:pt x="15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l2468"/>
            <p:cNvSpPr/>
            <p:nvPr/>
          </p:nvSpPr>
          <p:spPr>
            <a:xfrm>
              <a:off x="7227174" y="1831341"/>
              <a:ext cx="1540" cy="2172"/>
            </a:xfrm>
            <a:custGeom>
              <a:avLst/>
              <a:pathLst>
                <a:path w="1540" h="2172">
                  <a:moveTo>
                    <a:pt x="0" y="2172"/>
                  </a:moveTo>
                  <a:lnTo>
                    <a:pt x="1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l2469"/>
            <p:cNvSpPr/>
            <p:nvPr/>
          </p:nvSpPr>
          <p:spPr>
            <a:xfrm>
              <a:off x="7259191" y="1852324"/>
              <a:ext cx="790" cy="1071"/>
            </a:xfrm>
            <a:custGeom>
              <a:avLst/>
              <a:pathLst>
                <a:path w="790" h="1071">
                  <a:moveTo>
                    <a:pt x="0" y="1071"/>
                  </a:moveTo>
                  <a:lnTo>
                    <a:pt x="7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l2470"/>
            <p:cNvSpPr/>
            <p:nvPr/>
          </p:nvSpPr>
          <p:spPr>
            <a:xfrm>
              <a:off x="7252455" y="1847369"/>
              <a:ext cx="786" cy="1074"/>
            </a:xfrm>
            <a:custGeom>
              <a:avLst/>
              <a:pathLst>
                <a:path w="786" h="1074">
                  <a:moveTo>
                    <a:pt x="0" y="1074"/>
                  </a:moveTo>
                  <a:lnTo>
                    <a:pt x="7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l2471"/>
            <p:cNvSpPr/>
            <p:nvPr/>
          </p:nvSpPr>
          <p:spPr>
            <a:xfrm>
              <a:off x="7285922" y="1872429"/>
              <a:ext cx="809" cy="1057"/>
            </a:xfrm>
            <a:custGeom>
              <a:avLst/>
              <a:pathLst>
                <a:path w="809" h="1057">
                  <a:moveTo>
                    <a:pt x="0" y="1057"/>
                  </a:moveTo>
                  <a:lnTo>
                    <a:pt x="8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l2472"/>
            <p:cNvSpPr/>
            <p:nvPr/>
          </p:nvSpPr>
          <p:spPr>
            <a:xfrm>
              <a:off x="7279271" y="1867360"/>
              <a:ext cx="804" cy="1060"/>
            </a:xfrm>
            <a:custGeom>
              <a:avLst/>
              <a:pathLst>
                <a:path w="804" h="1060">
                  <a:moveTo>
                    <a:pt x="0" y="1060"/>
                  </a:moveTo>
                  <a:lnTo>
                    <a:pt x="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l2473"/>
            <p:cNvSpPr/>
            <p:nvPr/>
          </p:nvSpPr>
          <p:spPr>
            <a:xfrm>
              <a:off x="7281793" y="1870950"/>
              <a:ext cx="806" cy="1059"/>
            </a:xfrm>
            <a:custGeom>
              <a:avLst/>
              <a:pathLst>
                <a:path w="806" h="1059">
                  <a:moveTo>
                    <a:pt x="0" y="1059"/>
                  </a:moveTo>
                  <a:lnTo>
                    <a:pt x="8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l2474"/>
            <p:cNvSpPr/>
            <p:nvPr/>
          </p:nvSpPr>
          <p:spPr>
            <a:xfrm>
              <a:off x="7271799" y="1862319"/>
              <a:ext cx="1599" cy="2128"/>
            </a:xfrm>
            <a:custGeom>
              <a:avLst/>
              <a:pathLst>
                <a:path w="1599" h="2128">
                  <a:moveTo>
                    <a:pt x="0" y="2128"/>
                  </a:moveTo>
                  <a:lnTo>
                    <a:pt x="1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l2475"/>
            <p:cNvSpPr/>
            <p:nvPr/>
          </p:nvSpPr>
          <p:spPr>
            <a:xfrm>
              <a:off x="7275999" y="1868221"/>
              <a:ext cx="803" cy="1061"/>
            </a:xfrm>
            <a:custGeom>
              <a:avLst/>
              <a:pathLst>
                <a:path w="803" h="1061">
                  <a:moveTo>
                    <a:pt x="0" y="1061"/>
                  </a:moveTo>
                  <a:lnTo>
                    <a:pt x="8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l2476"/>
            <p:cNvSpPr/>
            <p:nvPr/>
          </p:nvSpPr>
          <p:spPr>
            <a:xfrm>
              <a:off x="7264315" y="1857307"/>
              <a:ext cx="2386" cy="3203"/>
            </a:xfrm>
            <a:custGeom>
              <a:avLst/>
              <a:pathLst>
                <a:path w="2386" h="3203">
                  <a:moveTo>
                    <a:pt x="0" y="3203"/>
                  </a:moveTo>
                  <a:lnTo>
                    <a:pt x="23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l2477"/>
            <p:cNvSpPr/>
            <p:nvPr/>
          </p:nvSpPr>
          <p:spPr>
            <a:xfrm>
              <a:off x="7268566" y="1864885"/>
              <a:ext cx="1598" cy="2129"/>
            </a:xfrm>
            <a:custGeom>
              <a:avLst/>
              <a:pathLst>
                <a:path w="1598" h="2129">
                  <a:moveTo>
                    <a:pt x="0" y="2129"/>
                  </a:moveTo>
                  <a:lnTo>
                    <a:pt x="15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l2478"/>
            <p:cNvSpPr/>
            <p:nvPr/>
          </p:nvSpPr>
          <p:spPr>
            <a:xfrm>
              <a:off x="7252671" y="1850916"/>
              <a:ext cx="3154" cy="4291"/>
            </a:xfrm>
            <a:custGeom>
              <a:avLst/>
              <a:pathLst>
                <a:path w="3154" h="4291">
                  <a:moveTo>
                    <a:pt x="0" y="4291"/>
                  </a:moveTo>
                  <a:lnTo>
                    <a:pt x="31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l2479"/>
            <p:cNvSpPr/>
            <p:nvPr/>
          </p:nvSpPr>
          <p:spPr>
            <a:xfrm>
              <a:off x="7257458" y="1861091"/>
              <a:ext cx="3175" cy="4275"/>
            </a:xfrm>
            <a:custGeom>
              <a:avLst/>
              <a:pathLst>
                <a:path w="3175" h="4275">
                  <a:moveTo>
                    <a:pt x="0" y="4275"/>
                  </a:moveTo>
                  <a:lnTo>
                    <a:pt x="31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l2480"/>
            <p:cNvSpPr/>
            <p:nvPr/>
          </p:nvSpPr>
          <p:spPr>
            <a:xfrm>
              <a:off x="7229325" y="1838357"/>
              <a:ext cx="4648" cy="6496"/>
            </a:xfrm>
            <a:custGeom>
              <a:avLst/>
              <a:pathLst>
                <a:path w="4648" h="6496">
                  <a:moveTo>
                    <a:pt x="0" y="6496"/>
                  </a:moveTo>
                  <a:lnTo>
                    <a:pt x="46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l2481"/>
            <p:cNvSpPr/>
            <p:nvPr/>
          </p:nvSpPr>
          <p:spPr>
            <a:xfrm>
              <a:off x="7236378" y="1855047"/>
              <a:ext cx="7059" cy="9682"/>
            </a:xfrm>
            <a:custGeom>
              <a:avLst/>
              <a:pathLst>
                <a:path w="7059" h="9682">
                  <a:moveTo>
                    <a:pt x="0" y="9682"/>
                  </a:moveTo>
                  <a:lnTo>
                    <a:pt x="70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l2482"/>
            <p:cNvSpPr/>
            <p:nvPr/>
          </p:nvSpPr>
          <p:spPr>
            <a:xfrm>
              <a:off x="7165254" y="1804173"/>
              <a:ext cx="7354" cy="11098"/>
            </a:xfrm>
            <a:custGeom>
              <a:avLst/>
              <a:pathLst>
                <a:path w="7354" h="11098">
                  <a:moveTo>
                    <a:pt x="0" y="11098"/>
                  </a:moveTo>
                  <a:lnTo>
                    <a:pt x="73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l2483"/>
            <p:cNvSpPr/>
            <p:nvPr/>
          </p:nvSpPr>
          <p:spPr>
            <a:xfrm>
              <a:off x="7200333" y="1839603"/>
              <a:ext cx="760" cy="1093"/>
            </a:xfrm>
            <a:custGeom>
              <a:avLst/>
              <a:pathLst>
                <a:path w="760" h="1093">
                  <a:moveTo>
                    <a:pt x="0" y="1093"/>
                  </a:moveTo>
                  <a:lnTo>
                    <a:pt x="7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l2484"/>
            <p:cNvSpPr/>
            <p:nvPr/>
          </p:nvSpPr>
          <p:spPr>
            <a:xfrm>
              <a:off x="7143022" y="1781069"/>
              <a:ext cx="13693" cy="21270"/>
            </a:xfrm>
            <a:custGeom>
              <a:avLst/>
              <a:pathLst>
                <a:path w="13693" h="21270">
                  <a:moveTo>
                    <a:pt x="0" y="21270"/>
                  </a:moveTo>
                  <a:lnTo>
                    <a:pt x="136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l2485"/>
            <p:cNvSpPr/>
            <p:nvPr/>
          </p:nvSpPr>
          <p:spPr>
            <a:xfrm>
              <a:off x="7299158" y="1882652"/>
              <a:ext cx="818" cy="1050"/>
            </a:xfrm>
            <a:custGeom>
              <a:avLst/>
              <a:pathLst>
                <a:path w="818" h="1050">
                  <a:moveTo>
                    <a:pt x="0" y="1050"/>
                  </a:moveTo>
                  <a:lnTo>
                    <a:pt x="8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l2486"/>
            <p:cNvSpPr/>
            <p:nvPr/>
          </p:nvSpPr>
          <p:spPr>
            <a:xfrm>
              <a:off x="7292551" y="1877526"/>
              <a:ext cx="813" cy="1053"/>
            </a:xfrm>
            <a:custGeom>
              <a:avLst/>
              <a:pathLst>
                <a:path w="813" h="1053">
                  <a:moveTo>
                    <a:pt x="0" y="1053"/>
                  </a:moveTo>
                  <a:lnTo>
                    <a:pt x="8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l2487"/>
            <p:cNvSpPr/>
            <p:nvPr/>
          </p:nvSpPr>
          <p:spPr>
            <a:xfrm>
              <a:off x="7312306" y="1892988"/>
              <a:ext cx="826" cy="1043"/>
            </a:xfrm>
            <a:custGeom>
              <a:avLst/>
              <a:pathLst>
                <a:path w="826" h="1043">
                  <a:moveTo>
                    <a:pt x="0" y="1043"/>
                  </a:moveTo>
                  <a:lnTo>
                    <a:pt x="8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l2488"/>
            <p:cNvSpPr/>
            <p:nvPr/>
          </p:nvSpPr>
          <p:spPr>
            <a:xfrm>
              <a:off x="7305743" y="1887806"/>
              <a:ext cx="822" cy="1047"/>
            </a:xfrm>
            <a:custGeom>
              <a:avLst/>
              <a:pathLst>
                <a:path w="822" h="1047">
                  <a:moveTo>
                    <a:pt x="0" y="1047"/>
                  </a:moveTo>
                  <a:lnTo>
                    <a:pt x="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l2489"/>
            <p:cNvSpPr/>
            <p:nvPr/>
          </p:nvSpPr>
          <p:spPr>
            <a:xfrm>
              <a:off x="7325365" y="1903436"/>
              <a:ext cx="835" cy="1036"/>
            </a:xfrm>
            <a:custGeom>
              <a:avLst/>
              <a:pathLst>
                <a:path w="835" h="1036">
                  <a:moveTo>
                    <a:pt x="0" y="1036"/>
                  </a:moveTo>
                  <a:lnTo>
                    <a:pt x="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l2490"/>
            <p:cNvSpPr/>
            <p:nvPr/>
          </p:nvSpPr>
          <p:spPr>
            <a:xfrm>
              <a:off x="7318847" y="1898198"/>
              <a:ext cx="831" cy="1039"/>
            </a:xfrm>
            <a:custGeom>
              <a:avLst/>
              <a:pathLst>
                <a:path w="831" h="1039">
                  <a:moveTo>
                    <a:pt x="0" y="1039"/>
                  </a:moveTo>
                  <a:lnTo>
                    <a:pt x="8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l2491"/>
            <p:cNvSpPr/>
            <p:nvPr/>
          </p:nvSpPr>
          <p:spPr>
            <a:xfrm>
              <a:off x="7320441" y="1901851"/>
              <a:ext cx="1667" cy="2076"/>
            </a:xfrm>
            <a:custGeom>
              <a:avLst/>
              <a:pathLst>
                <a:path w="1667" h="2076">
                  <a:moveTo>
                    <a:pt x="0" y="2076"/>
                  </a:moveTo>
                  <a:lnTo>
                    <a:pt x="1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l2492"/>
            <p:cNvSpPr/>
            <p:nvPr/>
          </p:nvSpPr>
          <p:spPr>
            <a:xfrm>
              <a:off x="7307377" y="1891439"/>
              <a:ext cx="1649" cy="2090"/>
            </a:xfrm>
            <a:custGeom>
              <a:avLst/>
              <a:pathLst>
                <a:path w="1649" h="2090">
                  <a:moveTo>
                    <a:pt x="0" y="2090"/>
                  </a:moveTo>
                  <a:lnTo>
                    <a:pt x="16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l2493"/>
            <p:cNvSpPr/>
            <p:nvPr/>
          </p:nvSpPr>
          <p:spPr>
            <a:xfrm>
              <a:off x="7351214" y="1924664"/>
              <a:ext cx="853" cy="1021"/>
            </a:xfrm>
            <a:custGeom>
              <a:avLst/>
              <a:pathLst>
                <a:path w="853" h="1021">
                  <a:moveTo>
                    <a:pt x="0" y="1021"/>
                  </a:moveTo>
                  <a:lnTo>
                    <a:pt x="8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l2494"/>
            <p:cNvSpPr/>
            <p:nvPr/>
          </p:nvSpPr>
          <p:spPr>
            <a:xfrm>
              <a:off x="7344786" y="1919315"/>
              <a:ext cx="849" cy="1025"/>
            </a:xfrm>
            <a:custGeom>
              <a:avLst/>
              <a:pathLst>
                <a:path w="849" h="1025">
                  <a:moveTo>
                    <a:pt x="0" y="1025"/>
                  </a:moveTo>
                  <a:lnTo>
                    <a:pt x="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l2495"/>
            <p:cNvSpPr/>
            <p:nvPr/>
          </p:nvSpPr>
          <p:spPr>
            <a:xfrm>
              <a:off x="7347152" y="1923010"/>
              <a:ext cx="851" cy="1023"/>
            </a:xfrm>
            <a:custGeom>
              <a:avLst/>
              <a:pathLst>
                <a:path w="851" h="1023">
                  <a:moveTo>
                    <a:pt x="0" y="1023"/>
                  </a:moveTo>
                  <a:lnTo>
                    <a:pt x="8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l2496"/>
            <p:cNvSpPr/>
            <p:nvPr/>
          </p:nvSpPr>
          <p:spPr>
            <a:xfrm>
              <a:off x="7337490" y="1913994"/>
              <a:ext cx="1689" cy="2058"/>
            </a:xfrm>
            <a:custGeom>
              <a:avLst/>
              <a:pathLst>
                <a:path w="1689" h="2058">
                  <a:moveTo>
                    <a:pt x="0" y="2058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l2497"/>
            <p:cNvSpPr/>
            <p:nvPr/>
          </p:nvSpPr>
          <p:spPr>
            <a:xfrm>
              <a:off x="7341479" y="1920036"/>
              <a:ext cx="847" cy="1026"/>
            </a:xfrm>
            <a:custGeom>
              <a:avLst/>
              <a:pathLst>
                <a:path w="847" h="1026">
                  <a:moveTo>
                    <a:pt x="0" y="1026"/>
                  </a:moveTo>
                  <a:lnTo>
                    <a:pt x="8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l2498"/>
            <p:cNvSpPr/>
            <p:nvPr/>
          </p:nvSpPr>
          <p:spPr>
            <a:xfrm>
              <a:off x="7330181" y="1908701"/>
              <a:ext cx="2520" cy="3098"/>
            </a:xfrm>
            <a:custGeom>
              <a:avLst/>
              <a:pathLst>
                <a:path w="2520" h="3098">
                  <a:moveTo>
                    <a:pt x="0" y="3098"/>
                  </a:moveTo>
                  <a:lnTo>
                    <a:pt x="25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l2499"/>
            <p:cNvSpPr/>
            <p:nvPr/>
          </p:nvSpPr>
          <p:spPr>
            <a:xfrm>
              <a:off x="7332462" y="1916420"/>
              <a:ext cx="3376" cy="4118"/>
            </a:xfrm>
            <a:custGeom>
              <a:avLst/>
              <a:pathLst>
                <a:path w="3376" h="4118">
                  <a:moveTo>
                    <a:pt x="0" y="4118"/>
                  </a:moveTo>
                  <a:lnTo>
                    <a:pt x="33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l2500"/>
            <p:cNvSpPr/>
            <p:nvPr/>
          </p:nvSpPr>
          <p:spPr>
            <a:xfrm>
              <a:off x="7310604" y="1898714"/>
              <a:ext cx="3316" cy="4166"/>
            </a:xfrm>
            <a:custGeom>
              <a:avLst/>
              <a:pathLst>
                <a:path w="3316" h="4166">
                  <a:moveTo>
                    <a:pt x="0" y="4166"/>
                  </a:moveTo>
                  <a:lnTo>
                    <a:pt x="3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l2501"/>
            <p:cNvSpPr/>
            <p:nvPr/>
          </p:nvSpPr>
          <p:spPr>
            <a:xfrm>
              <a:off x="7364002" y="1935443"/>
              <a:ext cx="862" cy="1014"/>
            </a:xfrm>
            <a:custGeom>
              <a:avLst/>
              <a:pathLst>
                <a:path w="862" h="1014">
                  <a:moveTo>
                    <a:pt x="0" y="1014"/>
                  </a:moveTo>
                  <a:lnTo>
                    <a:pt x="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l2502"/>
            <p:cNvSpPr/>
            <p:nvPr/>
          </p:nvSpPr>
          <p:spPr>
            <a:xfrm>
              <a:off x="7357620" y="1930040"/>
              <a:ext cx="857" cy="1018"/>
            </a:xfrm>
            <a:custGeom>
              <a:avLst/>
              <a:pathLst>
                <a:path w="857" h="1018">
                  <a:moveTo>
                    <a:pt x="0" y="1018"/>
                  </a:moveTo>
                  <a:lnTo>
                    <a:pt x="8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l2503"/>
            <p:cNvSpPr/>
            <p:nvPr/>
          </p:nvSpPr>
          <p:spPr>
            <a:xfrm>
              <a:off x="7389299" y="1957326"/>
              <a:ext cx="879" cy="999"/>
            </a:xfrm>
            <a:custGeom>
              <a:avLst/>
              <a:pathLst>
                <a:path w="879" h="999">
                  <a:moveTo>
                    <a:pt x="0" y="999"/>
                  </a:moveTo>
                  <a:lnTo>
                    <a:pt x="8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l2504"/>
            <p:cNvSpPr/>
            <p:nvPr/>
          </p:nvSpPr>
          <p:spPr>
            <a:xfrm>
              <a:off x="7383010" y="1951815"/>
              <a:ext cx="875" cy="1003"/>
            </a:xfrm>
            <a:custGeom>
              <a:avLst/>
              <a:pathLst>
                <a:path w="875" h="1003">
                  <a:moveTo>
                    <a:pt x="0" y="1003"/>
                  </a:moveTo>
                  <a:lnTo>
                    <a:pt x="8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l2505"/>
            <p:cNvSpPr/>
            <p:nvPr/>
          </p:nvSpPr>
          <p:spPr>
            <a:xfrm>
              <a:off x="7408025" y="1974021"/>
              <a:ext cx="892" cy="988"/>
            </a:xfrm>
            <a:custGeom>
              <a:avLst/>
              <a:pathLst>
                <a:path w="892" h="988">
                  <a:moveTo>
                    <a:pt x="0" y="988"/>
                  </a:moveTo>
                  <a:lnTo>
                    <a:pt x="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l2506"/>
            <p:cNvSpPr/>
            <p:nvPr/>
          </p:nvSpPr>
          <p:spPr>
            <a:xfrm>
              <a:off x="7401807" y="1968430"/>
              <a:ext cx="887" cy="992"/>
            </a:xfrm>
            <a:custGeom>
              <a:avLst/>
              <a:pathLst>
                <a:path w="887" h="992">
                  <a:moveTo>
                    <a:pt x="0" y="992"/>
                  </a:moveTo>
                  <a:lnTo>
                    <a:pt x="8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l2507"/>
            <p:cNvSpPr/>
            <p:nvPr/>
          </p:nvSpPr>
          <p:spPr>
            <a:xfrm>
              <a:off x="7404029" y="1972212"/>
              <a:ext cx="889" cy="990"/>
            </a:xfrm>
            <a:custGeom>
              <a:avLst/>
              <a:pathLst>
                <a:path w="889" h="990">
                  <a:moveTo>
                    <a:pt x="0" y="990"/>
                  </a:moveTo>
                  <a:lnTo>
                    <a:pt x="8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l2508"/>
            <p:cNvSpPr/>
            <p:nvPr/>
          </p:nvSpPr>
          <p:spPr>
            <a:xfrm>
              <a:off x="7394682" y="1962865"/>
              <a:ext cx="1767" cy="1992"/>
            </a:xfrm>
            <a:custGeom>
              <a:avLst/>
              <a:pathLst>
                <a:path w="1767" h="1992">
                  <a:moveTo>
                    <a:pt x="0" y="1992"/>
                  </a:moveTo>
                  <a:lnTo>
                    <a:pt x="1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l2509"/>
            <p:cNvSpPr/>
            <p:nvPr/>
          </p:nvSpPr>
          <p:spPr>
            <a:xfrm>
              <a:off x="7397589" y="1969022"/>
              <a:ext cx="1773" cy="1986"/>
            </a:xfrm>
            <a:custGeom>
              <a:avLst/>
              <a:pathLst>
                <a:path w="1773" h="1986">
                  <a:moveTo>
                    <a:pt x="0" y="1986"/>
                  </a:moveTo>
                  <a:lnTo>
                    <a:pt x="1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l2510"/>
            <p:cNvSpPr/>
            <p:nvPr/>
          </p:nvSpPr>
          <p:spPr>
            <a:xfrm>
              <a:off x="7383526" y="1955569"/>
              <a:ext cx="2631" cy="3004"/>
            </a:xfrm>
            <a:custGeom>
              <a:avLst/>
              <a:pathLst>
                <a:path w="2631" h="3004">
                  <a:moveTo>
                    <a:pt x="0" y="3004"/>
                  </a:moveTo>
                  <a:lnTo>
                    <a:pt x="2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l2511"/>
            <p:cNvSpPr/>
            <p:nvPr/>
          </p:nvSpPr>
          <p:spPr>
            <a:xfrm>
              <a:off x="7389690" y="1964774"/>
              <a:ext cx="881" cy="997"/>
            </a:xfrm>
            <a:custGeom>
              <a:avLst/>
              <a:pathLst>
                <a:path w="881" h="997">
                  <a:moveTo>
                    <a:pt x="0" y="997"/>
                  </a:moveTo>
                  <a:lnTo>
                    <a:pt x="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l2512"/>
            <p:cNvSpPr/>
            <p:nvPr/>
          </p:nvSpPr>
          <p:spPr>
            <a:xfrm>
              <a:off x="7373214" y="1946331"/>
              <a:ext cx="4353" cy="5036"/>
            </a:xfrm>
            <a:custGeom>
              <a:avLst/>
              <a:pathLst>
                <a:path w="4353" h="5036">
                  <a:moveTo>
                    <a:pt x="0" y="5036"/>
                  </a:moveTo>
                  <a:lnTo>
                    <a:pt x="43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l2513"/>
            <p:cNvSpPr/>
            <p:nvPr/>
          </p:nvSpPr>
          <p:spPr>
            <a:xfrm>
              <a:off x="7380596" y="1958546"/>
              <a:ext cx="876" cy="1002"/>
            </a:xfrm>
            <a:custGeom>
              <a:avLst/>
              <a:pathLst>
                <a:path w="876" h="1002">
                  <a:moveTo>
                    <a:pt x="0" y="1002"/>
                  </a:moveTo>
                  <a:lnTo>
                    <a:pt x="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l2514"/>
            <p:cNvSpPr/>
            <p:nvPr/>
          </p:nvSpPr>
          <p:spPr>
            <a:xfrm>
              <a:off x="7366029" y="1940873"/>
              <a:ext cx="5198" cy="6065"/>
            </a:xfrm>
            <a:custGeom>
              <a:avLst/>
              <a:pathLst>
                <a:path w="5198" h="6065">
                  <a:moveTo>
                    <a:pt x="0" y="6065"/>
                  </a:moveTo>
                  <a:lnTo>
                    <a:pt x="5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l2515"/>
            <p:cNvSpPr/>
            <p:nvPr/>
          </p:nvSpPr>
          <p:spPr>
            <a:xfrm>
              <a:off x="7371585" y="1953226"/>
              <a:ext cx="1742" cy="2013"/>
            </a:xfrm>
            <a:custGeom>
              <a:avLst/>
              <a:pathLst>
                <a:path w="1742" h="2013">
                  <a:moveTo>
                    <a:pt x="0" y="2013"/>
                  </a:moveTo>
                  <a:lnTo>
                    <a:pt x="17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l2516"/>
            <p:cNvSpPr/>
            <p:nvPr/>
          </p:nvSpPr>
          <p:spPr>
            <a:xfrm>
              <a:off x="7354794" y="1933754"/>
              <a:ext cx="6019" cy="7115"/>
            </a:xfrm>
            <a:custGeom>
              <a:avLst/>
              <a:pathLst>
                <a:path w="6019" h="7115">
                  <a:moveTo>
                    <a:pt x="0" y="7115"/>
                  </a:moveTo>
                  <a:lnTo>
                    <a:pt x="60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l2517"/>
            <p:cNvSpPr/>
            <p:nvPr/>
          </p:nvSpPr>
          <p:spPr>
            <a:xfrm>
              <a:off x="7432658" y="1996651"/>
              <a:ext cx="908" cy="973"/>
            </a:xfrm>
            <a:custGeom>
              <a:avLst/>
              <a:pathLst>
                <a:path w="908" h="973">
                  <a:moveTo>
                    <a:pt x="0" y="973"/>
                  </a:moveTo>
                  <a:lnTo>
                    <a:pt x="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l2518"/>
            <p:cNvSpPr/>
            <p:nvPr/>
          </p:nvSpPr>
          <p:spPr>
            <a:xfrm>
              <a:off x="7426536" y="1990954"/>
              <a:ext cx="904" cy="976"/>
            </a:xfrm>
            <a:custGeom>
              <a:avLst/>
              <a:pathLst>
                <a:path w="904" h="976">
                  <a:moveTo>
                    <a:pt x="0" y="976"/>
                  </a:moveTo>
                  <a:lnTo>
                    <a:pt x="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l2519"/>
            <p:cNvSpPr/>
            <p:nvPr/>
          </p:nvSpPr>
          <p:spPr>
            <a:xfrm>
              <a:off x="7428694" y="1994774"/>
              <a:ext cx="906" cy="975"/>
            </a:xfrm>
            <a:custGeom>
              <a:avLst/>
              <a:pathLst>
                <a:path w="906" h="975">
                  <a:moveTo>
                    <a:pt x="0" y="975"/>
                  </a:moveTo>
                  <a:lnTo>
                    <a:pt x="9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l2520"/>
            <p:cNvSpPr/>
            <p:nvPr/>
          </p:nvSpPr>
          <p:spPr>
            <a:xfrm>
              <a:off x="7419490" y="1985284"/>
              <a:ext cx="1800" cy="1961"/>
            </a:xfrm>
            <a:custGeom>
              <a:avLst/>
              <a:pathLst>
                <a:path w="1800" h="1961">
                  <a:moveTo>
                    <a:pt x="0" y="1961"/>
                  </a:moveTo>
                  <a:lnTo>
                    <a:pt x="18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l2521"/>
            <p:cNvSpPr/>
            <p:nvPr/>
          </p:nvSpPr>
          <p:spPr>
            <a:xfrm>
              <a:off x="7450877" y="2013898"/>
              <a:ext cx="921" cy="961"/>
            </a:xfrm>
            <a:custGeom>
              <a:avLst/>
              <a:pathLst>
                <a:path w="921" h="961">
                  <a:moveTo>
                    <a:pt x="0" y="961"/>
                  </a:moveTo>
                  <a:lnTo>
                    <a:pt x="9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l2522"/>
            <p:cNvSpPr/>
            <p:nvPr/>
          </p:nvSpPr>
          <p:spPr>
            <a:xfrm>
              <a:off x="7444829" y="2008123"/>
              <a:ext cx="917" cy="965"/>
            </a:xfrm>
            <a:custGeom>
              <a:avLst/>
              <a:pathLst>
                <a:path w="917" h="965">
                  <a:moveTo>
                    <a:pt x="0" y="965"/>
                  </a:moveTo>
                  <a:lnTo>
                    <a:pt x="9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l2523"/>
            <p:cNvSpPr/>
            <p:nvPr/>
          </p:nvSpPr>
          <p:spPr>
            <a:xfrm>
              <a:off x="7446937" y="2011971"/>
              <a:ext cx="919" cy="963"/>
            </a:xfrm>
            <a:custGeom>
              <a:avLst/>
              <a:pathLst>
                <a:path w="919" h="963">
                  <a:moveTo>
                    <a:pt x="0" y="963"/>
                  </a:moveTo>
                  <a:lnTo>
                    <a:pt x="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l2524"/>
            <p:cNvSpPr/>
            <p:nvPr/>
          </p:nvSpPr>
          <p:spPr>
            <a:xfrm>
              <a:off x="7437843" y="2002374"/>
              <a:ext cx="1825" cy="1938"/>
            </a:xfrm>
            <a:custGeom>
              <a:avLst/>
              <a:pathLst>
                <a:path w="1825" h="1938">
                  <a:moveTo>
                    <a:pt x="0" y="1938"/>
                  </a:moveTo>
                  <a:lnTo>
                    <a:pt x="18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l2525"/>
            <p:cNvSpPr/>
            <p:nvPr/>
          </p:nvSpPr>
          <p:spPr>
            <a:xfrm>
              <a:off x="7474824" y="2037255"/>
              <a:ext cx="937" cy="945"/>
            </a:xfrm>
            <a:custGeom>
              <a:avLst/>
              <a:pathLst>
                <a:path w="937" h="945">
                  <a:moveTo>
                    <a:pt x="0" y="945"/>
                  </a:moveTo>
                  <a:lnTo>
                    <a:pt x="9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l2526"/>
            <p:cNvSpPr/>
            <p:nvPr/>
          </p:nvSpPr>
          <p:spPr>
            <a:xfrm>
              <a:off x="7468874" y="2031377"/>
              <a:ext cx="933" cy="949"/>
            </a:xfrm>
            <a:custGeom>
              <a:avLst/>
              <a:pathLst>
                <a:path w="933" h="949">
                  <a:moveTo>
                    <a:pt x="0" y="949"/>
                  </a:moveTo>
                  <a:lnTo>
                    <a:pt x="9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l2527"/>
            <p:cNvSpPr/>
            <p:nvPr/>
          </p:nvSpPr>
          <p:spPr>
            <a:xfrm>
              <a:off x="7470917" y="2035260"/>
              <a:ext cx="935" cy="947"/>
            </a:xfrm>
            <a:custGeom>
              <a:avLst/>
              <a:pathLst>
                <a:path w="935" h="947">
                  <a:moveTo>
                    <a:pt x="0" y="947"/>
                  </a:moveTo>
                  <a:lnTo>
                    <a:pt x="9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l2528"/>
            <p:cNvSpPr/>
            <p:nvPr/>
          </p:nvSpPr>
          <p:spPr>
            <a:xfrm>
              <a:off x="7461971" y="2025525"/>
              <a:ext cx="1858" cy="1906"/>
            </a:xfrm>
            <a:custGeom>
              <a:avLst/>
              <a:pathLst>
                <a:path w="1858" h="1906">
                  <a:moveTo>
                    <a:pt x="0" y="1906"/>
                  </a:moveTo>
                  <a:lnTo>
                    <a:pt x="18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l2529"/>
            <p:cNvSpPr/>
            <p:nvPr/>
          </p:nvSpPr>
          <p:spPr>
            <a:xfrm>
              <a:off x="7465519" y="2031813"/>
              <a:ext cx="932" cy="950"/>
            </a:xfrm>
            <a:custGeom>
              <a:avLst/>
              <a:pathLst>
                <a:path w="932" h="950">
                  <a:moveTo>
                    <a:pt x="0" y="950"/>
                  </a:moveTo>
                  <a:lnTo>
                    <a:pt x="9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l2530"/>
            <p:cNvSpPr/>
            <p:nvPr/>
          </p:nvSpPr>
          <p:spPr>
            <a:xfrm>
              <a:off x="7455051" y="2019699"/>
              <a:ext cx="2775" cy="2872"/>
            </a:xfrm>
            <a:custGeom>
              <a:avLst/>
              <a:pathLst>
                <a:path w="2775" h="2872">
                  <a:moveTo>
                    <a:pt x="0" y="2872"/>
                  </a:moveTo>
                  <a:lnTo>
                    <a:pt x="27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l2531"/>
            <p:cNvSpPr/>
            <p:nvPr/>
          </p:nvSpPr>
          <p:spPr>
            <a:xfrm>
              <a:off x="7457508" y="2027657"/>
              <a:ext cx="2786" cy="2861"/>
            </a:xfrm>
            <a:custGeom>
              <a:avLst/>
              <a:pathLst>
                <a:path w="2786" h="2861">
                  <a:moveTo>
                    <a:pt x="0" y="2861"/>
                  </a:moveTo>
                  <a:lnTo>
                    <a:pt x="27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l2532"/>
            <p:cNvSpPr/>
            <p:nvPr/>
          </p:nvSpPr>
          <p:spPr>
            <a:xfrm>
              <a:off x="7438733" y="2008616"/>
              <a:ext cx="3664" cy="3864"/>
            </a:xfrm>
            <a:custGeom>
              <a:avLst/>
              <a:pathLst>
                <a:path w="3664" h="3864">
                  <a:moveTo>
                    <a:pt x="0" y="3864"/>
                  </a:moveTo>
                  <a:lnTo>
                    <a:pt x="36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l2533"/>
            <p:cNvSpPr/>
            <p:nvPr/>
          </p:nvSpPr>
          <p:spPr>
            <a:xfrm>
              <a:off x="7445383" y="2021469"/>
              <a:ext cx="2767" cy="2880"/>
            </a:xfrm>
            <a:custGeom>
              <a:avLst/>
              <a:pathLst>
                <a:path w="2767" h="2880">
                  <a:moveTo>
                    <a:pt x="0" y="2880"/>
                  </a:moveTo>
                  <a:lnTo>
                    <a:pt x="2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l2534"/>
            <p:cNvSpPr/>
            <p:nvPr/>
          </p:nvSpPr>
          <p:spPr>
            <a:xfrm>
              <a:off x="7417773" y="1991490"/>
              <a:ext cx="6325" cy="6845"/>
            </a:xfrm>
            <a:custGeom>
              <a:avLst/>
              <a:pathLst>
                <a:path w="6325" h="6845">
                  <a:moveTo>
                    <a:pt x="0" y="6845"/>
                  </a:moveTo>
                  <a:lnTo>
                    <a:pt x="63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l2535"/>
            <p:cNvSpPr/>
            <p:nvPr/>
          </p:nvSpPr>
          <p:spPr>
            <a:xfrm>
              <a:off x="7430728" y="2011275"/>
              <a:ext cx="913" cy="969"/>
            </a:xfrm>
            <a:custGeom>
              <a:avLst/>
              <a:pathLst>
                <a:path w="913" h="969">
                  <a:moveTo>
                    <a:pt x="0" y="969"/>
                  </a:moveTo>
                  <a:lnTo>
                    <a:pt x="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l2536"/>
            <p:cNvSpPr/>
            <p:nvPr/>
          </p:nvSpPr>
          <p:spPr>
            <a:xfrm>
              <a:off x="7406154" y="1979639"/>
              <a:ext cx="8962" cy="9846"/>
            </a:xfrm>
            <a:custGeom>
              <a:avLst/>
              <a:pathLst>
                <a:path w="8962" h="9846">
                  <a:moveTo>
                    <a:pt x="0" y="9846"/>
                  </a:moveTo>
                  <a:lnTo>
                    <a:pt x="8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l2537"/>
            <p:cNvSpPr/>
            <p:nvPr/>
          </p:nvSpPr>
          <p:spPr>
            <a:xfrm>
              <a:off x="7410348" y="2000812"/>
              <a:ext cx="8142" cy="8791"/>
            </a:xfrm>
            <a:custGeom>
              <a:avLst/>
              <a:pathLst>
                <a:path w="8142" h="8791">
                  <a:moveTo>
                    <a:pt x="0" y="8791"/>
                  </a:moveTo>
                  <a:lnTo>
                    <a:pt x="8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l2538"/>
            <p:cNvSpPr/>
            <p:nvPr/>
          </p:nvSpPr>
          <p:spPr>
            <a:xfrm>
              <a:off x="7353688" y="1948031"/>
              <a:ext cx="9522" cy="11127"/>
            </a:xfrm>
            <a:custGeom>
              <a:avLst/>
              <a:pathLst>
                <a:path w="9522" h="11127">
                  <a:moveTo>
                    <a:pt x="0" y="11127"/>
                  </a:moveTo>
                  <a:lnTo>
                    <a:pt x="95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l2539"/>
            <p:cNvSpPr/>
            <p:nvPr/>
          </p:nvSpPr>
          <p:spPr>
            <a:xfrm>
              <a:off x="7375182" y="1984103"/>
              <a:ext cx="7082" cy="7955"/>
            </a:xfrm>
            <a:custGeom>
              <a:avLst/>
              <a:pathLst>
                <a:path w="7082" h="7955">
                  <a:moveTo>
                    <a:pt x="0" y="7955"/>
                  </a:moveTo>
                  <a:lnTo>
                    <a:pt x="70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l2540"/>
            <p:cNvSpPr/>
            <p:nvPr/>
          </p:nvSpPr>
          <p:spPr>
            <a:xfrm>
              <a:off x="7304832" y="1911671"/>
              <a:ext cx="16733" cy="20714"/>
            </a:xfrm>
            <a:custGeom>
              <a:avLst/>
              <a:pathLst>
                <a:path w="16733" h="20714">
                  <a:moveTo>
                    <a:pt x="0" y="20714"/>
                  </a:moveTo>
                  <a:lnTo>
                    <a:pt x="167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l2541"/>
            <p:cNvSpPr/>
            <p:nvPr/>
          </p:nvSpPr>
          <p:spPr>
            <a:xfrm>
              <a:off x="7338642" y="1961800"/>
              <a:ext cx="1722" cy="2030"/>
            </a:xfrm>
            <a:custGeom>
              <a:avLst/>
              <a:pathLst>
                <a:path w="1722" h="2030">
                  <a:moveTo>
                    <a:pt x="0" y="2030"/>
                  </a:moveTo>
                  <a:lnTo>
                    <a:pt x="1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l2542"/>
            <p:cNvSpPr/>
            <p:nvPr/>
          </p:nvSpPr>
          <p:spPr>
            <a:xfrm>
              <a:off x="7273015" y="1881138"/>
              <a:ext cx="22841" cy="29463"/>
            </a:xfrm>
            <a:custGeom>
              <a:avLst/>
              <a:pathLst>
                <a:path w="22841" h="29463">
                  <a:moveTo>
                    <a:pt x="0" y="29463"/>
                  </a:moveTo>
                  <a:lnTo>
                    <a:pt x="22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l2543"/>
            <p:cNvSpPr/>
            <p:nvPr/>
          </p:nvSpPr>
          <p:spPr>
            <a:xfrm>
              <a:off x="7289347" y="1936855"/>
              <a:ext cx="16774" cy="20681"/>
            </a:xfrm>
            <a:custGeom>
              <a:avLst/>
              <a:pathLst>
                <a:path w="16774" h="20681">
                  <a:moveTo>
                    <a:pt x="0" y="20681"/>
                  </a:moveTo>
                  <a:lnTo>
                    <a:pt x="167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l2544"/>
            <p:cNvSpPr/>
            <p:nvPr/>
          </p:nvSpPr>
          <p:spPr>
            <a:xfrm>
              <a:off x="7149632" y="1821263"/>
              <a:ext cx="22216" cy="33194"/>
            </a:xfrm>
            <a:custGeom>
              <a:avLst/>
              <a:pathLst>
                <a:path w="22216" h="33194">
                  <a:moveTo>
                    <a:pt x="0" y="33194"/>
                  </a:moveTo>
                  <a:lnTo>
                    <a:pt x="22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l2545"/>
            <p:cNvSpPr/>
            <p:nvPr/>
          </p:nvSpPr>
          <p:spPr>
            <a:xfrm>
              <a:off x="7200119" y="1904396"/>
              <a:ext cx="20551" cy="27856"/>
            </a:xfrm>
            <a:custGeom>
              <a:avLst/>
              <a:pathLst>
                <a:path w="20551" h="27856">
                  <a:moveTo>
                    <a:pt x="0" y="27856"/>
                  </a:moveTo>
                  <a:lnTo>
                    <a:pt x="20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l2546"/>
            <p:cNvSpPr/>
            <p:nvPr/>
          </p:nvSpPr>
          <p:spPr>
            <a:xfrm>
              <a:off x="6976754" y="1732175"/>
              <a:ext cx="31528" cy="58632"/>
            </a:xfrm>
            <a:custGeom>
              <a:avLst/>
              <a:pathLst>
                <a:path w="31528" h="58632">
                  <a:moveTo>
                    <a:pt x="0" y="58632"/>
                  </a:moveTo>
                  <a:lnTo>
                    <a:pt x="315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l2547"/>
            <p:cNvSpPr/>
            <p:nvPr/>
          </p:nvSpPr>
          <p:spPr>
            <a:xfrm>
              <a:off x="7486646" y="2049086"/>
              <a:ext cx="945" cy="937"/>
            </a:xfrm>
            <a:custGeom>
              <a:avLst/>
              <a:pathLst>
                <a:path w="945" h="937">
                  <a:moveTo>
                    <a:pt x="0" y="937"/>
                  </a:moveTo>
                  <a:lnTo>
                    <a:pt x="9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l2548"/>
            <p:cNvSpPr/>
            <p:nvPr/>
          </p:nvSpPr>
          <p:spPr>
            <a:xfrm>
              <a:off x="7480748" y="2043158"/>
              <a:ext cx="941" cy="941"/>
            </a:xfrm>
            <a:custGeom>
              <a:avLst/>
              <a:pathLst>
                <a:path w="941" h="941">
                  <a:moveTo>
                    <a:pt x="0" y="941"/>
                  </a:moveTo>
                  <a:lnTo>
                    <a:pt x="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l2549"/>
            <p:cNvSpPr/>
            <p:nvPr/>
          </p:nvSpPr>
          <p:spPr>
            <a:xfrm>
              <a:off x="7509987" y="2073048"/>
              <a:ext cx="961" cy="921"/>
            </a:xfrm>
            <a:custGeom>
              <a:avLst/>
              <a:pathLst>
                <a:path w="961" h="921">
                  <a:moveTo>
                    <a:pt x="0" y="921"/>
                  </a:moveTo>
                  <a:lnTo>
                    <a:pt x="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l2550"/>
            <p:cNvSpPr/>
            <p:nvPr/>
          </p:nvSpPr>
          <p:spPr>
            <a:xfrm>
              <a:off x="7504190" y="2067020"/>
              <a:ext cx="957" cy="925"/>
            </a:xfrm>
            <a:custGeom>
              <a:avLst/>
              <a:pathLst>
                <a:path w="957" h="925">
                  <a:moveTo>
                    <a:pt x="0" y="925"/>
                  </a:moveTo>
                  <a:lnTo>
                    <a:pt x="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l2551"/>
            <p:cNvSpPr/>
            <p:nvPr/>
          </p:nvSpPr>
          <p:spPr>
            <a:xfrm>
              <a:off x="7527222" y="2091280"/>
              <a:ext cx="973" cy="908"/>
            </a:xfrm>
            <a:custGeom>
              <a:avLst/>
              <a:pathLst>
                <a:path w="973" h="908">
                  <a:moveTo>
                    <a:pt x="0" y="908"/>
                  </a:moveTo>
                  <a:lnTo>
                    <a:pt x="9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l2552"/>
            <p:cNvSpPr/>
            <p:nvPr/>
          </p:nvSpPr>
          <p:spPr>
            <a:xfrm>
              <a:off x="7521503" y="2085178"/>
              <a:ext cx="969" cy="912"/>
            </a:xfrm>
            <a:custGeom>
              <a:avLst/>
              <a:pathLst>
                <a:path w="969" h="912">
                  <a:moveTo>
                    <a:pt x="0" y="912"/>
                  </a:moveTo>
                  <a:lnTo>
                    <a:pt x="9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l2553"/>
            <p:cNvSpPr/>
            <p:nvPr/>
          </p:nvSpPr>
          <p:spPr>
            <a:xfrm>
              <a:off x="7523395" y="2089137"/>
              <a:ext cx="971" cy="910"/>
            </a:xfrm>
            <a:custGeom>
              <a:avLst/>
              <a:pathLst>
                <a:path w="971" h="910">
                  <a:moveTo>
                    <a:pt x="0" y="910"/>
                  </a:moveTo>
                  <a:lnTo>
                    <a:pt x="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l2554"/>
            <p:cNvSpPr/>
            <p:nvPr/>
          </p:nvSpPr>
          <p:spPr>
            <a:xfrm>
              <a:off x="7514793" y="2079101"/>
              <a:ext cx="1930" cy="1834"/>
            </a:xfrm>
            <a:custGeom>
              <a:avLst/>
              <a:pathLst>
                <a:path w="1930" h="1834">
                  <a:moveTo>
                    <a:pt x="0" y="1834"/>
                  </a:moveTo>
                  <a:lnTo>
                    <a:pt x="19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l2555"/>
            <p:cNvSpPr/>
            <p:nvPr/>
          </p:nvSpPr>
          <p:spPr>
            <a:xfrm>
              <a:off x="7517165" y="2085484"/>
              <a:ext cx="1936" cy="1827"/>
            </a:xfrm>
            <a:custGeom>
              <a:avLst/>
              <a:pathLst>
                <a:path w="1936" h="1827">
                  <a:moveTo>
                    <a:pt x="0" y="1827"/>
                  </a:moveTo>
                  <a:lnTo>
                    <a:pt x="19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l2556"/>
            <p:cNvSpPr/>
            <p:nvPr/>
          </p:nvSpPr>
          <p:spPr>
            <a:xfrm>
              <a:off x="7504214" y="2070954"/>
              <a:ext cx="2878" cy="2769"/>
            </a:xfrm>
            <a:custGeom>
              <a:avLst/>
              <a:pathLst>
                <a:path w="2878" h="2769">
                  <a:moveTo>
                    <a:pt x="0" y="2769"/>
                  </a:moveTo>
                  <a:lnTo>
                    <a:pt x="28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l2557"/>
            <p:cNvSpPr/>
            <p:nvPr/>
          </p:nvSpPr>
          <p:spPr>
            <a:xfrm>
              <a:off x="7509742" y="2080502"/>
              <a:ext cx="963" cy="918"/>
            </a:xfrm>
            <a:custGeom>
              <a:avLst/>
              <a:pathLst>
                <a:path w="963" h="918">
                  <a:moveTo>
                    <a:pt x="0" y="918"/>
                  </a:moveTo>
                  <a:lnTo>
                    <a:pt x="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l2558"/>
            <p:cNvSpPr/>
            <p:nvPr/>
          </p:nvSpPr>
          <p:spPr>
            <a:xfrm>
              <a:off x="7494554" y="2061017"/>
              <a:ext cx="4767" cy="4646"/>
            </a:xfrm>
            <a:custGeom>
              <a:avLst/>
              <a:pathLst>
                <a:path w="4767" h="4646">
                  <a:moveTo>
                    <a:pt x="0" y="4646"/>
                  </a:moveTo>
                  <a:lnTo>
                    <a:pt x="4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l2559"/>
            <p:cNvSpPr/>
            <p:nvPr/>
          </p:nvSpPr>
          <p:spPr>
            <a:xfrm>
              <a:off x="7501211" y="2073521"/>
              <a:ext cx="958" cy="923"/>
            </a:xfrm>
            <a:custGeom>
              <a:avLst/>
              <a:pathLst>
                <a:path w="958" h="923">
                  <a:moveTo>
                    <a:pt x="0" y="923"/>
                  </a:moveTo>
                  <a:lnTo>
                    <a:pt x="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l2560"/>
            <p:cNvSpPr/>
            <p:nvPr/>
          </p:nvSpPr>
          <p:spPr>
            <a:xfrm>
              <a:off x="7487772" y="2055039"/>
              <a:ext cx="5696" cy="5600"/>
            </a:xfrm>
            <a:custGeom>
              <a:avLst/>
              <a:pathLst>
                <a:path w="5696" h="5600">
                  <a:moveTo>
                    <a:pt x="0" y="5600"/>
                  </a:moveTo>
                  <a:lnTo>
                    <a:pt x="56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l2561"/>
            <p:cNvSpPr/>
            <p:nvPr/>
          </p:nvSpPr>
          <p:spPr>
            <a:xfrm>
              <a:off x="7492601" y="2067525"/>
              <a:ext cx="1908" cy="1857"/>
            </a:xfrm>
            <a:custGeom>
              <a:avLst/>
              <a:pathLst>
                <a:path w="1908" h="1857">
                  <a:moveTo>
                    <a:pt x="0" y="1857"/>
                  </a:moveTo>
                  <a:lnTo>
                    <a:pt x="1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l2562"/>
            <p:cNvSpPr/>
            <p:nvPr/>
          </p:nvSpPr>
          <p:spPr>
            <a:xfrm>
              <a:off x="7477096" y="2047058"/>
              <a:ext cx="6604" cy="6576"/>
            </a:xfrm>
            <a:custGeom>
              <a:avLst/>
              <a:pathLst>
                <a:path w="6604" h="6576">
                  <a:moveTo>
                    <a:pt x="0" y="6576"/>
                  </a:moveTo>
                  <a:lnTo>
                    <a:pt x="66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l2563"/>
            <p:cNvSpPr/>
            <p:nvPr/>
          </p:nvSpPr>
          <p:spPr>
            <a:xfrm>
              <a:off x="7544223" y="2109731"/>
              <a:ext cx="984" cy="896"/>
            </a:xfrm>
            <a:custGeom>
              <a:avLst/>
              <a:pathLst>
                <a:path w="984" h="896">
                  <a:moveTo>
                    <a:pt x="0" y="896"/>
                  </a:moveTo>
                  <a:lnTo>
                    <a:pt x="9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l2564"/>
            <p:cNvSpPr/>
            <p:nvPr/>
          </p:nvSpPr>
          <p:spPr>
            <a:xfrm>
              <a:off x="7538582" y="2103556"/>
              <a:ext cx="980" cy="900"/>
            </a:xfrm>
            <a:custGeom>
              <a:avLst/>
              <a:pathLst>
                <a:path w="980" h="900">
                  <a:moveTo>
                    <a:pt x="0" y="900"/>
                  </a:moveTo>
                  <a:lnTo>
                    <a:pt x="9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l2565"/>
            <p:cNvSpPr/>
            <p:nvPr/>
          </p:nvSpPr>
          <p:spPr>
            <a:xfrm>
              <a:off x="7577509" y="2147278"/>
              <a:ext cx="1007" cy="870"/>
            </a:xfrm>
            <a:custGeom>
              <a:avLst/>
              <a:pathLst>
                <a:path w="1007" h="870">
                  <a:moveTo>
                    <a:pt x="0" y="870"/>
                  </a:moveTo>
                  <a:lnTo>
                    <a:pt x="10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l2566"/>
            <p:cNvSpPr/>
            <p:nvPr/>
          </p:nvSpPr>
          <p:spPr>
            <a:xfrm>
              <a:off x="7572028" y="2140961"/>
              <a:ext cx="1003" cy="875"/>
            </a:xfrm>
            <a:custGeom>
              <a:avLst/>
              <a:pathLst>
                <a:path w="1003" h="875">
                  <a:moveTo>
                    <a:pt x="0" y="875"/>
                  </a:moveTo>
                  <a:lnTo>
                    <a:pt x="1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l2567"/>
            <p:cNvSpPr/>
            <p:nvPr/>
          </p:nvSpPr>
          <p:spPr>
            <a:xfrm>
              <a:off x="7573766" y="2144990"/>
              <a:ext cx="1005" cy="872"/>
            </a:xfrm>
            <a:custGeom>
              <a:avLst/>
              <a:pathLst>
                <a:path w="1005" h="872">
                  <a:moveTo>
                    <a:pt x="0" y="872"/>
                  </a:moveTo>
                  <a:lnTo>
                    <a:pt x="10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l2568"/>
            <p:cNvSpPr/>
            <p:nvPr/>
          </p:nvSpPr>
          <p:spPr>
            <a:xfrm>
              <a:off x="7565521" y="2134668"/>
              <a:ext cx="1999" cy="1758"/>
            </a:xfrm>
            <a:custGeom>
              <a:avLst/>
              <a:pathLst>
                <a:path w="1999" h="1758">
                  <a:moveTo>
                    <a:pt x="0" y="1758"/>
                  </a:moveTo>
                  <a:lnTo>
                    <a:pt x="1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l2569"/>
            <p:cNvSpPr/>
            <p:nvPr/>
          </p:nvSpPr>
          <p:spPr>
            <a:xfrm>
              <a:off x="7599161" y="2172779"/>
              <a:ext cx="1021" cy="853"/>
            </a:xfrm>
            <a:custGeom>
              <a:avLst/>
              <a:pathLst>
                <a:path w="1021" h="853">
                  <a:moveTo>
                    <a:pt x="0" y="853"/>
                  </a:moveTo>
                  <a:lnTo>
                    <a:pt x="10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l2570"/>
            <p:cNvSpPr/>
            <p:nvPr/>
          </p:nvSpPr>
          <p:spPr>
            <a:xfrm>
              <a:off x="7593789" y="2166369"/>
              <a:ext cx="1018" cy="857"/>
            </a:xfrm>
            <a:custGeom>
              <a:avLst/>
              <a:pathLst>
                <a:path w="1018" h="857">
                  <a:moveTo>
                    <a:pt x="0" y="857"/>
                  </a:moveTo>
                  <a:lnTo>
                    <a:pt x="10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l2571"/>
            <p:cNvSpPr/>
            <p:nvPr/>
          </p:nvSpPr>
          <p:spPr>
            <a:xfrm>
              <a:off x="7595458" y="2170427"/>
              <a:ext cx="1020" cy="855"/>
            </a:xfrm>
            <a:custGeom>
              <a:avLst/>
              <a:pathLst>
                <a:path w="1020" h="855">
                  <a:moveTo>
                    <a:pt x="0" y="855"/>
                  </a:moveTo>
                  <a:lnTo>
                    <a:pt x="10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l2572"/>
            <p:cNvSpPr/>
            <p:nvPr/>
          </p:nvSpPr>
          <p:spPr>
            <a:xfrm>
              <a:off x="7587375" y="2159982"/>
              <a:ext cx="2029" cy="1724"/>
            </a:xfrm>
            <a:custGeom>
              <a:avLst/>
              <a:pathLst>
                <a:path w="2029" h="1724">
                  <a:moveTo>
                    <a:pt x="0" y="1724"/>
                  </a:moveTo>
                  <a:lnTo>
                    <a:pt x="2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l2573"/>
            <p:cNvSpPr/>
            <p:nvPr/>
          </p:nvSpPr>
          <p:spPr>
            <a:xfrm>
              <a:off x="7590407" y="2166488"/>
              <a:ext cx="1017" cy="858"/>
            </a:xfrm>
            <a:custGeom>
              <a:avLst/>
              <a:pathLst>
                <a:path w="1017" h="858">
                  <a:moveTo>
                    <a:pt x="0" y="858"/>
                  </a:moveTo>
                  <a:lnTo>
                    <a:pt x="10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l2574"/>
            <p:cNvSpPr/>
            <p:nvPr/>
          </p:nvSpPr>
          <p:spPr>
            <a:xfrm>
              <a:off x="7580941" y="2153619"/>
              <a:ext cx="3032" cy="2599"/>
            </a:xfrm>
            <a:custGeom>
              <a:avLst/>
              <a:pathLst>
                <a:path w="3032" h="2599">
                  <a:moveTo>
                    <a:pt x="0" y="2599"/>
                  </a:moveTo>
                  <a:lnTo>
                    <a:pt x="30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l2575"/>
            <p:cNvSpPr/>
            <p:nvPr/>
          </p:nvSpPr>
          <p:spPr>
            <a:xfrm>
              <a:off x="7582641" y="2161774"/>
              <a:ext cx="3042" cy="2587"/>
            </a:xfrm>
            <a:custGeom>
              <a:avLst/>
              <a:pathLst>
                <a:path w="3042" h="2587">
                  <a:moveTo>
                    <a:pt x="0" y="2587"/>
                  </a:moveTo>
                  <a:lnTo>
                    <a:pt x="3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l2576"/>
            <p:cNvSpPr/>
            <p:nvPr/>
          </p:nvSpPr>
          <p:spPr>
            <a:xfrm>
              <a:off x="7565641" y="2141138"/>
              <a:ext cx="4010" cy="3504"/>
            </a:xfrm>
            <a:custGeom>
              <a:avLst/>
              <a:pathLst>
                <a:path w="4010" h="3504">
                  <a:moveTo>
                    <a:pt x="0" y="3504"/>
                  </a:moveTo>
                  <a:lnTo>
                    <a:pt x="4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l2577"/>
            <p:cNvSpPr/>
            <p:nvPr/>
          </p:nvSpPr>
          <p:spPr>
            <a:xfrm>
              <a:off x="7573166" y="2154474"/>
              <a:ext cx="1008" cy="869"/>
            </a:xfrm>
            <a:custGeom>
              <a:avLst/>
              <a:pathLst>
                <a:path w="1008" h="869">
                  <a:moveTo>
                    <a:pt x="0" y="869"/>
                  </a:moveTo>
                  <a:lnTo>
                    <a:pt x="10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l2578"/>
            <p:cNvSpPr/>
            <p:nvPr/>
          </p:nvSpPr>
          <p:spPr>
            <a:xfrm>
              <a:off x="7555010" y="2128398"/>
              <a:ext cx="6972" cy="6184"/>
            </a:xfrm>
            <a:custGeom>
              <a:avLst/>
              <a:pathLst>
                <a:path w="6972" h="6184">
                  <a:moveTo>
                    <a:pt x="0" y="6184"/>
                  </a:moveTo>
                  <a:lnTo>
                    <a:pt x="69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l2579"/>
            <p:cNvSpPr/>
            <p:nvPr/>
          </p:nvSpPr>
          <p:spPr>
            <a:xfrm>
              <a:off x="7563122" y="2144931"/>
              <a:ext cx="1002" cy="876"/>
            </a:xfrm>
            <a:custGeom>
              <a:avLst/>
              <a:pathLst>
                <a:path w="1002" h="876">
                  <a:moveTo>
                    <a:pt x="0" y="876"/>
                  </a:moveTo>
                  <a:lnTo>
                    <a:pt x="1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l2580"/>
            <p:cNvSpPr/>
            <p:nvPr/>
          </p:nvSpPr>
          <p:spPr>
            <a:xfrm>
              <a:off x="7548479" y="2122152"/>
              <a:ext cx="7937" cy="7102"/>
            </a:xfrm>
            <a:custGeom>
              <a:avLst/>
              <a:pathLst>
                <a:path w="7937" h="7102">
                  <a:moveTo>
                    <a:pt x="0" y="7102"/>
                  </a:moveTo>
                  <a:lnTo>
                    <a:pt x="79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l2581"/>
            <p:cNvSpPr/>
            <p:nvPr/>
          </p:nvSpPr>
          <p:spPr>
            <a:xfrm>
              <a:off x="7554827" y="2137510"/>
              <a:ext cx="997" cy="882"/>
            </a:xfrm>
            <a:custGeom>
              <a:avLst/>
              <a:pathLst>
                <a:path w="997" h="882">
                  <a:moveTo>
                    <a:pt x="0" y="882"/>
                  </a:moveTo>
                  <a:lnTo>
                    <a:pt x="9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l2582"/>
            <p:cNvSpPr/>
            <p:nvPr/>
          </p:nvSpPr>
          <p:spPr>
            <a:xfrm>
              <a:off x="7541930" y="2115929"/>
              <a:ext cx="8895" cy="8028"/>
            </a:xfrm>
            <a:custGeom>
              <a:avLst/>
              <a:pathLst>
                <a:path w="8895" h="8028">
                  <a:moveTo>
                    <a:pt x="0" y="8028"/>
                  </a:moveTo>
                  <a:lnTo>
                    <a:pt x="8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l2583"/>
            <p:cNvSpPr/>
            <p:nvPr/>
          </p:nvSpPr>
          <p:spPr>
            <a:xfrm>
              <a:off x="7546410" y="2131159"/>
              <a:ext cx="1985" cy="1774"/>
            </a:xfrm>
            <a:custGeom>
              <a:avLst/>
              <a:pathLst>
                <a:path w="1985" h="1774">
                  <a:moveTo>
                    <a:pt x="0" y="1774"/>
                  </a:moveTo>
                  <a:lnTo>
                    <a:pt x="19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l2584"/>
            <p:cNvSpPr/>
            <p:nvPr/>
          </p:nvSpPr>
          <p:spPr>
            <a:xfrm>
              <a:off x="7531579" y="2107539"/>
              <a:ext cx="9827" cy="8983"/>
            </a:xfrm>
            <a:custGeom>
              <a:avLst/>
              <a:pathLst>
                <a:path w="9827" h="8983">
                  <a:moveTo>
                    <a:pt x="0" y="8983"/>
                  </a:moveTo>
                  <a:lnTo>
                    <a:pt x="98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l2585"/>
            <p:cNvSpPr/>
            <p:nvPr/>
          </p:nvSpPr>
          <p:spPr>
            <a:xfrm>
              <a:off x="7538030" y="2124706"/>
              <a:ext cx="987" cy="892"/>
            </a:xfrm>
            <a:custGeom>
              <a:avLst/>
              <a:pathLst>
                <a:path w="987" h="892">
                  <a:moveTo>
                    <a:pt x="0" y="892"/>
                  </a:moveTo>
                  <a:lnTo>
                    <a:pt x="9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l2586"/>
            <p:cNvSpPr/>
            <p:nvPr/>
          </p:nvSpPr>
          <p:spPr>
            <a:xfrm>
              <a:off x="7522169" y="2097406"/>
              <a:ext cx="11723" cy="10855"/>
            </a:xfrm>
            <a:custGeom>
              <a:avLst/>
              <a:pathLst>
                <a:path w="11723" h="10855">
                  <a:moveTo>
                    <a:pt x="0" y="10855"/>
                  </a:moveTo>
                  <a:lnTo>
                    <a:pt x="117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l2587"/>
            <p:cNvSpPr/>
            <p:nvPr/>
          </p:nvSpPr>
          <p:spPr>
            <a:xfrm>
              <a:off x="7521284" y="2116906"/>
              <a:ext cx="8841" cy="8088"/>
            </a:xfrm>
            <a:custGeom>
              <a:avLst/>
              <a:pathLst>
                <a:path w="8841" h="8088">
                  <a:moveTo>
                    <a:pt x="0" y="8088"/>
                  </a:moveTo>
                  <a:lnTo>
                    <a:pt x="8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l2588"/>
            <p:cNvSpPr/>
            <p:nvPr/>
          </p:nvSpPr>
          <p:spPr>
            <a:xfrm>
              <a:off x="7472536" y="2061486"/>
              <a:ext cx="12334" cy="12143"/>
            </a:xfrm>
            <a:custGeom>
              <a:avLst/>
              <a:pathLst>
                <a:path w="12334" h="12143">
                  <a:moveTo>
                    <a:pt x="0" y="12143"/>
                  </a:moveTo>
                  <a:lnTo>
                    <a:pt x="12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l2589"/>
            <p:cNvSpPr/>
            <p:nvPr/>
          </p:nvSpPr>
          <p:spPr>
            <a:xfrm>
              <a:off x="7615113" y="2192145"/>
              <a:ext cx="1032" cy="840"/>
            </a:xfrm>
            <a:custGeom>
              <a:avLst/>
              <a:pathLst>
                <a:path w="1032" h="840">
                  <a:moveTo>
                    <a:pt x="0" y="840"/>
                  </a:moveTo>
                  <a:lnTo>
                    <a:pt x="10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l2590"/>
            <p:cNvSpPr/>
            <p:nvPr/>
          </p:nvSpPr>
          <p:spPr>
            <a:xfrm>
              <a:off x="7609823" y="2185667"/>
              <a:ext cx="1029" cy="844"/>
            </a:xfrm>
            <a:custGeom>
              <a:avLst/>
              <a:pathLst>
                <a:path w="1029" h="844">
                  <a:moveTo>
                    <a:pt x="0" y="844"/>
                  </a:moveTo>
                  <a:lnTo>
                    <a:pt x="1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l2591"/>
            <p:cNvSpPr/>
            <p:nvPr/>
          </p:nvSpPr>
          <p:spPr>
            <a:xfrm>
              <a:off x="7630815" y="2211714"/>
              <a:ext cx="1043" cy="826"/>
            </a:xfrm>
            <a:custGeom>
              <a:avLst/>
              <a:pathLst>
                <a:path w="1043" h="826">
                  <a:moveTo>
                    <a:pt x="0" y="826"/>
                  </a:moveTo>
                  <a:lnTo>
                    <a:pt x="10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l2592"/>
            <p:cNvSpPr/>
            <p:nvPr/>
          </p:nvSpPr>
          <p:spPr>
            <a:xfrm>
              <a:off x="7625609" y="2205169"/>
              <a:ext cx="1039" cy="831"/>
            </a:xfrm>
            <a:custGeom>
              <a:avLst/>
              <a:pathLst>
                <a:path w="1039" h="831">
                  <a:moveTo>
                    <a:pt x="0" y="831"/>
                  </a:moveTo>
                  <a:lnTo>
                    <a:pt x="1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l2593"/>
            <p:cNvSpPr/>
            <p:nvPr/>
          </p:nvSpPr>
          <p:spPr>
            <a:xfrm>
              <a:off x="7627174" y="2209268"/>
              <a:ext cx="1041" cy="829"/>
            </a:xfrm>
            <a:custGeom>
              <a:avLst/>
              <a:pathLst>
                <a:path w="1041" h="829">
                  <a:moveTo>
                    <a:pt x="0" y="829"/>
                  </a:moveTo>
                  <a:lnTo>
                    <a:pt x="10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l2594"/>
            <p:cNvSpPr/>
            <p:nvPr/>
          </p:nvSpPr>
          <p:spPr>
            <a:xfrm>
              <a:off x="7619338" y="2198646"/>
              <a:ext cx="2072" cy="1671"/>
            </a:xfrm>
            <a:custGeom>
              <a:avLst/>
              <a:pathLst>
                <a:path w="2072" h="1671">
                  <a:moveTo>
                    <a:pt x="0" y="1671"/>
                  </a:moveTo>
                  <a:lnTo>
                    <a:pt x="20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l2595"/>
            <p:cNvSpPr/>
            <p:nvPr/>
          </p:nvSpPr>
          <p:spPr>
            <a:xfrm>
              <a:off x="7621186" y="2205201"/>
              <a:ext cx="2078" cy="1665"/>
            </a:xfrm>
            <a:custGeom>
              <a:avLst/>
              <a:pathLst>
                <a:path w="2078" h="1665">
                  <a:moveTo>
                    <a:pt x="0" y="1665"/>
                  </a:moveTo>
                  <a:lnTo>
                    <a:pt x="20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l2596"/>
            <p:cNvSpPr/>
            <p:nvPr/>
          </p:nvSpPr>
          <p:spPr>
            <a:xfrm>
              <a:off x="7609378" y="2189746"/>
              <a:ext cx="3093" cy="2527"/>
            </a:xfrm>
            <a:custGeom>
              <a:avLst/>
              <a:pathLst>
                <a:path w="3093" h="2527">
                  <a:moveTo>
                    <a:pt x="0" y="2527"/>
                  </a:moveTo>
                  <a:lnTo>
                    <a:pt x="30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l2597"/>
            <p:cNvSpPr/>
            <p:nvPr/>
          </p:nvSpPr>
          <p:spPr>
            <a:xfrm>
              <a:off x="7614264" y="2199555"/>
              <a:ext cx="1035" cy="837"/>
            </a:xfrm>
            <a:custGeom>
              <a:avLst/>
              <a:pathLst>
                <a:path w="1035" h="837">
                  <a:moveTo>
                    <a:pt x="0" y="837"/>
                  </a:moveTo>
                  <a:lnTo>
                    <a:pt x="1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l2598"/>
            <p:cNvSpPr/>
            <p:nvPr/>
          </p:nvSpPr>
          <p:spPr>
            <a:xfrm>
              <a:off x="7600403" y="2179212"/>
              <a:ext cx="5128" cy="4245"/>
            </a:xfrm>
            <a:custGeom>
              <a:avLst/>
              <a:pathLst>
                <a:path w="5128" h="4245">
                  <a:moveTo>
                    <a:pt x="0" y="4245"/>
                  </a:moveTo>
                  <a:lnTo>
                    <a:pt x="5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l2599"/>
            <p:cNvSpPr/>
            <p:nvPr/>
          </p:nvSpPr>
          <p:spPr>
            <a:xfrm>
              <a:off x="7661463" y="2251447"/>
              <a:ext cx="1064" cy="799"/>
            </a:xfrm>
            <a:custGeom>
              <a:avLst/>
              <a:pathLst>
                <a:path w="1064" h="799">
                  <a:moveTo>
                    <a:pt x="0" y="799"/>
                  </a:moveTo>
                  <a:lnTo>
                    <a:pt x="1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l2600"/>
            <p:cNvSpPr/>
            <p:nvPr/>
          </p:nvSpPr>
          <p:spPr>
            <a:xfrm>
              <a:off x="7656426" y="2244771"/>
              <a:ext cx="1060" cy="804"/>
            </a:xfrm>
            <a:custGeom>
              <a:avLst/>
              <a:pathLst>
                <a:path w="1060" h="804">
                  <a:moveTo>
                    <a:pt x="0" y="804"/>
                  </a:moveTo>
                  <a:lnTo>
                    <a:pt x="1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l2601"/>
            <p:cNvSpPr/>
            <p:nvPr/>
          </p:nvSpPr>
          <p:spPr>
            <a:xfrm>
              <a:off x="7681326" y="2278367"/>
              <a:ext cx="1077" cy="781"/>
            </a:xfrm>
            <a:custGeom>
              <a:avLst/>
              <a:pathLst>
                <a:path w="1077" h="781">
                  <a:moveTo>
                    <a:pt x="0" y="781"/>
                  </a:moveTo>
                  <a:lnTo>
                    <a:pt x="10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l2602"/>
            <p:cNvSpPr/>
            <p:nvPr/>
          </p:nvSpPr>
          <p:spPr>
            <a:xfrm>
              <a:off x="7676403" y="2271605"/>
              <a:ext cx="1074" cy="786"/>
            </a:xfrm>
            <a:custGeom>
              <a:avLst/>
              <a:pathLst>
                <a:path w="1074" h="786">
                  <a:moveTo>
                    <a:pt x="0" y="786"/>
                  </a:moveTo>
                  <a:lnTo>
                    <a:pt x="10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l2603"/>
            <p:cNvSpPr/>
            <p:nvPr/>
          </p:nvSpPr>
          <p:spPr>
            <a:xfrm>
              <a:off x="7677792" y="2275768"/>
              <a:ext cx="1076" cy="783"/>
            </a:xfrm>
            <a:custGeom>
              <a:avLst/>
              <a:pathLst>
                <a:path w="1076" h="783">
                  <a:moveTo>
                    <a:pt x="0" y="783"/>
                  </a:moveTo>
                  <a:lnTo>
                    <a:pt x="10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l2604"/>
            <p:cNvSpPr/>
            <p:nvPr/>
          </p:nvSpPr>
          <p:spPr>
            <a:xfrm>
              <a:off x="7670381" y="2264865"/>
              <a:ext cx="2142" cy="1581"/>
            </a:xfrm>
            <a:custGeom>
              <a:avLst/>
              <a:pathLst>
                <a:path w="2142" h="1581">
                  <a:moveTo>
                    <a:pt x="0" y="1581"/>
                  </a:moveTo>
                  <a:lnTo>
                    <a:pt x="2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l2605"/>
            <p:cNvSpPr/>
            <p:nvPr/>
          </p:nvSpPr>
          <p:spPr>
            <a:xfrm>
              <a:off x="7695919" y="2298777"/>
              <a:ext cx="1087" cy="767"/>
            </a:xfrm>
            <a:custGeom>
              <a:avLst/>
              <a:pathLst>
                <a:path w="1087" h="767">
                  <a:moveTo>
                    <a:pt x="0" y="767"/>
                  </a:moveTo>
                  <a:lnTo>
                    <a:pt x="1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l2606"/>
            <p:cNvSpPr/>
            <p:nvPr/>
          </p:nvSpPr>
          <p:spPr>
            <a:xfrm>
              <a:off x="7691084" y="2291953"/>
              <a:ext cx="1084" cy="772"/>
            </a:xfrm>
            <a:custGeom>
              <a:avLst/>
              <a:pathLst>
                <a:path w="1084" h="772">
                  <a:moveTo>
                    <a:pt x="0" y="772"/>
                  </a:moveTo>
                  <a:lnTo>
                    <a:pt x="10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l2607"/>
            <p:cNvSpPr/>
            <p:nvPr/>
          </p:nvSpPr>
          <p:spPr>
            <a:xfrm>
              <a:off x="7692419" y="2296133"/>
              <a:ext cx="1086" cy="770"/>
            </a:xfrm>
            <a:custGeom>
              <a:avLst/>
              <a:pathLst>
                <a:path w="1086" h="770">
                  <a:moveTo>
                    <a:pt x="0" y="770"/>
                  </a:moveTo>
                  <a:lnTo>
                    <a:pt x="10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l2608"/>
            <p:cNvSpPr/>
            <p:nvPr/>
          </p:nvSpPr>
          <p:spPr>
            <a:xfrm>
              <a:off x="7685138" y="2285150"/>
              <a:ext cx="2162" cy="1554"/>
            </a:xfrm>
            <a:custGeom>
              <a:avLst/>
              <a:pathLst>
                <a:path w="2162" h="1554">
                  <a:moveTo>
                    <a:pt x="0" y="1554"/>
                  </a:moveTo>
                  <a:lnTo>
                    <a:pt x="21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l2609"/>
            <p:cNvSpPr/>
            <p:nvPr/>
          </p:nvSpPr>
          <p:spPr>
            <a:xfrm>
              <a:off x="7685536" y="2291797"/>
              <a:ext cx="3250" cy="2320"/>
            </a:xfrm>
            <a:custGeom>
              <a:avLst/>
              <a:pathLst>
                <a:path w="3250" h="2320">
                  <a:moveTo>
                    <a:pt x="0" y="2320"/>
                  </a:moveTo>
                  <a:lnTo>
                    <a:pt x="32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l2610"/>
            <p:cNvSpPr/>
            <p:nvPr/>
          </p:nvSpPr>
          <p:spPr>
            <a:xfrm>
              <a:off x="7670873" y="2271493"/>
              <a:ext cx="3220" cy="2362"/>
            </a:xfrm>
            <a:custGeom>
              <a:avLst/>
              <a:pathLst>
                <a:path w="3220" h="2362">
                  <a:moveTo>
                    <a:pt x="0" y="2362"/>
                  </a:moveTo>
                  <a:lnTo>
                    <a:pt x="3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l2611"/>
            <p:cNvSpPr/>
            <p:nvPr/>
          </p:nvSpPr>
          <p:spPr>
            <a:xfrm>
              <a:off x="7677158" y="2283963"/>
              <a:ext cx="1078" cy="780"/>
            </a:xfrm>
            <a:custGeom>
              <a:avLst/>
              <a:pathLst>
                <a:path w="1078" h="780">
                  <a:moveTo>
                    <a:pt x="0" y="780"/>
                  </a:moveTo>
                  <a:lnTo>
                    <a:pt x="10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l2612"/>
            <p:cNvSpPr/>
            <p:nvPr/>
          </p:nvSpPr>
          <p:spPr>
            <a:xfrm>
              <a:off x="7661133" y="2258145"/>
              <a:ext cx="6406" cy="4772"/>
            </a:xfrm>
            <a:custGeom>
              <a:avLst/>
              <a:pathLst>
                <a:path w="6406" h="4772">
                  <a:moveTo>
                    <a:pt x="0" y="4772"/>
                  </a:moveTo>
                  <a:lnTo>
                    <a:pt x="64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l2613"/>
            <p:cNvSpPr/>
            <p:nvPr/>
          </p:nvSpPr>
          <p:spPr>
            <a:xfrm>
              <a:off x="7667037" y="2273803"/>
              <a:ext cx="2146" cy="1575"/>
            </a:xfrm>
            <a:custGeom>
              <a:avLst/>
              <a:pathLst>
                <a:path w="2146" h="1575">
                  <a:moveTo>
                    <a:pt x="0" y="1575"/>
                  </a:moveTo>
                  <a:lnTo>
                    <a:pt x="21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l2614"/>
            <p:cNvSpPr/>
            <p:nvPr/>
          </p:nvSpPr>
          <p:spPr>
            <a:xfrm>
              <a:off x="7651510" y="2248909"/>
              <a:ext cx="7438" cy="5615"/>
            </a:xfrm>
            <a:custGeom>
              <a:avLst/>
              <a:pathLst>
                <a:path w="7438" h="5615">
                  <a:moveTo>
                    <a:pt x="0" y="5615"/>
                  </a:moveTo>
                  <a:lnTo>
                    <a:pt x="74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l2615"/>
            <p:cNvSpPr/>
            <p:nvPr/>
          </p:nvSpPr>
          <p:spPr>
            <a:xfrm>
              <a:off x="7658240" y="2264926"/>
              <a:ext cx="1067" cy="795"/>
            </a:xfrm>
            <a:custGeom>
              <a:avLst/>
              <a:pathLst>
                <a:path w="1067" h="795">
                  <a:moveTo>
                    <a:pt x="0" y="795"/>
                  </a:moveTo>
                  <a:lnTo>
                    <a:pt x="10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l2616"/>
            <p:cNvSpPr/>
            <p:nvPr/>
          </p:nvSpPr>
          <p:spPr>
            <a:xfrm>
              <a:off x="7642901" y="2238116"/>
              <a:ext cx="9517" cy="7281"/>
            </a:xfrm>
            <a:custGeom>
              <a:avLst/>
              <a:pathLst>
                <a:path w="9517" h="7281">
                  <a:moveTo>
                    <a:pt x="0" y="7281"/>
                  </a:moveTo>
                  <a:lnTo>
                    <a:pt x="95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l2617"/>
            <p:cNvSpPr/>
            <p:nvPr/>
          </p:nvSpPr>
          <p:spPr>
            <a:xfrm>
              <a:off x="7710251" y="2319373"/>
              <a:ext cx="1097" cy="753"/>
            </a:xfrm>
            <a:custGeom>
              <a:avLst/>
              <a:pathLst>
                <a:path w="1097" h="753">
                  <a:moveTo>
                    <a:pt x="0" y="753"/>
                  </a:moveTo>
                  <a:lnTo>
                    <a:pt x="10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l2618"/>
            <p:cNvSpPr/>
            <p:nvPr/>
          </p:nvSpPr>
          <p:spPr>
            <a:xfrm>
              <a:off x="7705503" y="2312487"/>
              <a:ext cx="1094" cy="758"/>
            </a:xfrm>
            <a:custGeom>
              <a:avLst/>
              <a:pathLst>
                <a:path w="1094" h="758">
                  <a:moveTo>
                    <a:pt x="0" y="758"/>
                  </a:moveTo>
                  <a:lnTo>
                    <a:pt x="10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l2619"/>
            <p:cNvSpPr/>
            <p:nvPr/>
          </p:nvSpPr>
          <p:spPr>
            <a:xfrm>
              <a:off x="7706785" y="2316684"/>
              <a:ext cx="1095" cy="756"/>
            </a:xfrm>
            <a:custGeom>
              <a:avLst/>
              <a:pathLst>
                <a:path w="1095" h="756">
                  <a:moveTo>
                    <a:pt x="0" y="756"/>
                  </a:moveTo>
                  <a:lnTo>
                    <a:pt x="1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l2620"/>
            <p:cNvSpPr/>
            <p:nvPr/>
          </p:nvSpPr>
          <p:spPr>
            <a:xfrm>
              <a:off x="7699635" y="2305622"/>
              <a:ext cx="2182" cy="1526"/>
            </a:xfrm>
            <a:custGeom>
              <a:avLst/>
              <a:pathLst>
                <a:path w="2182" h="1526">
                  <a:moveTo>
                    <a:pt x="0" y="1526"/>
                  </a:moveTo>
                  <a:lnTo>
                    <a:pt x="21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l2621"/>
            <p:cNvSpPr/>
            <p:nvPr/>
          </p:nvSpPr>
          <p:spPr>
            <a:xfrm>
              <a:off x="7724318" y="2340150"/>
              <a:ext cx="1107" cy="739"/>
            </a:xfrm>
            <a:custGeom>
              <a:avLst/>
              <a:pathLst>
                <a:path w="1107" h="739">
                  <a:moveTo>
                    <a:pt x="0" y="739"/>
                  </a:moveTo>
                  <a:lnTo>
                    <a:pt x="11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l2622"/>
            <p:cNvSpPr/>
            <p:nvPr/>
          </p:nvSpPr>
          <p:spPr>
            <a:xfrm>
              <a:off x="7719658" y="2333205"/>
              <a:ext cx="1103" cy="744"/>
            </a:xfrm>
            <a:custGeom>
              <a:avLst/>
              <a:pathLst>
                <a:path w="1103" h="744">
                  <a:moveTo>
                    <a:pt x="0" y="744"/>
                  </a:moveTo>
                  <a:lnTo>
                    <a:pt x="11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l2623"/>
            <p:cNvSpPr/>
            <p:nvPr/>
          </p:nvSpPr>
          <p:spPr>
            <a:xfrm>
              <a:off x="7738118" y="2361107"/>
              <a:ext cx="1116" cy="725"/>
            </a:xfrm>
            <a:custGeom>
              <a:avLst/>
              <a:pathLst>
                <a:path w="1116" h="725">
                  <a:moveTo>
                    <a:pt x="0" y="725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l2624"/>
            <p:cNvSpPr/>
            <p:nvPr/>
          </p:nvSpPr>
          <p:spPr>
            <a:xfrm>
              <a:off x="7733548" y="2354102"/>
              <a:ext cx="1113" cy="730"/>
            </a:xfrm>
            <a:custGeom>
              <a:avLst/>
              <a:pathLst>
                <a:path w="1113" h="730">
                  <a:moveTo>
                    <a:pt x="0" y="730"/>
                  </a:moveTo>
                  <a:lnTo>
                    <a:pt x="1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l2625"/>
            <p:cNvSpPr/>
            <p:nvPr/>
          </p:nvSpPr>
          <p:spPr>
            <a:xfrm>
              <a:off x="7734721" y="2358329"/>
              <a:ext cx="1114" cy="727"/>
            </a:xfrm>
            <a:custGeom>
              <a:avLst/>
              <a:pathLst>
                <a:path w="1114" h="727">
                  <a:moveTo>
                    <a:pt x="0" y="727"/>
                  </a:moveTo>
                  <a:lnTo>
                    <a:pt x="1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l2626"/>
            <p:cNvSpPr/>
            <p:nvPr/>
          </p:nvSpPr>
          <p:spPr>
            <a:xfrm>
              <a:off x="7727837" y="2347116"/>
              <a:ext cx="2220" cy="1469"/>
            </a:xfrm>
            <a:custGeom>
              <a:avLst/>
              <a:pathLst>
                <a:path w="2220" h="1469">
                  <a:moveTo>
                    <a:pt x="0" y="1469"/>
                  </a:moveTo>
                  <a:lnTo>
                    <a:pt x="2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l2627"/>
            <p:cNvSpPr/>
            <p:nvPr/>
          </p:nvSpPr>
          <p:spPr>
            <a:xfrm>
              <a:off x="7751648" y="2382238"/>
              <a:ext cx="1125" cy="711"/>
            </a:xfrm>
            <a:custGeom>
              <a:avLst/>
              <a:pathLst>
                <a:path w="1125" h="711">
                  <a:moveTo>
                    <a:pt x="0" y="711"/>
                  </a:moveTo>
                  <a:lnTo>
                    <a:pt x="11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l2628"/>
            <p:cNvSpPr/>
            <p:nvPr/>
          </p:nvSpPr>
          <p:spPr>
            <a:xfrm>
              <a:off x="7747168" y="2375175"/>
              <a:ext cx="1122" cy="715"/>
            </a:xfrm>
            <a:custGeom>
              <a:avLst/>
              <a:pathLst>
                <a:path w="1122" h="715">
                  <a:moveTo>
                    <a:pt x="0" y="715"/>
                  </a:moveTo>
                  <a:lnTo>
                    <a:pt x="11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l2629"/>
            <p:cNvSpPr/>
            <p:nvPr/>
          </p:nvSpPr>
          <p:spPr>
            <a:xfrm>
              <a:off x="7748288" y="2379417"/>
              <a:ext cx="1124" cy="713"/>
            </a:xfrm>
            <a:custGeom>
              <a:avLst/>
              <a:pathLst>
                <a:path w="1124" h="713">
                  <a:moveTo>
                    <a:pt x="0" y="713"/>
                  </a:moveTo>
                  <a:lnTo>
                    <a:pt x="1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l2630"/>
            <p:cNvSpPr/>
            <p:nvPr/>
          </p:nvSpPr>
          <p:spPr>
            <a:xfrm>
              <a:off x="7741538" y="2368131"/>
              <a:ext cx="2239" cy="1441"/>
            </a:xfrm>
            <a:custGeom>
              <a:avLst/>
              <a:pathLst>
                <a:path w="2239" h="1441">
                  <a:moveTo>
                    <a:pt x="0" y="1441"/>
                  </a:moveTo>
                  <a:lnTo>
                    <a:pt x="22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l2631"/>
            <p:cNvSpPr/>
            <p:nvPr/>
          </p:nvSpPr>
          <p:spPr>
            <a:xfrm>
              <a:off x="7741556" y="2374846"/>
              <a:ext cx="3365" cy="2151"/>
            </a:xfrm>
            <a:custGeom>
              <a:avLst/>
              <a:pathLst>
                <a:path w="3365" h="2151">
                  <a:moveTo>
                    <a:pt x="0" y="2151"/>
                  </a:moveTo>
                  <a:lnTo>
                    <a:pt x="3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l2632"/>
            <p:cNvSpPr/>
            <p:nvPr/>
          </p:nvSpPr>
          <p:spPr>
            <a:xfrm>
              <a:off x="7727950" y="2353816"/>
              <a:ext cx="3337" cy="2194"/>
            </a:xfrm>
            <a:custGeom>
              <a:avLst/>
              <a:pathLst>
                <a:path w="3337" h="2194">
                  <a:moveTo>
                    <a:pt x="0" y="2194"/>
                  </a:moveTo>
                  <a:lnTo>
                    <a:pt x="33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l2633"/>
            <p:cNvSpPr/>
            <p:nvPr/>
          </p:nvSpPr>
          <p:spPr>
            <a:xfrm>
              <a:off x="7732552" y="2366482"/>
              <a:ext cx="2234" cy="1448"/>
            </a:xfrm>
            <a:custGeom>
              <a:avLst/>
              <a:pathLst>
                <a:path w="2234" h="1448">
                  <a:moveTo>
                    <a:pt x="0" y="1448"/>
                  </a:moveTo>
                  <a:lnTo>
                    <a:pt x="22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l2634"/>
            <p:cNvSpPr/>
            <p:nvPr/>
          </p:nvSpPr>
          <p:spPr>
            <a:xfrm>
              <a:off x="7715359" y="2337417"/>
              <a:ext cx="6632" cy="4452"/>
            </a:xfrm>
            <a:custGeom>
              <a:avLst/>
              <a:pathLst>
                <a:path w="6632" h="4452">
                  <a:moveTo>
                    <a:pt x="0" y="4452"/>
                  </a:moveTo>
                  <a:lnTo>
                    <a:pt x="6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l2635"/>
            <p:cNvSpPr/>
            <p:nvPr/>
          </p:nvSpPr>
          <p:spPr>
            <a:xfrm>
              <a:off x="7722896" y="2354866"/>
              <a:ext cx="1111" cy="733"/>
            </a:xfrm>
            <a:custGeom>
              <a:avLst/>
              <a:pathLst>
                <a:path w="1111" h="733">
                  <a:moveTo>
                    <a:pt x="0" y="733"/>
                  </a:moveTo>
                  <a:lnTo>
                    <a:pt x="11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l2636"/>
            <p:cNvSpPr/>
            <p:nvPr/>
          </p:nvSpPr>
          <p:spPr>
            <a:xfrm>
              <a:off x="7707265" y="2326279"/>
              <a:ext cx="8805" cy="5993"/>
            </a:xfrm>
            <a:custGeom>
              <a:avLst/>
              <a:pathLst>
                <a:path w="8805" h="5993">
                  <a:moveTo>
                    <a:pt x="0" y="5993"/>
                  </a:moveTo>
                  <a:lnTo>
                    <a:pt x="8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l2637"/>
            <p:cNvSpPr/>
            <p:nvPr/>
          </p:nvSpPr>
          <p:spPr>
            <a:xfrm>
              <a:off x="7711804" y="2343907"/>
              <a:ext cx="3318" cy="2223"/>
            </a:xfrm>
            <a:custGeom>
              <a:avLst/>
              <a:pathLst>
                <a:path w="3318" h="2223">
                  <a:moveTo>
                    <a:pt x="0" y="2223"/>
                  </a:moveTo>
                  <a:lnTo>
                    <a:pt x="3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l2638"/>
            <p:cNvSpPr/>
            <p:nvPr/>
          </p:nvSpPr>
          <p:spPr>
            <a:xfrm>
              <a:off x="7693377" y="2312288"/>
              <a:ext cx="9841" cy="6837"/>
            </a:xfrm>
            <a:custGeom>
              <a:avLst/>
              <a:pathLst>
                <a:path w="9841" h="6837">
                  <a:moveTo>
                    <a:pt x="0" y="6837"/>
                  </a:moveTo>
                  <a:lnTo>
                    <a:pt x="9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l2639"/>
            <p:cNvSpPr/>
            <p:nvPr/>
          </p:nvSpPr>
          <p:spPr>
            <a:xfrm>
              <a:off x="7691650" y="2332589"/>
              <a:ext cx="10997" cy="7504"/>
            </a:xfrm>
            <a:custGeom>
              <a:avLst/>
              <a:pathLst>
                <a:path w="10997" h="7504">
                  <a:moveTo>
                    <a:pt x="0" y="7504"/>
                  </a:moveTo>
                  <a:lnTo>
                    <a:pt x="109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l2640"/>
            <p:cNvSpPr/>
            <p:nvPr/>
          </p:nvSpPr>
          <p:spPr>
            <a:xfrm>
              <a:off x="7637851" y="2255534"/>
              <a:ext cx="12752" cy="9625"/>
            </a:xfrm>
            <a:custGeom>
              <a:avLst/>
              <a:pathLst>
                <a:path w="12752" h="9625">
                  <a:moveTo>
                    <a:pt x="0" y="9625"/>
                  </a:moveTo>
                  <a:lnTo>
                    <a:pt x="127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l2641"/>
            <p:cNvSpPr/>
            <p:nvPr/>
          </p:nvSpPr>
          <p:spPr>
            <a:xfrm>
              <a:off x="7664116" y="2302305"/>
              <a:ext cx="1081" cy="776"/>
            </a:xfrm>
            <a:custGeom>
              <a:avLst/>
              <a:pathLst>
                <a:path w="1081" h="776">
                  <a:moveTo>
                    <a:pt x="0" y="776"/>
                  </a:moveTo>
                  <a:lnTo>
                    <a:pt x="10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l2642"/>
            <p:cNvSpPr/>
            <p:nvPr/>
          </p:nvSpPr>
          <p:spPr>
            <a:xfrm>
              <a:off x="7624133" y="2231482"/>
              <a:ext cx="23187" cy="17897"/>
            </a:xfrm>
            <a:custGeom>
              <a:avLst/>
              <a:pathLst>
                <a:path w="23187" h="17897">
                  <a:moveTo>
                    <a:pt x="0" y="17897"/>
                  </a:moveTo>
                  <a:lnTo>
                    <a:pt x="23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l2643"/>
            <p:cNvSpPr/>
            <p:nvPr/>
          </p:nvSpPr>
          <p:spPr>
            <a:xfrm>
              <a:off x="7643289" y="2276058"/>
              <a:ext cx="1067" cy="795"/>
            </a:xfrm>
            <a:custGeom>
              <a:avLst/>
              <a:pathLst>
                <a:path w="1067" h="795">
                  <a:moveTo>
                    <a:pt x="0" y="795"/>
                  </a:moveTo>
                  <a:lnTo>
                    <a:pt x="10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l2644"/>
            <p:cNvSpPr/>
            <p:nvPr/>
          </p:nvSpPr>
          <p:spPr>
            <a:xfrm>
              <a:off x="7618033" y="2224871"/>
              <a:ext cx="24161" cy="18814"/>
            </a:xfrm>
            <a:custGeom>
              <a:avLst/>
              <a:pathLst>
                <a:path w="24161" h="18814">
                  <a:moveTo>
                    <a:pt x="0" y="18814"/>
                  </a:moveTo>
                  <a:lnTo>
                    <a:pt x="24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l2645"/>
            <p:cNvSpPr/>
            <p:nvPr/>
          </p:nvSpPr>
          <p:spPr>
            <a:xfrm>
              <a:off x="7629691" y="2260201"/>
              <a:ext cx="1059" cy="806"/>
            </a:xfrm>
            <a:custGeom>
              <a:avLst/>
              <a:pathLst>
                <a:path w="1059" h="806">
                  <a:moveTo>
                    <a:pt x="0" y="806"/>
                  </a:moveTo>
                  <a:lnTo>
                    <a:pt x="10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l2646"/>
            <p:cNvSpPr/>
            <p:nvPr/>
          </p:nvSpPr>
          <p:spPr>
            <a:xfrm>
              <a:off x="7611913" y="2218281"/>
              <a:ext cx="25128" cy="19739"/>
            </a:xfrm>
            <a:custGeom>
              <a:avLst/>
              <a:pathLst>
                <a:path w="25128" h="19739">
                  <a:moveTo>
                    <a:pt x="0" y="19739"/>
                  </a:moveTo>
                  <a:lnTo>
                    <a:pt x="25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l2647"/>
            <p:cNvSpPr/>
            <p:nvPr/>
          </p:nvSpPr>
          <p:spPr>
            <a:xfrm>
              <a:off x="7614526" y="2249481"/>
              <a:ext cx="6319" cy="4887"/>
            </a:xfrm>
            <a:custGeom>
              <a:avLst/>
              <a:pathLst>
                <a:path w="6319" h="4887">
                  <a:moveTo>
                    <a:pt x="0" y="4887"/>
                  </a:moveTo>
                  <a:lnTo>
                    <a:pt x="63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l2648"/>
            <p:cNvSpPr/>
            <p:nvPr/>
          </p:nvSpPr>
          <p:spPr>
            <a:xfrm>
              <a:off x="7581599" y="2191905"/>
              <a:ext cx="25758" cy="21082"/>
            </a:xfrm>
            <a:custGeom>
              <a:avLst/>
              <a:pathLst>
                <a:path w="25758" h="21082">
                  <a:moveTo>
                    <a:pt x="0" y="21082"/>
                  </a:moveTo>
                  <a:lnTo>
                    <a:pt x="25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l2649"/>
            <p:cNvSpPr/>
            <p:nvPr/>
          </p:nvSpPr>
          <p:spPr>
            <a:xfrm>
              <a:off x="7764907" y="2403541"/>
              <a:ext cx="1134" cy="696"/>
            </a:xfrm>
            <a:custGeom>
              <a:avLst/>
              <a:pathLst>
                <a:path w="1134" h="696">
                  <a:moveTo>
                    <a:pt x="0" y="696"/>
                  </a:moveTo>
                  <a:lnTo>
                    <a:pt x="1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l2650"/>
            <p:cNvSpPr/>
            <p:nvPr/>
          </p:nvSpPr>
          <p:spPr>
            <a:xfrm>
              <a:off x="7760518" y="2396421"/>
              <a:ext cx="1131" cy="701"/>
            </a:xfrm>
            <a:custGeom>
              <a:avLst/>
              <a:pathLst>
                <a:path w="1131" h="701">
                  <a:moveTo>
                    <a:pt x="0" y="701"/>
                  </a:moveTo>
                  <a:lnTo>
                    <a:pt x="11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l2651"/>
            <p:cNvSpPr/>
            <p:nvPr/>
          </p:nvSpPr>
          <p:spPr>
            <a:xfrm>
              <a:off x="7773595" y="2417836"/>
              <a:ext cx="1140" cy="686"/>
            </a:xfrm>
            <a:custGeom>
              <a:avLst/>
              <a:pathLst>
                <a:path w="1140" h="686">
                  <a:moveTo>
                    <a:pt x="0" y="686"/>
                  </a:moveTo>
                  <a:lnTo>
                    <a:pt x="1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l2652"/>
            <p:cNvSpPr/>
            <p:nvPr/>
          </p:nvSpPr>
          <p:spPr>
            <a:xfrm>
              <a:off x="7769266" y="2410679"/>
              <a:ext cx="1137" cy="691"/>
            </a:xfrm>
            <a:custGeom>
              <a:avLst/>
              <a:pathLst>
                <a:path w="1137" h="691">
                  <a:moveTo>
                    <a:pt x="0" y="691"/>
                  </a:moveTo>
                  <a:lnTo>
                    <a:pt x="1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l2653"/>
            <p:cNvSpPr/>
            <p:nvPr/>
          </p:nvSpPr>
          <p:spPr>
            <a:xfrm>
              <a:off x="7786396" y="2439417"/>
              <a:ext cx="1149" cy="672"/>
            </a:xfrm>
            <a:custGeom>
              <a:avLst/>
              <a:pathLst>
                <a:path w="1149" h="672">
                  <a:moveTo>
                    <a:pt x="0" y="672"/>
                  </a:moveTo>
                  <a:lnTo>
                    <a:pt x="1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l2654"/>
            <p:cNvSpPr/>
            <p:nvPr/>
          </p:nvSpPr>
          <p:spPr>
            <a:xfrm>
              <a:off x="7782160" y="2432205"/>
              <a:ext cx="1146" cy="677"/>
            </a:xfrm>
            <a:custGeom>
              <a:avLst/>
              <a:pathLst>
                <a:path w="1146" h="677">
                  <a:moveTo>
                    <a:pt x="0" y="677"/>
                  </a:moveTo>
                  <a:lnTo>
                    <a:pt x="11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l2655"/>
            <p:cNvSpPr/>
            <p:nvPr/>
          </p:nvSpPr>
          <p:spPr>
            <a:xfrm>
              <a:off x="7783134" y="2436484"/>
              <a:ext cx="1147" cy="674"/>
            </a:xfrm>
            <a:custGeom>
              <a:avLst/>
              <a:pathLst>
                <a:path w="1147" h="674">
                  <a:moveTo>
                    <a:pt x="0" y="674"/>
                  </a:moveTo>
                  <a:lnTo>
                    <a:pt x="11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l2656"/>
            <p:cNvSpPr/>
            <p:nvPr/>
          </p:nvSpPr>
          <p:spPr>
            <a:xfrm>
              <a:off x="7776749" y="2425012"/>
              <a:ext cx="2286" cy="1364"/>
            </a:xfrm>
            <a:custGeom>
              <a:avLst/>
              <a:pathLst>
                <a:path w="2286" h="1364">
                  <a:moveTo>
                    <a:pt x="0" y="1364"/>
                  </a:moveTo>
                  <a:lnTo>
                    <a:pt x="22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l2657"/>
            <p:cNvSpPr/>
            <p:nvPr/>
          </p:nvSpPr>
          <p:spPr>
            <a:xfrm>
              <a:off x="7777659" y="2431762"/>
              <a:ext cx="2291" cy="1356"/>
            </a:xfrm>
            <a:custGeom>
              <a:avLst/>
              <a:pathLst>
                <a:path w="2291" h="1356">
                  <a:moveTo>
                    <a:pt x="0" y="1356"/>
                  </a:moveTo>
                  <a:lnTo>
                    <a:pt x="2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l2658"/>
            <p:cNvSpPr/>
            <p:nvPr/>
          </p:nvSpPr>
          <p:spPr>
            <a:xfrm>
              <a:off x="7768017" y="2414945"/>
              <a:ext cx="3417" cy="2068"/>
            </a:xfrm>
            <a:custGeom>
              <a:avLst/>
              <a:pathLst>
                <a:path w="3417" h="2068">
                  <a:moveTo>
                    <a:pt x="0" y="2068"/>
                  </a:moveTo>
                  <a:lnTo>
                    <a:pt x="3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l2659"/>
            <p:cNvSpPr/>
            <p:nvPr/>
          </p:nvSpPr>
          <p:spPr>
            <a:xfrm>
              <a:off x="7807115" y="2475745"/>
              <a:ext cx="1163" cy="647"/>
            </a:xfrm>
            <a:custGeom>
              <a:avLst/>
              <a:pathLst>
                <a:path w="1163" h="647">
                  <a:moveTo>
                    <a:pt x="0" y="647"/>
                  </a:moveTo>
                  <a:lnTo>
                    <a:pt x="11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l2660"/>
            <p:cNvSpPr/>
            <p:nvPr/>
          </p:nvSpPr>
          <p:spPr>
            <a:xfrm>
              <a:off x="7803033" y="2468444"/>
              <a:ext cx="1160" cy="652"/>
            </a:xfrm>
            <a:custGeom>
              <a:avLst/>
              <a:pathLst>
                <a:path w="1160" h="652">
                  <a:moveTo>
                    <a:pt x="0" y="652"/>
                  </a:moveTo>
                  <a:lnTo>
                    <a:pt x="11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l2661"/>
            <p:cNvSpPr/>
            <p:nvPr/>
          </p:nvSpPr>
          <p:spPr>
            <a:xfrm>
              <a:off x="7803916" y="2472742"/>
              <a:ext cx="1161" cy="650"/>
            </a:xfrm>
            <a:custGeom>
              <a:avLst/>
              <a:pathLst>
                <a:path w="1161" h="650">
                  <a:moveTo>
                    <a:pt x="0" y="650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l2662"/>
            <p:cNvSpPr/>
            <p:nvPr/>
          </p:nvSpPr>
          <p:spPr>
            <a:xfrm>
              <a:off x="7797763" y="2461161"/>
              <a:ext cx="2315" cy="1314"/>
            </a:xfrm>
            <a:custGeom>
              <a:avLst/>
              <a:pathLst>
                <a:path w="2315" h="1314">
                  <a:moveTo>
                    <a:pt x="0" y="1314"/>
                  </a:moveTo>
                  <a:lnTo>
                    <a:pt x="23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l2663"/>
            <p:cNvSpPr/>
            <p:nvPr/>
          </p:nvSpPr>
          <p:spPr>
            <a:xfrm>
              <a:off x="7799688" y="2467929"/>
              <a:ext cx="1159" cy="653"/>
            </a:xfrm>
            <a:custGeom>
              <a:avLst/>
              <a:pathLst>
                <a:path w="1159" h="653">
                  <a:moveTo>
                    <a:pt x="0" y="653"/>
                  </a:moveTo>
                  <a:lnTo>
                    <a:pt x="11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l2664"/>
            <p:cNvSpPr/>
            <p:nvPr/>
          </p:nvSpPr>
          <p:spPr>
            <a:xfrm>
              <a:off x="7792467" y="2453895"/>
              <a:ext cx="3464" cy="1987"/>
            </a:xfrm>
            <a:custGeom>
              <a:avLst/>
              <a:pathLst>
                <a:path w="3464" h="1987">
                  <a:moveTo>
                    <a:pt x="0" y="1987"/>
                  </a:moveTo>
                  <a:lnTo>
                    <a:pt x="3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l2665"/>
            <p:cNvSpPr/>
            <p:nvPr/>
          </p:nvSpPr>
          <p:spPr>
            <a:xfrm>
              <a:off x="7794932" y="2462226"/>
              <a:ext cx="1157" cy="658"/>
            </a:xfrm>
            <a:custGeom>
              <a:avLst/>
              <a:pathLst>
                <a:path w="1157" h="658">
                  <a:moveTo>
                    <a:pt x="0" y="658"/>
                  </a:moveTo>
                  <a:lnTo>
                    <a:pt x="11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l2666"/>
            <p:cNvSpPr/>
            <p:nvPr/>
          </p:nvSpPr>
          <p:spPr>
            <a:xfrm>
              <a:off x="7787146" y="2446647"/>
              <a:ext cx="4608" cy="2669"/>
            </a:xfrm>
            <a:custGeom>
              <a:avLst/>
              <a:pathLst>
                <a:path w="4608" h="2669">
                  <a:moveTo>
                    <a:pt x="0" y="2669"/>
                  </a:moveTo>
                  <a:lnTo>
                    <a:pt x="46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l2667"/>
            <p:cNvSpPr/>
            <p:nvPr/>
          </p:nvSpPr>
          <p:spPr>
            <a:xfrm>
              <a:off x="7785279" y="2456093"/>
              <a:ext cx="5773" cy="3313"/>
            </a:xfrm>
            <a:custGeom>
              <a:avLst/>
              <a:pathLst>
                <a:path w="5773" h="3313">
                  <a:moveTo>
                    <a:pt x="0" y="3313"/>
                  </a:moveTo>
                  <a:lnTo>
                    <a:pt x="5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l2668"/>
            <p:cNvSpPr/>
            <p:nvPr/>
          </p:nvSpPr>
          <p:spPr>
            <a:xfrm>
              <a:off x="7767145" y="2425054"/>
              <a:ext cx="5711" cy="3419"/>
            </a:xfrm>
            <a:custGeom>
              <a:avLst/>
              <a:pathLst>
                <a:path w="5711" h="3419">
                  <a:moveTo>
                    <a:pt x="0" y="3419"/>
                  </a:moveTo>
                  <a:lnTo>
                    <a:pt x="57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l2669"/>
            <p:cNvSpPr/>
            <p:nvPr/>
          </p:nvSpPr>
          <p:spPr>
            <a:xfrm>
              <a:off x="7773986" y="2443898"/>
              <a:ext cx="2297" cy="1346"/>
            </a:xfrm>
            <a:custGeom>
              <a:avLst/>
              <a:pathLst>
                <a:path w="2297" h="1346">
                  <a:moveTo>
                    <a:pt x="0" y="1346"/>
                  </a:moveTo>
                  <a:lnTo>
                    <a:pt x="22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l2670"/>
            <p:cNvSpPr/>
            <p:nvPr/>
          </p:nvSpPr>
          <p:spPr>
            <a:xfrm>
              <a:off x="7751385" y="2400677"/>
              <a:ext cx="11331" cy="6990"/>
            </a:xfrm>
            <a:custGeom>
              <a:avLst/>
              <a:pathLst>
                <a:path w="11331" h="6990">
                  <a:moveTo>
                    <a:pt x="0" y="6990"/>
                  </a:moveTo>
                  <a:lnTo>
                    <a:pt x="1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l2671"/>
            <p:cNvSpPr/>
            <p:nvPr/>
          </p:nvSpPr>
          <p:spPr>
            <a:xfrm>
              <a:off x="7761650" y="2426393"/>
              <a:ext cx="1140" cy="686"/>
            </a:xfrm>
            <a:custGeom>
              <a:avLst/>
              <a:pathLst>
                <a:path w="1140" h="686">
                  <a:moveTo>
                    <a:pt x="0" y="686"/>
                  </a:moveTo>
                  <a:lnTo>
                    <a:pt x="1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l2672"/>
            <p:cNvSpPr/>
            <p:nvPr/>
          </p:nvSpPr>
          <p:spPr>
            <a:xfrm>
              <a:off x="7743683" y="2389320"/>
              <a:ext cx="13543" cy="8475"/>
            </a:xfrm>
            <a:custGeom>
              <a:avLst/>
              <a:pathLst>
                <a:path w="13543" h="8475">
                  <a:moveTo>
                    <a:pt x="0" y="8475"/>
                  </a:moveTo>
                  <a:lnTo>
                    <a:pt x="135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l2673"/>
            <p:cNvSpPr/>
            <p:nvPr/>
          </p:nvSpPr>
          <p:spPr>
            <a:xfrm>
              <a:off x="7819173" y="2497751"/>
              <a:ext cx="1171" cy="632"/>
            </a:xfrm>
            <a:custGeom>
              <a:avLst/>
              <a:pathLst>
                <a:path w="1171" h="632">
                  <a:moveTo>
                    <a:pt x="0" y="632"/>
                  </a:moveTo>
                  <a:lnTo>
                    <a:pt x="11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l2674"/>
            <p:cNvSpPr/>
            <p:nvPr/>
          </p:nvSpPr>
          <p:spPr>
            <a:xfrm>
              <a:off x="7815185" y="2490398"/>
              <a:ext cx="1168" cy="637"/>
            </a:xfrm>
            <a:custGeom>
              <a:avLst/>
              <a:pathLst>
                <a:path w="1168" h="637">
                  <a:moveTo>
                    <a:pt x="0" y="637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l2675"/>
            <p:cNvSpPr/>
            <p:nvPr/>
          </p:nvSpPr>
          <p:spPr>
            <a:xfrm>
              <a:off x="7834810" y="2527329"/>
              <a:ext cx="1182" cy="612"/>
            </a:xfrm>
            <a:custGeom>
              <a:avLst/>
              <a:pathLst>
                <a:path w="1182" h="612">
                  <a:moveTo>
                    <a:pt x="0" y="612"/>
                  </a:moveTo>
                  <a:lnTo>
                    <a:pt x="11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l2676"/>
            <p:cNvSpPr/>
            <p:nvPr/>
          </p:nvSpPr>
          <p:spPr>
            <a:xfrm>
              <a:off x="7830948" y="2519909"/>
              <a:ext cx="1179" cy="617"/>
            </a:xfrm>
            <a:custGeom>
              <a:avLst/>
              <a:pathLst>
                <a:path w="1179" h="617">
                  <a:moveTo>
                    <a:pt x="0" y="617"/>
                  </a:moveTo>
                  <a:lnTo>
                    <a:pt x="11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l2677"/>
            <p:cNvSpPr/>
            <p:nvPr/>
          </p:nvSpPr>
          <p:spPr>
            <a:xfrm>
              <a:off x="7831702" y="2524232"/>
              <a:ext cx="1180" cy="615"/>
            </a:xfrm>
            <a:custGeom>
              <a:avLst/>
              <a:pathLst>
                <a:path w="1180" h="615">
                  <a:moveTo>
                    <a:pt x="0" y="615"/>
                  </a:moveTo>
                  <a:lnTo>
                    <a:pt x="1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l2678"/>
            <p:cNvSpPr/>
            <p:nvPr/>
          </p:nvSpPr>
          <p:spPr>
            <a:xfrm>
              <a:off x="7825878" y="2512506"/>
              <a:ext cx="2353" cy="1245"/>
            </a:xfrm>
            <a:custGeom>
              <a:avLst/>
              <a:pathLst>
                <a:path w="2353" h="1245">
                  <a:moveTo>
                    <a:pt x="0" y="1245"/>
                  </a:moveTo>
                  <a:lnTo>
                    <a:pt x="23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l2679"/>
            <p:cNvSpPr/>
            <p:nvPr/>
          </p:nvSpPr>
          <p:spPr>
            <a:xfrm>
              <a:off x="7827620" y="2519295"/>
              <a:ext cx="1178" cy="618"/>
            </a:xfrm>
            <a:custGeom>
              <a:avLst/>
              <a:pathLst>
                <a:path w="1178" h="618">
                  <a:moveTo>
                    <a:pt x="0" y="618"/>
                  </a:moveTo>
                  <a:lnTo>
                    <a:pt x="11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l2680"/>
            <p:cNvSpPr/>
            <p:nvPr/>
          </p:nvSpPr>
          <p:spPr>
            <a:xfrm>
              <a:off x="7820781" y="2505120"/>
              <a:ext cx="3522" cy="1882"/>
            </a:xfrm>
            <a:custGeom>
              <a:avLst/>
              <a:pathLst>
                <a:path w="3522" h="1882">
                  <a:moveTo>
                    <a:pt x="0" y="1882"/>
                  </a:moveTo>
                  <a:lnTo>
                    <a:pt x="35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l2681"/>
            <p:cNvSpPr/>
            <p:nvPr/>
          </p:nvSpPr>
          <p:spPr>
            <a:xfrm>
              <a:off x="7821860" y="2513452"/>
              <a:ext cx="2353" cy="1246"/>
            </a:xfrm>
            <a:custGeom>
              <a:avLst/>
              <a:pathLst>
                <a:path w="2353" h="1246">
                  <a:moveTo>
                    <a:pt x="0" y="1246"/>
                  </a:moveTo>
                  <a:lnTo>
                    <a:pt x="23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l2682"/>
            <p:cNvSpPr/>
            <p:nvPr/>
          </p:nvSpPr>
          <p:spPr>
            <a:xfrm>
              <a:off x="7812502" y="2494707"/>
              <a:ext cx="4680" cy="2540"/>
            </a:xfrm>
            <a:custGeom>
              <a:avLst/>
              <a:pathLst>
                <a:path w="4680" h="2540">
                  <a:moveTo>
                    <a:pt x="0" y="2540"/>
                  </a:moveTo>
                  <a:lnTo>
                    <a:pt x="46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l2683"/>
            <p:cNvSpPr/>
            <p:nvPr/>
          </p:nvSpPr>
          <p:spPr>
            <a:xfrm>
              <a:off x="7849941" y="2557170"/>
              <a:ext cx="1192" cy="592"/>
            </a:xfrm>
            <a:custGeom>
              <a:avLst/>
              <a:pathLst>
                <a:path w="1192" h="592">
                  <a:moveTo>
                    <a:pt x="0" y="592"/>
                  </a:moveTo>
                  <a:lnTo>
                    <a:pt x="1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l2684"/>
            <p:cNvSpPr/>
            <p:nvPr/>
          </p:nvSpPr>
          <p:spPr>
            <a:xfrm>
              <a:off x="7846206" y="2549685"/>
              <a:ext cx="1189" cy="597"/>
            </a:xfrm>
            <a:custGeom>
              <a:avLst/>
              <a:pathLst>
                <a:path w="1189" h="597">
                  <a:moveTo>
                    <a:pt x="0" y="597"/>
                  </a:moveTo>
                  <a:lnTo>
                    <a:pt x="1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l2685"/>
            <p:cNvSpPr/>
            <p:nvPr/>
          </p:nvSpPr>
          <p:spPr>
            <a:xfrm>
              <a:off x="7846886" y="2554020"/>
              <a:ext cx="1191" cy="594"/>
            </a:xfrm>
            <a:custGeom>
              <a:avLst/>
              <a:pathLst>
                <a:path w="1191" h="594">
                  <a:moveTo>
                    <a:pt x="0" y="594"/>
                  </a:moveTo>
                  <a:lnTo>
                    <a:pt x="11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l2686"/>
            <p:cNvSpPr/>
            <p:nvPr/>
          </p:nvSpPr>
          <p:spPr>
            <a:xfrm>
              <a:off x="7841252" y="2542217"/>
              <a:ext cx="2374" cy="1204"/>
            </a:xfrm>
            <a:custGeom>
              <a:avLst/>
              <a:pathLst>
                <a:path w="2374" h="1204">
                  <a:moveTo>
                    <a:pt x="0" y="1204"/>
                  </a:moveTo>
                  <a:lnTo>
                    <a:pt x="23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l2687"/>
            <p:cNvSpPr/>
            <p:nvPr/>
          </p:nvSpPr>
          <p:spPr>
            <a:xfrm>
              <a:off x="7842889" y="2549014"/>
              <a:ext cx="1189" cy="598"/>
            </a:xfrm>
            <a:custGeom>
              <a:avLst/>
              <a:pathLst>
                <a:path w="1189" h="598">
                  <a:moveTo>
                    <a:pt x="0" y="598"/>
                  </a:moveTo>
                  <a:lnTo>
                    <a:pt x="1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l2688"/>
            <p:cNvSpPr/>
            <p:nvPr/>
          </p:nvSpPr>
          <p:spPr>
            <a:xfrm>
              <a:off x="7836271" y="2534765"/>
              <a:ext cx="3554" cy="1822"/>
            </a:xfrm>
            <a:custGeom>
              <a:avLst/>
              <a:pathLst>
                <a:path w="3554" h="1822">
                  <a:moveTo>
                    <a:pt x="0" y="1822"/>
                  </a:moveTo>
                  <a:lnTo>
                    <a:pt x="35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l2689"/>
            <p:cNvSpPr/>
            <p:nvPr/>
          </p:nvSpPr>
          <p:spPr>
            <a:xfrm>
              <a:off x="7857314" y="2572186"/>
              <a:ext cx="1197" cy="582"/>
            </a:xfrm>
            <a:custGeom>
              <a:avLst/>
              <a:pathLst>
                <a:path w="1197" h="582">
                  <a:moveTo>
                    <a:pt x="0" y="582"/>
                  </a:moveTo>
                  <a:lnTo>
                    <a:pt x="11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l2690"/>
            <p:cNvSpPr/>
            <p:nvPr/>
          </p:nvSpPr>
          <p:spPr>
            <a:xfrm>
              <a:off x="7853644" y="2564670"/>
              <a:ext cx="1194" cy="587"/>
            </a:xfrm>
            <a:custGeom>
              <a:avLst/>
              <a:pathLst>
                <a:path w="1194" h="587">
                  <a:moveTo>
                    <a:pt x="0" y="587"/>
                  </a:moveTo>
                  <a:lnTo>
                    <a:pt x="11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l2691"/>
            <p:cNvSpPr/>
            <p:nvPr/>
          </p:nvSpPr>
          <p:spPr>
            <a:xfrm>
              <a:off x="7871676" y="2602405"/>
              <a:ext cx="1207" cy="561"/>
            </a:xfrm>
            <a:custGeom>
              <a:avLst/>
              <a:pathLst>
                <a:path w="1207" h="561">
                  <a:moveTo>
                    <a:pt x="0" y="561"/>
                  </a:moveTo>
                  <a:lnTo>
                    <a:pt x="12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l2692"/>
            <p:cNvSpPr/>
            <p:nvPr/>
          </p:nvSpPr>
          <p:spPr>
            <a:xfrm>
              <a:off x="7868134" y="2594827"/>
              <a:ext cx="1204" cy="566"/>
            </a:xfrm>
            <a:custGeom>
              <a:avLst/>
              <a:pathLst>
                <a:path w="1204" h="566">
                  <a:moveTo>
                    <a:pt x="0" y="566"/>
                  </a:moveTo>
                  <a:lnTo>
                    <a:pt x="1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l2693"/>
            <p:cNvSpPr/>
            <p:nvPr/>
          </p:nvSpPr>
          <p:spPr>
            <a:xfrm>
              <a:off x="7868703" y="2599179"/>
              <a:ext cx="1206" cy="564"/>
            </a:xfrm>
            <a:custGeom>
              <a:avLst/>
              <a:pathLst>
                <a:path w="1206" h="564">
                  <a:moveTo>
                    <a:pt x="0" y="564"/>
                  </a:moveTo>
                  <a:lnTo>
                    <a:pt x="12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l2694"/>
            <p:cNvSpPr/>
            <p:nvPr/>
          </p:nvSpPr>
          <p:spPr>
            <a:xfrm>
              <a:off x="7863357" y="2587265"/>
              <a:ext cx="2404" cy="1143"/>
            </a:xfrm>
            <a:custGeom>
              <a:avLst/>
              <a:pathLst>
                <a:path w="2404" h="1143">
                  <a:moveTo>
                    <a:pt x="0" y="1143"/>
                  </a:moveTo>
                  <a:lnTo>
                    <a:pt x="24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l2695"/>
            <p:cNvSpPr/>
            <p:nvPr/>
          </p:nvSpPr>
          <p:spPr>
            <a:xfrm>
              <a:off x="7864835" y="2594071"/>
              <a:ext cx="1204" cy="567"/>
            </a:xfrm>
            <a:custGeom>
              <a:avLst/>
              <a:pathLst>
                <a:path w="1204" h="567">
                  <a:moveTo>
                    <a:pt x="0" y="567"/>
                  </a:moveTo>
                  <a:lnTo>
                    <a:pt x="1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l2696"/>
            <p:cNvSpPr/>
            <p:nvPr/>
          </p:nvSpPr>
          <p:spPr>
            <a:xfrm>
              <a:off x="7858553" y="2579718"/>
              <a:ext cx="3599" cy="1730"/>
            </a:xfrm>
            <a:custGeom>
              <a:avLst/>
              <a:pathLst>
                <a:path w="3599" h="1730">
                  <a:moveTo>
                    <a:pt x="0" y="1730"/>
                  </a:moveTo>
                  <a:lnTo>
                    <a:pt x="3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l2697"/>
            <p:cNvSpPr/>
            <p:nvPr/>
          </p:nvSpPr>
          <p:spPr>
            <a:xfrm>
              <a:off x="7859302" y="2588038"/>
              <a:ext cx="2404" cy="1144"/>
            </a:xfrm>
            <a:custGeom>
              <a:avLst/>
              <a:pathLst>
                <a:path w="2404" h="1144">
                  <a:moveTo>
                    <a:pt x="0" y="1144"/>
                  </a:moveTo>
                  <a:lnTo>
                    <a:pt x="24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l2698"/>
            <p:cNvSpPr/>
            <p:nvPr/>
          </p:nvSpPr>
          <p:spPr>
            <a:xfrm>
              <a:off x="7850698" y="2569011"/>
              <a:ext cx="4784" cy="2338"/>
            </a:xfrm>
            <a:custGeom>
              <a:avLst/>
              <a:pathLst>
                <a:path w="4784" h="2338">
                  <a:moveTo>
                    <a:pt x="0" y="2338"/>
                  </a:moveTo>
                  <a:lnTo>
                    <a:pt x="47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l2699"/>
            <p:cNvSpPr/>
            <p:nvPr/>
          </p:nvSpPr>
          <p:spPr>
            <a:xfrm>
              <a:off x="7888900" y="2640517"/>
              <a:ext cx="1218" cy="535"/>
            </a:xfrm>
            <a:custGeom>
              <a:avLst/>
              <a:pathLst>
                <a:path w="1218" h="535">
                  <a:moveTo>
                    <a:pt x="0" y="535"/>
                  </a:moveTo>
                  <a:lnTo>
                    <a:pt x="1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l2700"/>
            <p:cNvSpPr/>
            <p:nvPr/>
          </p:nvSpPr>
          <p:spPr>
            <a:xfrm>
              <a:off x="7885520" y="2632865"/>
              <a:ext cx="1216" cy="540"/>
            </a:xfrm>
            <a:custGeom>
              <a:avLst/>
              <a:pathLst>
                <a:path w="1216" h="540">
                  <a:moveTo>
                    <a:pt x="0" y="540"/>
                  </a:moveTo>
                  <a:lnTo>
                    <a:pt x="1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l2701"/>
            <p:cNvSpPr/>
            <p:nvPr/>
          </p:nvSpPr>
          <p:spPr>
            <a:xfrm>
              <a:off x="7885996" y="2637227"/>
              <a:ext cx="1217" cy="538"/>
            </a:xfrm>
            <a:custGeom>
              <a:avLst/>
              <a:pathLst>
                <a:path w="1217" h="538">
                  <a:moveTo>
                    <a:pt x="0" y="538"/>
                  </a:moveTo>
                  <a:lnTo>
                    <a:pt x="12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l2702"/>
            <p:cNvSpPr/>
            <p:nvPr/>
          </p:nvSpPr>
          <p:spPr>
            <a:xfrm>
              <a:off x="7880894" y="2625228"/>
              <a:ext cx="2428" cy="1092"/>
            </a:xfrm>
            <a:custGeom>
              <a:avLst/>
              <a:pathLst>
                <a:path w="2428" h="1092">
                  <a:moveTo>
                    <a:pt x="0" y="1092"/>
                  </a:moveTo>
                  <a:lnTo>
                    <a:pt x="2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l2703"/>
            <p:cNvSpPr/>
            <p:nvPr/>
          </p:nvSpPr>
          <p:spPr>
            <a:xfrm>
              <a:off x="7882238" y="2632039"/>
              <a:ext cx="1216" cy="542"/>
            </a:xfrm>
            <a:custGeom>
              <a:avLst/>
              <a:pathLst>
                <a:path w="1216" h="542">
                  <a:moveTo>
                    <a:pt x="0" y="542"/>
                  </a:moveTo>
                  <a:lnTo>
                    <a:pt x="1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l2704"/>
            <p:cNvSpPr/>
            <p:nvPr/>
          </p:nvSpPr>
          <p:spPr>
            <a:xfrm>
              <a:off x="7876239" y="2617605"/>
              <a:ext cx="3635" cy="1653"/>
            </a:xfrm>
            <a:custGeom>
              <a:avLst/>
              <a:pathLst>
                <a:path w="3635" h="1653">
                  <a:moveTo>
                    <a:pt x="0" y="1653"/>
                  </a:moveTo>
                  <a:lnTo>
                    <a:pt x="36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l2705"/>
            <p:cNvSpPr/>
            <p:nvPr/>
          </p:nvSpPr>
          <p:spPr>
            <a:xfrm>
              <a:off x="7878037" y="2625914"/>
              <a:ext cx="1214" cy="546"/>
            </a:xfrm>
            <a:custGeom>
              <a:avLst/>
              <a:pathLst>
                <a:path w="1214" h="546">
                  <a:moveTo>
                    <a:pt x="0" y="546"/>
                  </a:moveTo>
                  <a:lnTo>
                    <a:pt x="1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l2706"/>
            <p:cNvSpPr/>
            <p:nvPr/>
          </p:nvSpPr>
          <p:spPr>
            <a:xfrm>
              <a:off x="7871557" y="2609998"/>
              <a:ext cx="4838" cy="2225"/>
            </a:xfrm>
            <a:custGeom>
              <a:avLst/>
              <a:pathLst>
                <a:path w="4838" h="2225">
                  <a:moveTo>
                    <a:pt x="0" y="2225"/>
                  </a:moveTo>
                  <a:lnTo>
                    <a:pt x="48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l2707"/>
            <p:cNvSpPr/>
            <p:nvPr/>
          </p:nvSpPr>
          <p:spPr>
            <a:xfrm>
              <a:off x="7905307" y="2678987"/>
              <a:ext cx="1230" cy="509"/>
            </a:xfrm>
            <a:custGeom>
              <a:avLst/>
              <a:pathLst>
                <a:path w="1230" h="509">
                  <a:moveTo>
                    <a:pt x="0" y="509"/>
                  </a:moveTo>
                  <a:lnTo>
                    <a:pt x="12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l2708"/>
            <p:cNvSpPr/>
            <p:nvPr/>
          </p:nvSpPr>
          <p:spPr>
            <a:xfrm>
              <a:off x="7902091" y="2671265"/>
              <a:ext cx="1227" cy="514"/>
            </a:xfrm>
            <a:custGeom>
              <a:avLst/>
              <a:pathLst>
                <a:path w="1227" h="514">
                  <a:moveTo>
                    <a:pt x="0" y="514"/>
                  </a:moveTo>
                  <a:lnTo>
                    <a:pt x="12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l2709"/>
            <p:cNvSpPr/>
            <p:nvPr/>
          </p:nvSpPr>
          <p:spPr>
            <a:xfrm>
              <a:off x="7902474" y="2675637"/>
              <a:ext cx="1228" cy="512"/>
            </a:xfrm>
            <a:custGeom>
              <a:avLst/>
              <a:pathLst>
                <a:path w="1228" h="512">
                  <a:moveTo>
                    <a:pt x="0" y="512"/>
                  </a:moveTo>
                  <a:lnTo>
                    <a:pt x="1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l2710"/>
            <p:cNvSpPr/>
            <p:nvPr/>
          </p:nvSpPr>
          <p:spPr>
            <a:xfrm>
              <a:off x="7897617" y="2663557"/>
              <a:ext cx="2451" cy="1040"/>
            </a:xfrm>
            <a:custGeom>
              <a:avLst/>
              <a:pathLst>
                <a:path w="2451" h="1040">
                  <a:moveTo>
                    <a:pt x="0" y="1040"/>
                  </a:moveTo>
                  <a:lnTo>
                    <a:pt x="24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l2711"/>
            <p:cNvSpPr/>
            <p:nvPr/>
          </p:nvSpPr>
          <p:spPr>
            <a:xfrm>
              <a:off x="7898827" y="2670369"/>
              <a:ext cx="1227" cy="516"/>
            </a:xfrm>
            <a:custGeom>
              <a:avLst/>
              <a:pathLst>
                <a:path w="1227" h="516">
                  <a:moveTo>
                    <a:pt x="0" y="516"/>
                  </a:moveTo>
                  <a:lnTo>
                    <a:pt x="12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l2712"/>
            <p:cNvSpPr/>
            <p:nvPr/>
          </p:nvSpPr>
          <p:spPr>
            <a:xfrm>
              <a:off x="7893114" y="2655863"/>
              <a:ext cx="3670" cy="1575"/>
            </a:xfrm>
            <a:custGeom>
              <a:avLst/>
              <a:pathLst>
                <a:path w="3670" h="1575">
                  <a:moveTo>
                    <a:pt x="0" y="1575"/>
                  </a:moveTo>
                  <a:lnTo>
                    <a:pt x="3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l2713"/>
            <p:cNvSpPr/>
            <p:nvPr/>
          </p:nvSpPr>
          <p:spPr>
            <a:xfrm>
              <a:off x="7894758" y="2664156"/>
              <a:ext cx="1225" cy="520"/>
            </a:xfrm>
            <a:custGeom>
              <a:avLst/>
              <a:pathLst>
                <a:path w="1225" h="520">
                  <a:moveTo>
                    <a:pt x="0" y="520"/>
                  </a:moveTo>
                  <a:lnTo>
                    <a:pt x="12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l2714"/>
            <p:cNvSpPr/>
            <p:nvPr/>
          </p:nvSpPr>
          <p:spPr>
            <a:xfrm>
              <a:off x="7888583" y="2648183"/>
              <a:ext cx="4884" cy="2121"/>
            </a:xfrm>
            <a:custGeom>
              <a:avLst/>
              <a:pathLst>
                <a:path w="4884" h="2121">
                  <a:moveTo>
                    <a:pt x="0" y="2121"/>
                  </a:moveTo>
                  <a:lnTo>
                    <a:pt x="4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l2715"/>
            <p:cNvSpPr/>
            <p:nvPr/>
          </p:nvSpPr>
          <p:spPr>
            <a:xfrm>
              <a:off x="7885568" y="2657485"/>
              <a:ext cx="6116" cy="2627"/>
            </a:xfrm>
            <a:custGeom>
              <a:avLst/>
              <a:pathLst>
                <a:path w="6116" h="2627">
                  <a:moveTo>
                    <a:pt x="0" y="2627"/>
                  </a:moveTo>
                  <a:lnTo>
                    <a:pt x="6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l2716"/>
            <p:cNvSpPr/>
            <p:nvPr/>
          </p:nvSpPr>
          <p:spPr>
            <a:xfrm>
              <a:off x="7868752" y="2619336"/>
              <a:ext cx="6059" cy="2757"/>
            </a:xfrm>
            <a:custGeom>
              <a:avLst/>
              <a:pathLst>
                <a:path w="6059" h="2757">
                  <a:moveTo>
                    <a:pt x="0" y="2757"/>
                  </a:moveTo>
                  <a:lnTo>
                    <a:pt x="60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l2717"/>
            <p:cNvSpPr/>
            <p:nvPr/>
          </p:nvSpPr>
          <p:spPr>
            <a:xfrm>
              <a:off x="7869956" y="2641058"/>
              <a:ext cx="7305" cy="3231"/>
            </a:xfrm>
            <a:custGeom>
              <a:avLst/>
              <a:pathLst>
                <a:path w="7305" h="3231">
                  <a:moveTo>
                    <a:pt x="0" y="3231"/>
                  </a:moveTo>
                  <a:lnTo>
                    <a:pt x="7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l2718"/>
            <p:cNvSpPr/>
            <p:nvPr/>
          </p:nvSpPr>
          <p:spPr>
            <a:xfrm>
              <a:off x="7843031" y="2580255"/>
              <a:ext cx="11991" cy="5785"/>
            </a:xfrm>
            <a:custGeom>
              <a:avLst/>
              <a:pathLst>
                <a:path w="11991" h="5785">
                  <a:moveTo>
                    <a:pt x="0" y="5785"/>
                  </a:moveTo>
                  <a:lnTo>
                    <a:pt x="119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l2719"/>
            <p:cNvSpPr/>
            <p:nvPr/>
          </p:nvSpPr>
          <p:spPr>
            <a:xfrm>
              <a:off x="7851900" y="2615054"/>
              <a:ext cx="4834" cy="2234"/>
            </a:xfrm>
            <a:custGeom>
              <a:avLst/>
              <a:pathLst>
                <a:path w="4834" h="2234">
                  <a:moveTo>
                    <a:pt x="0" y="2234"/>
                  </a:moveTo>
                  <a:lnTo>
                    <a:pt x="48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l2720"/>
            <p:cNvSpPr/>
            <p:nvPr/>
          </p:nvSpPr>
          <p:spPr>
            <a:xfrm>
              <a:off x="7820600" y="2543094"/>
              <a:ext cx="18992" cy="9649"/>
            </a:xfrm>
            <a:custGeom>
              <a:avLst/>
              <a:pathLst>
                <a:path w="18992" h="9649">
                  <a:moveTo>
                    <a:pt x="0" y="9649"/>
                  </a:moveTo>
                  <a:lnTo>
                    <a:pt x="18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l2721"/>
            <p:cNvSpPr/>
            <p:nvPr/>
          </p:nvSpPr>
          <p:spPr>
            <a:xfrm>
              <a:off x="7829361" y="2584871"/>
              <a:ext cx="7188" cy="3485"/>
            </a:xfrm>
            <a:custGeom>
              <a:avLst/>
              <a:pathLst>
                <a:path w="7188" h="3485">
                  <a:moveTo>
                    <a:pt x="0" y="3485"/>
                  </a:moveTo>
                  <a:lnTo>
                    <a:pt x="7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l2722"/>
            <p:cNvSpPr/>
            <p:nvPr/>
          </p:nvSpPr>
          <p:spPr>
            <a:xfrm>
              <a:off x="7793735" y="2505961"/>
              <a:ext cx="23467" cy="12584"/>
            </a:xfrm>
            <a:custGeom>
              <a:avLst/>
              <a:pathLst>
                <a:path w="23467" h="12584">
                  <a:moveTo>
                    <a:pt x="0" y="12584"/>
                  </a:moveTo>
                  <a:lnTo>
                    <a:pt x="23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l2723"/>
            <p:cNvSpPr/>
            <p:nvPr/>
          </p:nvSpPr>
          <p:spPr>
            <a:xfrm>
              <a:off x="7810717" y="2553270"/>
              <a:ext cx="1185" cy="605"/>
            </a:xfrm>
            <a:custGeom>
              <a:avLst/>
              <a:pathLst>
                <a:path w="1185" h="605">
                  <a:moveTo>
                    <a:pt x="0" y="605"/>
                  </a:moveTo>
                  <a:lnTo>
                    <a:pt x="11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l2724"/>
            <p:cNvSpPr/>
            <p:nvPr/>
          </p:nvSpPr>
          <p:spPr>
            <a:xfrm>
              <a:off x="7782014" y="2483063"/>
              <a:ext cx="30318" cy="16708"/>
            </a:xfrm>
            <a:custGeom>
              <a:avLst/>
              <a:pathLst>
                <a:path w="30318" h="16708">
                  <a:moveTo>
                    <a:pt x="0" y="16708"/>
                  </a:moveTo>
                  <a:lnTo>
                    <a:pt x="30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l2725"/>
            <p:cNvSpPr/>
            <p:nvPr/>
          </p:nvSpPr>
          <p:spPr>
            <a:xfrm>
              <a:off x="7914756" y="2702235"/>
              <a:ext cx="1236" cy="493"/>
            </a:xfrm>
            <a:custGeom>
              <a:avLst/>
              <a:pathLst>
                <a:path w="1236" h="493">
                  <a:moveTo>
                    <a:pt x="0" y="493"/>
                  </a:moveTo>
                  <a:lnTo>
                    <a:pt x="12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l2726"/>
            <p:cNvSpPr/>
            <p:nvPr/>
          </p:nvSpPr>
          <p:spPr>
            <a:xfrm>
              <a:off x="7911639" y="2694472"/>
              <a:ext cx="1234" cy="498"/>
            </a:xfrm>
            <a:custGeom>
              <a:avLst/>
              <a:pathLst>
                <a:path w="1234" h="498">
                  <a:moveTo>
                    <a:pt x="0" y="498"/>
                  </a:moveTo>
                  <a:lnTo>
                    <a:pt x="12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l2727"/>
            <p:cNvSpPr/>
            <p:nvPr/>
          </p:nvSpPr>
          <p:spPr>
            <a:xfrm>
              <a:off x="7920890" y="2717799"/>
              <a:ext cx="1240" cy="483"/>
            </a:xfrm>
            <a:custGeom>
              <a:avLst/>
              <a:pathLst>
                <a:path w="1240" h="483">
                  <a:moveTo>
                    <a:pt x="0" y="483"/>
                  </a:moveTo>
                  <a:lnTo>
                    <a:pt x="12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l2728"/>
            <p:cNvSpPr/>
            <p:nvPr/>
          </p:nvSpPr>
          <p:spPr>
            <a:xfrm>
              <a:off x="7917839" y="2710011"/>
              <a:ext cx="1238" cy="488"/>
            </a:xfrm>
            <a:custGeom>
              <a:avLst/>
              <a:pathLst>
                <a:path w="1238" h="488">
                  <a:moveTo>
                    <a:pt x="0" y="488"/>
                  </a:moveTo>
                  <a:lnTo>
                    <a:pt x="1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l2729"/>
            <p:cNvSpPr/>
            <p:nvPr/>
          </p:nvSpPr>
          <p:spPr>
            <a:xfrm>
              <a:off x="7932758" y="2749083"/>
              <a:ext cx="1248" cy="461"/>
            </a:xfrm>
            <a:custGeom>
              <a:avLst/>
              <a:pathLst>
                <a:path w="1248" h="461">
                  <a:moveTo>
                    <a:pt x="0" y="46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l2730"/>
            <p:cNvSpPr/>
            <p:nvPr/>
          </p:nvSpPr>
          <p:spPr>
            <a:xfrm>
              <a:off x="7929841" y="2741243"/>
              <a:ext cx="1246" cy="467"/>
            </a:xfrm>
            <a:custGeom>
              <a:avLst/>
              <a:pathLst>
                <a:path w="1246" h="467">
                  <a:moveTo>
                    <a:pt x="0" y="467"/>
                  </a:moveTo>
                  <a:lnTo>
                    <a:pt x="1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l2731"/>
            <p:cNvSpPr/>
            <p:nvPr/>
          </p:nvSpPr>
          <p:spPr>
            <a:xfrm>
              <a:off x="7930056" y="2745626"/>
              <a:ext cx="1247" cy="464"/>
            </a:xfrm>
            <a:custGeom>
              <a:avLst/>
              <a:pathLst>
                <a:path w="1247" h="464">
                  <a:moveTo>
                    <a:pt x="0" y="464"/>
                  </a:moveTo>
                  <a:lnTo>
                    <a:pt x="12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l2732"/>
            <p:cNvSpPr/>
            <p:nvPr/>
          </p:nvSpPr>
          <p:spPr>
            <a:xfrm>
              <a:off x="7925646" y="2733416"/>
              <a:ext cx="2489" cy="945"/>
            </a:xfrm>
            <a:custGeom>
              <a:avLst/>
              <a:pathLst>
                <a:path w="2489" h="945">
                  <a:moveTo>
                    <a:pt x="0" y="945"/>
                  </a:moveTo>
                  <a:lnTo>
                    <a:pt x="2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l2733"/>
            <p:cNvSpPr/>
            <p:nvPr/>
          </p:nvSpPr>
          <p:spPr>
            <a:xfrm>
              <a:off x="7926614" y="2740223"/>
              <a:ext cx="1246" cy="468"/>
            </a:xfrm>
            <a:custGeom>
              <a:avLst/>
              <a:pathLst>
                <a:path w="1246" h="468">
                  <a:moveTo>
                    <a:pt x="0" y="468"/>
                  </a:moveTo>
                  <a:lnTo>
                    <a:pt x="1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l2734"/>
            <p:cNvSpPr/>
            <p:nvPr/>
          </p:nvSpPr>
          <p:spPr>
            <a:xfrm>
              <a:off x="7921421" y="2725601"/>
              <a:ext cx="3728" cy="1433"/>
            </a:xfrm>
            <a:custGeom>
              <a:avLst/>
              <a:pathLst>
                <a:path w="3728" h="1433">
                  <a:moveTo>
                    <a:pt x="0" y="1433"/>
                  </a:moveTo>
                  <a:lnTo>
                    <a:pt x="37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l2735"/>
            <p:cNvSpPr/>
            <p:nvPr/>
          </p:nvSpPr>
          <p:spPr>
            <a:xfrm>
              <a:off x="7921541" y="2733858"/>
              <a:ext cx="2489" cy="946"/>
            </a:xfrm>
            <a:custGeom>
              <a:avLst/>
              <a:pathLst>
                <a:path w="2489" h="946">
                  <a:moveTo>
                    <a:pt x="0" y="946"/>
                  </a:moveTo>
                  <a:lnTo>
                    <a:pt x="2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l2736"/>
            <p:cNvSpPr/>
            <p:nvPr/>
          </p:nvSpPr>
          <p:spPr>
            <a:xfrm>
              <a:off x="7914410" y="2714389"/>
              <a:ext cx="4958" cy="1943"/>
            </a:xfrm>
            <a:custGeom>
              <a:avLst/>
              <a:pathLst>
                <a:path w="4958" h="1943">
                  <a:moveTo>
                    <a:pt x="0" y="1943"/>
                  </a:moveTo>
                  <a:lnTo>
                    <a:pt x="4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l2737"/>
            <p:cNvSpPr/>
            <p:nvPr/>
          </p:nvSpPr>
          <p:spPr>
            <a:xfrm>
              <a:off x="7915515" y="2725559"/>
              <a:ext cx="2484" cy="959"/>
            </a:xfrm>
            <a:custGeom>
              <a:avLst/>
              <a:pathLst>
                <a:path w="2484" h="959">
                  <a:moveTo>
                    <a:pt x="0" y="959"/>
                  </a:moveTo>
                  <a:lnTo>
                    <a:pt x="24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l2738"/>
            <p:cNvSpPr/>
            <p:nvPr/>
          </p:nvSpPr>
          <p:spPr>
            <a:xfrm>
              <a:off x="7905789" y="2698848"/>
              <a:ext cx="7412" cy="2978"/>
            </a:xfrm>
            <a:custGeom>
              <a:avLst/>
              <a:pathLst>
                <a:path w="7412" h="2978">
                  <a:moveTo>
                    <a:pt x="0" y="2978"/>
                  </a:moveTo>
                  <a:lnTo>
                    <a:pt x="74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l2739"/>
            <p:cNvSpPr/>
            <p:nvPr/>
          </p:nvSpPr>
          <p:spPr>
            <a:xfrm>
              <a:off x="7941308" y="2772677"/>
              <a:ext cx="1254" cy="445"/>
            </a:xfrm>
            <a:custGeom>
              <a:avLst/>
              <a:pathLst>
                <a:path w="1254" h="445">
                  <a:moveTo>
                    <a:pt x="0" y="445"/>
                  </a:moveTo>
                  <a:lnTo>
                    <a:pt x="1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l2740"/>
            <p:cNvSpPr/>
            <p:nvPr/>
          </p:nvSpPr>
          <p:spPr>
            <a:xfrm>
              <a:off x="7938491" y="2764800"/>
              <a:ext cx="1252" cy="451"/>
            </a:xfrm>
            <a:custGeom>
              <a:avLst/>
              <a:pathLst>
                <a:path w="1252" h="451">
                  <a:moveTo>
                    <a:pt x="0" y="451"/>
                  </a:moveTo>
                  <a:lnTo>
                    <a:pt x="1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l2741"/>
            <p:cNvSpPr/>
            <p:nvPr/>
          </p:nvSpPr>
          <p:spPr>
            <a:xfrm>
              <a:off x="7938650" y="2769186"/>
              <a:ext cx="1253" cy="448"/>
            </a:xfrm>
            <a:custGeom>
              <a:avLst/>
              <a:pathLst>
                <a:path w="1253" h="448">
                  <a:moveTo>
                    <a:pt x="0" y="448"/>
                  </a:moveTo>
                  <a:lnTo>
                    <a:pt x="12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l2742"/>
            <p:cNvSpPr/>
            <p:nvPr/>
          </p:nvSpPr>
          <p:spPr>
            <a:xfrm>
              <a:off x="7934391" y="2756936"/>
              <a:ext cx="2501" cy="913"/>
            </a:xfrm>
            <a:custGeom>
              <a:avLst/>
              <a:pathLst>
                <a:path w="2501" h="913">
                  <a:moveTo>
                    <a:pt x="0" y="913"/>
                  </a:moveTo>
                  <a:lnTo>
                    <a:pt x="25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l2743"/>
            <p:cNvSpPr/>
            <p:nvPr/>
          </p:nvSpPr>
          <p:spPr>
            <a:xfrm>
              <a:off x="7946839" y="2788466"/>
              <a:ext cx="1258" cy="435"/>
            </a:xfrm>
            <a:custGeom>
              <a:avLst/>
              <a:pathLst>
                <a:path w="1258" h="435">
                  <a:moveTo>
                    <a:pt x="0" y="435"/>
                  </a:moveTo>
                  <a:lnTo>
                    <a:pt x="12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l2744"/>
            <p:cNvSpPr/>
            <p:nvPr/>
          </p:nvSpPr>
          <p:spPr>
            <a:xfrm>
              <a:off x="7944090" y="2780565"/>
              <a:ext cx="1256" cy="440"/>
            </a:xfrm>
            <a:custGeom>
              <a:avLst/>
              <a:pathLst>
                <a:path w="1256" h="440">
                  <a:moveTo>
                    <a:pt x="0" y="440"/>
                  </a:moveTo>
                  <a:lnTo>
                    <a:pt x="1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l2745"/>
            <p:cNvSpPr/>
            <p:nvPr/>
          </p:nvSpPr>
          <p:spPr>
            <a:xfrm>
              <a:off x="7954884" y="2812237"/>
              <a:ext cx="1263" cy="418"/>
            </a:xfrm>
            <a:custGeom>
              <a:avLst/>
              <a:pathLst>
                <a:path w="1263" h="418">
                  <a:moveTo>
                    <a:pt x="0" y="418"/>
                  </a:moveTo>
                  <a:lnTo>
                    <a:pt x="12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l2746"/>
            <p:cNvSpPr/>
            <p:nvPr/>
          </p:nvSpPr>
          <p:spPr>
            <a:xfrm>
              <a:off x="7952236" y="2804302"/>
              <a:ext cx="1261" cy="424"/>
            </a:xfrm>
            <a:custGeom>
              <a:avLst/>
              <a:pathLst>
                <a:path w="1261" h="424">
                  <a:moveTo>
                    <a:pt x="0" y="424"/>
                  </a:moveTo>
                  <a:lnTo>
                    <a:pt x="1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l2747"/>
            <p:cNvSpPr/>
            <p:nvPr/>
          </p:nvSpPr>
          <p:spPr>
            <a:xfrm>
              <a:off x="7952302" y="2808689"/>
              <a:ext cx="1262" cy="421"/>
            </a:xfrm>
            <a:custGeom>
              <a:avLst/>
              <a:pathLst>
                <a:path w="1262" h="421">
                  <a:moveTo>
                    <a:pt x="0" y="421"/>
                  </a:moveTo>
                  <a:lnTo>
                    <a:pt x="12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l2748"/>
            <p:cNvSpPr/>
            <p:nvPr/>
          </p:nvSpPr>
          <p:spPr>
            <a:xfrm>
              <a:off x="7948295" y="2796378"/>
              <a:ext cx="2520" cy="859"/>
            </a:xfrm>
            <a:custGeom>
              <a:avLst/>
              <a:pathLst>
                <a:path w="2520" h="859">
                  <a:moveTo>
                    <a:pt x="0" y="859"/>
                  </a:moveTo>
                  <a:lnTo>
                    <a:pt x="25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l2749"/>
            <p:cNvSpPr/>
            <p:nvPr/>
          </p:nvSpPr>
          <p:spPr>
            <a:xfrm>
              <a:off x="7947785" y="2803171"/>
              <a:ext cx="2523" cy="851"/>
            </a:xfrm>
            <a:custGeom>
              <a:avLst/>
              <a:pathLst>
                <a:path w="2523" h="851">
                  <a:moveTo>
                    <a:pt x="0" y="851"/>
                  </a:moveTo>
                  <a:lnTo>
                    <a:pt x="25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l2750"/>
            <p:cNvSpPr/>
            <p:nvPr/>
          </p:nvSpPr>
          <p:spPr>
            <a:xfrm>
              <a:off x="7941697" y="2784952"/>
              <a:ext cx="3772" cy="1313"/>
            </a:xfrm>
            <a:custGeom>
              <a:avLst/>
              <a:pathLst>
                <a:path w="3772" h="1313">
                  <a:moveTo>
                    <a:pt x="0" y="1313"/>
                  </a:moveTo>
                  <a:lnTo>
                    <a:pt x="37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l2751"/>
            <p:cNvSpPr/>
            <p:nvPr/>
          </p:nvSpPr>
          <p:spPr>
            <a:xfrm>
              <a:off x="7940984" y="2795137"/>
              <a:ext cx="3778" cy="1295"/>
            </a:xfrm>
            <a:custGeom>
              <a:avLst/>
              <a:pathLst>
                <a:path w="3778" h="1295">
                  <a:moveTo>
                    <a:pt x="0" y="1295"/>
                  </a:moveTo>
                  <a:lnTo>
                    <a:pt x="3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l2752"/>
            <p:cNvSpPr/>
            <p:nvPr/>
          </p:nvSpPr>
          <p:spPr>
            <a:xfrm>
              <a:off x="7930269" y="2763738"/>
              <a:ext cx="6260" cy="2262"/>
            </a:xfrm>
            <a:custGeom>
              <a:avLst/>
              <a:pathLst>
                <a:path w="6260" h="2262">
                  <a:moveTo>
                    <a:pt x="0" y="2262"/>
                  </a:moveTo>
                  <a:lnTo>
                    <a:pt x="6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l2753"/>
            <p:cNvSpPr/>
            <p:nvPr/>
          </p:nvSpPr>
          <p:spPr>
            <a:xfrm>
              <a:off x="7925642" y="2781194"/>
              <a:ext cx="10046" cy="3537"/>
            </a:xfrm>
            <a:custGeom>
              <a:avLst/>
              <a:pathLst>
                <a:path w="10046" h="3537">
                  <a:moveTo>
                    <a:pt x="0" y="3537"/>
                  </a:moveTo>
                  <a:lnTo>
                    <a:pt x="100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l2754"/>
            <p:cNvSpPr/>
            <p:nvPr/>
          </p:nvSpPr>
          <p:spPr>
            <a:xfrm>
              <a:off x="7900784" y="2714156"/>
              <a:ext cx="9910" cy="3903"/>
            </a:xfrm>
            <a:custGeom>
              <a:avLst/>
              <a:pathLst>
                <a:path w="9910" h="3903">
                  <a:moveTo>
                    <a:pt x="0" y="3903"/>
                  </a:moveTo>
                  <a:lnTo>
                    <a:pt x="9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l2755"/>
            <p:cNvSpPr/>
            <p:nvPr/>
          </p:nvSpPr>
          <p:spPr>
            <a:xfrm>
              <a:off x="7912271" y="2751282"/>
              <a:ext cx="1247" cy="465"/>
            </a:xfrm>
            <a:custGeom>
              <a:avLst/>
              <a:pathLst>
                <a:path w="1247" h="465">
                  <a:moveTo>
                    <a:pt x="0" y="465"/>
                  </a:moveTo>
                  <a:lnTo>
                    <a:pt x="12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l2756"/>
            <p:cNvSpPr/>
            <p:nvPr/>
          </p:nvSpPr>
          <p:spPr>
            <a:xfrm>
              <a:off x="7890006" y="2686723"/>
              <a:ext cx="19716" cy="8068"/>
            </a:xfrm>
            <a:custGeom>
              <a:avLst/>
              <a:pathLst>
                <a:path w="19716" h="8068">
                  <a:moveTo>
                    <a:pt x="0" y="8068"/>
                  </a:moveTo>
                  <a:lnTo>
                    <a:pt x="197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l2757"/>
            <p:cNvSpPr/>
            <p:nvPr/>
          </p:nvSpPr>
          <p:spPr>
            <a:xfrm>
              <a:off x="7970058" y="2860077"/>
              <a:ext cx="1274" cy="386"/>
            </a:xfrm>
            <a:custGeom>
              <a:avLst/>
              <a:pathLst>
                <a:path w="1274" h="386">
                  <a:moveTo>
                    <a:pt x="0" y="386"/>
                  </a:moveTo>
                  <a:lnTo>
                    <a:pt x="12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l2758"/>
            <p:cNvSpPr/>
            <p:nvPr/>
          </p:nvSpPr>
          <p:spPr>
            <a:xfrm>
              <a:off x="7967614" y="2852077"/>
              <a:ext cx="1272" cy="391"/>
            </a:xfrm>
            <a:custGeom>
              <a:avLst/>
              <a:pathLst>
                <a:path w="1272" h="391">
                  <a:moveTo>
                    <a:pt x="0" y="391"/>
                  </a:moveTo>
                  <a:lnTo>
                    <a:pt x="1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l2759"/>
            <p:cNvSpPr/>
            <p:nvPr/>
          </p:nvSpPr>
          <p:spPr>
            <a:xfrm>
              <a:off x="7967567" y="2856465"/>
              <a:ext cx="1273" cy="389"/>
            </a:xfrm>
            <a:custGeom>
              <a:avLst/>
              <a:pathLst>
                <a:path w="1273" h="389">
                  <a:moveTo>
                    <a:pt x="0" y="389"/>
                  </a:moveTo>
                  <a:lnTo>
                    <a:pt x="12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l2760"/>
            <p:cNvSpPr/>
            <p:nvPr/>
          </p:nvSpPr>
          <p:spPr>
            <a:xfrm>
              <a:off x="7963865" y="2844087"/>
              <a:ext cx="2541" cy="794"/>
            </a:xfrm>
            <a:custGeom>
              <a:avLst/>
              <a:pathLst>
                <a:path w="2541" h="794">
                  <a:moveTo>
                    <a:pt x="0" y="794"/>
                  </a:moveTo>
                  <a:lnTo>
                    <a:pt x="25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l2761"/>
            <p:cNvSpPr/>
            <p:nvPr/>
          </p:nvSpPr>
          <p:spPr>
            <a:xfrm>
              <a:off x="7964454" y="2850865"/>
              <a:ext cx="1272" cy="393"/>
            </a:xfrm>
            <a:custGeom>
              <a:avLst/>
              <a:pathLst>
                <a:path w="1272" h="393">
                  <a:moveTo>
                    <a:pt x="0" y="393"/>
                  </a:moveTo>
                  <a:lnTo>
                    <a:pt x="1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l2762"/>
            <p:cNvSpPr/>
            <p:nvPr/>
          </p:nvSpPr>
          <p:spPr>
            <a:xfrm>
              <a:off x="7960086" y="2836108"/>
              <a:ext cx="3807" cy="1208"/>
            </a:xfrm>
            <a:custGeom>
              <a:avLst/>
              <a:pathLst>
                <a:path w="3807" h="1208">
                  <a:moveTo>
                    <a:pt x="0" y="1208"/>
                  </a:moveTo>
                  <a:lnTo>
                    <a:pt x="38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l2763"/>
            <p:cNvSpPr/>
            <p:nvPr/>
          </p:nvSpPr>
          <p:spPr>
            <a:xfrm>
              <a:off x="7961012" y="2844284"/>
              <a:ext cx="1270" cy="398"/>
            </a:xfrm>
            <a:custGeom>
              <a:avLst/>
              <a:pathLst>
                <a:path w="1270" h="398">
                  <a:moveTo>
                    <a:pt x="0" y="398"/>
                  </a:moveTo>
                  <a:lnTo>
                    <a:pt x="12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l2764"/>
            <p:cNvSpPr/>
            <p:nvPr/>
          </p:nvSpPr>
          <p:spPr>
            <a:xfrm>
              <a:off x="7956276" y="2828140"/>
              <a:ext cx="5069" cy="1632"/>
            </a:xfrm>
            <a:custGeom>
              <a:avLst/>
              <a:pathLst>
                <a:path w="5069" h="1632">
                  <a:moveTo>
                    <a:pt x="0" y="1632"/>
                  </a:moveTo>
                  <a:lnTo>
                    <a:pt x="50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l2765"/>
            <p:cNvSpPr/>
            <p:nvPr/>
          </p:nvSpPr>
          <p:spPr>
            <a:xfrm>
              <a:off x="7957390" y="2837222"/>
              <a:ext cx="1268" cy="403"/>
            </a:xfrm>
            <a:custGeom>
              <a:avLst/>
              <a:pathLst>
                <a:path w="1268" h="403">
                  <a:moveTo>
                    <a:pt x="0" y="403"/>
                  </a:moveTo>
                  <a:lnTo>
                    <a:pt x="1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l2766"/>
            <p:cNvSpPr/>
            <p:nvPr/>
          </p:nvSpPr>
          <p:spPr>
            <a:xfrm>
              <a:off x="7952436" y="2820183"/>
              <a:ext cx="6327" cy="2067"/>
            </a:xfrm>
            <a:custGeom>
              <a:avLst/>
              <a:pathLst>
                <a:path w="6327" h="2067">
                  <a:moveTo>
                    <a:pt x="0" y="2067"/>
                  </a:moveTo>
                  <a:lnTo>
                    <a:pt x="63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l2767"/>
            <p:cNvSpPr/>
            <p:nvPr/>
          </p:nvSpPr>
          <p:spPr>
            <a:xfrm>
              <a:off x="7974843" y="2876109"/>
              <a:ext cx="1277" cy="375"/>
            </a:xfrm>
            <a:custGeom>
              <a:avLst/>
              <a:pathLst>
                <a:path w="1277" h="375">
                  <a:moveTo>
                    <a:pt x="0" y="375"/>
                  </a:moveTo>
                  <a:lnTo>
                    <a:pt x="12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l2768"/>
            <p:cNvSpPr/>
            <p:nvPr/>
          </p:nvSpPr>
          <p:spPr>
            <a:xfrm>
              <a:off x="7972468" y="2868088"/>
              <a:ext cx="1275" cy="381"/>
            </a:xfrm>
            <a:custGeom>
              <a:avLst/>
              <a:pathLst>
                <a:path w="1275" h="381">
                  <a:moveTo>
                    <a:pt x="0" y="381"/>
                  </a:moveTo>
                  <a:lnTo>
                    <a:pt x="12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l2769"/>
            <p:cNvSpPr/>
            <p:nvPr/>
          </p:nvSpPr>
          <p:spPr>
            <a:xfrm>
              <a:off x="7981764" y="2900231"/>
              <a:ext cx="1282" cy="359"/>
            </a:xfrm>
            <a:custGeom>
              <a:avLst/>
              <a:pathLst>
                <a:path w="1282" h="359">
                  <a:moveTo>
                    <a:pt x="0" y="359"/>
                  </a:moveTo>
                  <a:lnTo>
                    <a:pt x="12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l2770"/>
            <p:cNvSpPr/>
            <p:nvPr/>
          </p:nvSpPr>
          <p:spPr>
            <a:xfrm>
              <a:off x="7979491" y="2892181"/>
              <a:ext cx="1280" cy="364"/>
            </a:xfrm>
            <a:custGeom>
              <a:avLst/>
              <a:pathLst>
                <a:path w="1280" h="364">
                  <a:moveTo>
                    <a:pt x="0" y="364"/>
                  </a:moveTo>
                  <a:lnTo>
                    <a:pt x="12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l2771"/>
            <p:cNvSpPr/>
            <p:nvPr/>
          </p:nvSpPr>
          <p:spPr>
            <a:xfrm>
              <a:off x="7979351" y="2896567"/>
              <a:ext cx="1281" cy="361"/>
            </a:xfrm>
            <a:custGeom>
              <a:avLst/>
              <a:pathLst>
                <a:path w="1281" h="361">
                  <a:moveTo>
                    <a:pt x="0" y="361"/>
                  </a:moveTo>
                  <a:lnTo>
                    <a:pt x="12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l2772"/>
            <p:cNvSpPr/>
            <p:nvPr/>
          </p:nvSpPr>
          <p:spPr>
            <a:xfrm>
              <a:off x="7975905" y="2884140"/>
              <a:ext cx="2557" cy="740"/>
            </a:xfrm>
            <a:custGeom>
              <a:avLst/>
              <a:pathLst>
                <a:path w="2557" h="740">
                  <a:moveTo>
                    <a:pt x="0" y="740"/>
                  </a:moveTo>
                  <a:lnTo>
                    <a:pt x="2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l2773"/>
            <p:cNvSpPr/>
            <p:nvPr/>
          </p:nvSpPr>
          <p:spPr>
            <a:xfrm>
              <a:off x="7992611" y="2940626"/>
              <a:ext cx="1289" cy="331"/>
            </a:xfrm>
            <a:custGeom>
              <a:avLst/>
              <a:pathLst>
                <a:path w="1289" h="331">
                  <a:moveTo>
                    <a:pt x="0" y="331"/>
                  </a:moveTo>
                  <a:lnTo>
                    <a:pt x="12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l2774"/>
            <p:cNvSpPr/>
            <p:nvPr/>
          </p:nvSpPr>
          <p:spPr>
            <a:xfrm>
              <a:off x="7990511" y="2932528"/>
              <a:ext cx="1288" cy="337"/>
            </a:xfrm>
            <a:custGeom>
              <a:avLst/>
              <a:pathLst>
                <a:path w="1288" h="337">
                  <a:moveTo>
                    <a:pt x="0" y="337"/>
                  </a:moveTo>
                  <a:lnTo>
                    <a:pt x="12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l2775"/>
            <p:cNvSpPr/>
            <p:nvPr/>
          </p:nvSpPr>
          <p:spPr>
            <a:xfrm>
              <a:off x="7990277" y="2936910"/>
              <a:ext cx="1288" cy="334"/>
            </a:xfrm>
            <a:custGeom>
              <a:avLst/>
              <a:pathLst>
                <a:path w="1288" h="334">
                  <a:moveTo>
                    <a:pt x="0" y="334"/>
                  </a:moveTo>
                  <a:lnTo>
                    <a:pt x="12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l2776"/>
            <p:cNvSpPr/>
            <p:nvPr/>
          </p:nvSpPr>
          <p:spPr>
            <a:xfrm>
              <a:off x="7987089" y="2924440"/>
              <a:ext cx="2573" cy="685"/>
            </a:xfrm>
            <a:custGeom>
              <a:avLst/>
              <a:pathLst>
                <a:path w="2573" h="685">
                  <a:moveTo>
                    <a:pt x="0" y="685"/>
                  </a:moveTo>
                  <a:lnTo>
                    <a:pt x="2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l2777"/>
            <p:cNvSpPr/>
            <p:nvPr/>
          </p:nvSpPr>
          <p:spPr>
            <a:xfrm>
              <a:off x="7987405" y="2931183"/>
              <a:ext cx="1287" cy="338"/>
            </a:xfrm>
            <a:custGeom>
              <a:avLst/>
              <a:pathLst>
                <a:path w="1287" h="338">
                  <a:moveTo>
                    <a:pt x="0" y="338"/>
                  </a:moveTo>
                  <a:lnTo>
                    <a:pt x="12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l2778"/>
            <p:cNvSpPr/>
            <p:nvPr/>
          </p:nvSpPr>
          <p:spPr>
            <a:xfrm>
              <a:off x="7983636" y="2916361"/>
              <a:ext cx="3855" cy="1044"/>
            </a:xfrm>
            <a:custGeom>
              <a:avLst/>
              <a:pathLst>
                <a:path w="3855" h="1044">
                  <a:moveTo>
                    <a:pt x="0" y="1044"/>
                  </a:moveTo>
                  <a:lnTo>
                    <a:pt x="3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l2779"/>
            <p:cNvSpPr/>
            <p:nvPr/>
          </p:nvSpPr>
          <p:spPr>
            <a:xfrm>
              <a:off x="7984247" y="2924460"/>
              <a:ext cx="1286" cy="343"/>
            </a:xfrm>
            <a:custGeom>
              <a:avLst/>
              <a:pathLst>
                <a:path w="1286" h="343">
                  <a:moveTo>
                    <a:pt x="0" y="343"/>
                  </a:moveTo>
                  <a:lnTo>
                    <a:pt x="12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l2780"/>
            <p:cNvSpPr/>
            <p:nvPr/>
          </p:nvSpPr>
          <p:spPr>
            <a:xfrm>
              <a:off x="7980152" y="2908291"/>
              <a:ext cx="5134" cy="1414"/>
            </a:xfrm>
            <a:custGeom>
              <a:avLst/>
              <a:pathLst>
                <a:path w="5134" h="1414">
                  <a:moveTo>
                    <a:pt x="0" y="1414"/>
                  </a:moveTo>
                  <a:lnTo>
                    <a:pt x="5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l2781"/>
            <p:cNvSpPr/>
            <p:nvPr/>
          </p:nvSpPr>
          <p:spPr>
            <a:xfrm>
              <a:off x="7978360" y="2917251"/>
              <a:ext cx="3854" cy="1045"/>
            </a:xfrm>
            <a:custGeom>
              <a:avLst/>
              <a:pathLst>
                <a:path w="3854" h="1045">
                  <a:moveTo>
                    <a:pt x="0" y="1045"/>
                  </a:moveTo>
                  <a:lnTo>
                    <a:pt x="38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l2782"/>
            <p:cNvSpPr/>
            <p:nvPr/>
          </p:nvSpPr>
          <p:spPr>
            <a:xfrm>
              <a:off x="7971237" y="2890902"/>
              <a:ext cx="6400" cy="1830"/>
            </a:xfrm>
            <a:custGeom>
              <a:avLst/>
              <a:pathLst>
                <a:path w="6400" h="1830">
                  <a:moveTo>
                    <a:pt x="0" y="1830"/>
                  </a:moveTo>
                  <a:lnTo>
                    <a:pt x="64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l2783"/>
            <p:cNvSpPr/>
            <p:nvPr/>
          </p:nvSpPr>
          <p:spPr>
            <a:xfrm>
              <a:off x="7998705" y="2964970"/>
              <a:ext cx="1293" cy="315"/>
            </a:xfrm>
            <a:custGeom>
              <a:avLst/>
              <a:pathLst>
                <a:path w="1293" h="315">
                  <a:moveTo>
                    <a:pt x="0" y="315"/>
                  </a:moveTo>
                  <a:lnTo>
                    <a:pt x="12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l2784"/>
            <p:cNvSpPr/>
            <p:nvPr/>
          </p:nvSpPr>
          <p:spPr>
            <a:xfrm>
              <a:off x="7996708" y="2956847"/>
              <a:ext cx="1292" cy="320"/>
            </a:xfrm>
            <a:custGeom>
              <a:avLst/>
              <a:pathLst>
                <a:path w="1292" h="320">
                  <a:moveTo>
                    <a:pt x="0" y="320"/>
                  </a:moveTo>
                  <a:lnTo>
                    <a:pt x="12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l2785"/>
            <p:cNvSpPr/>
            <p:nvPr/>
          </p:nvSpPr>
          <p:spPr>
            <a:xfrm>
              <a:off x="8002594" y="2981243"/>
              <a:ext cx="1296" cy="304"/>
            </a:xfrm>
            <a:custGeom>
              <a:avLst/>
              <a:pathLst>
                <a:path w="1296" h="304">
                  <a:moveTo>
                    <a:pt x="0" y="304"/>
                  </a:moveTo>
                  <a:lnTo>
                    <a:pt x="1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l2786"/>
            <p:cNvSpPr/>
            <p:nvPr/>
          </p:nvSpPr>
          <p:spPr>
            <a:xfrm>
              <a:off x="8000667" y="2973102"/>
              <a:ext cx="1294" cy="309"/>
            </a:xfrm>
            <a:custGeom>
              <a:avLst/>
              <a:pathLst>
                <a:path w="1294" h="309">
                  <a:moveTo>
                    <a:pt x="0" y="309"/>
                  </a:moveTo>
                  <a:lnTo>
                    <a:pt x="1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l2787"/>
            <p:cNvSpPr/>
            <p:nvPr/>
          </p:nvSpPr>
          <p:spPr>
            <a:xfrm>
              <a:off x="8006345" y="2997548"/>
              <a:ext cx="1298" cy="293"/>
            </a:xfrm>
            <a:custGeom>
              <a:avLst/>
              <a:pathLst>
                <a:path w="1298" h="293">
                  <a:moveTo>
                    <a:pt x="0" y="293"/>
                  </a:moveTo>
                  <a:lnTo>
                    <a:pt x="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l2788"/>
            <p:cNvSpPr/>
            <p:nvPr/>
          </p:nvSpPr>
          <p:spPr>
            <a:xfrm>
              <a:off x="8004487" y="2989391"/>
              <a:ext cx="1297" cy="298"/>
            </a:xfrm>
            <a:custGeom>
              <a:avLst/>
              <a:pathLst>
                <a:path w="1297" h="298">
                  <a:moveTo>
                    <a:pt x="0" y="298"/>
                  </a:moveTo>
                  <a:lnTo>
                    <a:pt x="12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l2789"/>
            <p:cNvSpPr/>
            <p:nvPr/>
          </p:nvSpPr>
          <p:spPr>
            <a:xfrm>
              <a:off x="8002824" y="2993764"/>
              <a:ext cx="2596" cy="591"/>
            </a:xfrm>
            <a:custGeom>
              <a:avLst/>
              <a:pathLst>
                <a:path w="2596" h="591">
                  <a:moveTo>
                    <a:pt x="0" y="591"/>
                  </a:moveTo>
                  <a:lnTo>
                    <a:pt x="25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l2790"/>
            <p:cNvSpPr/>
            <p:nvPr/>
          </p:nvSpPr>
          <p:spPr>
            <a:xfrm>
              <a:off x="7999044" y="2977479"/>
              <a:ext cx="2591" cy="613"/>
            </a:xfrm>
            <a:custGeom>
              <a:avLst/>
              <a:pathLst>
                <a:path w="2591" h="613">
                  <a:moveTo>
                    <a:pt x="0" y="613"/>
                  </a:moveTo>
                  <a:lnTo>
                    <a:pt x="25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l2791"/>
            <p:cNvSpPr/>
            <p:nvPr/>
          </p:nvSpPr>
          <p:spPr>
            <a:xfrm>
              <a:off x="7998358" y="2986220"/>
              <a:ext cx="2593" cy="602"/>
            </a:xfrm>
            <a:custGeom>
              <a:avLst/>
              <a:pathLst>
                <a:path w="2593" h="602">
                  <a:moveTo>
                    <a:pt x="0" y="602"/>
                  </a:moveTo>
                  <a:lnTo>
                    <a:pt x="25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l2792"/>
            <p:cNvSpPr/>
            <p:nvPr/>
          </p:nvSpPr>
          <p:spPr>
            <a:xfrm>
              <a:off x="7992539" y="2961226"/>
              <a:ext cx="5171" cy="1271"/>
            </a:xfrm>
            <a:custGeom>
              <a:avLst/>
              <a:pathLst>
                <a:path w="5171" h="1271">
                  <a:moveTo>
                    <a:pt x="0" y="1271"/>
                  </a:moveTo>
                  <a:lnTo>
                    <a:pt x="51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l2793"/>
            <p:cNvSpPr/>
            <p:nvPr/>
          </p:nvSpPr>
          <p:spPr>
            <a:xfrm>
              <a:off x="7994192" y="2974651"/>
              <a:ext cx="1294" cy="309"/>
            </a:xfrm>
            <a:custGeom>
              <a:avLst/>
              <a:pathLst>
                <a:path w="1294" h="309">
                  <a:moveTo>
                    <a:pt x="0" y="309"/>
                  </a:moveTo>
                  <a:lnTo>
                    <a:pt x="1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l2794"/>
            <p:cNvSpPr/>
            <p:nvPr/>
          </p:nvSpPr>
          <p:spPr>
            <a:xfrm>
              <a:off x="7988223" y="2948732"/>
              <a:ext cx="7745" cy="1957"/>
            </a:xfrm>
            <a:custGeom>
              <a:avLst/>
              <a:pathLst>
                <a:path w="7745" h="1957">
                  <a:moveTo>
                    <a:pt x="0" y="1957"/>
                  </a:moveTo>
                  <a:lnTo>
                    <a:pt x="77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l2795"/>
            <p:cNvSpPr/>
            <p:nvPr/>
          </p:nvSpPr>
          <p:spPr>
            <a:xfrm>
              <a:off x="8009956" y="3013884"/>
              <a:ext cx="1301" cy="282"/>
            </a:xfrm>
            <a:custGeom>
              <a:avLst/>
              <a:pathLst>
                <a:path w="1301" h="282">
                  <a:moveTo>
                    <a:pt x="0" y="282"/>
                  </a:moveTo>
                  <a:lnTo>
                    <a:pt x="13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l2796"/>
            <p:cNvSpPr/>
            <p:nvPr/>
          </p:nvSpPr>
          <p:spPr>
            <a:xfrm>
              <a:off x="8008168" y="3005712"/>
              <a:ext cx="1300" cy="287"/>
            </a:xfrm>
            <a:custGeom>
              <a:avLst/>
              <a:pathLst>
                <a:path w="1300" h="287">
                  <a:moveTo>
                    <a:pt x="0" y="287"/>
                  </a:moveTo>
                  <a:lnTo>
                    <a:pt x="13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l2797"/>
            <p:cNvSpPr/>
            <p:nvPr/>
          </p:nvSpPr>
          <p:spPr>
            <a:xfrm>
              <a:off x="8013427" y="3030251"/>
              <a:ext cx="1303" cy="270"/>
            </a:xfrm>
            <a:custGeom>
              <a:avLst/>
              <a:pathLst>
                <a:path w="1303" h="270">
                  <a:moveTo>
                    <a:pt x="0" y="270"/>
                  </a:moveTo>
                  <a:lnTo>
                    <a:pt x="1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l2798"/>
            <p:cNvSpPr/>
            <p:nvPr/>
          </p:nvSpPr>
          <p:spPr>
            <a:xfrm>
              <a:off x="8011709" y="3022064"/>
              <a:ext cx="1302" cy="276"/>
            </a:xfrm>
            <a:custGeom>
              <a:avLst/>
              <a:pathLst>
                <a:path w="1302" h="276">
                  <a:moveTo>
                    <a:pt x="0" y="276"/>
                  </a:moveTo>
                  <a:lnTo>
                    <a:pt x="1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l2799"/>
            <p:cNvSpPr/>
            <p:nvPr/>
          </p:nvSpPr>
          <p:spPr>
            <a:xfrm>
              <a:off x="8016759" y="3046647"/>
              <a:ext cx="1305" cy="259"/>
            </a:xfrm>
            <a:custGeom>
              <a:avLst/>
              <a:pathLst>
                <a:path w="1305" h="259">
                  <a:moveTo>
                    <a:pt x="0" y="259"/>
                  </a:moveTo>
                  <a:lnTo>
                    <a:pt x="1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l2800"/>
            <p:cNvSpPr/>
            <p:nvPr/>
          </p:nvSpPr>
          <p:spPr>
            <a:xfrm>
              <a:off x="8015111" y="3038445"/>
              <a:ext cx="1304" cy="265"/>
            </a:xfrm>
            <a:custGeom>
              <a:avLst/>
              <a:pathLst>
                <a:path w="1304" h="265">
                  <a:moveTo>
                    <a:pt x="0" y="265"/>
                  </a:moveTo>
                  <a:lnTo>
                    <a:pt x="13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l2801"/>
            <p:cNvSpPr/>
            <p:nvPr/>
          </p:nvSpPr>
          <p:spPr>
            <a:xfrm>
              <a:off x="8019951" y="3063070"/>
              <a:ext cx="1308" cy="248"/>
            </a:xfrm>
            <a:custGeom>
              <a:avLst/>
              <a:pathLst>
                <a:path w="1308" h="248">
                  <a:moveTo>
                    <a:pt x="0" y="248"/>
                  </a:moveTo>
                  <a:lnTo>
                    <a:pt x="1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l2802"/>
            <p:cNvSpPr/>
            <p:nvPr/>
          </p:nvSpPr>
          <p:spPr>
            <a:xfrm>
              <a:off x="8018373" y="3054855"/>
              <a:ext cx="1306" cy="254"/>
            </a:xfrm>
            <a:custGeom>
              <a:avLst/>
              <a:pathLst>
                <a:path w="1306" h="254">
                  <a:moveTo>
                    <a:pt x="0" y="254"/>
                  </a:moveTo>
                  <a:lnTo>
                    <a:pt x="13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l2803"/>
            <p:cNvSpPr/>
            <p:nvPr/>
          </p:nvSpPr>
          <p:spPr>
            <a:xfrm>
              <a:off x="8024476" y="3087755"/>
              <a:ext cx="1311" cy="231"/>
            </a:xfrm>
            <a:custGeom>
              <a:avLst/>
              <a:pathLst>
                <a:path w="1311" h="231">
                  <a:moveTo>
                    <a:pt x="0" y="231"/>
                  </a:moveTo>
                  <a:lnTo>
                    <a:pt x="13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l2804"/>
            <p:cNvSpPr/>
            <p:nvPr/>
          </p:nvSpPr>
          <p:spPr>
            <a:xfrm>
              <a:off x="8023003" y="3079520"/>
              <a:ext cx="1310" cy="237"/>
            </a:xfrm>
            <a:custGeom>
              <a:avLst/>
              <a:pathLst>
                <a:path w="1310" h="237">
                  <a:moveTo>
                    <a:pt x="0" y="237"/>
                  </a:moveTo>
                  <a:lnTo>
                    <a:pt x="1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l2805"/>
            <p:cNvSpPr/>
            <p:nvPr/>
          </p:nvSpPr>
          <p:spPr>
            <a:xfrm>
              <a:off x="8022433" y="3083872"/>
              <a:ext cx="1310" cy="234"/>
            </a:xfrm>
            <a:custGeom>
              <a:avLst/>
              <a:pathLst>
                <a:path w="1310" h="234">
                  <a:moveTo>
                    <a:pt x="0" y="234"/>
                  </a:moveTo>
                  <a:lnTo>
                    <a:pt x="1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l2806"/>
            <p:cNvSpPr/>
            <p:nvPr/>
          </p:nvSpPr>
          <p:spPr>
            <a:xfrm>
              <a:off x="8020185" y="3071292"/>
              <a:ext cx="2618" cy="486"/>
            </a:xfrm>
            <a:custGeom>
              <a:avLst/>
              <a:pathLst>
                <a:path w="2618" h="486">
                  <a:moveTo>
                    <a:pt x="0" y="486"/>
                  </a:moveTo>
                  <a:lnTo>
                    <a:pt x="26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l2807"/>
            <p:cNvSpPr/>
            <p:nvPr/>
          </p:nvSpPr>
          <p:spPr>
            <a:xfrm>
              <a:off x="8027317" y="3104243"/>
              <a:ext cx="1313" cy="220"/>
            </a:xfrm>
            <a:custGeom>
              <a:avLst/>
              <a:pathLst>
                <a:path w="1313" h="220">
                  <a:moveTo>
                    <a:pt x="0" y="220"/>
                  </a:moveTo>
                  <a:lnTo>
                    <a:pt x="13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l2808"/>
            <p:cNvSpPr/>
            <p:nvPr/>
          </p:nvSpPr>
          <p:spPr>
            <a:xfrm>
              <a:off x="8025914" y="3095996"/>
              <a:ext cx="1312" cy="226"/>
            </a:xfrm>
            <a:custGeom>
              <a:avLst/>
              <a:pathLst>
                <a:path w="1312" h="226">
                  <a:moveTo>
                    <a:pt x="0" y="226"/>
                  </a:moveTo>
                  <a:lnTo>
                    <a:pt x="13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l2809"/>
            <p:cNvSpPr/>
            <p:nvPr/>
          </p:nvSpPr>
          <p:spPr>
            <a:xfrm>
              <a:off x="8031314" y="3129019"/>
              <a:ext cx="1315" cy="203"/>
            </a:xfrm>
            <a:custGeom>
              <a:avLst/>
              <a:pathLst>
                <a:path w="1315" h="203">
                  <a:moveTo>
                    <a:pt x="0" y="203"/>
                  </a:moveTo>
                  <a:lnTo>
                    <a:pt x="13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l2810"/>
            <p:cNvSpPr/>
            <p:nvPr/>
          </p:nvSpPr>
          <p:spPr>
            <a:xfrm>
              <a:off x="8030017" y="3120755"/>
              <a:ext cx="1314" cy="209"/>
            </a:xfrm>
            <a:custGeom>
              <a:avLst/>
              <a:pathLst>
                <a:path w="1314" h="209">
                  <a:moveTo>
                    <a:pt x="0" y="209"/>
                  </a:moveTo>
                  <a:lnTo>
                    <a:pt x="13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l2811"/>
            <p:cNvSpPr/>
            <p:nvPr/>
          </p:nvSpPr>
          <p:spPr>
            <a:xfrm>
              <a:off x="8029355" y="3125093"/>
              <a:ext cx="1315" cy="206"/>
            </a:xfrm>
            <a:custGeom>
              <a:avLst/>
              <a:pathLst>
                <a:path w="1315" h="206">
                  <a:moveTo>
                    <a:pt x="0" y="206"/>
                  </a:moveTo>
                  <a:lnTo>
                    <a:pt x="13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l2812"/>
            <p:cNvSpPr/>
            <p:nvPr/>
          </p:nvSpPr>
          <p:spPr>
            <a:xfrm>
              <a:off x="8027371" y="3112496"/>
              <a:ext cx="2627" cy="430"/>
            </a:xfrm>
            <a:custGeom>
              <a:avLst/>
              <a:pathLst>
                <a:path w="2627" h="430">
                  <a:moveTo>
                    <a:pt x="0" y="430"/>
                  </a:moveTo>
                  <a:lnTo>
                    <a:pt x="26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l2813"/>
            <p:cNvSpPr/>
            <p:nvPr/>
          </p:nvSpPr>
          <p:spPr>
            <a:xfrm>
              <a:off x="8025743" y="3119111"/>
              <a:ext cx="2629" cy="421"/>
            </a:xfrm>
            <a:custGeom>
              <a:avLst/>
              <a:pathLst>
                <a:path w="2629" h="421">
                  <a:moveTo>
                    <a:pt x="0" y="421"/>
                  </a:moveTo>
                  <a:lnTo>
                    <a:pt x="26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l2814"/>
            <p:cNvSpPr/>
            <p:nvPr/>
          </p:nvSpPr>
          <p:spPr>
            <a:xfrm>
              <a:off x="8022682" y="3100342"/>
              <a:ext cx="3937" cy="670"/>
            </a:xfrm>
            <a:custGeom>
              <a:avLst/>
              <a:pathLst>
                <a:path w="3937" h="670">
                  <a:moveTo>
                    <a:pt x="0" y="670"/>
                  </a:moveTo>
                  <a:lnTo>
                    <a:pt x="39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l2815"/>
            <p:cNvSpPr/>
            <p:nvPr/>
          </p:nvSpPr>
          <p:spPr>
            <a:xfrm>
              <a:off x="8020294" y="3110269"/>
              <a:ext cx="3940" cy="651"/>
            </a:xfrm>
            <a:custGeom>
              <a:avLst/>
              <a:pathLst>
                <a:path w="3940" h="651">
                  <a:moveTo>
                    <a:pt x="0" y="651"/>
                  </a:moveTo>
                  <a:lnTo>
                    <a:pt x="3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l2816"/>
            <p:cNvSpPr/>
            <p:nvPr/>
          </p:nvSpPr>
          <p:spPr>
            <a:xfrm>
              <a:off x="8014770" y="3077940"/>
              <a:ext cx="6549" cy="1194"/>
            </a:xfrm>
            <a:custGeom>
              <a:avLst/>
              <a:pathLst>
                <a:path w="6549" h="1194">
                  <a:moveTo>
                    <a:pt x="0" y="1194"/>
                  </a:moveTo>
                  <a:lnTo>
                    <a:pt x="65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l2817"/>
            <p:cNvSpPr/>
            <p:nvPr/>
          </p:nvSpPr>
          <p:spPr>
            <a:xfrm>
              <a:off x="8014974" y="3095016"/>
              <a:ext cx="2623" cy="455"/>
            </a:xfrm>
            <a:custGeom>
              <a:avLst/>
              <a:pathLst>
                <a:path w="2623" h="455">
                  <a:moveTo>
                    <a:pt x="0" y="455"/>
                  </a:moveTo>
                  <a:lnTo>
                    <a:pt x="26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l2818"/>
            <p:cNvSpPr/>
            <p:nvPr/>
          </p:nvSpPr>
          <p:spPr>
            <a:xfrm>
              <a:off x="8008706" y="3059213"/>
              <a:ext cx="10459" cy="2011"/>
            </a:xfrm>
            <a:custGeom>
              <a:avLst/>
              <a:pathLst>
                <a:path w="10459" h="2011">
                  <a:moveTo>
                    <a:pt x="0" y="2011"/>
                  </a:moveTo>
                  <a:lnTo>
                    <a:pt x="104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l2819"/>
            <p:cNvSpPr/>
            <p:nvPr/>
          </p:nvSpPr>
          <p:spPr>
            <a:xfrm>
              <a:off x="8009297" y="3078334"/>
              <a:ext cx="2619" cy="479"/>
            </a:xfrm>
            <a:custGeom>
              <a:avLst/>
              <a:pathLst>
                <a:path w="2619" h="479">
                  <a:moveTo>
                    <a:pt x="0" y="479"/>
                  </a:moveTo>
                  <a:lnTo>
                    <a:pt x="26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l2820"/>
            <p:cNvSpPr/>
            <p:nvPr/>
          </p:nvSpPr>
          <p:spPr>
            <a:xfrm>
              <a:off x="8002886" y="3042808"/>
              <a:ext cx="13052" cy="2625"/>
            </a:xfrm>
            <a:custGeom>
              <a:avLst/>
              <a:pathLst>
                <a:path w="13052" h="2625">
                  <a:moveTo>
                    <a:pt x="0" y="2625"/>
                  </a:moveTo>
                  <a:lnTo>
                    <a:pt x="13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l2821"/>
            <p:cNvSpPr/>
            <p:nvPr/>
          </p:nvSpPr>
          <p:spPr>
            <a:xfrm>
              <a:off x="8003550" y="3062109"/>
              <a:ext cx="2615" cy="502"/>
            </a:xfrm>
            <a:custGeom>
              <a:avLst/>
              <a:pathLst>
                <a:path w="2615" h="502">
                  <a:moveTo>
                    <a:pt x="0" y="502"/>
                  </a:moveTo>
                  <a:lnTo>
                    <a:pt x="26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l2822"/>
            <p:cNvSpPr/>
            <p:nvPr/>
          </p:nvSpPr>
          <p:spPr>
            <a:xfrm>
              <a:off x="7996937" y="3026430"/>
              <a:ext cx="15636" cy="3284"/>
            </a:xfrm>
            <a:custGeom>
              <a:avLst/>
              <a:pathLst>
                <a:path w="15636" h="3284">
                  <a:moveTo>
                    <a:pt x="0" y="3284"/>
                  </a:moveTo>
                  <a:lnTo>
                    <a:pt x="156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l2823"/>
            <p:cNvSpPr/>
            <p:nvPr/>
          </p:nvSpPr>
          <p:spPr>
            <a:xfrm>
              <a:off x="7997704" y="3046148"/>
              <a:ext cx="2610" cy="524"/>
            </a:xfrm>
            <a:custGeom>
              <a:avLst/>
              <a:pathLst>
                <a:path w="2610" h="524">
                  <a:moveTo>
                    <a:pt x="0" y="524"/>
                  </a:moveTo>
                  <a:lnTo>
                    <a:pt x="26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l2824"/>
            <p:cNvSpPr/>
            <p:nvPr/>
          </p:nvSpPr>
          <p:spPr>
            <a:xfrm>
              <a:off x="7990857" y="3010082"/>
              <a:ext cx="18208" cy="3986"/>
            </a:xfrm>
            <a:custGeom>
              <a:avLst/>
              <a:pathLst>
                <a:path w="18208" h="3986">
                  <a:moveTo>
                    <a:pt x="0" y="3986"/>
                  </a:moveTo>
                  <a:lnTo>
                    <a:pt x="182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l2825"/>
            <p:cNvSpPr/>
            <p:nvPr/>
          </p:nvSpPr>
          <p:spPr>
            <a:xfrm>
              <a:off x="7985229" y="3030356"/>
              <a:ext cx="9121" cy="1915"/>
            </a:xfrm>
            <a:custGeom>
              <a:avLst/>
              <a:pathLst>
                <a:path w="9121" h="1915">
                  <a:moveTo>
                    <a:pt x="0" y="1915"/>
                  </a:moveTo>
                  <a:lnTo>
                    <a:pt x="9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l2826"/>
            <p:cNvSpPr/>
            <p:nvPr/>
          </p:nvSpPr>
          <p:spPr>
            <a:xfrm>
              <a:off x="7970560" y="2962816"/>
              <a:ext cx="20686" cy="5087"/>
            </a:xfrm>
            <a:custGeom>
              <a:avLst/>
              <a:pathLst>
                <a:path w="20686" h="5087">
                  <a:moveTo>
                    <a:pt x="0" y="5087"/>
                  </a:moveTo>
                  <a:lnTo>
                    <a:pt x="206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l2827"/>
            <p:cNvSpPr/>
            <p:nvPr/>
          </p:nvSpPr>
          <p:spPr>
            <a:xfrm>
              <a:off x="7967785" y="3000025"/>
              <a:ext cx="10385" cy="2366"/>
            </a:xfrm>
            <a:custGeom>
              <a:avLst/>
              <a:pathLst>
                <a:path w="10385" h="2366">
                  <a:moveTo>
                    <a:pt x="0" y="2366"/>
                  </a:moveTo>
                  <a:lnTo>
                    <a:pt x="103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l2828"/>
            <p:cNvSpPr/>
            <p:nvPr/>
          </p:nvSpPr>
          <p:spPr>
            <a:xfrm>
              <a:off x="7945342" y="2905502"/>
              <a:ext cx="29499" cy="8218"/>
            </a:xfrm>
            <a:custGeom>
              <a:avLst/>
              <a:pathLst>
                <a:path w="29499" h="8218">
                  <a:moveTo>
                    <a:pt x="0" y="8218"/>
                  </a:moveTo>
                  <a:lnTo>
                    <a:pt x="294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l2829"/>
            <p:cNvSpPr/>
            <p:nvPr/>
          </p:nvSpPr>
          <p:spPr>
            <a:xfrm>
              <a:off x="8036150" y="3162130"/>
              <a:ext cx="1319" cy="181"/>
            </a:xfrm>
            <a:custGeom>
              <a:avLst/>
              <a:pathLst>
                <a:path w="1319" h="181">
                  <a:moveTo>
                    <a:pt x="0" y="181"/>
                  </a:moveTo>
                  <a:lnTo>
                    <a:pt x="13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l2830"/>
            <p:cNvSpPr/>
            <p:nvPr/>
          </p:nvSpPr>
          <p:spPr>
            <a:xfrm>
              <a:off x="8034994" y="3153844"/>
              <a:ext cx="1318" cy="186"/>
            </a:xfrm>
            <a:custGeom>
              <a:avLst/>
              <a:pathLst>
                <a:path w="1318" h="186">
                  <a:moveTo>
                    <a:pt x="0" y="186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l2831"/>
            <p:cNvSpPr/>
            <p:nvPr/>
          </p:nvSpPr>
          <p:spPr>
            <a:xfrm>
              <a:off x="8034258" y="3158171"/>
              <a:ext cx="1318" cy="184"/>
            </a:xfrm>
            <a:custGeom>
              <a:avLst/>
              <a:pathLst>
                <a:path w="1318" h="184">
                  <a:moveTo>
                    <a:pt x="0" y="184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l2832"/>
            <p:cNvSpPr/>
            <p:nvPr/>
          </p:nvSpPr>
          <p:spPr>
            <a:xfrm>
              <a:off x="8032485" y="3145564"/>
              <a:ext cx="2634" cy="385"/>
            </a:xfrm>
            <a:custGeom>
              <a:avLst/>
              <a:pathLst>
                <a:path w="2634" h="385">
                  <a:moveTo>
                    <a:pt x="0" y="385"/>
                  </a:moveTo>
                  <a:lnTo>
                    <a:pt x="26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l2833"/>
            <p:cNvSpPr/>
            <p:nvPr/>
          </p:nvSpPr>
          <p:spPr>
            <a:xfrm>
              <a:off x="8032064" y="3152151"/>
              <a:ext cx="1318" cy="188"/>
            </a:xfrm>
            <a:custGeom>
              <a:avLst/>
              <a:pathLst>
                <a:path w="1318" h="188">
                  <a:moveTo>
                    <a:pt x="0" y="188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l2834"/>
            <p:cNvSpPr/>
            <p:nvPr/>
          </p:nvSpPr>
          <p:spPr>
            <a:xfrm>
              <a:off x="8029943" y="3137289"/>
              <a:ext cx="3949" cy="594"/>
            </a:xfrm>
            <a:custGeom>
              <a:avLst/>
              <a:pathLst>
                <a:path w="3949" h="594">
                  <a:moveTo>
                    <a:pt x="0" y="594"/>
                  </a:moveTo>
                  <a:lnTo>
                    <a:pt x="39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l2835"/>
            <p:cNvSpPr/>
            <p:nvPr/>
          </p:nvSpPr>
          <p:spPr>
            <a:xfrm>
              <a:off x="8040421" y="3195318"/>
              <a:ext cx="1321" cy="158"/>
            </a:xfrm>
            <a:custGeom>
              <a:avLst/>
              <a:pathLst>
                <a:path w="1321" h="158">
                  <a:moveTo>
                    <a:pt x="0" y="158"/>
                  </a:moveTo>
                  <a:lnTo>
                    <a:pt x="13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l2836"/>
            <p:cNvSpPr/>
            <p:nvPr/>
          </p:nvSpPr>
          <p:spPr>
            <a:xfrm>
              <a:off x="8039406" y="3187014"/>
              <a:ext cx="1321" cy="164"/>
            </a:xfrm>
            <a:custGeom>
              <a:avLst/>
              <a:pathLst>
                <a:path w="1321" h="164">
                  <a:moveTo>
                    <a:pt x="0" y="164"/>
                  </a:moveTo>
                  <a:lnTo>
                    <a:pt x="13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l2837"/>
            <p:cNvSpPr/>
            <p:nvPr/>
          </p:nvSpPr>
          <p:spPr>
            <a:xfrm>
              <a:off x="8038596" y="3191327"/>
              <a:ext cx="1321" cy="161"/>
            </a:xfrm>
            <a:custGeom>
              <a:avLst/>
              <a:pathLst>
                <a:path w="1321" h="161">
                  <a:moveTo>
                    <a:pt x="0" y="161"/>
                  </a:moveTo>
                  <a:lnTo>
                    <a:pt x="13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l2838"/>
            <p:cNvSpPr/>
            <p:nvPr/>
          </p:nvSpPr>
          <p:spPr>
            <a:xfrm>
              <a:off x="8037036" y="3178715"/>
              <a:ext cx="2641" cy="340"/>
            </a:xfrm>
            <a:custGeom>
              <a:avLst/>
              <a:pathLst>
                <a:path w="2641" h="340">
                  <a:moveTo>
                    <a:pt x="0" y="340"/>
                  </a:moveTo>
                  <a:lnTo>
                    <a:pt x="26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l2839"/>
            <p:cNvSpPr/>
            <p:nvPr/>
          </p:nvSpPr>
          <p:spPr>
            <a:xfrm>
              <a:off x="8036505" y="3185270"/>
              <a:ext cx="1321" cy="165"/>
            </a:xfrm>
            <a:custGeom>
              <a:avLst/>
              <a:pathLst>
                <a:path w="1321" h="165">
                  <a:moveTo>
                    <a:pt x="0" y="165"/>
                  </a:moveTo>
                  <a:lnTo>
                    <a:pt x="13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l2840"/>
            <p:cNvSpPr/>
            <p:nvPr/>
          </p:nvSpPr>
          <p:spPr>
            <a:xfrm>
              <a:off x="8034631" y="3170420"/>
              <a:ext cx="3959" cy="526"/>
            </a:xfrm>
            <a:custGeom>
              <a:avLst/>
              <a:pathLst>
                <a:path w="3959" h="526">
                  <a:moveTo>
                    <a:pt x="0" y="526"/>
                  </a:moveTo>
                  <a:lnTo>
                    <a:pt x="3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l2841"/>
            <p:cNvSpPr/>
            <p:nvPr/>
          </p:nvSpPr>
          <p:spPr>
            <a:xfrm>
              <a:off x="8043251" y="3220254"/>
              <a:ext cx="1323" cy="141"/>
            </a:xfrm>
            <a:custGeom>
              <a:avLst/>
              <a:pathLst>
                <a:path w="1323" h="141">
                  <a:moveTo>
                    <a:pt x="0" y="141"/>
                  </a:moveTo>
                  <a:lnTo>
                    <a:pt x="1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l2842"/>
            <p:cNvSpPr/>
            <p:nvPr/>
          </p:nvSpPr>
          <p:spPr>
            <a:xfrm>
              <a:off x="8042343" y="3211938"/>
              <a:ext cx="1323" cy="147"/>
            </a:xfrm>
            <a:custGeom>
              <a:avLst/>
              <a:pathLst>
                <a:path w="1323" h="147">
                  <a:moveTo>
                    <a:pt x="0" y="147"/>
                  </a:moveTo>
                  <a:lnTo>
                    <a:pt x="1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l2843"/>
            <p:cNvSpPr/>
            <p:nvPr/>
          </p:nvSpPr>
          <p:spPr>
            <a:xfrm>
              <a:off x="8044961" y="3236898"/>
              <a:ext cx="1325" cy="130"/>
            </a:xfrm>
            <a:custGeom>
              <a:avLst/>
              <a:pathLst>
                <a:path w="1325" h="130">
                  <a:moveTo>
                    <a:pt x="0" y="130"/>
                  </a:moveTo>
                  <a:lnTo>
                    <a:pt x="13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l2844"/>
            <p:cNvSpPr/>
            <p:nvPr/>
          </p:nvSpPr>
          <p:spPr>
            <a:xfrm>
              <a:off x="8044124" y="3228574"/>
              <a:ext cx="1324" cy="136"/>
            </a:xfrm>
            <a:custGeom>
              <a:avLst/>
              <a:pathLst>
                <a:path w="1324" h="136">
                  <a:moveTo>
                    <a:pt x="0" y="136"/>
                  </a:moveTo>
                  <a:lnTo>
                    <a:pt x="1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l2845"/>
            <p:cNvSpPr/>
            <p:nvPr/>
          </p:nvSpPr>
          <p:spPr>
            <a:xfrm>
              <a:off x="8041898" y="3232869"/>
              <a:ext cx="2649" cy="266"/>
            </a:xfrm>
            <a:custGeom>
              <a:avLst/>
              <a:pathLst>
                <a:path w="2649" h="266">
                  <a:moveTo>
                    <a:pt x="0" y="266"/>
                  </a:moveTo>
                  <a:lnTo>
                    <a:pt x="26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l2846"/>
            <p:cNvSpPr/>
            <p:nvPr/>
          </p:nvSpPr>
          <p:spPr>
            <a:xfrm>
              <a:off x="8040155" y="3216241"/>
              <a:ext cx="2647" cy="289"/>
            </a:xfrm>
            <a:custGeom>
              <a:avLst/>
              <a:pathLst>
                <a:path w="2647" h="289">
                  <a:moveTo>
                    <a:pt x="0" y="289"/>
                  </a:moveTo>
                  <a:lnTo>
                    <a:pt x="26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l2847"/>
            <p:cNvSpPr/>
            <p:nvPr/>
          </p:nvSpPr>
          <p:spPr>
            <a:xfrm>
              <a:off x="8039720" y="3224831"/>
              <a:ext cx="1324" cy="138"/>
            </a:xfrm>
            <a:custGeom>
              <a:avLst/>
              <a:pathLst>
                <a:path w="1324" h="138">
                  <a:moveTo>
                    <a:pt x="0" y="138"/>
                  </a:moveTo>
                  <a:lnTo>
                    <a:pt x="1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l2848"/>
            <p:cNvSpPr/>
            <p:nvPr/>
          </p:nvSpPr>
          <p:spPr>
            <a:xfrm>
              <a:off x="8037432" y="3203626"/>
              <a:ext cx="5290" cy="612"/>
            </a:xfrm>
            <a:custGeom>
              <a:avLst/>
              <a:pathLst>
                <a:path w="5290" h="612">
                  <a:moveTo>
                    <a:pt x="0" y="612"/>
                  </a:moveTo>
                  <a:lnTo>
                    <a:pt x="5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l2849"/>
            <p:cNvSpPr/>
            <p:nvPr/>
          </p:nvSpPr>
          <p:spPr>
            <a:xfrm>
              <a:off x="8033310" y="3214601"/>
              <a:ext cx="5293" cy="584"/>
            </a:xfrm>
            <a:custGeom>
              <a:avLst/>
              <a:pathLst>
                <a:path w="5293" h="584">
                  <a:moveTo>
                    <a:pt x="0" y="584"/>
                  </a:moveTo>
                  <a:lnTo>
                    <a:pt x="52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l2850"/>
            <p:cNvSpPr/>
            <p:nvPr/>
          </p:nvSpPr>
          <p:spPr>
            <a:xfrm>
              <a:off x="8028979" y="3178190"/>
              <a:ext cx="6602" cy="853"/>
            </a:xfrm>
            <a:custGeom>
              <a:avLst/>
              <a:pathLst>
                <a:path w="6602" h="853">
                  <a:moveTo>
                    <a:pt x="0" y="853"/>
                  </a:moveTo>
                  <a:lnTo>
                    <a:pt x="66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l2851"/>
            <p:cNvSpPr/>
            <p:nvPr/>
          </p:nvSpPr>
          <p:spPr>
            <a:xfrm>
              <a:off x="8025941" y="3197104"/>
              <a:ext cx="5287" cy="633"/>
            </a:xfrm>
            <a:custGeom>
              <a:avLst/>
              <a:pathLst>
                <a:path w="5287" h="633">
                  <a:moveTo>
                    <a:pt x="0" y="633"/>
                  </a:moveTo>
                  <a:lnTo>
                    <a:pt x="52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l2852"/>
            <p:cNvSpPr/>
            <p:nvPr/>
          </p:nvSpPr>
          <p:spPr>
            <a:xfrm>
              <a:off x="8019161" y="3145109"/>
              <a:ext cx="11856" cy="1739"/>
            </a:xfrm>
            <a:custGeom>
              <a:avLst/>
              <a:pathLst>
                <a:path w="11856" h="1739">
                  <a:moveTo>
                    <a:pt x="0" y="1739"/>
                  </a:moveTo>
                  <a:lnTo>
                    <a:pt x="118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l2853"/>
            <p:cNvSpPr/>
            <p:nvPr/>
          </p:nvSpPr>
          <p:spPr>
            <a:xfrm>
              <a:off x="8046529" y="3253556"/>
              <a:ext cx="1326" cy="119"/>
            </a:xfrm>
            <a:custGeom>
              <a:avLst/>
              <a:pathLst>
                <a:path w="1326" h="119">
                  <a:moveTo>
                    <a:pt x="0" y="119"/>
                  </a:moveTo>
                  <a:lnTo>
                    <a:pt x="13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l2854"/>
            <p:cNvSpPr/>
            <p:nvPr/>
          </p:nvSpPr>
          <p:spPr>
            <a:xfrm>
              <a:off x="8045763" y="3245225"/>
              <a:ext cx="1325" cy="124"/>
            </a:xfrm>
            <a:custGeom>
              <a:avLst/>
              <a:pathLst>
                <a:path w="1325" h="124">
                  <a:moveTo>
                    <a:pt x="0" y="124"/>
                  </a:moveTo>
                  <a:lnTo>
                    <a:pt x="13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l2855"/>
            <p:cNvSpPr/>
            <p:nvPr/>
          </p:nvSpPr>
          <p:spPr>
            <a:xfrm>
              <a:off x="8047955" y="3270226"/>
              <a:ext cx="1327" cy="107"/>
            </a:xfrm>
            <a:custGeom>
              <a:avLst/>
              <a:pathLst>
                <a:path w="1327" h="107">
                  <a:moveTo>
                    <a:pt x="0" y="107"/>
                  </a:moveTo>
                  <a:lnTo>
                    <a:pt x="13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l2856"/>
            <p:cNvSpPr/>
            <p:nvPr/>
          </p:nvSpPr>
          <p:spPr>
            <a:xfrm>
              <a:off x="8047260" y="3261889"/>
              <a:ext cx="1326" cy="113"/>
            </a:xfrm>
            <a:custGeom>
              <a:avLst/>
              <a:pathLst>
                <a:path w="1326" h="113">
                  <a:moveTo>
                    <a:pt x="0" y="113"/>
                  </a:moveTo>
                  <a:lnTo>
                    <a:pt x="13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l2857"/>
            <p:cNvSpPr/>
            <p:nvPr/>
          </p:nvSpPr>
          <p:spPr>
            <a:xfrm>
              <a:off x="8049238" y="3286908"/>
              <a:ext cx="1327" cy="96"/>
            </a:xfrm>
            <a:custGeom>
              <a:avLst/>
              <a:pathLst>
                <a:path w="1327" h="96">
                  <a:moveTo>
                    <a:pt x="0" y="96"/>
                  </a:moveTo>
                  <a:lnTo>
                    <a:pt x="13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l2858"/>
            <p:cNvSpPr/>
            <p:nvPr/>
          </p:nvSpPr>
          <p:spPr>
            <a:xfrm>
              <a:off x="8048614" y="3278566"/>
              <a:ext cx="1327" cy="102"/>
            </a:xfrm>
            <a:custGeom>
              <a:avLst/>
              <a:pathLst>
                <a:path w="1327" h="102">
                  <a:moveTo>
                    <a:pt x="0" y="102"/>
                  </a:moveTo>
                  <a:lnTo>
                    <a:pt x="13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l2859"/>
            <p:cNvSpPr/>
            <p:nvPr/>
          </p:nvSpPr>
          <p:spPr>
            <a:xfrm>
              <a:off x="8046275" y="3282836"/>
              <a:ext cx="2655" cy="198"/>
            </a:xfrm>
            <a:custGeom>
              <a:avLst/>
              <a:pathLst>
                <a:path w="2655" h="198">
                  <a:moveTo>
                    <a:pt x="0" y="198"/>
                  </a:moveTo>
                  <a:lnTo>
                    <a:pt x="26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l2860"/>
            <p:cNvSpPr/>
            <p:nvPr/>
          </p:nvSpPr>
          <p:spPr>
            <a:xfrm>
              <a:off x="8044958" y="3266168"/>
              <a:ext cx="2653" cy="221"/>
            </a:xfrm>
            <a:custGeom>
              <a:avLst/>
              <a:pathLst>
                <a:path w="2653" h="221">
                  <a:moveTo>
                    <a:pt x="0" y="221"/>
                  </a:moveTo>
                  <a:lnTo>
                    <a:pt x="2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l2861"/>
            <p:cNvSpPr/>
            <p:nvPr/>
          </p:nvSpPr>
          <p:spPr>
            <a:xfrm>
              <a:off x="8042980" y="3274710"/>
              <a:ext cx="2654" cy="210"/>
            </a:xfrm>
            <a:custGeom>
              <a:avLst/>
              <a:pathLst>
                <a:path w="2654" h="210">
                  <a:moveTo>
                    <a:pt x="0" y="210"/>
                  </a:moveTo>
                  <a:lnTo>
                    <a:pt x="26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l2862"/>
            <p:cNvSpPr/>
            <p:nvPr/>
          </p:nvSpPr>
          <p:spPr>
            <a:xfrm>
              <a:off x="8040847" y="3249512"/>
              <a:ext cx="5303" cy="488"/>
            </a:xfrm>
            <a:custGeom>
              <a:avLst/>
              <a:pathLst>
                <a:path w="5303" h="488">
                  <a:moveTo>
                    <a:pt x="0" y="488"/>
                  </a:moveTo>
                  <a:lnTo>
                    <a:pt x="5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l2863"/>
            <p:cNvSpPr/>
            <p:nvPr/>
          </p:nvSpPr>
          <p:spPr>
            <a:xfrm>
              <a:off x="8051378" y="3320302"/>
              <a:ext cx="1329" cy="73"/>
            </a:xfrm>
            <a:custGeom>
              <a:avLst/>
              <a:pathLst>
                <a:path w="1329" h="73">
                  <a:moveTo>
                    <a:pt x="0" y="73"/>
                  </a:moveTo>
                  <a:lnTo>
                    <a:pt x="13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l2864"/>
            <p:cNvSpPr/>
            <p:nvPr/>
          </p:nvSpPr>
          <p:spPr>
            <a:xfrm>
              <a:off x="8050896" y="3311950"/>
              <a:ext cx="1329" cy="79"/>
            </a:xfrm>
            <a:custGeom>
              <a:avLst/>
              <a:pathLst>
                <a:path w="1329" h="79">
                  <a:moveTo>
                    <a:pt x="0" y="79"/>
                  </a:moveTo>
                  <a:lnTo>
                    <a:pt x="13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l2865"/>
            <p:cNvSpPr/>
            <p:nvPr/>
          </p:nvSpPr>
          <p:spPr>
            <a:xfrm>
              <a:off x="8049812" y="3316202"/>
              <a:ext cx="1329" cy="76"/>
            </a:xfrm>
            <a:custGeom>
              <a:avLst/>
              <a:pathLst>
                <a:path w="1329" h="76">
                  <a:moveTo>
                    <a:pt x="0" y="76"/>
                  </a:moveTo>
                  <a:lnTo>
                    <a:pt x="13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l2866"/>
            <p:cNvSpPr/>
            <p:nvPr/>
          </p:nvSpPr>
          <p:spPr>
            <a:xfrm>
              <a:off x="8049050" y="3303600"/>
              <a:ext cx="2657" cy="170"/>
            </a:xfrm>
            <a:custGeom>
              <a:avLst/>
              <a:pathLst>
                <a:path w="2657" h="170">
                  <a:moveTo>
                    <a:pt x="0" y="170"/>
                  </a:moveTo>
                  <a:lnTo>
                    <a:pt x="26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l2867"/>
            <p:cNvSpPr/>
            <p:nvPr/>
          </p:nvSpPr>
          <p:spPr>
            <a:xfrm>
              <a:off x="8048112" y="3310024"/>
              <a:ext cx="1328" cy="80"/>
            </a:xfrm>
            <a:custGeom>
              <a:avLst/>
              <a:pathLst>
                <a:path w="1328" h="80">
                  <a:moveTo>
                    <a:pt x="0" y="80"/>
                  </a:moveTo>
                  <a:lnTo>
                    <a:pt x="1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l2868"/>
            <p:cNvSpPr/>
            <p:nvPr/>
          </p:nvSpPr>
          <p:spPr>
            <a:xfrm>
              <a:off x="8047170" y="3295253"/>
              <a:ext cx="3985" cy="272"/>
            </a:xfrm>
            <a:custGeom>
              <a:avLst/>
              <a:pathLst>
                <a:path w="3985" h="272">
                  <a:moveTo>
                    <a:pt x="0" y="272"/>
                  </a:moveTo>
                  <a:lnTo>
                    <a:pt x="39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l2869"/>
            <p:cNvSpPr/>
            <p:nvPr/>
          </p:nvSpPr>
          <p:spPr>
            <a:xfrm>
              <a:off x="8052947" y="3353727"/>
              <a:ext cx="1330" cy="51"/>
            </a:xfrm>
            <a:custGeom>
              <a:avLst/>
              <a:pathLst>
                <a:path w="1330" h="51">
                  <a:moveTo>
                    <a:pt x="0" y="51"/>
                  </a:moveTo>
                  <a:lnTo>
                    <a:pt x="1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l2870"/>
            <p:cNvSpPr/>
            <p:nvPr/>
          </p:nvSpPr>
          <p:spPr>
            <a:xfrm>
              <a:off x="8052608" y="3345368"/>
              <a:ext cx="1330" cy="56"/>
            </a:xfrm>
            <a:custGeom>
              <a:avLst/>
              <a:pathLst>
                <a:path w="1330" h="56">
                  <a:moveTo>
                    <a:pt x="0" y="56"/>
                  </a:moveTo>
                  <a:lnTo>
                    <a:pt x="1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l2871"/>
            <p:cNvSpPr/>
            <p:nvPr/>
          </p:nvSpPr>
          <p:spPr>
            <a:xfrm>
              <a:off x="8051452" y="3349601"/>
              <a:ext cx="1330" cy="53"/>
            </a:xfrm>
            <a:custGeom>
              <a:avLst/>
              <a:pathLst>
                <a:path w="1330" h="53">
                  <a:moveTo>
                    <a:pt x="0" y="53"/>
                  </a:moveTo>
                  <a:lnTo>
                    <a:pt x="1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l2872"/>
            <p:cNvSpPr/>
            <p:nvPr/>
          </p:nvSpPr>
          <p:spPr>
            <a:xfrm>
              <a:off x="8050904" y="3337011"/>
              <a:ext cx="2659" cy="124"/>
            </a:xfrm>
            <a:custGeom>
              <a:avLst/>
              <a:pathLst>
                <a:path w="2659" h="124">
                  <a:moveTo>
                    <a:pt x="0" y="124"/>
                  </a:moveTo>
                  <a:lnTo>
                    <a:pt x="26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l2873"/>
            <p:cNvSpPr/>
            <p:nvPr/>
          </p:nvSpPr>
          <p:spPr>
            <a:xfrm>
              <a:off x="8049858" y="3343395"/>
              <a:ext cx="1330" cy="58"/>
            </a:xfrm>
            <a:custGeom>
              <a:avLst/>
              <a:pathLst>
                <a:path w="1330" h="58">
                  <a:moveTo>
                    <a:pt x="0" y="58"/>
                  </a:moveTo>
                  <a:lnTo>
                    <a:pt x="1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l2874"/>
            <p:cNvSpPr/>
            <p:nvPr/>
          </p:nvSpPr>
          <p:spPr>
            <a:xfrm>
              <a:off x="8049164" y="3328655"/>
              <a:ext cx="3989" cy="204"/>
            </a:xfrm>
            <a:custGeom>
              <a:avLst/>
              <a:pathLst>
                <a:path w="3989" h="204">
                  <a:moveTo>
                    <a:pt x="0" y="204"/>
                  </a:moveTo>
                  <a:lnTo>
                    <a:pt x="39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l2875"/>
            <p:cNvSpPr/>
            <p:nvPr/>
          </p:nvSpPr>
          <p:spPr>
            <a:xfrm>
              <a:off x="8044205" y="3336156"/>
              <a:ext cx="5319" cy="252"/>
            </a:xfrm>
            <a:custGeom>
              <a:avLst/>
              <a:pathLst>
                <a:path w="5319" h="252">
                  <a:moveTo>
                    <a:pt x="0" y="252"/>
                  </a:moveTo>
                  <a:lnTo>
                    <a:pt x="53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l2876"/>
            <p:cNvSpPr/>
            <p:nvPr/>
          </p:nvSpPr>
          <p:spPr>
            <a:xfrm>
              <a:off x="8042340" y="3302814"/>
              <a:ext cx="5314" cy="343"/>
            </a:xfrm>
            <a:custGeom>
              <a:avLst/>
              <a:pathLst>
                <a:path w="5314" h="343">
                  <a:moveTo>
                    <a:pt x="0" y="343"/>
                  </a:moveTo>
                  <a:lnTo>
                    <a:pt x="53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l2877"/>
            <p:cNvSpPr/>
            <p:nvPr/>
          </p:nvSpPr>
          <p:spPr>
            <a:xfrm>
              <a:off x="8053518" y="3370449"/>
              <a:ext cx="1330" cy="39"/>
            </a:xfrm>
            <a:custGeom>
              <a:avLst/>
              <a:pathLst>
                <a:path w="1330" h="39">
                  <a:moveTo>
                    <a:pt x="0" y="39"/>
                  </a:moveTo>
                  <a:lnTo>
                    <a:pt x="1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l2878"/>
            <p:cNvSpPr/>
            <p:nvPr/>
          </p:nvSpPr>
          <p:spPr>
            <a:xfrm>
              <a:off x="8053250" y="3362087"/>
              <a:ext cx="1330" cy="45"/>
            </a:xfrm>
            <a:custGeom>
              <a:avLst/>
              <a:pathLst>
                <a:path w="1330" h="45">
                  <a:moveTo>
                    <a:pt x="0" y="45"/>
                  </a:moveTo>
                  <a:lnTo>
                    <a:pt x="1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l2879"/>
            <p:cNvSpPr/>
            <p:nvPr/>
          </p:nvSpPr>
          <p:spPr>
            <a:xfrm>
              <a:off x="8053946" y="3387174"/>
              <a:ext cx="1331" cy="28"/>
            </a:xfrm>
            <a:custGeom>
              <a:avLst/>
              <a:pathLst>
                <a:path w="1331" h="28">
                  <a:moveTo>
                    <a:pt x="0" y="28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l2880"/>
            <p:cNvSpPr/>
            <p:nvPr/>
          </p:nvSpPr>
          <p:spPr>
            <a:xfrm>
              <a:off x="8053750" y="3378811"/>
              <a:ext cx="1331" cy="34"/>
            </a:xfrm>
            <a:custGeom>
              <a:avLst/>
              <a:pathLst>
                <a:path w="1331" h="34">
                  <a:moveTo>
                    <a:pt x="0" y="34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l2881"/>
            <p:cNvSpPr/>
            <p:nvPr/>
          </p:nvSpPr>
          <p:spPr>
            <a:xfrm>
              <a:off x="8054232" y="3403903"/>
              <a:ext cx="1331" cy="17"/>
            </a:xfrm>
            <a:custGeom>
              <a:avLst/>
              <a:pathLst>
                <a:path w="1331" h="17">
                  <a:moveTo>
                    <a:pt x="0" y="17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l2882"/>
            <p:cNvSpPr/>
            <p:nvPr/>
          </p:nvSpPr>
          <p:spPr>
            <a:xfrm>
              <a:off x="8054107" y="3395538"/>
              <a:ext cx="1331" cy="22"/>
            </a:xfrm>
            <a:custGeom>
              <a:avLst/>
              <a:pathLst>
                <a:path w="1331" h="22">
                  <a:moveTo>
                    <a:pt x="0" y="22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l2883"/>
            <p:cNvSpPr/>
            <p:nvPr/>
          </p:nvSpPr>
          <p:spPr>
            <a:xfrm>
              <a:off x="8054392" y="3429000"/>
              <a:ext cx="1331" cy="0"/>
            </a:xfrm>
            <a:custGeom>
              <a:avLst/>
              <a:pathLst>
                <a:path w="1331" h="0">
                  <a:moveTo>
                    <a:pt x="0" y="0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l2884"/>
            <p:cNvSpPr/>
            <p:nvPr/>
          </p:nvSpPr>
          <p:spPr>
            <a:xfrm>
              <a:off x="8054374" y="3420634"/>
              <a:ext cx="1331" cy="5"/>
            </a:xfrm>
            <a:custGeom>
              <a:avLst/>
              <a:pathLst>
                <a:path w="1331" h="5">
                  <a:moveTo>
                    <a:pt x="0" y="5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l2885"/>
            <p:cNvSpPr/>
            <p:nvPr/>
          </p:nvSpPr>
          <p:spPr>
            <a:xfrm>
              <a:off x="8053056" y="3424820"/>
              <a:ext cx="1331" cy="2"/>
            </a:xfrm>
            <a:custGeom>
              <a:avLst/>
              <a:pathLst>
                <a:path w="1331" h="2">
                  <a:moveTo>
                    <a:pt x="0" y="2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l2886"/>
            <p:cNvSpPr/>
            <p:nvPr/>
          </p:nvSpPr>
          <p:spPr>
            <a:xfrm>
              <a:off x="8052989" y="3412268"/>
              <a:ext cx="2662" cy="22"/>
            </a:xfrm>
            <a:custGeom>
              <a:avLst/>
              <a:pathLst>
                <a:path w="2662" h="22">
                  <a:moveTo>
                    <a:pt x="0" y="22"/>
                  </a:moveTo>
                  <a:lnTo>
                    <a:pt x="26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l2887"/>
            <p:cNvSpPr/>
            <p:nvPr/>
          </p:nvSpPr>
          <p:spPr>
            <a:xfrm>
              <a:off x="8050370" y="3418557"/>
              <a:ext cx="2662" cy="14"/>
            </a:xfrm>
            <a:custGeom>
              <a:avLst/>
              <a:pathLst>
                <a:path w="2662" h="14">
                  <a:moveTo>
                    <a:pt x="0" y="14"/>
                  </a:moveTo>
                  <a:lnTo>
                    <a:pt x="26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l2888"/>
            <p:cNvSpPr/>
            <p:nvPr/>
          </p:nvSpPr>
          <p:spPr>
            <a:xfrm>
              <a:off x="8050180" y="3399741"/>
              <a:ext cx="3993" cy="59"/>
            </a:xfrm>
            <a:custGeom>
              <a:avLst/>
              <a:pathLst>
                <a:path w="3993" h="59">
                  <a:moveTo>
                    <a:pt x="0" y="59"/>
                  </a:moveTo>
                  <a:lnTo>
                    <a:pt x="39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l2889"/>
            <p:cNvSpPr/>
            <p:nvPr/>
          </p:nvSpPr>
          <p:spPr>
            <a:xfrm>
              <a:off x="8047635" y="3409185"/>
              <a:ext cx="2662" cy="26"/>
            </a:xfrm>
            <a:custGeom>
              <a:avLst/>
              <a:pathLst>
                <a:path w="2662" h="26">
                  <a:moveTo>
                    <a:pt x="0" y="26"/>
                  </a:moveTo>
                  <a:lnTo>
                    <a:pt x="26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l2890"/>
            <p:cNvSpPr/>
            <p:nvPr/>
          </p:nvSpPr>
          <p:spPr>
            <a:xfrm>
              <a:off x="8047197" y="3383024"/>
              <a:ext cx="6655" cy="156"/>
            </a:xfrm>
            <a:custGeom>
              <a:avLst/>
              <a:pathLst>
                <a:path w="6655" h="156">
                  <a:moveTo>
                    <a:pt x="0" y="156"/>
                  </a:moveTo>
                  <a:lnTo>
                    <a:pt x="66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l2891"/>
            <p:cNvSpPr/>
            <p:nvPr/>
          </p:nvSpPr>
          <p:spPr>
            <a:xfrm>
              <a:off x="8044797" y="3396195"/>
              <a:ext cx="2662" cy="44"/>
            </a:xfrm>
            <a:custGeom>
              <a:avLst/>
              <a:pathLst>
                <a:path w="2662" h="44">
                  <a:moveTo>
                    <a:pt x="0" y="44"/>
                  </a:moveTo>
                  <a:lnTo>
                    <a:pt x="26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l2892"/>
            <p:cNvSpPr/>
            <p:nvPr/>
          </p:nvSpPr>
          <p:spPr>
            <a:xfrm>
              <a:off x="8044073" y="3366310"/>
              <a:ext cx="9315" cy="298"/>
            </a:xfrm>
            <a:custGeom>
              <a:avLst/>
              <a:pathLst>
                <a:path w="9315" h="298">
                  <a:moveTo>
                    <a:pt x="0" y="298"/>
                  </a:moveTo>
                  <a:lnTo>
                    <a:pt x="93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l2893"/>
            <p:cNvSpPr/>
            <p:nvPr/>
          </p:nvSpPr>
          <p:spPr>
            <a:xfrm>
              <a:off x="8033843" y="3381423"/>
              <a:ext cx="10648" cy="259"/>
            </a:xfrm>
            <a:custGeom>
              <a:avLst/>
              <a:pathLst>
                <a:path w="10648" h="259">
                  <a:moveTo>
                    <a:pt x="0" y="259"/>
                  </a:moveTo>
                  <a:lnTo>
                    <a:pt x="106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l2894"/>
            <p:cNvSpPr/>
            <p:nvPr/>
          </p:nvSpPr>
          <p:spPr>
            <a:xfrm>
              <a:off x="8031379" y="3319779"/>
              <a:ext cx="11964" cy="670"/>
            </a:xfrm>
            <a:custGeom>
              <a:avLst/>
              <a:pathLst>
                <a:path w="11964" h="670">
                  <a:moveTo>
                    <a:pt x="0" y="670"/>
                  </a:moveTo>
                  <a:lnTo>
                    <a:pt x="119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l2895"/>
            <p:cNvSpPr/>
            <p:nvPr/>
          </p:nvSpPr>
          <p:spPr>
            <a:xfrm>
              <a:off x="8024871" y="3351057"/>
              <a:ext cx="7982" cy="321"/>
            </a:xfrm>
            <a:custGeom>
              <a:avLst/>
              <a:pathLst>
                <a:path w="7982" h="321">
                  <a:moveTo>
                    <a:pt x="0" y="321"/>
                  </a:moveTo>
                  <a:lnTo>
                    <a:pt x="79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l2896"/>
            <p:cNvSpPr/>
            <p:nvPr/>
          </p:nvSpPr>
          <p:spPr>
            <a:xfrm>
              <a:off x="8019401" y="3262457"/>
              <a:ext cx="22552" cy="1929"/>
            </a:xfrm>
            <a:custGeom>
              <a:avLst/>
              <a:pathLst>
                <a:path w="22552" h="1929">
                  <a:moveTo>
                    <a:pt x="0" y="1929"/>
                  </a:moveTo>
                  <a:lnTo>
                    <a:pt x="225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l2897"/>
            <p:cNvSpPr/>
            <p:nvPr/>
          </p:nvSpPr>
          <p:spPr>
            <a:xfrm>
              <a:off x="8005353" y="3307852"/>
              <a:ext cx="17274" cy="1086"/>
            </a:xfrm>
            <a:custGeom>
              <a:avLst/>
              <a:pathLst>
                <a:path w="17274" h="1086">
                  <a:moveTo>
                    <a:pt x="0" y="1086"/>
                  </a:moveTo>
                  <a:lnTo>
                    <a:pt x="172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l2898"/>
            <p:cNvSpPr/>
            <p:nvPr/>
          </p:nvSpPr>
          <p:spPr>
            <a:xfrm>
              <a:off x="7992364" y="3172271"/>
              <a:ext cx="30354" cy="4044"/>
            </a:xfrm>
            <a:custGeom>
              <a:avLst/>
              <a:pathLst>
                <a:path w="30354" h="4044">
                  <a:moveTo>
                    <a:pt x="0" y="4044"/>
                  </a:moveTo>
                  <a:lnTo>
                    <a:pt x="303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l2899"/>
            <p:cNvSpPr/>
            <p:nvPr/>
          </p:nvSpPr>
          <p:spPr>
            <a:xfrm>
              <a:off x="7958935" y="3242513"/>
              <a:ext cx="41078" cy="4023"/>
            </a:xfrm>
            <a:custGeom>
              <a:avLst/>
              <a:pathLst>
                <a:path w="41078" h="4023">
                  <a:moveTo>
                    <a:pt x="0" y="4023"/>
                  </a:moveTo>
                  <a:lnTo>
                    <a:pt x="410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l2900"/>
            <p:cNvSpPr/>
            <p:nvPr/>
          </p:nvSpPr>
          <p:spPr>
            <a:xfrm>
              <a:off x="7910625" y="2957923"/>
              <a:ext cx="46466" cy="11760"/>
            </a:xfrm>
            <a:custGeom>
              <a:avLst/>
              <a:pathLst>
                <a:path w="46466" h="11760">
                  <a:moveTo>
                    <a:pt x="0" y="11760"/>
                  </a:moveTo>
                  <a:lnTo>
                    <a:pt x="464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l2901"/>
            <p:cNvSpPr/>
            <p:nvPr/>
          </p:nvSpPr>
          <p:spPr>
            <a:xfrm>
              <a:off x="7937360" y="3107202"/>
              <a:ext cx="2623" cy="457"/>
            </a:xfrm>
            <a:custGeom>
              <a:avLst/>
              <a:pathLst>
                <a:path w="2623" h="457">
                  <a:moveTo>
                    <a:pt x="0" y="457"/>
                  </a:moveTo>
                  <a:lnTo>
                    <a:pt x="26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l2902"/>
            <p:cNvSpPr/>
            <p:nvPr/>
          </p:nvSpPr>
          <p:spPr>
            <a:xfrm>
              <a:off x="7888130" y="2872475"/>
              <a:ext cx="85529" cy="25348"/>
            </a:xfrm>
            <a:custGeom>
              <a:avLst/>
              <a:pathLst>
                <a:path w="85529" h="25348">
                  <a:moveTo>
                    <a:pt x="0" y="25348"/>
                  </a:moveTo>
                  <a:lnTo>
                    <a:pt x="855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l2903"/>
            <p:cNvSpPr/>
            <p:nvPr/>
          </p:nvSpPr>
          <p:spPr>
            <a:xfrm>
              <a:off x="7907994" y="3002032"/>
              <a:ext cx="7777" cy="1824"/>
            </a:xfrm>
            <a:custGeom>
              <a:avLst/>
              <a:pathLst>
                <a:path w="7777" h="1824">
                  <a:moveTo>
                    <a:pt x="0" y="1824"/>
                  </a:moveTo>
                  <a:lnTo>
                    <a:pt x="77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l2904"/>
            <p:cNvSpPr/>
            <p:nvPr/>
          </p:nvSpPr>
          <p:spPr>
            <a:xfrm>
              <a:off x="7867487" y="2829933"/>
              <a:ext cx="87441" cy="28176"/>
            </a:xfrm>
            <a:custGeom>
              <a:avLst/>
              <a:pathLst>
                <a:path w="87441" h="28176">
                  <a:moveTo>
                    <a:pt x="0" y="28176"/>
                  </a:moveTo>
                  <a:lnTo>
                    <a:pt x="874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l2905"/>
            <p:cNvSpPr/>
            <p:nvPr/>
          </p:nvSpPr>
          <p:spPr>
            <a:xfrm>
              <a:off x="7867414" y="2930571"/>
              <a:ext cx="21807" cy="6060"/>
            </a:xfrm>
            <a:custGeom>
              <a:avLst/>
              <a:pathLst>
                <a:path w="21807" h="6060">
                  <a:moveTo>
                    <a:pt x="0" y="6060"/>
                  </a:moveTo>
                  <a:lnTo>
                    <a:pt x="218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l2906"/>
            <p:cNvSpPr/>
            <p:nvPr/>
          </p:nvSpPr>
          <p:spPr>
            <a:xfrm>
              <a:off x="7808359" y="2723181"/>
              <a:ext cx="93003" cy="36357"/>
            </a:xfrm>
            <a:custGeom>
              <a:avLst/>
              <a:pathLst>
                <a:path w="93003" h="36357">
                  <a:moveTo>
                    <a:pt x="0" y="36357"/>
                  </a:moveTo>
                  <a:lnTo>
                    <a:pt x="93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l2907"/>
            <p:cNvSpPr/>
            <p:nvPr/>
          </p:nvSpPr>
          <p:spPr>
            <a:xfrm>
              <a:off x="7806033" y="2847336"/>
              <a:ext cx="34102" cy="11372"/>
            </a:xfrm>
            <a:custGeom>
              <a:avLst/>
              <a:pathLst>
                <a:path w="34102" h="11372">
                  <a:moveTo>
                    <a:pt x="0" y="11372"/>
                  </a:moveTo>
                  <a:lnTo>
                    <a:pt x="34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l2908"/>
            <p:cNvSpPr/>
            <p:nvPr/>
          </p:nvSpPr>
          <p:spPr>
            <a:xfrm>
              <a:off x="7688373" y="2526709"/>
              <a:ext cx="108207" cy="57407"/>
            </a:xfrm>
            <a:custGeom>
              <a:avLst/>
              <a:pathLst>
                <a:path w="108207" h="57407">
                  <a:moveTo>
                    <a:pt x="0" y="57407"/>
                  </a:moveTo>
                  <a:lnTo>
                    <a:pt x="1082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l2909"/>
            <p:cNvSpPr/>
            <p:nvPr/>
          </p:nvSpPr>
          <p:spPr>
            <a:xfrm>
              <a:off x="7736991" y="2718970"/>
              <a:ext cx="15909" cy="6817"/>
            </a:xfrm>
            <a:custGeom>
              <a:avLst/>
              <a:pathLst>
                <a:path w="15909" h="6817">
                  <a:moveTo>
                    <a:pt x="0" y="6817"/>
                  </a:moveTo>
                  <a:lnTo>
                    <a:pt x="15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l2910"/>
            <p:cNvSpPr/>
            <p:nvPr/>
          </p:nvSpPr>
          <p:spPr>
            <a:xfrm>
              <a:off x="7617684" y="2412398"/>
              <a:ext cx="135047" cy="82860"/>
            </a:xfrm>
            <a:custGeom>
              <a:avLst/>
              <a:pathLst>
                <a:path w="135047" h="82860">
                  <a:moveTo>
                    <a:pt x="0" y="82860"/>
                  </a:moveTo>
                  <a:lnTo>
                    <a:pt x="135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l2911"/>
            <p:cNvSpPr/>
            <p:nvPr/>
          </p:nvSpPr>
          <p:spPr>
            <a:xfrm>
              <a:off x="7644876" y="2608352"/>
              <a:ext cx="36656" cy="18970"/>
            </a:xfrm>
            <a:custGeom>
              <a:avLst/>
              <a:pathLst>
                <a:path w="36656" h="18970">
                  <a:moveTo>
                    <a:pt x="0" y="18970"/>
                  </a:moveTo>
                  <a:lnTo>
                    <a:pt x="366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l2912"/>
            <p:cNvSpPr/>
            <p:nvPr/>
          </p:nvSpPr>
          <p:spPr>
            <a:xfrm>
              <a:off x="7460680" y="2233565"/>
              <a:ext cx="137525" cy="109429"/>
            </a:xfrm>
            <a:custGeom>
              <a:avLst/>
              <a:pathLst>
                <a:path w="137525" h="109429">
                  <a:moveTo>
                    <a:pt x="0" y="109429"/>
                  </a:moveTo>
                  <a:lnTo>
                    <a:pt x="137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l2913"/>
            <p:cNvSpPr/>
            <p:nvPr/>
          </p:nvSpPr>
          <p:spPr>
            <a:xfrm>
              <a:off x="7535114" y="2480676"/>
              <a:ext cx="24583" cy="15926"/>
            </a:xfrm>
            <a:custGeom>
              <a:avLst/>
              <a:pathLst>
                <a:path w="24583" h="15926">
                  <a:moveTo>
                    <a:pt x="0" y="15926"/>
                  </a:moveTo>
                  <a:lnTo>
                    <a:pt x="245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l2914"/>
            <p:cNvSpPr/>
            <p:nvPr/>
          </p:nvSpPr>
          <p:spPr>
            <a:xfrm>
              <a:off x="7339729" y="2099089"/>
              <a:ext cx="157416" cy="149397"/>
            </a:xfrm>
            <a:custGeom>
              <a:avLst/>
              <a:pathLst>
                <a:path w="157416" h="149397">
                  <a:moveTo>
                    <a:pt x="0" y="149397"/>
                  </a:moveTo>
                  <a:lnTo>
                    <a:pt x="1574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l2915"/>
            <p:cNvSpPr/>
            <p:nvPr/>
          </p:nvSpPr>
          <p:spPr>
            <a:xfrm>
              <a:off x="7363646" y="2368037"/>
              <a:ext cx="79498" cy="62603"/>
            </a:xfrm>
            <a:custGeom>
              <a:avLst/>
              <a:pathLst>
                <a:path w="79498" h="62603">
                  <a:moveTo>
                    <a:pt x="0" y="62603"/>
                  </a:moveTo>
                  <a:lnTo>
                    <a:pt x="794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l2916"/>
            <p:cNvSpPr/>
            <p:nvPr/>
          </p:nvSpPr>
          <p:spPr>
            <a:xfrm>
              <a:off x="6959174" y="1857556"/>
              <a:ext cx="131778" cy="208100"/>
            </a:xfrm>
            <a:custGeom>
              <a:avLst/>
              <a:pathLst>
                <a:path w="131778" h="208100">
                  <a:moveTo>
                    <a:pt x="0" y="208100"/>
                  </a:moveTo>
                  <a:lnTo>
                    <a:pt x="131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l2917"/>
            <p:cNvSpPr/>
            <p:nvPr/>
          </p:nvSpPr>
          <p:spPr>
            <a:xfrm>
              <a:off x="7160869" y="2230956"/>
              <a:ext cx="16055" cy="17792"/>
            </a:xfrm>
            <a:custGeom>
              <a:avLst/>
              <a:pathLst>
                <a:path w="16055" h="17792">
                  <a:moveTo>
                    <a:pt x="0" y="17792"/>
                  </a:moveTo>
                  <a:lnTo>
                    <a:pt x="160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l2918"/>
            <p:cNvSpPr/>
            <p:nvPr/>
          </p:nvSpPr>
          <p:spPr>
            <a:xfrm>
              <a:off x="6715899" y="1645187"/>
              <a:ext cx="135539" cy="319982"/>
            </a:xfrm>
            <a:custGeom>
              <a:avLst/>
              <a:pathLst>
                <a:path w="135539" h="319982">
                  <a:moveTo>
                    <a:pt x="0" y="319982"/>
                  </a:moveTo>
                  <a:lnTo>
                    <a:pt x="135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l2919"/>
            <p:cNvSpPr/>
            <p:nvPr/>
          </p:nvSpPr>
          <p:spPr>
            <a:xfrm>
              <a:off x="6925902" y="2088369"/>
              <a:ext cx="24329" cy="38175"/>
            </a:xfrm>
            <a:custGeom>
              <a:avLst/>
              <a:pathLst>
                <a:path w="24329" h="38175">
                  <a:moveTo>
                    <a:pt x="0" y="38175"/>
                  </a:moveTo>
                  <a:lnTo>
                    <a:pt x="243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l2920"/>
            <p:cNvSpPr/>
            <p:nvPr/>
          </p:nvSpPr>
          <p:spPr>
            <a:xfrm>
              <a:off x="6532377" y="1591181"/>
              <a:ext cx="104992" cy="356324"/>
            </a:xfrm>
            <a:custGeom>
              <a:avLst/>
              <a:pathLst>
                <a:path w="104992" h="356324">
                  <a:moveTo>
                    <a:pt x="0" y="356324"/>
                  </a:moveTo>
                  <a:lnTo>
                    <a:pt x="104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l2921"/>
            <p:cNvSpPr/>
            <p:nvPr/>
          </p:nvSpPr>
          <p:spPr>
            <a:xfrm>
              <a:off x="6728819" y="2023187"/>
              <a:ext cx="6616" cy="14542"/>
            </a:xfrm>
            <a:custGeom>
              <a:avLst/>
              <a:pathLst>
                <a:path w="6616" h="14542">
                  <a:moveTo>
                    <a:pt x="0" y="14542"/>
                  </a:moveTo>
                  <a:lnTo>
                    <a:pt x="66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l2922"/>
            <p:cNvSpPr/>
            <p:nvPr/>
          </p:nvSpPr>
          <p:spPr>
            <a:xfrm>
              <a:off x="6396990" y="1521896"/>
              <a:ext cx="82105" cy="408571"/>
            </a:xfrm>
            <a:custGeom>
              <a:avLst/>
              <a:pathLst>
                <a:path w="82105" h="408571">
                  <a:moveTo>
                    <a:pt x="0" y="408571"/>
                  </a:moveTo>
                  <a:lnTo>
                    <a:pt x="821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l2923"/>
            <p:cNvSpPr/>
            <p:nvPr/>
          </p:nvSpPr>
          <p:spPr>
            <a:xfrm>
              <a:off x="6559012" y="1974604"/>
              <a:ext cx="6961" cy="21537"/>
            </a:xfrm>
            <a:custGeom>
              <a:avLst/>
              <a:pathLst>
                <a:path w="6961" h="21537">
                  <a:moveTo>
                    <a:pt x="0" y="21537"/>
                  </a:moveTo>
                  <a:lnTo>
                    <a:pt x="6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l2924"/>
            <p:cNvSpPr/>
            <p:nvPr/>
          </p:nvSpPr>
          <p:spPr>
            <a:xfrm>
              <a:off x="6280379" y="1505037"/>
              <a:ext cx="53026" cy="429456"/>
            </a:xfrm>
            <a:custGeom>
              <a:avLst/>
              <a:pathLst>
                <a:path w="53026" h="429456">
                  <a:moveTo>
                    <a:pt x="0" y="429456"/>
                  </a:moveTo>
                  <a:lnTo>
                    <a:pt x="53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l2925"/>
            <p:cNvSpPr/>
            <p:nvPr/>
          </p:nvSpPr>
          <p:spPr>
            <a:xfrm>
              <a:off x="6413393" y="1958702"/>
              <a:ext cx="7766" cy="35099"/>
            </a:xfrm>
            <a:custGeom>
              <a:avLst/>
              <a:pathLst>
                <a:path w="7766" h="35099">
                  <a:moveTo>
                    <a:pt x="0" y="35099"/>
                  </a:moveTo>
                  <a:lnTo>
                    <a:pt x="77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l2926"/>
            <p:cNvSpPr/>
            <p:nvPr/>
          </p:nvSpPr>
          <p:spPr>
            <a:xfrm>
              <a:off x="6114001" y="1503887"/>
              <a:ext cx="5623" cy="455317"/>
            </a:xfrm>
            <a:custGeom>
              <a:avLst/>
              <a:pathLst>
                <a:path w="5623" h="455317">
                  <a:moveTo>
                    <a:pt x="0" y="455317"/>
                  </a:moveTo>
                  <a:lnTo>
                    <a:pt x="56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l2927"/>
            <p:cNvSpPr/>
            <p:nvPr/>
          </p:nvSpPr>
          <p:spPr>
            <a:xfrm>
              <a:off x="6208493" y="1968809"/>
              <a:ext cx="56093" cy="485407"/>
            </a:xfrm>
            <a:custGeom>
              <a:avLst/>
              <a:pathLst>
                <a:path w="56093" h="485407">
                  <a:moveTo>
                    <a:pt x="0" y="485407"/>
                  </a:moveTo>
                  <a:lnTo>
                    <a:pt x="560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l2928"/>
            <p:cNvSpPr/>
            <p:nvPr/>
          </p:nvSpPr>
          <p:spPr>
            <a:xfrm>
              <a:off x="4657184" y="3114817"/>
              <a:ext cx="479988" cy="104822"/>
            </a:xfrm>
            <a:custGeom>
              <a:avLst/>
              <a:pathLst>
                <a:path w="479988" h="104822">
                  <a:moveTo>
                    <a:pt x="479988" y="104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l2929"/>
            <p:cNvSpPr/>
            <p:nvPr/>
          </p:nvSpPr>
          <p:spPr>
            <a:xfrm>
              <a:off x="5525400" y="2630576"/>
              <a:ext cx="69661" cy="97500"/>
            </a:xfrm>
            <a:custGeom>
              <a:avLst/>
              <a:pathLst>
                <a:path w="69661" h="97500">
                  <a:moveTo>
                    <a:pt x="69661" y="975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l2930"/>
            <p:cNvSpPr/>
            <p:nvPr/>
          </p:nvSpPr>
          <p:spPr>
            <a:xfrm>
              <a:off x="4347676" y="3699600"/>
              <a:ext cx="930335" cy="307823"/>
            </a:xfrm>
            <a:custGeom>
              <a:avLst/>
              <a:pathLst>
                <a:path w="930335" h="307823">
                  <a:moveTo>
                    <a:pt x="930335" y="0"/>
                  </a:moveTo>
                  <a:lnTo>
                    <a:pt x="0" y="307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l2931"/>
            <p:cNvSpPr/>
            <p:nvPr/>
          </p:nvSpPr>
          <p:spPr>
            <a:xfrm>
              <a:off x="5276912" y="3161746"/>
              <a:ext cx="12657" cy="4130"/>
            </a:xfrm>
            <a:custGeom>
              <a:avLst/>
              <a:pathLst>
                <a:path w="12657" h="4130">
                  <a:moveTo>
                    <a:pt x="12657" y="4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l2932"/>
            <p:cNvSpPr/>
            <p:nvPr/>
          </p:nvSpPr>
          <p:spPr>
            <a:xfrm>
              <a:off x="4311138" y="3768812"/>
              <a:ext cx="1007635" cy="440636"/>
            </a:xfrm>
            <a:custGeom>
              <a:avLst/>
              <a:pathLst>
                <a:path w="1007635" h="440636">
                  <a:moveTo>
                    <a:pt x="1007635" y="0"/>
                  </a:moveTo>
                  <a:lnTo>
                    <a:pt x="0" y="4406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l2933"/>
            <p:cNvSpPr/>
            <p:nvPr/>
          </p:nvSpPr>
          <p:spPr>
            <a:xfrm>
              <a:off x="5248714" y="3469451"/>
              <a:ext cx="11968" cy="579"/>
            </a:xfrm>
            <a:custGeom>
              <a:avLst/>
              <a:pathLst>
                <a:path w="11968" h="579">
                  <a:moveTo>
                    <a:pt x="11968" y="0"/>
                  </a:moveTo>
                  <a:lnTo>
                    <a:pt x="0" y="5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l2934"/>
            <p:cNvSpPr/>
            <p:nvPr/>
          </p:nvSpPr>
          <p:spPr>
            <a:xfrm>
              <a:off x="4344927" y="3796447"/>
              <a:ext cx="999842" cy="489149"/>
            </a:xfrm>
            <a:custGeom>
              <a:avLst/>
              <a:pathLst>
                <a:path w="999842" h="489149">
                  <a:moveTo>
                    <a:pt x="999842" y="0"/>
                  </a:moveTo>
                  <a:lnTo>
                    <a:pt x="0" y="48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l2935"/>
            <p:cNvSpPr/>
            <p:nvPr/>
          </p:nvSpPr>
          <p:spPr>
            <a:xfrm>
              <a:off x="5286050" y="3633258"/>
              <a:ext cx="15473" cy="3979"/>
            </a:xfrm>
            <a:custGeom>
              <a:avLst/>
              <a:pathLst>
                <a:path w="15473" h="3979">
                  <a:moveTo>
                    <a:pt x="15473" y="0"/>
                  </a:moveTo>
                  <a:lnTo>
                    <a:pt x="0" y="39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l2936"/>
            <p:cNvSpPr/>
            <p:nvPr/>
          </p:nvSpPr>
          <p:spPr>
            <a:xfrm>
              <a:off x="4390002" y="3823176"/>
              <a:ext cx="986611" cy="540712"/>
            </a:xfrm>
            <a:custGeom>
              <a:avLst/>
              <a:pathLst>
                <a:path w="986611" h="540712">
                  <a:moveTo>
                    <a:pt x="986611" y="0"/>
                  </a:moveTo>
                  <a:lnTo>
                    <a:pt x="0" y="540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l2937"/>
            <p:cNvSpPr/>
            <p:nvPr/>
          </p:nvSpPr>
          <p:spPr>
            <a:xfrm>
              <a:off x="5333134" y="3654193"/>
              <a:ext cx="193154" cy="76370"/>
            </a:xfrm>
            <a:custGeom>
              <a:avLst/>
              <a:pathLst>
                <a:path w="193154" h="76370">
                  <a:moveTo>
                    <a:pt x="193154" y="0"/>
                  </a:moveTo>
                  <a:lnTo>
                    <a:pt x="0" y="76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l2938"/>
            <p:cNvSpPr/>
            <p:nvPr/>
          </p:nvSpPr>
          <p:spPr>
            <a:xfrm>
              <a:off x="5098542" y="3932755"/>
              <a:ext cx="648967" cy="938519"/>
            </a:xfrm>
            <a:custGeom>
              <a:avLst/>
              <a:pathLst>
                <a:path w="648967" h="938519">
                  <a:moveTo>
                    <a:pt x="648967" y="0"/>
                  </a:moveTo>
                  <a:lnTo>
                    <a:pt x="0" y="938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l2939"/>
            <p:cNvSpPr/>
            <p:nvPr/>
          </p:nvSpPr>
          <p:spPr>
            <a:xfrm>
              <a:off x="5616230" y="3585495"/>
              <a:ext cx="282556" cy="224393"/>
            </a:xfrm>
            <a:custGeom>
              <a:avLst/>
              <a:pathLst>
                <a:path w="282556" h="224393">
                  <a:moveTo>
                    <a:pt x="282556" y="0"/>
                  </a:moveTo>
                  <a:lnTo>
                    <a:pt x="0" y="224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l2940"/>
            <p:cNvSpPr/>
            <p:nvPr/>
          </p:nvSpPr>
          <p:spPr>
            <a:xfrm>
              <a:off x="6203207" y="3656590"/>
              <a:ext cx="575427" cy="1219836"/>
            </a:xfrm>
            <a:custGeom>
              <a:avLst/>
              <a:pathLst>
                <a:path w="575427" h="1219836">
                  <a:moveTo>
                    <a:pt x="0" y="0"/>
                  </a:moveTo>
                  <a:lnTo>
                    <a:pt x="575427" y="1219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l2941"/>
            <p:cNvSpPr/>
            <p:nvPr/>
          </p:nvSpPr>
          <p:spPr>
            <a:xfrm>
              <a:off x="6038618" y="3596254"/>
              <a:ext cx="18167" cy="77792"/>
            </a:xfrm>
            <a:custGeom>
              <a:avLst/>
              <a:pathLst>
                <a:path w="18167" h="77792">
                  <a:moveTo>
                    <a:pt x="18167" y="0"/>
                  </a:moveTo>
                  <a:lnTo>
                    <a:pt x="0" y="777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l2942"/>
            <p:cNvSpPr/>
            <p:nvPr/>
          </p:nvSpPr>
          <p:spPr>
            <a:xfrm>
              <a:off x="6235544" y="3528924"/>
              <a:ext cx="1390466" cy="994594"/>
            </a:xfrm>
            <a:custGeom>
              <a:avLst/>
              <a:pathLst>
                <a:path w="1390466" h="994594">
                  <a:moveTo>
                    <a:pt x="0" y="0"/>
                  </a:moveTo>
                  <a:lnTo>
                    <a:pt x="1390466" y="994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l2943"/>
            <p:cNvSpPr/>
            <p:nvPr/>
          </p:nvSpPr>
          <p:spPr>
            <a:xfrm>
              <a:off x="6153572" y="3582255"/>
              <a:ext cx="2815" cy="7475"/>
            </a:xfrm>
            <a:custGeom>
              <a:avLst/>
              <a:pathLst>
                <a:path w="2815" h="7475">
                  <a:moveTo>
                    <a:pt x="0" y="0"/>
                  </a:moveTo>
                  <a:lnTo>
                    <a:pt x="2815" y="74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l2944"/>
            <p:cNvSpPr/>
            <p:nvPr/>
          </p:nvSpPr>
          <p:spPr>
            <a:xfrm>
              <a:off x="6237216" y="3511670"/>
              <a:ext cx="1544714" cy="903325"/>
            </a:xfrm>
            <a:custGeom>
              <a:avLst/>
              <a:pathLst>
                <a:path w="1544714" h="903325">
                  <a:moveTo>
                    <a:pt x="0" y="0"/>
                  </a:moveTo>
                  <a:lnTo>
                    <a:pt x="1544714" y="903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l2945"/>
            <p:cNvSpPr/>
            <p:nvPr/>
          </p:nvSpPr>
          <p:spPr>
            <a:xfrm>
              <a:off x="6096706" y="3430017"/>
              <a:ext cx="104759" cy="124139"/>
            </a:xfrm>
            <a:custGeom>
              <a:avLst/>
              <a:pathLst>
                <a:path w="104759" h="124139">
                  <a:moveTo>
                    <a:pt x="0" y="0"/>
                  </a:moveTo>
                  <a:lnTo>
                    <a:pt x="104759" y="124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l2946"/>
            <p:cNvSpPr/>
            <p:nvPr/>
          </p:nvSpPr>
          <p:spPr>
            <a:xfrm>
              <a:off x="6097161" y="3429217"/>
              <a:ext cx="1773357" cy="293255"/>
            </a:xfrm>
            <a:custGeom>
              <a:avLst/>
              <a:pathLst>
                <a:path w="1773357" h="293255">
                  <a:moveTo>
                    <a:pt x="0" y="0"/>
                  </a:moveTo>
                  <a:lnTo>
                    <a:pt x="1773357" y="293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l2947"/>
            <p:cNvSpPr/>
            <p:nvPr/>
          </p:nvSpPr>
          <p:spPr>
            <a:xfrm>
              <a:off x="8054232" y="3445719"/>
              <a:ext cx="89" cy="8359"/>
            </a:xfrm>
            <a:custGeom>
              <a:avLst/>
              <a:pathLst>
                <a:path w="89" h="8359">
                  <a:moveTo>
                    <a:pt x="0" y="8359"/>
                  </a:moveTo>
                  <a:lnTo>
                    <a:pt x="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l2948"/>
            <p:cNvSpPr/>
            <p:nvPr/>
          </p:nvSpPr>
          <p:spPr>
            <a:xfrm>
              <a:off x="8053750" y="3470796"/>
              <a:ext cx="196" cy="8357"/>
            </a:xfrm>
            <a:custGeom>
              <a:avLst/>
              <a:pathLst>
                <a:path w="196" h="8357">
                  <a:moveTo>
                    <a:pt x="0" y="8357"/>
                  </a:moveTo>
                  <a:lnTo>
                    <a:pt x="1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l2949"/>
            <p:cNvSpPr/>
            <p:nvPr/>
          </p:nvSpPr>
          <p:spPr>
            <a:xfrm>
              <a:off x="8052521" y="3462415"/>
              <a:ext cx="254" cy="12528"/>
            </a:xfrm>
            <a:custGeom>
              <a:avLst/>
              <a:pathLst>
                <a:path w="254" h="12528">
                  <a:moveTo>
                    <a:pt x="0" y="12528"/>
                  </a:moveTo>
                  <a:lnTo>
                    <a:pt x="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l2950"/>
            <p:cNvSpPr/>
            <p:nvPr/>
          </p:nvSpPr>
          <p:spPr>
            <a:xfrm>
              <a:off x="8052234" y="3512574"/>
              <a:ext cx="374" cy="8351"/>
            </a:xfrm>
            <a:custGeom>
              <a:avLst/>
              <a:pathLst>
                <a:path w="374" h="8351">
                  <a:moveTo>
                    <a:pt x="0" y="8351"/>
                  </a:moveTo>
                  <a:lnTo>
                    <a:pt x="3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l2951"/>
            <p:cNvSpPr/>
            <p:nvPr/>
          </p:nvSpPr>
          <p:spPr>
            <a:xfrm>
              <a:off x="8051095" y="3504170"/>
              <a:ext cx="521" cy="12520"/>
            </a:xfrm>
            <a:custGeom>
              <a:avLst/>
              <a:pathLst>
                <a:path w="521" h="12520">
                  <a:moveTo>
                    <a:pt x="0" y="12520"/>
                  </a:moveTo>
                  <a:lnTo>
                    <a:pt x="5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l2952"/>
            <p:cNvSpPr/>
            <p:nvPr/>
          </p:nvSpPr>
          <p:spPr>
            <a:xfrm>
              <a:off x="8050036" y="3495775"/>
              <a:ext cx="553" cy="14599"/>
            </a:xfrm>
            <a:custGeom>
              <a:avLst/>
              <a:pathLst>
                <a:path w="553" h="14599">
                  <a:moveTo>
                    <a:pt x="0" y="14599"/>
                  </a:moveTo>
                  <a:lnTo>
                    <a:pt x="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l2953"/>
            <p:cNvSpPr/>
            <p:nvPr/>
          </p:nvSpPr>
          <p:spPr>
            <a:xfrm>
              <a:off x="8048996" y="3487391"/>
              <a:ext cx="529" cy="15633"/>
            </a:xfrm>
            <a:custGeom>
              <a:avLst/>
              <a:pathLst>
                <a:path w="529" h="15633">
                  <a:moveTo>
                    <a:pt x="0" y="15633"/>
                  </a:moveTo>
                  <a:lnTo>
                    <a:pt x="5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l2954"/>
            <p:cNvSpPr/>
            <p:nvPr/>
          </p:nvSpPr>
          <p:spPr>
            <a:xfrm>
              <a:off x="8049238" y="3562655"/>
              <a:ext cx="588" cy="8339"/>
            </a:xfrm>
            <a:custGeom>
              <a:avLst/>
              <a:pathLst>
                <a:path w="588" h="8339">
                  <a:moveTo>
                    <a:pt x="0" y="8339"/>
                  </a:moveTo>
                  <a:lnTo>
                    <a:pt x="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l2955"/>
            <p:cNvSpPr/>
            <p:nvPr/>
          </p:nvSpPr>
          <p:spPr>
            <a:xfrm>
              <a:off x="8047955" y="3579331"/>
              <a:ext cx="659" cy="8333"/>
            </a:xfrm>
            <a:custGeom>
              <a:avLst/>
              <a:pathLst>
                <a:path w="659" h="8333">
                  <a:moveTo>
                    <a:pt x="0" y="8333"/>
                  </a:moveTo>
                  <a:lnTo>
                    <a:pt x="6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l2956"/>
            <p:cNvSpPr/>
            <p:nvPr/>
          </p:nvSpPr>
          <p:spPr>
            <a:xfrm>
              <a:off x="8045634" y="3566638"/>
              <a:ext cx="1246" cy="16650"/>
            </a:xfrm>
            <a:custGeom>
              <a:avLst/>
              <a:pathLst>
                <a:path w="1246" h="16650">
                  <a:moveTo>
                    <a:pt x="0" y="16650"/>
                  </a:moveTo>
                  <a:lnTo>
                    <a:pt x="1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l2957"/>
            <p:cNvSpPr/>
            <p:nvPr/>
          </p:nvSpPr>
          <p:spPr>
            <a:xfrm>
              <a:off x="8044947" y="3554058"/>
              <a:ext cx="1445" cy="20807"/>
            </a:xfrm>
            <a:custGeom>
              <a:avLst/>
              <a:pathLst>
                <a:path w="1445" h="20807">
                  <a:moveTo>
                    <a:pt x="0" y="20807"/>
                  </a:moveTo>
                  <a:lnTo>
                    <a:pt x="1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l2958"/>
            <p:cNvSpPr/>
            <p:nvPr/>
          </p:nvSpPr>
          <p:spPr>
            <a:xfrm>
              <a:off x="8044370" y="3545652"/>
              <a:ext cx="1210" cy="18719"/>
            </a:xfrm>
            <a:custGeom>
              <a:avLst/>
              <a:pathLst>
                <a:path w="1210" h="18719">
                  <a:moveTo>
                    <a:pt x="0" y="18719"/>
                  </a:moveTo>
                  <a:lnTo>
                    <a:pt x="12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l2959"/>
            <p:cNvSpPr/>
            <p:nvPr/>
          </p:nvSpPr>
          <p:spPr>
            <a:xfrm>
              <a:off x="8043669" y="3537254"/>
              <a:ext cx="1062" cy="17672"/>
            </a:xfrm>
            <a:custGeom>
              <a:avLst/>
              <a:pathLst>
                <a:path w="1062" h="17672">
                  <a:moveTo>
                    <a:pt x="0" y="17672"/>
                  </a:moveTo>
                  <a:lnTo>
                    <a:pt x="10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l2960"/>
            <p:cNvSpPr/>
            <p:nvPr/>
          </p:nvSpPr>
          <p:spPr>
            <a:xfrm>
              <a:off x="8042891" y="3528866"/>
              <a:ext cx="954" cy="17145"/>
            </a:xfrm>
            <a:custGeom>
              <a:avLst/>
              <a:pathLst>
                <a:path w="954" h="17145">
                  <a:moveTo>
                    <a:pt x="0" y="17145"/>
                  </a:moveTo>
                  <a:lnTo>
                    <a:pt x="9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l2961"/>
            <p:cNvSpPr/>
            <p:nvPr/>
          </p:nvSpPr>
          <p:spPr>
            <a:xfrm>
              <a:off x="8036740" y="3494848"/>
              <a:ext cx="1890" cy="42222"/>
            </a:xfrm>
            <a:custGeom>
              <a:avLst/>
              <a:pathLst>
                <a:path w="1890" h="42222">
                  <a:moveTo>
                    <a:pt x="0" y="42222"/>
                  </a:moveTo>
                  <a:lnTo>
                    <a:pt x="1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l2962"/>
            <p:cNvSpPr/>
            <p:nvPr/>
          </p:nvSpPr>
          <p:spPr>
            <a:xfrm>
              <a:off x="8033810" y="3468329"/>
              <a:ext cx="1543" cy="47456"/>
            </a:xfrm>
            <a:custGeom>
              <a:avLst/>
              <a:pathLst>
                <a:path w="1543" h="47456">
                  <a:moveTo>
                    <a:pt x="0" y="47456"/>
                  </a:moveTo>
                  <a:lnTo>
                    <a:pt x="15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l2963"/>
            <p:cNvSpPr/>
            <p:nvPr/>
          </p:nvSpPr>
          <p:spPr>
            <a:xfrm>
              <a:off x="8045763" y="3604324"/>
              <a:ext cx="766" cy="8324"/>
            </a:xfrm>
            <a:custGeom>
              <a:avLst/>
              <a:pathLst>
                <a:path w="766" h="8324">
                  <a:moveTo>
                    <a:pt x="0" y="8324"/>
                  </a:moveTo>
                  <a:lnTo>
                    <a:pt x="7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l2964"/>
            <p:cNvSpPr/>
            <p:nvPr/>
          </p:nvSpPr>
          <p:spPr>
            <a:xfrm>
              <a:off x="8044825" y="3595883"/>
              <a:ext cx="1108" cy="12482"/>
            </a:xfrm>
            <a:custGeom>
              <a:avLst/>
              <a:pathLst>
                <a:path w="1108" h="12482">
                  <a:moveTo>
                    <a:pt x="0" y="12482"/>
                  </a:moveTo>
                  <a:lnTo>
                    <a:pt x="1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l2965"/>
            <p:cNvSpPr/>
            <p:nvPr/>
          </p:nvSpPr>
          <p:spPr>
            <a:xfrm>
              <a:off x="8044124" y="3620970"/>
              <a:ext cx="837" cy="8317"/>
            </a:xfrm>
            <a:custGeom>
              <a:avLst/>
              <a:pathLst>
                <a:path w="837" h="8317">
                  <a:moveTo>
                    <a:pt x="0" y="8317"/>
                  </a:moveTo>
                  <a:lnTo>
                    <a:pt x="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l2966"/>
            <p:cNvSpPr/>
            <p:nvPr/>
          </p:nvSpPr>
          <p:spPr>
            <a:xfrm>
              <a:off x="8041400" y="3645913"/>
              <a:ext cx="943" cy="8306"/>
            </a:xfrm>
            <a:custGeom>
              <a:avLst/>
              <a:pathLst>
                <a:path w="943" h="8306">
                  <a:moveTo>
                    <a:pt x="0" y="8306"/>
                  </a:moveTo>
                  <a:lnTo>
                    <a:pt x="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l2967"/>
            <p:cNvSpPr/>
            <p:nvPr/>
          </p:nvSpPr>
          <p:spPr>
            <a:xfrm>
              <a:off x="8040553" y="3637461"/>
              <a:ext cx="1374" cy="12455"/>
            </a:xfrm>
            <a:custGeom>
              <a:avLst/>
              <a:pathLst>
                <a:path w="1374" h="12455">
                  <a:moveTo>
                    <a:pt x="0" y="12455"/>
                  </a:moveTo>
                  <a:lnTo>
                    <a:pt x="13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l2968"/>
            <p:cNvSpPr/>
            <p:nvPr/>
          </p:nvSpPr>
          <p:spPr>
            <a:xfrm>
              <a:off x="8036150" y="3687403"/>
              <a:ext cx="1120" cy="8284"/>
            </a:xfrm>
            <a:custGeom>
              <a:avLst/>
              <a:pathLst>
                <a:path w="1120" h="8284">
                  <a:moveTo>
                    <a:pt x="0" y="8284"/>
                  </a:moveTo>
                  <a:lnTo>
                    <a:pt x="11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l2969"/>
            <p:cNvSpPr/>
            <p:nvPr/>
          </p:nvSpPr>
          <p:spPr>
            <a:xfrm>
              <a:off x="8035396" y="3678944"/>
              <a:ext cx="1640" cy="12423"/>
            </a:xfrm>
            <a:custGeom>
              <a:avLst/>
              <a:pathLst>
                <a:path w="1640" h="12423">
                  <a:moveTo>
                    <a:pt x="0" y="12423"/>
                  </a:moveTo>
                  <a:lnTo>
                    <a:pt x="1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l2970"/>
            <p:cNvSpPr/>
            <p:nvPr/>
          </p:nvSpPr>
          <p:spPr>
            <a:xfrm>
              <a:off x="8034906" y="3670492"/>
              <a:ext cx="1858" cy="14491"/>
            </a:xfrm>
            <a:custGeom>
              <a:avLst/>
              <a:pathLst>
                <a:path w="1858" h="14491">
                  <a:moveTo>
                    <a:pt x="0" y="14491"/>
                  </a:moveTo>
                  <a:lnTo>
                    <a:pt x="18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l2971"/>
            <p:cNvSpPr/>
            <p:nvPr/>
          </p:nvSpPr>
          <p:spPr>
            <a:xfrm>
              <a:off x="8034527" y="3662046"/>
              <a:ext cx="1927" cy="15523"/>
            </a:xfrm>
            <a:custGeom>
              <a:avLst/>
              <a:pathLst>
                <a:path w="1927" h="15523">
                  <a:moveTo>
                    <a:pt x="0" y="15523"/>
                  </a:moveTo>
                  <a:lnTo>
                    <a:pt x="19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l2972"/>
            <p:cNvSpPr/>
            <p:nvPr/>
          </p:nvSpPr>
          <p:spPr>
            <a:xfrm>
              <a:off x="8031543" y="3642960"/>
              <a:ext cx="3090" cy="26358"/>
            </a:xfrm>
            <a:custGeom>
              <a:avLst/>
              <a:pathLst>
                <a:path w="3090" h="26358">
                  <a:moveTo>
                    <a:pt x="0" y="26358"/>
                  </a:moveTo>
                  <a:lnTo>
                    <a:pt x="30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l2973"/>
            <p:cNvSpPr/>
            <p:nvPr/>
          </p:nvSpPr>
          <p:spPr>
            <a:xfrm>
              <a:off x="8030488" y="3624063"/>
              <a:ext cx="3461" cy="31770"/>
            </a:xfrm>
            <a:custGeom>
              <a:avLst/>
              <a:pathLst>
                <a:path w="3461" h="31770">
                  <a:moveTo>
                    <a:pt x="0" y="31770"/>
                  </a:moveTo>
                  <a:lnTo>
                    <a:pt x="3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l2974"/>
            <p:cNvSpPr/>
            <p:nvPr/>
          </p:nvSpPr>
          <p:spPr>
            <a:xfrm>
              <a:off x="8028685" y="3737035"/>
              <a:ext cx="1332" cy="8253"/>
            </a:xfrm>
            <a:custGeom>
              <a:avLst/>
              <a:pathLst>
                <a:path w="1332" h="8253">
                  <a:moveTo>
                    <a:pt x="0" y="8253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l2975"/>
            <p:cNvSpPr/>
            <p:nvPr/>
          </p:nvSpPr>
          <p:spPr>
            <a:xfrm>
              <a:off x="8024476" y="3761777"/>
              <a:ext cx="1438" cy="8235"/>
            </a:xfrm>
            <a:custGeom>
              <a:avLst/>
              <a:pathLst>
                <a:path w="1438" h="8235">
                  <a:moveTo>
                    <a:pt x="0" y="8235"/>
                  </a:moveTo>
                  <a:lnTo>
                    <a:pt x="14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l2976"/>
            <p:cNvSpPr/>
            <p:nvPr/>
          </p:nvSpPr>
          <p:spPr>
            <a:xfrm>
              <a:off x="8023888" y="3753315"/>
              <a:ext cx="2116" cy="12351"/>
            </a:xfrm>
            <a:custGeom>
              <a:avLst/>
              <a:pathLst>
                <a:path w="2116" h="12351">
                  <a:moveTo>
                    <a:pt x="0" y="12351"/>
                  </a:moveTo>
                  <a:lnTo>
                    <a:pt x="2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l2977"/>
            <p:cNvSpPr/>
            <p:nvPr/>
          </p:nvSpPr>
          <p:spPr>
            <a:xfrm>
              <a:off x="8019951" y="3786464"/>
              <a:ext cx="1543" cy="8216"/>
            </a:xfrm>
            <a:custGeom>
              <a:avLst/>
              <a:pathLst>
                <a:path w="1543" h="8216">
                  <a:moveTo>
                    <a:pt x="0" y="8216"/>
                  </a:moveTo>
                  <a:lnTo>
                    <a:pt x="15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l2978"/>
            <p:cNvSpPr/>
            <p:nvPr/>
          </p:nvSpPr>
          <p:spPr>
            <a:xfrm>
              <a:off x="8019419" y="3778004"/>
              <a:ext cx="2274" cy="12323"/>
            </a:xfrm>
            <a:custGeom>
              <a:avLst/>
              <a:pathLst>
                <a:path w="2274" h="12323">
                  <a:moveTo>
                    <a:pt x="0" y="12323"/>
                  </a:moveTo>
                  <a:lnTo>
                    <a:pt x="22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l2979"/>
            <p:cNvSpPr/>
            <p:nvPr/>
          </p:nvSpPr>
          <p:spPr>
            <a:xfrm>
              <a:off x="8016638" y="3758818"/>
              <a:ext cx="4381" cy="24624"/>
            </a:xfrm>
            <a:custGeom>
              <a:avLst/>
              <a:pathLst>
                <a:path w="4381" h="24624">
                  <a:moveTo>
                    <a:pt x="0" y="24624"/>
                  </a:moveTo>
                  <a:lnTo>
                    <a:pt x="4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l2980"/>
            <p:cNvSpPr/>
            <p:nvPr/>
          </p:nvSpPr>
          <p:spPr>
            <a:xfrm>
              <a:off x="8016246" y="3739889"/>
              <a:ext cx="5222" cy="30781"/>
            </a:xfrm>
            <a:custGeom>
              <a:avLst/>
              <a:pathLst>
                <a:path w="5222" h="30781">
                  <a:moveTo>
                    <a:pt x="0" y="30781"/>
                  </a:moveTo>
                  <a:lnTo>
                    <a:pt x="5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l2981"/>
            <p:cNvSpPr/>
            <p:nvPr/>
          </p:nvSpPr>
          <p:spPr>
            <a:xfrm>
              <a:off x="8017606" y="3727349"/>
              <a:ext cx="4497" cy="27717"/>
            </a:xfrm>
            <a:custGeom>
              <a:avLst/>
              <a:pathLst>
                <a:path w="4497" h="27717">
                  <a:moveTo>
                    <a:pt x="0" y="27717"/>
                  </a:moveTo>
                  <a:lnTo>
                    <a:pt x="44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l2982"/>
            <p:cNvSpPr/>
            <p:nvPr/>
          </p:nvSpPr>
          <p:spPr>
            <a:xfrm>
              <a:off x="8018591" y="3718926"/>
              <a:ext cx="3452" cy="22076"/>
            </a:xfrm>
            <a:custGeom>
              <a:avLst/>
              <a:pathLst>
                <a:path w="3452" h="22076">
                  <a:moveTo>
                    <a:pt x="0" y="22076"/>
                  </a:moveTo>
                  <a:lnTo>
                    <a:pt x="3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l2983"/>
            <p:cNvSpPr/>
            <p:nvPr/>
          </p:nvSpPr>
          <p:spPr>
            <a:xfrm>
              <a:off x="8019033" y="3710509"/>
              <a:ext cx="2912" cy="19254"/>
            </a:xfrm>
            <a:custGeom>
              <a:avLst/>
              <a:pathLst>
                <a:path w="2912" h="19254">
                  <a:moveTo>
                    <a:pt x="0" y="19254"/>
                  </a:moveTo>
                  <a:lnTo>
                    <a:pt x="29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l2984"/>
            <p:cNvSpPr/>
            <p:nvPr/>
          </p:nvSpPr>
          <p:spPr>
            <a:xfrm>
              <a:off x="8019197" y="3702098"/>
              <a:ext cx="2614" cy="17842"/>
            </a:xfrm>
            <a:custGeom>
              <a:avLst/>
              <a:pathLst>
                <a:path w="2614" h="17842">
                  <a:moveTo>
                    <a:pt x="0" y="17842"/>
                  </a:moveTo>
                  <a:lnTo>
                    <a:pt x="26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l2985"/>
            <p:cNvSpPr/>
            <p:nvPr/>
          </p:nvSpPr>
          <p:spPr>
            <a:xfrm>
              <a:off x="8015111" y="3811093"/>
              <a:ext cx="1648" cy="8195"/>
            </a:xfrm>
            <a:custGeom>
              <a:avLst/>
              <a:pathLst>
                <a:path w="1648" h="8195">
                  <a:moveTo>
                    <a:pt x="0" y="8195"/>
                  </a:moveTo>
                  <a:lnTo>
                    <a:pt x="16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l2986"/>
            <p:cNvSpPr/>
            <p:nvPr/>
          </p:nvSpPr>
          <p:spPr>
            <a:xfrm>
              <a:off x="8009956" y="3835659"/>
              <a:ext cx="1753" cy="8174"/>
            </a:xfrm>
            <a:custGeom>
              <a:avLst/>
              <a:pathLst>
                <a:path w="1753" h="8174">
                  <a:moveTo>
                    <a:pt x="0" y="8174"/>
                  </a:moveTo>
                  <a:lnTo>
                    <a:pt x="17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l2987"/>
            <p:cNvSpPr/>
            <p:nvPr/>
          </p:nvSpPr>
          <p:spPr>
            <a:xfrm>
              <a:off x="8006345" y="3851999"/>
              <a:ext cx="1822" cy="8158"/>
            </a:xfrm>
            <a:custGeom>
              <a:avLst/>
              <a:pathLst>
                <a:path w="1822" h="8158">
                  <a:moveTo>
                    <a:pt x="0" y="8158"/>
                  </a:moveTo>
                  <a:lnTo>
                    <a:pt x="1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l2988"/>
            <p:cNvSpPr/>
            <p:nvPr/>
          </p:nvSpPr>
          <p:spPr>
            <a:xfrm>
              <a:off x="8004662" y="3839188"/>
              <a:ext cx="3571" cy="16310"/>
            </a:xfrm>
            <a:custGeom>
              <a:avLst/>
              <a:pathLst>
                <a:path w="3571" h="16310">
                  <a:moveTo>
                    <a:pt x="0" y="16310"/>
                  </a:moveTo>
                  <a:lnTo>
                    <a:pt x="3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l2989"/>
            <p:cNvSpPr/>
            <p:nvPr/>
          </p:nvSpPr>
          <p:spPr>
            <a:xfrm>
              <a:off x="7994677" y="3900831"/>
              <a:ext cx="2031" cy="8109"/>
            </a:xfrm>
            <a:custGeom>
              <a:avLst/>
              <a:pathLst>
                <a:path w="2031" h="8109">
                  <a:moveTo>
                    <a:pt x="0" y="8109"/>
                  </a:moveTo>
                  <a:lnTo>
                    <a:pt x="20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l2990"/>
            <p:cNvSpPr/>
            <p:nvPr/>
          </p:nvSpPr>
          <p:spPr>
            <a:xfrm>
              <a:off x="7994406" y="3892398"/>
              <a:ext cx="3005" cy="12165"/>
            </a:xfrm>
            <a:custGeom>
              <a:avLst/>
              <a:pathLst>
                <a:path w="3005" h="12165">
                  <a:moveTo>
                    <a:pt x="0" y="12165"/>
                  </a:moveTo>
                  <a:lnTo>
                    <a:pt x="30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l2991"/>
            <p:cNvSpPr/>
            <p:nvPr/>
          </p:nvSpPr>
          <p:spPr>
            <a:xfrm>
              <a:off x="7994626" y="3883967"/>
              <a:ext cx="3451" cy="14196"/>
            </a:xfrm>
            <a:custGeom>
              <a:avLst/>
              <a:pathLst>
                <a:path w="3451" h="14196">
                  <a:moveTo>
                    <a:pt x="0" y="14196"/>
                  </a:moveTo>
                  <a:lnTo>
                    <a:pt x="34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l2992"/>
            <p:cNvSpPr/>
            <p:nvPr/>
          </p:nvSpPr>
          <p:spPr>
            <a:xfrm>
              <a:off x="7995071" y="3875539"/>
              <a:ext cx="3634" cy="15214"/>
            </a:xfrm>
            <a:custGeom>
              <a:avLst/>
              <a:pathLst>
                <a:path w="3634" h="15214">
                  <a:moveTo>
                    <a:pt x="0" y="15214"/>
                  </a:moveTo>
                  <a:lnTo>
                    <a:pt x="36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l2993"/>
            <p:cNvSpPr/>
            <p:nvPr/>
          </p:nvSpPr>
          <p:spPr>
            <a:xfrm>
              <a:off x="7995609" y="3867114"/>
              <a:ext cx="3688" cy="15726"/>
            </a:xfrm>
            <a:custGeom>
              <a:avLst/>
              <a:pathLst>
                <a:path w="3688" h="15726">
                  <a:moveTo>
                    <a:pt x="0" y="15726"/>
                  </a:moveTo>
                  <a:lnTo>
                    <a:pt x="36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l2994"/>
            <p:cNvSpPr/>
            <p:nvPr/>
          </p:nvSpPr>
          <p:spPr>
            <a:xfrm>
              <a:off x="7992284" y="3845639"/>
              <a:ext cx="6377" cy="28126"/>
            </a:xfrm>
            <a:custGeom>
              <a:avLst/>
              <a:pathLst>
                <a:path w="6377" h="28126">
                  <a:moveTo>
                    <a:pt x="0" y="28126"/>
                  </a:moveTo>
                  <a:lnTo>
                    <a:pt x="6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l2995"/>
            <p:cNvSpPr/>
            <p:nvPr/>
          </p:nvSpPr>
          <p:spPr>
            <a:xfrm>
              <a:off x="7994226" y="3825039"/>
              <a:ext cx="7469" cy="34380"/>
            </a:xfrm>
            <a:custGeom>
              <a:avLst/>
              <a:pathLst>
                <a:path w="7469" h="34380">
                  <a:moveTo>
                    <a:pt x="0" y="34380"/>
                  </a:moveTo>
                  <a:lnTo>
                    <a:pt x="7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l2996"/>
            <p:cNvSpPr/>
            <p:nvPr/>
          </p:nvSpPr>
          <p:spPr>
            <a:xfrm>
              <a:off x="7995436" y="3812304"/>
              <a:ext cx="6145" cy="29377"/>
            </a:xfrm>
            <a:custGeom>
              <a:avLst/>
              <a:pathLst>
                <a:path w="6145" h="29377">
                  <a:moveTo>
                    <a:pt x="0" y="29377"/>
                  </a:moveTo>
                  <a:lnTo>
                    <a:pt x="61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l2997"/>
            <p:cNvSpPr/>
            <p:nvPr/>
          </p:nvSpPr>
          <p:spPr>
            <a:xfrm>
              <a:off x="7997262" y="3799840"/>
              <a:ext cx="5427" cy="26891"/>
            </a:xfrm>
            <a:custGeom>
              <a:avLst/>
              <a:pathLst>
                <a:path w="5427" h="26891">
                  <a:moveTo>
                    <a:pt x="0" y="26891"/>
                  </a:moveTo>
                  <a:lnTo>
                    <a:pt x="5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l2998"/>
            <p:cNvSpPr/>
            <p:nvPr/>
          </p:nvSpPr>
          <p:spPr>
            <a:xfrm>
              <a:off x="7984362" y="3759346"/>
              <a:ext cx="9542" cy="50788"/>
            </a:xfrm>
            <a:custGeom>
              <a:avLst/>
              <a:pathLst>
                <a:path w="9542" h="50788">
                  <a:moveTo>
                    <a:pt x="0" y="50788"/>
                  </a:moveTo>
                  <a:lnTo>
                    <a:pt x="95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l2999"/>
            <p:cNvSpPr/>
            <p:nvPr/>
          </p:nvSpPr>
          <p:spPr>
            <a:xfrm>
              <a:off x="7993905" y="3708320"/>
              <a:ext cx="8177" cy="51025"/>
            </a:xfrm>
            <a:custGeom>
              <a:avLst/>
              <a:pathLst>
                <a:path w="8177" h="51025">
                  <a:moveTo>
                    <a:pt x="0" y="51025"/>
                  </a:moveTo>
                  <a:lnTo>
                    <a:pt x="81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l3000"/>
            <p:cNvSpPr/>
            <p:nvPr/>
          </p:nvSpPr>
          <p:spPr>
            <a:xfrm>
              <a:off x="7980787" y="3716902"/>
              <a:ext cx="6550" cy="40161"/>
            </a:xfrm>
            <a:custGeom>
              <a:avLst/>
              <a:pathLst>
                <a:path w="6550" h="40161">
                  <a:moveTo>
                    <a:pt x="0" y="40161"/>
                  </a:moveTo>
                  <a:lnTo>
                    <a:pt x="65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l3001"/>
            <p:cNvSpPr/>
            <p:nvPr/>
          </p:nvSpPr>
          <p:spPr>
            <a:xfrm>
              <a:off x="7987338" y="3676610"/>
              <a:ext cx="5695" cy="40291"/>
            </a:xfrm>
            <a:custGeom>
              <a:avLst/>
              <a:pathLst>
                <a:path w="5695" h="40291">
                  <a:moveTo>
                    <a:pt x="0" y="40291"/>
                  </a:moveTo>
                  <a:lnTo>
                    <a:pt x="5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l3002"/>
            <p:cNvSpPr/>
            <p:nvPr/>
          </p:nvSpPr>
          <p:spPr>
            <a:xfrm>
              <a:off x="7993033" y="3636207"/>
              <a:ext cx="4836" cy="40403"/>
            </a:xfrm>
            <a:custGeom>
              <a:avLst/>
              <a:pathLst>
                <a:path w="4836" h="40403">
                  <a:moveTo>
                    <a:pt x="0" y="40403"/>
                  </a:moveTo>
                  <a:lnTo>
                    <a:pt x="48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l3003"/>
            <p:cNvSpPr/>
            <p:nvPr/>
          </p:nvSpPr>
          <p:spPr>
            <a:xfrm>
              <a:off x="7986338" y="3647122"/>
              <a:ext cx="6290" cy="49090"/>
            </a:xfrm>
            <a:custGeom>
              <a:avLst/>
              <a:pathLst>
                <a:path w="6290" h="49090">
                  <a:moveTo>
                    <a:pt x="0" y="49090"/>
                  </a:moveTo>
                  <a:lnTo>
                    <a:pt x="6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l3004"/>
            <p:cNvSpPr/>
            <p:nvPr/>
          </p:nvSpPr>
          <p:spPr>
            <a:xfrm>
              <a:off x="7992629" y="3597885"/>
              <a:ext cx="5016" cy="49236"/>
            </a:xfrm>
            <a:custGeom>
              <a:avLst/>
              <a:pathLst>
                <a:path w="5016" h="49236">
                  <a:moveTo>
                    <a:pt x="0" y="49236"/>
                  </a:moveTo>
                  <a:lnTo>
                    <a:pt x="50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l3005"/>
            <p:cNvSpPr/>
            <p:nvPr/>
          </p:nvSpPr>
          <p:spPr>
            <a:xfrm>
              <a:off x="7971465" y="3593360"/>
              <a:ext cx="5193" cy="51328"/>
            </a:xfrm>
            <a:custGeom>
              <a:avLst/>
              <a:pathLst>
                <a:path w="5193" h="51328">
                  <a:moveTo>
                    <a:pt x="0" y="51328"/>
                  </a:moveTo>
                  <a:lnTo>
                    <a:pt x="51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l3006"/>
            <p:cNvSpPr/>
            <p:nvPr/>
          </p:nvSpPr>
          <p:spPr>
            <a:xfrm>
              <a:off x="7976658" y="3541909"/>
              <a:ext cx="3788" cy="51450"/>
            </a:xfrm>
            <a:custGeom>
              <a:avLst/>
              <a:pathLst>
                <a:path w="3788" h="51450">
                  <a:moveTo>
                    <a:pt x="0" y="51450"/>
                  </a:moveTo>
                  <a:lnTo>
                    <a:pt x="3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l3007"/>
            <p:cNvSpPr/>
            <p:nvPr/>
          </p:nvSpPr>
          <p:spPr>
            <a:xfrm>
              <a:off x="7980447" y="3490374"/>
              <a:ext cx="2381" cy="51535"/>
            </a:xfrm>
            <a:custGeom>
              <a:avLst/>
              <a:pathLst>
                <a:path w="2381" h="51535">
                  <a:moveTo>
                    <a:pt x="0" y="51535"/>
                  </a:moveTo>
                  <a:lnTo>
                    <a:pt x="2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l3008"/>
            <p:cNvSpPr/>
            <p:nvPr/>
          </p:nvSpPr>
          <p:spPr>
            <a:xfrm>
              <a:off x="7976072" y="3528045"/>
              <a:ext cx="2487" cy="39407"/>
            </a:xfrm>
            <a:custGeom>
              <a:avLst/>
              <a:pathLst>
                <a:path w="2487" h="39407">
                  <a:moveTo>
                    <a:pt x="0" y="39407"/>
                  </a:moveTo>
                  <a:lnTo>
                    <a:pt x="24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l3009"/>
            <p:cNvSpPr/>
            <p:nvPr/>
          </p:nvSpPr>
          <p:spPr>
            <a:xfrm>
              <a:off x="7978560" y="3488594"/>
              <a:ext cx="1661" cy="39450"/>
            </a:xfrm>
            <a:custGeom>
              <a:avLst/>
              <a:pathLst>
                <a:path w="1661" h="39450">
                  <a:moveTo>
                    <a:pt x="0" y="39450"/>
                  </a:moveTo>
                  <a:lnTo>
                    <a:pt x="16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l3010"/>
            <p:cNvSpPr/>
            <p:nvPr/>
          </p:nvSpPr>
          <p:spPr>
            <a:xfrm>
              <a:off x="7980221" y="3449118"/>
              <a:ext cx="834" cy="39476"/>
            </a:xfrm>
            <a:custGeom>
              <a:avLst/>
              <a:pathLst>
                <a:path w="834" h="39476">
                  <a:moveTo>
                    <a:pt x="0" y="39476"/>
                  </a:moveTo>
                  <a:lnTo>
                    <a:pt x="8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l3011"/>
            <p:cNvSpPr/>
            <p:nvPr/>
          </p:nvSpPr>
          <p:spPr>
            <a:xfrm>
              <a:off x="7978163" y="3472662"/>
              <a:ext cx="1162" cy="35605"/>
            </a:xfrm>
            <a:custGeom>
              <a:avLst/>
              <a:pathLst>
                <a:path w="1162" h="35605">
                  <a:moveTo>
                    <a:pt x="0" y="35605"/>
                  </a:moveTo>
                  <a:lnTo>
                    <a:pt x="11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l3012"/>
            <p:cNvSpPr/>
            <p:nvPr/>
          </p:nvSpPr>
          <p:spPr>
            <a:xfrm>
              <a:off x="7979326" y="3437041"/>
              <a:ext cx="488" cy="35621"/>
            </a:xfrm>
            <a:custGeom>
              <a:avLst/>
              <a:pathLst>
                <a:path w="488" h="35621">
                  <a:moveTo>
                    <a:pt x="0" y="35621"/>
                  </a:moveTo>
                  <a:lnTo>
                    <a:pt x="4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l3013"/>
            <p:cNvSpPr/>
            <p:nvPr/>
          </p:nvSpPr>
          <p:spPr>
            <a:xfrm>
              <a:off x="7990511" y="3917041"/>
              <a:ext cx="2100" cy="8091"/>
            </a:xfrm>
            <a:custGeom>
              <a:avLst/>
              <a:pathLst>
                <a:path w="2100" h="8091">
                  <a:moveTo>
                    <a:pt x="0" y="8091"/>
                  </a:moveTo>
                  <a:lnTo>
                    <a:pt x="2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l3014"/>
            <p:cNvSpPr/>
            <p:nvPr/>
          </p:nvSpPr>
          <p:spPr>
            <a:xfrm>
              <a:off x="7986206" y="3933216"/>
              <a:ext cx="2169" cy="8073"/>
            </a:xfrm>
            <a:custGeom>
              <a:avLst/>
              <a:pathLst>
                <a:path w="2169" h="8073">
                  <a:moveTo>
                    <a:pt x="0" y="8073"/>
                  </a:moveTo>
                  <a:lnTo>
                    <a:pt x="21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l3015"/>
            <p:cNvSpPr/>
            <p:nvPr/>
          </p:nvSpPr>
          <p:spPr>
            <a:xfrm>
              <a:off x="7984724" y="3920419"/>
              <a:ext cx="4264" cy="16143"/>
            </a:xfrm>
            <a:custGeom>
              <a:avLst/>
              <a:pathLst>
                <a:path w="4264" h="16143">
                  <a:moveTo>
                    <a:pt x="0" y="16143"/>
                  </a:moveTo>
                  <a:lnTo>
                    <a:pt x="42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l3016"/>
            <p:cNvSpPr/>
            <p:nvPr/>
          </p:nvSpPr>
          <p:spPr>
            <a:xfrm>
              <a:off x="7974843" y="3973489"/>
              <a:ext cx="2341" cy="8025"/>
            </a:xfrm>
            <a:custGeom>
              <a:avLst/>
              <a:pathLst>
                <a:path w="2341" h="8025">
                  <a:moveTo>
                    <a:pt x="0" y="8025"/>
                  </a:moveTo>
                  <a:lnTo>
                    <a:pt x="23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l3017"/>
            <p:cNvSpPr/>
            <p:nvPr/>
          </p:nvSpPr>
          <p:spPr>
            <a:xfrm>
              <a:off x="7974740" y="3965089"/>
              <a:ext cx="3470" cy="12041"/>
            </a:xfrm>
            <a:custGeom>
              <a:avLst/>
              <a:pathLst>
                <a:path w="3470" h="12041">
                  <a:moveTo>
                    <a:pt x="0" y="12041"/>
                  </a:moveTo>
                  <a:lnTo>
                    <a:pt x="34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l3018"/>
            <p:cNvSpPr/>
            <p:nvPr/>
          </p:nvSpPr>
          <p:spPr>
            <a:xfrm>
              <a:off x="7975206" y="3956690"/>
              <a:ext cx="3994" cy="14053"/>
            </a:xfrm>
            <a:custGeom>
              <a:avLst/>
              <a:pathLst>
                <a:path w="3994" h="14053">
                  <a:moveTo>
                    <a:pt x="0" y="14053"/>
                  </a:moveTo>
                  <a:lnTo>
                    <a:pt x="3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l3019"/>
            <p:cNvSpPr/>
            <p:nvPr/>
          </p:nvSpPr>
          <p:spPr>
            <a:xfrm>
              <a:off x="7975935" y="3948293"/>
              <a:ext cx="4216" cy="15064"/>
            </a:xfrm>
            <a:custGeom>
              <a:avLst/>
              <a:pathLst>
                <a:path w="4216" h="15064">
                  <a:moveTo>
                    <a:pt x="0" y="15064"/>
                  </a:moveTo>
                  <a:lnTo>
                    <a:pt x="4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l3020"/>
            <p:cNvSpPr/>
            <p:nvPr/>
          </p:nvSpPr>
          <p:spPr>
            <a:xfrm>
              <a:off x="7972930" y="3926796"/>
              <a:ext cx="7506" cy="27597"/>
            </a:xfrm>
            <a:custGeom>
              <a:avLst/>
              <a:pathLst>
                <a:path w="7506" h="27597">
                  <a:moveTo>
                    <a:pt x="0" y="27597"/>
                  </a:moveTo>
                  <a:lnTo>
                    <a:pt x="75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l3021"/>
            <p:cNvSpPr/>
            <p:nvPr/>
          </p:nvSpPr>
          <p:spPr>
            <a:xfrm>
              <a:off x="7965136" y="4005530"/>
              <a:ext cx="2477" cy="7984"/>
            </a:xfrm>
            <a:custGeom>
              <a:avLst/>
              <a:pathLst>
                <a:path w="2477" h="7984">
                  <a:moveTo>
                    <a:pt x="0" y="7984"/>
                  </a:moveTo>
                  <a:lnTo>
                    <a:pt x="2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l3022"/>
            <p:cNvSpPr/>
            <p:nvPr/>
          </p:nvSpPr>
          <p:spPr>
            <a:xfrm>
              <a:off x="7965108" y="3997149"/>
              <a:ext cx="3676" cy="11980"/>
            </a:xfrm>
            <a:custGeom>
              <a:avLst/>
              <a:pathLst>
                <a:path w="3676" h="11980">
                  <a:moveTo>
                    <a:pt x="0" y="11980"/>
                  </a:moveTo>
                  <a:lnTo>
                    <a:pt x="3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l3023"/>
            <p:cNvSpPr/>
            <p:nvPr/>
          </p:nvSpPr>
          <p:spPr>
            <a:xfrm>
              <a:off x="7965683" y="3988768"/>
              <a:ext cx="4233" cy="13983"/>
            </a:xfrm>
            <a:custGeom>
              <a:avLst/>
              <a:pathLst>
                <a:path w="4233" h="13983">
                  <a:moveTo>
                    <a:pt x="0" y="13983"/>
                  </a:moveTo>
                  <a:lnTo>
                    <a:pt x="42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l3024"/>
            <p:cNvSpPr/>
            <p:nvPr/>
          </p:nvSpPr>
          <p:spPr>
            <a:xfrm>
              <a:off x="7952236" y="4045343"/>
              <a:ext cx="2647" cy="7929"/>
            </a:xfrm>
            <a:custGeom>
              <a:avLst/>
              <a:pathLst>
                <a:path w="2647" h="7929">
                  <a:moveTo>
                    <a:pt x="0" y="7929"/>
                  </a:moveTo>
                  <a:lnTo>
                    <a:pt x="26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l3025"/>
            <p:cNvSpPr/>
            <p:nvPr/>
          </p:nvSpPr>
          <p:spPr>
            <a:xfrm>
              <a:off x="7952302" y="4036989"/>
              <a:ext cx="3930" cy="11898"/>
            </a:xfrm>
            <a:custGeom>
              <a:avLst/>
              <a:pathLst>
                <a:path w="3930" h="11898">
                  <a:moveTo>
                    <a:pt x="0" y="11898"/>
                  </a:moveTo>
                  <a:lnTo>
                    <a:pt x="39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l3026"/>
            <p:cNvSpPr/>
            <p:nvPr/>
          </p:nvSpPr>
          <p:spPr>
            <a:xfrm>
              <a:off x="7953012" y="4028634"/>
              <a:ext cx="4531" cy="13889"/>
            </a:xfrm>
            <a:custGeom>
              <a:avLst/>
              <a:pathLst>
                <a:path w="4531" h="13889">
                  <a:moveTo>
                    <a:pt x="0" y="13889"/>
                  </a:moveTo>
                  <a:lnTo>
                    <a:pt x="45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l3027"/>
            <p:cNvSpPr/>
            <p:nvPr/>
          </p:nvSpPr>
          <p:spPr>
            <a:xfrm>
              <a:off x="7954025" y="4020280"/>
              <a:ext cx="4791" cy="14890"/>
            </a:xfrm>
            <a:custGeom>
              <a:avLst/>
              <a:pathLst>
                <a:path w="4791" h="14890">
                  <a:moveTo>
                    <a:pt x="0" y="14890"/>
                  </a:moveTo>
                  <a:lnTo>
                    <a:pt x="47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l3028"/>
            <p:cNvSpPr/>
            <p:nvPr/>
          </p:nvSpPr>
          <p:spPr>
            <a:xfrm>
              <a:off x="7944090" y="4069098"/>
              <a:ext cx="2749" cy="7895"/>
            </a:xfrm>
            <a:custGeom>
              <a:avLst/>
              <a:pathLst>
                <a:path w="2749" h="7895">
                  <a:moveTo>
                    <a:pt x="0" y="7895"/>
                  </a:moveTo>
                  <a:lnTo>
                    <a:pt x="27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l3029"/>
            <p:cNvSpPr/>
            <p:nvPr/>
          </p:nvSpPr>
          <p:spPr>
            <a:xfrm>
              <a:off x="7944212" y="4060762"/>
              <a:ext cx="4082" cy="11847"/>
            </a:xfrm>
            <a:custGeom>
              <a:avLst/>
              <a:pathLst>
                <a:path w="4082" h="11847">
                  <a:moveTo>
                    <a:pt x="0" y="11847"/>
                  </a:moveTo>
                  <a:lnTo>
                    <a:pt x="40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l3030"/>
            <p:cNvSpPr/>
            <p:nvPr/>
          </p:nvSpPr>
          <p:spPr>
            <a:xfrm>
              <a:off x="7938491" y="4084876"/>
              <a:ext cx="2816" cy="7871"/>
            </a:xfrm>
            <a:custGeom>
              <a:avLst/>
              <a:pathLst>
                <a:path w="2816" h="7871">
                  <a:moveTo>
                    <a:pt x="0" y="7871"/>
                  </a:moveTo>
                  <a:lnTo>
                    <a:pt x="28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l3031"/>
            <p:cNvSpPr/>
            <p:nvPr/>
          </p:nvSpPr>
          <p:spPr>
            <a:xfrm>
              <a:off x="7929841" y="4108454"/>
              <a:ext cx="2916" cy="7834"/>
            </a:xfrm>
            <a:custGeom>
              <a:avLst/>
              <a:pathLst>
                <a:path w="2916" h="7834">
                  <a:moveTo>
                    <a:pt x="0" y="7834"/>
                  </a:moveTo>
                  <a:lnTo>
                    <a:pt x="2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l3032"/>
            <p:cNvSpPr/>
            <p:nvPr/>
          </p:nvSpPr>
          <p:spPr>
            <a:xfrm>
              <a:off x="7930056" y="4100150"/>
              <a:ext cx="4334" cy="11757"/>
            </a:xfrm>
            <a:custGeom>
              <a:avLst/>
              <a:pathLst>
                <a:path w="4334" h="11757">
                  <a:moveTo>
                    <a:pt x="0" y="11757"/>
                  </a:moveTo>
                  <a:lnTo>
                    <a:pt x="4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l3033"/>
            <p:cNvSpPr/>
            <p:nvPr/>
          </p:nvSpPr>
          <p:spPr>
            <a:xfrm>
              <a:off x="7929734" y="4087468"/>
              <a:ext cx="6408" cy="17643"/>
            </a:xfrm>
            <a:custGeom>
              <a:avLst/>
              <a:pathLst>
                <a:path w="6408" h="17643">
                  <a:moveTo>
                    <a:pt x="0" y="17643"/>
                  </a:moveTo>
                  <a:lnTo>
                    <a:pt x="6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l3034"/>
            <p:cNvSpPr/>
            <p:nvPr/>
          </p:nvSpPr>
          <p:spPr>
            <a:xfrm>
              <a:off x="7929205" y="4064520"/>
              <a:ext cx="10763" cy="30414"/>
            </a:xfrm>
            <a:custGeom>
              <a:avLst/>
              <a:pathLst>
                <a:path w="10763" h="30414">
                  <a:moveTo>
                    <a:pt x="0" y="30414"/>
                  </a:moveTo>
                  <a:lnTo>
                    <a:pt x="107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l3035"/>
            <p:cNvSpPr/>
            <p:nvPr/>
          </p:nvSpPr>
          <p:spPr>
            <a:xfrm>
              <a:off x="7928374" y="4024467"/>
              <a:ext cx="17922" cy="53060"/>
            </a:xfrm>
            <a:custGeom>
              <a:avLst/>
              <a:pathLst>
                <a:path w="17922" h="53060">
                  <a:moveTo>
                    <a:pt x="0" y="53060"/>
                  </a:moveTo>
                  <a:lnTo>
                    <a:pt x="179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l3036"/>
            <p:cNvSpPr/>
            <p:nvPr/>
          </p:nvSpPr>
          <p:spPr>
            <a:xfrm>
              <a:off x="7932481" y="4020127"/>
              <a:ext cx="9615" cy="29230"/>
            </a:xfrm>
            <a:custGeom>
              <a:avLst/>
              <a:pathLst>
                <a:path w="9615" h="29230">
                  <a:moveTo>
                    <a:pt x="0" y="29230"/>
                  </a:moveTo>
                  <a:lnTo>
                    <a:pt x="96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l3037"/>
            <p:cNvSpPr/>
            <p:nvPr/>
          </p:nvSpPr>
          <p:spPr>
            <a:xfrm>
              <a:off x="7942096" y="3990748"/>
              <a:ext cx="9150" cy="29379"/>
            </a:xfrm>
            <a:custGeom>
              <a:avLst/>
              <a:pathLst>
                <a:path w="9150" h="29379">
                  <a:moveTo>
                    <a:pt x="0" y="29379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l3038"/>
            <p:cNvSpPr/>
            <p:nvPr/>
          </p:nvSpPr>
          <p:spPr>
            <a:xfrm>
              <a:off x="7917839" y="4139716"/>
              <a:ext cx="3050" cy="7783"/>
            </a:xfrm>
            <a:custGeom>
              <a:avLst/>
              <a:pathLst>
                <a:path w="3050" h="7783">
                  <a:moveTo>
                    <a:pt x="0" y="7783"/>
                  </a:moveTo>
                  <a:lnTo>
                    <a:pt x="3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l3039"/>
            <p:cNvSpPr/>
            <p:nvPr/>
          </p:nvSpPr>
          <p:spPr>
            <a:xfrm>
              <a:off x="7908490" y="4163028"/>
              <a:ext cx="3149" cy="7743"/>
            </a:xfrm>
            <a:custGeom>
              <a:avLst/>
              <a:pathLst>
                <a:path w="3149" h="7743">
                  <a:moveTo>
                    <a:pt x="0" y="7743"/>
                  </a:moveTo>
                  <a:lnTo>
                    <a:pt x="3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l3040"/>
            <p:cNvSpPr/>
            <p:nvPr/>
          </p:nvSpPr>
          <p:spPr>
            <a:xfrm>
              <a:off x="7908835" y="4154777"/>
              <a:ext cx="4684" cy="11623"/>
            </a:xfrm>
            <a:custGeom>
              <a:avLst/>
              <a:pathLst>
                <a:path w="4684" h="11623">
                  <a:moveTo>
                    <a:pt x="0" y="11623"/>
                  </a:moveTo>
                  <a:lnTo>
                    <a:pt x="46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l3041"/>
            <p:cNvSpPr/>
            <p:nvPr/>
          </p:nvSpPr>
          <p:spPr>
            <a:xfrm>
              <a:off x="7908717" y="4142152"/>
              <a:ext cx="6932" cy="17444"/>
            </a:xfrm>
            <a:custGeom>
              <a:avLst/>
              <a:pathLst>
                <a:path w="6932" h="17444">
                  <a:moveTo>
                    <a:pt x="0" y="17444"/>
                  </a:moveTo>
                  <a:lnTo>
                    <a:pt x="69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l3042"/>
            <p:cNvSpPr/>
            <p:nvPr/>
          </p:nvSpPr>
          <p:spPr>
            <a:xfrm>
              <a:off x="7902091" y="4178502"/>
              <a:ext cx="3215" cy="7716"/>
            </a:xfrm>
            <a:custGeom>
              <a:avLst/>
              <a:pathLst>
                <a:path w="3215" h="7716">
                  <a:moveTo>
                    <a:pt x="0" y="7716"/>
                  </a:moveTo>
                  <a:lnTo>
                    <a:pt x="3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l3043"/>
            <p:cNvSpPr/>
            <p:nvPr/>
          </p:nvSpPr>
          <p:spPr>
            <a:xfrm>
              <a:off x="7892247" y="4201611"/>
              <a:ext cx="3314" cy="7674"/>
            </a:xfrm>
            <a:custGeom>
              <a:avLst/>
              <a:pathLst>
                <a:path w="3314" h="7674">
                  <a:moveTo>
                    <a:pt x="0" y="7674"/>
                  </a:moveTo>
                  <a:lnTo>
                    <a:pt x="33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l3044"/>
            <p:cNvSpPr/>
            <p:nvPr/>
          </p:nvSpPr>
          <p:spPr>
            <a:xfrm>
              <a:off x="7892686" y="4193402"/>
              <a:ext cx="4931" cy="11520"/>
            </a:xfrm>
            <a:custGeom>
              <a:avLst/>
              <a:pathLst>
                <a:path w="4931" h="11520">
                  <a:moveTo>
                    <a:pt x="0" y="11520"/>
                  </a:moveTo>
                  <a:lnTo>
                    <a:pt x="4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l3045"/>
            <p:cNvSpPr/>
            <p:nvPr/>
          </p:nvSpPr>
          <p:spPr>
            <a:xfrm>
              <a:off x="7892712" y="4180826"/>
              <a:ext cx="7303" cy="17292"/>
            </a:xfrm>
            <a:custGeom>
              <a:avLst/>
              <a:pathLst>
                <a:path w="7303" h="17292">
                  <a:moveTo>
                    <a:pt x="0" y="17292"/>
                  </a:moveTo>
                  <a:lnTo>
                    <a:pt x="7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l3046"/>
            <p:cNvSpPr/>
            <p:nvPr/>
          </p:nvSpPr>
          <p:spPr>
            <a:xfrm>
              <a:off x="7890252" y="4148424"/>
              <a:ext cx="15765" cy="38466"/>
            </a:xfrm>
            <a:custGeom>
              <a:avLst/>
              <a:pathLst>
                <a:path w="15765" h="38466">
                  <a:moveTo>
                    <a:pt x="0" y="38466"/>
                  </a:moveTo>
                  <a:lnTo>
                    <a:pt x="15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l3047"/>
            <p:cNvSpPr/>
            <p:nvPr/>
          </p:nvSpPr>
          <p:spPr>
            <a:xfrm>
              <a:off x="7882108" y="4224593"/>
              <a:ext cx="3412" cy="7631"/>
            </a:xfrm>
            <a:custGeom>
              <a:avLst/>
              <a:pathLst>
                <a:path w="3412" h="7631">
                  <a:moveTo>
                    <a:pt x="0" y="7631"/>
                  </a:moveTo>
                  <a:lnTo>
                    <a:pt x="34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l3048"/>
            <p:cNvSpPr/>
            <p:nvPr/>
          </p:nvSpPr>
          <p:spPr>
            <a:xfrm>
              <a:off x="7875186" y="4239842"/>
              <a:ext cx="3477" cy="7602"/>
            </a:xfrm>
            <a:custGeom>
              <a:avLst/>
              <a:pathLst>
                <a:path w="3477" h="7602">
                  <a:moveTo>
                    <a:pt x="0" y="7602"/>
                  </a:moveTo>
                  <a:lnTo>
                    <a:pt x="3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l3049"/>
            <p:cNvSpPr/>
            <p:nvPr/>
          </p:nvSpPr>
          <p:spPr>
            <a:xfrm>
              <a:off x="7860953" y="4270162"/>
              <a:ext cx="3606" cy="7542"/>
            </a:xfrm>
            <a:custGeom>
              <a:avLst/>
              <a:pathLst>
                <a:path w="3606" h="7542">
                  <a:moveTo>
                    <a:pt x="0" y="7542"/>
                  </a:moveTo>
                  <a:lnTo>
                    <a:pt x="3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l3050"/>
            <p:cNvSpPr/>
            <p:nvPr/>
          </p:nvSpPr>
          <p:spPr>
            <a:xfrm>
              <a:off x="7861559" y="4262038"/>
              <a:ext cx="5369" cy="11322"/>
            </a:xfrm>
            <a:custGeom>
              <a:avLst/>
              <a:pathLst>
                <a:path w="5369" h="11322">
                  <a:moveTo>
                    <a:pt x="0" y="11322"/>
                  </a:moveTo>
                  <a:lnTo>
                    <a:pt x="5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l3051"/>
            <p:cNvSpPr/>
            <p:nvPr/>
          </p:nvSpPr>
          <p:spPr>
            <a:xfrm>
              <a:off x="7863050" y="4253909"/>
              <a:ext cx="6211" cy="13223"/>
            </a:xfrm>
            <a:custGeom>
              <a:avLst/>
              <a:pathLst>
                <a:path w="6211" h="13223">
                  <a:moveTo>
                    <a:pt x="0" y="13223"/>
                  </a:moveTo>
                  <a:lnTo>
                    <a:pt x="6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l3052"/>
            <p:cNvSpPr/>
            <p:nvPr/>
          </p:nvSpPr>
          <p:spPr>
            <a:xfrm>
              <a:off x="7863758" y="4241430"/>
              <a:ext cx="8327" cy="17964"/>
            </a:xfrm>
            <a:custGeom>
              <a:avLst/>
              <a:pathLst>
                <a:path w="8327" h="17964">
                  <a:moveTo>
                    <a:pt x="0" y="17964"/>
                  </a:moveTo>
                  <a:lnTo>
                    <a:pt x="83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l3053"/>
            <p:cNvSpPr/>
            <p:nvPr/>
          </p:nvSpPr>
          <p:spPr>
            <a:xfrm>
              <a:off x="7865529" y="4225150"/>
              <a:ext cx="10996" cy="24153"/>
            </a:xfrm>
            <a:custGeom>
              <a:avLst/>
              <a:pathLst>
                <a:path w="10996" h="24153">
                  <a:moveTo>
                    <a:pt x="0" y="24153"/>
                  </a:moveTo>
                  <a:lnTo>
                    <a:pt x="10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l3054"/>
            <p:cNvSpPr/>
            <p:nvPr/>
          </p:nvSpPr>
          <p:spPr>
            <a:xfrm>
              <a:off x="7869856" y="4213197"/>
              <a:ext cx="10511" cy="23496"/>
            </a:xfrm>
            <a:custGeom>
              <a:avLst/>
              <a:pathLst>
                <a:path w="10511" h="23496">
                  <a:moveTo>
                    <a:pt x="0" y="23496"/>
                  </a:moveTo>
                  <a:lnTo>
                    <a:pt x="10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l3055"/>
            <p:cNvSpPr/>
            <p:nvPr/>
          </p:nvSpPr>
          <p:spPr>
            <a:xfrm>
              <a:off x="7849941" y="4292742"/>
              <a:ext cx="3702" cy="7495"/>
            </a:xfrm>
            <a:custGeom>
              <a:avLst/>
              <a:pathLst>
                <a:path w="3702" h="7495">
                  <a:moveTo>
                    <a:pt x="0" y="7495"/>
                  </a:moveTo>
                  <a:lnTo>
                    <a:pt x="37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l3056"/>
            <p:cNvSpPr/>
            <p:nvPr/>
          </p:nvSpPr>
          <p:spPr>
            <a:xfrm>
              <a:off x="7850602" y="4284649"/>
              <a:ext cx="5514" cy="11252"/>
            </a:xfrm>
            <a:custGeom>
              <a:avLst/>
              <a:pathLst>
                <a:path w="5514" h="11252">
                  <a:moveTo>
                    <a:pt x="0" y="11252"/>
                  </a:moveTo>
                  <a:lnTo>
                    <a:pt x="55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l3057"/>
            <p:cNvSpPr/>
            <p:nvPr/>
          </p:nvSpPr>
          <p:spPr>
            <a:xfrm>
              <a:off x="7834810" y="4322627"/>
              <a:ext cx="3830" cy="7430"/>
            </a:xfrm>
            <a:custGeom>
              <a:avLst/>
              <a:pathLst>
                <a:path w="3830" h="7430">
                  <a:moveTo>
                    <a:pt x="0" y="7430"/>
                  </a:moveTo>
                  <a:lnTo>
                    <a:pt x="38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l3058"/>
            <p:cNvSpPr/>
            <p:nvPr/>
          </p:nvSpPr>
          <p:spPr>
            <a:xfrm>
              <a:off x="7835546" y="4314577"/>
              <a:ext cx="5705" cy="11157"/>
            </a:xfrm>
            <a:custGeom>
              <a:avLst/>
              <a:pathLst>
                <a:path w="5705" h="11157">
                  <a:moveTo>
                    <a:pt x="0" y="11157"/>
                  </a:moveTo>
                  <a:lnTo>
                    <a:pt x="57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l3059"/>
            <p:cNvSpPr/>
            <p:nvPr/>
          </p:nvSpPr>
          <p:spPr>
            <a:xfrm>
              <a:off x="7837222" y="4306522"/>
              <a:ext cx="6603" cy="13032"/>
            </a:xfrm>
            <a:custGeom>
              <a:avLst/>
              <a:pathLst>
                <a:path w="6603" h="13032">
                  <a:moveTo>
                    <a:pt x="0" y="13032"/>
                  </a:moveTo>
                  <a:lnTo>
                    <a:pt x="66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l3060"/>
            <p:cNvSpPr/>
            <p:nvPr/>
          </p:nvSpPr>
          <p:spPr>
            <a:xfrm>
              <a:off x="7827055" y="4337472"/>
              <a:ext cx="3893" cy="7397"/>
            </a:xfrm>
            <a:custGeom>
              <a:avLst/>
              <a:pathLst>
                <a:path w="3893" h="7397">
                  <a:moveTo>
                    <a:pt x="0" y="7397"/>
                  </a:moveTo>
                  <a:lnTo>
                    <a:pt x="38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l3061"/>
            <p:cNvSpPr/>
            <p:nvPr/>
          </p:nvSpPr>
          <p:spPr>
            <a:xfrm>
              <a:off x="7811166" y="4366963"/>
              <a:ext cx="4019" cy="7330"/>
            </a:xfrm>
            <a:custGeom>
              <a:avLst/>
              <a:pathLst>
                <a:path w="4019" h="7330">
                  <a:moveTo>
                    <a:pt x="0" y="7330"/>
                  </a:moveTo>
                  <a:lnTo>
                    <a:pt x="40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l3062"/>
            <p:cNvSpPr/>
            <p:nvPr/>
          </p:nvSpPr>
          <p:spPr>
            <a:xfrm>
              <a:off x="7812012" y="4358983"/>
              <a:ext cx="5989" cy="11007"/>
            </a:xfrm>
            <a:custGeom>
              <a:avLst/>
              <a:pathLst>
                <a:path w="5989" h="11007">
                  <a:moveTo>
                    <a:pt x="0" y="11007"/>
                  </a:moveTo>
                  <a:lnTo>
                    <a:pt x="59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l3063"/>
            <p:cNvSpPr/>
            <p:nvPr/>
          </p:nvSpPr>
          <p:spPr>
            <a:xfrm>
              <a:off x="7803033" y="4381607"/>
              <a:ext cx="4081" cy="7295"/>
            </a:xfrm>
            <a:custGeom>
              <a:avLst/>
              <a:pathLst>
                <a:path w="4081" h="7295">
                  <a:moveTo>
                    <a:pt x="0" y="7295"/>
                  </a:moveTo>
                  <a:lnTo>
                    <a:pt x="40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l3064"/>
            <p:cNvSpPr/>
            <p:nvPr/>
          </p:nvSpPr>
          <p:spPr>
            <a:xfrm>
              <a:off x="7794777" y="4396181"/>
              <a:ext cx="4143" cy="7260"/>
            </a:xfrm>
            <a:custGeom>
              <a:avLst/>
              <a:pathLst>
                <a:path w="4143" h="7260">
                  <a:moveTo>
                    <a:pt x="0" y="7260"/>
                  </a:moveTo>
                  <a:lnTo>
                    <a:pt x="41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l3065"/>
            <p:cNvSpPr/>
            <p:nvPr/>
          </p:nvSpPr>
          <p:spPr>
            <a:xfrm>
              <a:off x="7794540" y="4383957"/>
              <a:ext cx="8214" cy="14536"/>
            </a:xfrm>
            <a:custGeom>
              <a:avLst/>
              <a:pathLst>
                <a:path w="8214" h="14536">
                  <a:moveTo>
                    <a:pt x="0" y="14536"/>
                  </a:moveTo>
                  <a:lnTo>
                    <a:pt x="8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l3066"/>
            <p:cNvSpPr/>
            <p:nvPr/>
          </p:nvSpPr>
          <p:spPr>
            <a:xfrm>
              <a:off x="7795185" y="4361946"/>
              <a:ext cx="15152" cy="27322"/>
            </a:xfrm>
            <a:custGeom>
              <a:avLst/>
              <a:pathLst>
                <a:path w="15152" h="27322">
                  <a:moveTo>
                    <a:pt x="0" y="27322"/>
                  </a:moveTo>
                  <a:lnTo>
                    <a:pt x="151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l3067"/>
            <p:cNvSpPr/>
            <p:nvPr/>
          </p:nvSpPr>
          <p:spPr>
            <a:xfrm>
              <a:off x="7801652" y="4348485"/>
              <a:ext cx="14432" cy="26506"/>
            </a:xfrm>
            <a:custGeom>
              <a:avLst/>
              <a:pathLst>
                <a:path w="14432" h="26506">
                  <a:moveTo>
                    <a:pt x="0" y="26506"/>
                  </a:moveTo>
                  <a:lnTo>
                    <a:pt x="144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l3068"/>
            <p:cNvSpPr/>
            <p:nvPr/>
          </p:nvSpPr>
          <p:spPr>
            <a:xfrm>
              <a:off x="7806581" y="4336212"/>
              <a:ext cx="12999" cy="24280"/>
            </a:xfrm>
            <a:custGeom>
              <a:avLst/>
              <a:pathLst>
                <a:path w="12999" h="24280">
                  <a:moveTo>
                    <a:pt x="0" y="24280"/>
                  </a:moveTo>
                  <a:lnTo>
                    <a:pt x="12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l3069"/>
            <p:cNvSpPr/>
            <p:nvPr/>
          </p:nvSpPr>
          <p:spPr>
            <a:xfrm>
              <a:off x="7808428" y="4307026"/>
              <a:ext cx="20231" cy="38836"/>
            </a:xfrm>
            <a:custGeom>
              <a:avLst/>
              <a:pathLst>
                <a:path w="20231" h="38836">
                  <a:moveTo>
                    <a:pt x="0" y="38836"/>
                  </a:moveTo>
                  <a:lnTo>
                    <a:pt x="202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l3070"/>
            <p:cNvSpPr/>
            <p:nvPr/>
          </p:nvSpPr>
          <p:spPr>
            <a:xfrm>
              <a:off x="7815111" y="4282077"/>
              <a:ext cx="21519" cy="42578"/>
            </a:xfrm>
            <a:custGeom>
              <a:avLst/>
              <a:pathLst>
                <a:path w="21519" h="42578">
                  <a:moveTo>
                    <a:pt x="0" y="42578"/>
                  </a:moveTo>
                  <a:lnTo>
                    <a:pt x="21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l3071"/>
            <p:cNvSpPr/>
            <p:nvPr/>
          </p:nvSpPr>
          <p:spPr>
            <a:xfrm>
              <a:off x="7815307" y="4257105"/>
              <a:ext cx="20078" cy="40921"/>
            </a:xfrm>
            <a:custGeom>
              <a:avLst/>
              <a:pathLst>
                <a:path w="20078" h="40921">
                  <a:moveTo>
                    <a:pt x="0" y="40921"/>
                  </a:moveTo>
                  <a:lnTo>
                    <a:pt x="200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l3072"/>
            <p:cNvSpPr/>
            <p:nvPr/>
          </p:nvSpPr>
          <p:spPr>
            <a:xfrm>
              <a:off x="7835385" y="4215720"/>
              <a:ext cx="19104" cy="41385"/>
            </a:xfrm>
            <a:custGeom>
              <a:avLst/>
              <a:pathLst>
                <a:path w="19104" h="41385">
                  <a:moveTo>
                    <a:pt x="0" y="41385"/>
                  </a:moveTo>
                  <a:lnTo>
                    <a:pt x="191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l3073"/>
            <p:cNvSpPr/>
            <p:nvPr/>
          </p:nvSpPr>
          <p:spPr>
            <a:xfrm>
              <a:off x="7823363" y="4203273"/>
              <a:ext cx="22091" cy="48109"/>
            </a:xfrm>
            <a:custGeom>
              <a:avLst/>
              <a:pathLst>
                <a:path w="22091" h="48109">
                  <a:moveTo>
                    <a:pt x="0" y="48109"/>
                  </a:moveTo>
                  <a:lnTo>
                    <a:pt x="22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l3074"/>
            <p:cNvSpPr/>
            <p:nvPr/>
          </p:nvSpPr>
          <p:spPr>
            <a:xfrm>
              <a:off x="7845454" y="4154572"/>
              <a:ext cx="20751" cy="48701"/>
            </a:xfrm>
            <a:custGeom>
              <a:avLst/>
              <a:pathLst>
                <a:path w="20751" h="48701">
                  <a:moveTo>
                    <a:pt x="0" y="48701"/>
                  </a:moveTo>
                  <a:lnTo>
                    <a:pt x="20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l3075"/>
            <p:cNvSpPr/>
            <p:nvPr/>
          </p:nvSpPr>
          <p:spPr>
            <a:xfrm>
              <a:off x="7844237" y="4159189"/>
              <a:ext cx="18629" cy="43545"/>
            </a:xfrm>
            <a:custGeom>
              <a:avLst/>
              <a:pathLst>
                <a:path w="18629" h="43545">
                  <a:moveTo>
                    <a:pt x="0" y="43545"/>
                  </a:moveTo>
                  <a:lnTo>
                    <a:pt x="186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l3076"/>
            <p:cNvSpPr/>
            <p:nvPr/>
          </p:nvSpPr>
          <p:spPr>
            <a:xfrm>
              <a:off x="7862866" y="4115195"/>
              <a:ext cx="17544" cy="43993"/>
            </a:xfrm>
            <a:custGeom>
              <a:avLst/>
              <a:pathLst>
                <a:path w="17544" h="43993">
                  <a:moveTo>
                    <a:pt x="0" y="43993"/>
                  </a:moveTo>
                  <a:lnTo>
                    <a:pt x="175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l3077"/>
            <p:cNvSpPr/>
            <p:nvPr/>
          </p:nvSpPr>
          <p:spPr>
            <a:xfrm>
              <a:off x="7861636" y="4107099"/>
              <a:ext cx="20443" cy="51581"/>
            </a:xfrm>
            <a:custGeom>
              <a:avLst/>
              <a:pathLst>
                <a:path w="20443" h="51581">
                  <a:moveTo>
                    <a:pt x="0" y="51581"/>
                  </a:moveTo>
                  <a:lnTo>
                    <a:pt x="20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l3078"/>
            <p:cNvSpPr/>
            <p:nvPr/>
          </p:nvSpPr>
          <p:spPr>
            <a:xfrm>
              <a:off x="7851003" y="4084974"/>
              <a:ext cx="15200" cy="39649"/>
            </a:xfrm>
            <a:custGeom>
              <a:avLst/>
              <a:pathLst>
                <a:path w="15200" h="39649">
                  <a:moveTo>
                    <a:pt x="0" y="39649"/>
                  </a:moveTo>
                  <a:lnTo>
                    <a:pt x="152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l3079"/>
            <p:cNvSpPr/>
            <p:nvPr/>
          </p:nvSpPr>
          <p:spPr>
            <a:xfrm>
              <a:off x="7866203" y="4044993"/>
              <a:ext cx="14305" cy="39981"/>
            </a:xfrm>
            <a:custGeom>
              <a:avLst/>
              <a:pathLst>
                <a:path w="14305" h="39981">
                  <a:moveTo>
                    <a:pt x="0" y="39981"/>
                  </a:moveTo>
                  <a:lnTo>
                    <a:pt x="14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l3080"/>
            <p:cNvSpPr/>
            <p:nvPr/>
          </p:nvSpPr>
          <p:spPr>
            <a:xfrm>
              <a:off x="7880509" y="4004699"/>
              <a:ext cx="13402" cy="40293"/>
            </a:xfrm>
            <a:custGeom>
              <a:avLst/>
              <a:pathLst>
                <a:path w="13402" h="40293">
                  <a:moveTo>
                    <a:pt x="0" y="40293"/>
                  </a:moveTo>
                  <a:lnTo>
                    <a:pt x="134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l3081"/>
            <p:cNvSpPr/>
            <p:nvPr/>
          </p:nvSpPr>
          <p:spPr>
            <a:xfrm>
              <a:off x="7862186" y="4014840"/>
              <a:ext cx="15837" cy="46147"/>
            </a:xfrm>
            <a:custGeom>
              <a:avLst/>
              <a:pathLst>
                <a:path w="15837" h="46147">
                  <a:moveTo>
                    <a:pt x="0" y="46147"/>
                  </a:moveTo>
                  <a:lnTo>
                    <a:pt x="15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l3082"/>
            <p:cNvSpPr/>
            <p:nvPr/>
          </p:nvSpPr>
          <p:spPr>
            <a:xfrm>
              <a:off x="7878023" y="3968296"/>
              <a:ext cx="14632" cy="46543"/>
            </a:xfrm>
            <a:custGeom>
              <a:avLst/>
              <a:pathLst>
                <a:path w="14632" h="46543">
                  <a:moveTo>
                    <a:pt x="0" y="46543"/>
                  </a:moveTo>
                  <a:lnTo>
                    <a:pt x="14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l3083"/>
            <p:cNvSpPr/>
            <p:nvPr/>
          </p:nvSpPr>
          <p:spPr>
            <a:xfrm>
              <a:off x="7892655" y="3921388"/>
              <a:ext cx="13416" cy="46908"/>
            </a:xfrm>
            <a:custGeom>
              <a:avLst/>
              <a:pathLst>
                <a:path w="13416" h="46908">
                  <a:moveTo>
                    <a:pt x="0" y="46908"/>
                  </a:moveTo>
                  <a:lnTo>
                    <a:pt x="134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l3084"/>
            <p:cNvSpPr/>
            <p:nvPr/>
          </p:nvSpPr>
          <p:spPr>
            <a:xfrm>
              <a:off x="7811822" y="3919959"/>
              <a:ext cx="14499" cy="48496"/>
            </a:xfrm>
            <a:custGeom>
              <a:avLst/>
              <a:pathLst>
                <a:path w="14499" h="48496">
                  <a:moveTo>
                    <a:pt x="0" y="48496"/>
                  </a:moveTo>
                  <a:lnTo>
                    <a:pt x="144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l3085"/>
            <p:cNvSpPr/>
            <p:nvPr/>
          </p:nvSpPr>
          <p:spPr>
            <a:xfrm>
              <a:off x="7826321" y="3871073"/>
              <a:ext cx="13129" cy="48885"/>
            </a:xfrm>
            <a:custGeom>
              <a:avLst/>
              <a:pathLst>
                <a:path w="13129" h="48885">
                  <a:moveTo>
                    <a:pt x="0" y="48885"/>
                  </a:moveTo>
                  <a:lnTo>
                    <a:pt x="131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l3086"/>
            <p:cNvSpPr/>
            <p:nvPr/>
          </p:nvSpPr>
          <p:spPr>
            <a:xfrm>
              <a:off x="7839451" y="3821838"/>
              <a:ext cx="11748" cy="49235"/>
            </a:xfrm>
            <a:custGeom>
              <a:avLst/>
              <a:pathLst>
                <a:path w="11748" h="49235">
                  <a:moveTo>
                    <a:pt x="0" y="49235"/>
                  </a:moveTo>
                  <a:lnTo>
                    <a:pt x="117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l3087"/>
            <p:cNvSpPr/>
            <p:nvPr/>
          </p:nvSpPr>
          <p:spPr>
            <a:xfrm>
              <a:off x="7851199" y="3772291"/>
              <a:ext cx="10358" cy="49546"/>
            </a:xfrm>
            <a:custGeom>
              <a:avLst/>
              <a:pathLst>
                <a:path w="10358" h="49546">
                  <a:moveTo>
                    <a:pt x="0" y="49546"/>
                  </a:moveTo>
                  <a:lnTo>
                    <a:pt x="10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l3088"/>
            <p:cNvSpPr/>
            <p:nvPr/>
          </p:nvSpPr>
          <p:spPr>
            <a:xfrm>
              <a:off x="7861558" y="3722472"/>
              <a:ext cx="8960" cy="49818"/>
            </a:xfrm>
            <a:custGeom>
              <a:avLst/>
              <a:pathLst>
                <a:path w="8960" h="49818">
                  <a:moveTo>
                    <a:pt x="0" y="49818"/>
                  </a:moveTo>
                  <a:lnTo>
                    <a:pt x="89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l3089"/>
            <p:cNvSpPr/>
            <p:nvPr/>
          </p:nvSpPr>
          <p:spPr>
            <a:xfrm>
              <a:off x="7870518" y="3672421"/>
              <a:ext cx="7554" cy="50051"/>
            </a:xfrm>
            <a:custGeom>
              <a:avLst/>
              <a:pathLst>
                <a:path w="7554" h="50051">
                  <a:moveTo>
                    <a:pt x="0" y="50051"/>
                  </a:moveTo>
                  <a:lnTo>
                    <a:pt x="75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l3090"/>
            <p:cNvSpPr/>
            <p:nvPr/>
          </p:nvSpPr>
          <p:spPr>
            <a:xfrm>
              <a:off x="7878073" y="3622177"/>
              <a:ext cx="6143" cy="50243"/>
            </a:xfrm>
            <a:custGeom>
              <a:avLst/>
              <a:pathLst>
                <a:path w="6143" h="50243">
                  <a:moveTo>
                    <a:pt x="0" y="50243"/>
                  </a:moveTo>
                  <a:lnTo>
                    <a:pt x="61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l3091"/>
            <p:cNvSpPr/>
            <p:nvPr/>
          </p:nvSpPr>
          <p:spPr>
            <a:xfrm>
              <a:off x="7884217" y="3571780"/>
              <a:ext cx="4727" cy="50396"/>
            </a:xfrm>
            <a:custGeom>
              <a:avLst/>
              <a:pathLst>
                <a:path w="4727" h="50396">
                  <a:moveTo>
                    <a:pt x="0" y="50396"/>
                  </a:moveTo>
                  <a:lnTo>
                    <a:pt x="4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l3092"/>
            <p:cNvSpPr/>
            <p:nvPr/>
          </p:nvSpPr>
          <p:spPr>
            <a:xfrm>
              <a:off x="7888944" y="3521270"/>
              <a:ext cx="3307" cy="50509"/>
            </a:xfrm>
            <a:custGeom>
              <a:avLst/>
              <a:pathLst>
                <a:path w="3307" h="50509">
                  <a:moveTo>
                    <a:pt x="0" y="50509"/>
                  </a:moveTo>
                  <a:lnTo>
                    <a:pt x="33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l3093"/>
            <p:cNvSpPr/>
            <p:nvPr/>
          </p:nvSpPr>
          <p:spPr>
            <a:xfrm>
              <a:off x="7892252" y="3470688"/>
              <a:ext cx="1885" cy="50582"/>
            </a:xfrm>
            <a:custGeom>
              <a:avLst/>
              <a:pathLst>
                <a:path w="1885" h="50582">
                  <a:moveTo>
                    <a:pt x="0" y="50582"/>
                  </a:moveTo>
                  <a:lnTo>
                    <a:pt x="1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l3094"/>
            <p:cNvSpPr/>
            <p:nvPr/>
          </p:nvSpPr>
          <p:spPr>
            <a:xfrm>
              <a:off x="7769266" y="4439476"/>
              <a:ext cx="4328" cy="7152"/>
            </a:xfrm>
            <a:custGeom>
              <a:avLst/>
              <a:pathLst>
                <a:path w="4328" h="7152">
                  <a:moveTo>
                    <a:pt x="0" y="7152"/>
                  </a:moveTo>
                  <a:lnTo>
                    <a:pt x="4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l3095"/>
            <p:cNvSpPr/>
            <p:nvPr/>
          </p:nvSpPr>
          <p:spPr>
            <a:xfrm>
              <a:off x="7770295" y="4431623"/>
              <a:ext cx="6453" cy="10741"/>
            </a:xfrm>
            <a:custGeom>
              <a:avLst/>
              <a:pathLst>
                <a:path w="6453" h="10741">
                  <a:moveTo>
                    <a:pt x="0" y="10741"/>
                  </a:moveTo>
                  <a:lnTo>
                    <a:pt x="6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l3096"/>
            <p:cNvSpPr/>
            <p:nvPr/>
          </p:nvSpPr>
          <p:spPr>
            <a:xfrm>
              <a:off x="7772389" y="4423762"/>
              <a:ext cx="7477" cy="12551"/>
            </a:xfrm>
            <a:custGeom>
              <a:avLst/>
              <a:pathLst>
                <a:path w="7477" h="12551">
                  <a:moveTo>
                    <a:pt x="0" y="12551"/>
                  </a:moveTo>
                  <a:lnTo>
                    <a:pt x="7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l3097"/>
            <p:cNvSpPr/>
            <p:nvPr/>
          </p:nvSpPr>
          <p:spPr>
            <a:xfrm>
              <a:off x="7774996" y="4415893"/>
              <a:ext cx="7952" cy="13470"/>
            </a:xfrm>
            <a:custGeom>
              <a:avLst/>
              <a:pathLst>
                <a:path w="7952" h="13470">
                  <a:moveTo>
                    <a:pt x="0" y="13470"/>
                  </a:moveTo>
                  <a:lnTo>
                    <a:pt x="7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l3098"/>
            <p:cNvSpPr/>
            <p:nvPr/>
          </p:nvSpPr>
          <p:spPr>
            <a:xfrm>
              <a:off x="7777839" y="4408015"/>
              <a:ext cx="8154" cy="13944"/>
            </a:xfrm>
            <a:custGeom>
              <a:avLst/>
              <a:pathLst>
                <a:path w="8154" h="13944">
                  <a:moveTo>
                    <a:pt x="0" y="13944"/>
                  </a:moveTo>
                  <a:lnTo>
                    <a:pt x="81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l3099"/>
            <p:cNvSpPr/>
            <p:nvPr/>
          </p:nvSpPr>
          <p:spPr>
            <a:xfrm>
              <a:off x="7756098" y="4460877"/>
              <a:ext cx="4419" cy="7096"/>
            </a:xfrm>
            <a:custGeom>
              <a:avLst/>
              <a:pathLst>
                <a:path w="4419" h="7096">
                  <a:moveTo>
                    <a:pt x="0" y="7096"/>
                  </a:moveTo>
                  <a:lnTo>
                    <a:pt x="44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l3100"/>
            <p:cNvSpPr/>
            <p:nvPr/>
          </p:nvSpPr>
          <p:spPr>
            <a:xfrm>
              <a:off x="7757182" y="4453065"/>
              <a:ext cx="6590" cy="10658"/>
            </a:xfrm>
            <a:custGeom>
              <a:avLst/>
              <a:pathLst>
                <a:path w="6590" h="10658">
                  <a:moveTo>
                    <a:pt x="0" y="10658"/>
                  </a:moveTo>
                  <a:lnTo>
                    <a:pt x="65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l3101"/>
            <p:cNvSpPr/>
            <p:nvPr/>
          </p:nvSpPr>
          <p:spPr>
            <a:xfrm>
              <a:off x="7747168" y="4475050"/>
              <a:ext cx="4480" cy="7058"/>
            </a:xfrm>
            <a:custGeom>
              <a:avLst/>
              <a:pathLst>
                <a:path w="4480" h="7058">
                  <a:moveTo>
                    <a:pt x="0" y="7058"/>
                  </a:moveTo>
                  <a:lnTo>
                    <a:pt x="44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l3102"/>
            <p:cNvSpPr/>
            <p:nvPr/>
          </p:nvSpPr>
          <p:spPr>
            <a:xfrm>
              <a:off x="7733548" y="4496167"/>
              <a:ext cx="4570" cy="7000"/>
            </a:xfrm>
            <a:custGeom>
              <a:avLst/>
              <a:pathLst>
                <a:path w="4570" h="7000">
                  <a:moveTo>
                    <a:pt x="0" y="7000"/>
                  </a:moveTo>
                  <a:lnTo>
                    <a:pt x="45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l3103"/>
            <p:cNvSpPr/>
            <p:nvPr/>
          </p:nvSpPr>
          <p:spPr>
            <a:xfrm>
              <a:off x="7734721" y="4488427"/>
              <a:ext cx="6816" cy="10515"/>
            </a:xfrm>
            <a:custGeom>
              <a:avLst/>
              <a:pathLst>
                <a:path w="6816" h="10515">
                  <a:moveTo>
                    <a:pt x="0" y="10515"/>
                  </a:moveTo>
                  <a:lnTo>
                    <a:pt x="68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l3104"/>
            <p:cNvSpPr/>
            <p:nvPr/>
          </p:nvSpPr>
          <p:spPr>
            <a:xfrm>
              <a:off x="7719658" y="4517109"/>
              <a:ext cx="4659" cy="6941"/>
            </a:xfrm>
            <a:custGeom>
              <a:avLst/>
              <a:pathLst>
                <a:path w="4659" h="6941">
                  <a:moveTo>
                    <a:pt x="0" y="6941"/>
                  </a:moveTo>
                  <a:lnTo>
                    <a:pt x="46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l3105"/>
            <p:cNvSpPr/>
            <p:nvPr/>
          </p:nvSpPr>
          <p:spPr>
            <a:xfrm>
              <a:off x="7710251" y="4530971"/>
              <a:ext cx="4718" cy="6901"/>
            </a:xfrm>
            <a:custGeom>
              <a:avLst/>
              <a:pathLst>
                <a:path w="4718" h="6901">
                  <a:moveTo>
                    <a:pt x="0" y="6901"/>
                  </a:moveTo>
                  <a:lnTo>
                    <a:pt x="47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l3106"/>
            <p:cNvSpPr/>
            <p:nvPr/>
          </p:nvSpPr>
          <p:spPr>
            <a:xfrm>
              <a:off x="7695919" y="4551614"/>
              <a:ext cx="4806" cy="6840"/>
            </a:xfrm>
            <a:custGeom>
              <a:avLst/>
              <a:pathLst>
                <a:path w="4806" h="6840">
                  <a:moveTo>
                    <a:pt x="0" y="6840"/>
                  </a:moveTo>
                  <a:lnTo>
                    <a:pt x="48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l3107"/>
            <p:cNvSpPr/>
            <p:nvPr/>
          </p:nvSpPr>
          <p:spPr>
            <a:xfrm>
              <a:off x="7686219" y="4565273"/>
              <a:ext cx="4864" cy="6798"/>
            </a:xfrm>
            <a:custGeom>
              <a:avLst/>
              <a:pathLst>
                <a:path w="4864" h="6798">
                  <a:moveTo>
                    <a:pt x="0" y="6798"/>
                  </a:moveTo>
                  <a:lnTo>
                    <a:pt x="48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l3108"/>
            <p:cNvSpPr/>
            <p:nvPr/>
          </p:nvSpPr>
          <p:spPr>
            <a:xfrm>
              <a:off x="7686490" y="4553505"/>
              <a:ext cx="9658" cy="13620"/>
            </a:xfrm>
            <a:custGeom>
              <a:avLst/>
              <a:pathLst>
                <a:path w="9658" h="13620">
                  <a:moveTo>
                    <a:pt x="0" y="13620"/>
                  </a:moveTo>
                  <a:lnTo>
                    <a:pt x="9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l3109"/>
            <p:cNvSpPr/>
            <p:nvPr/>
          </p:nvSpPr>
          <p:spPr>
            <a:xfrm>
              <a:off x="7661463" y="4599058"/>
              <a:ext cx="5008" cy="6693"/>
            </a:xfrm>
            <a:custGeom>
              <a:avLst/>
              <a:pathLst>
                <a:path w="5008" h="6693">
                  <a:moveTo>
                    <a:pt x="0" y="6693"/>
                  </a:moveTo>
                  <a:lnTo>
                    <a:pt x="50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l3110"/>
            <p:cNvSpPr/>
            <p:nvPr/>
          </p:nvSpPr>
          <p:spPr>
            <a:xfrm>
              <a:off x="7662905" y="4591553"/>
              <a:ext cx="7475" cy="10057"/>
            </a:xfrm>
            <a:custGeom>
              <a:avLst/>
              <a:pathLst>
                <a:path w="7475" h="10057">
                  <a:moveTo>
                    <a:pt x="0" y="10057"/>
                  </a:moveTo>
                  <a:lnTo>
                    <a:pt x="74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l3111"/>
            <p:cNvSpPr/>
            <p:nvPr/>
          </p:nvSpPr>
          <p:spPr>
            <a:xfrm>
              <a:off x="7665582" y="4584035"/>
              <a:ext cx="8671" cy="11758"/>
            </a:xfrm>
            <a:custGeom>
              <a:avLst/>
              <a:pathLst>
                <a:path w="8671" h="11758">
                  <a:moveTo>
                    <a:pt x="0" y="11758"/>
                  </a:moveTo>
                  <a:lnTo>
                    <a:pt x="86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l3112"/>
            <p:cNvSpPr/>
            <p:nvPr/>
          </p:nvSpPr>
          <p:spPr>
            <a:xfrm>
              <a:off x="7668858" y="4576505"/>
              <a:ext cx="9234" cy="12626"/>
            </a:xfrm>
            <a:custGeom>
              <a:avLst/>
              <a:pathLst>
                <a:path w="9234" h="12626">
                  <a:moveTo>
                    <a:pt x="0" y="12626"/>
                  </a:moveTo>
                  <a:lnTo>
                    <a:pt x="92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l3113"/>
            <p:cNvSpPr/>
            <p:nvPr/>
          </p:nvSpPr>
          <p:spPr>
            <a:xfrm>
              <a:off x="7669189" y="4556475"/>
              <a:ext cx="16713" cy="23208"/>
            </a:xfrm>
            <a:custGeom>
              <a:avLst/>
              <a:pathLst>
                <a:path w="16713" h="23208">
                  <a:moveTo>
                    <a:pt x="0" y="23208"/>
                  </a:moveTo>
                  <a:lnTo>
                    <a:pt x="167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l3114"/>
            <p:cNvSpPr/>
            <p:nvPr/>
          </p:nvSpPr>
          <p:spPr>
            <a:xfrm>
              <a:off x="7676508" y="4538685"/>
              <a:ext cx="20241" cy="28646"/>
            </a:xfrm>
            <a:custGeom>
              <a:avLst/>
              <a:pathLst>
                <a:path w="20241" h="28646">
                  <a:moveTo>
                    <a:pt x="0" y="28646"/>
                  </a:moveTo>
                  <a:lnTo>
                    <a:pt x="20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l3115"/>
            <p:cNvSpPr/>
            <p:nvPr/>
          </p:nvSpPr>
          <p:spPr>
            <a:xfrm>
              <a:off x="7684518" y="4526909"/>
              <a:ext cx="17104" cy="24608"/>
            </a:xfrm>
            <a:custGeom>
              <a:avLst/>
              <a:pathLst>
                <a:path w="17104" h="24608">
                  <a:moveTo>
                    <a:pt x="0" y="24608"/>
                  </a:moveTo>
                  <a:lnTo>
                    <a:pt x="171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l3116"/>
            <p:cNvSpPr/>
            <p:nvPr/>
          </p:nvSpPr>
          <p:spPr>
            <a:xfrm>
              <a:off x="7690931" y="4511677"/>
              <a:ext cx="17794" cy="26049"/>
            </a:xfrm>
            <a:custGeom>
              <a:avLst/>
              <a:pathLst>
                <a:path w="17794" h="26049">
                  <a:moveTo>
                    <a:pt x="0" y="26049"/>
                  </a:moveTo>
                  <a:lnTo>
                    <a:pt x="17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l3117"/>
            <p:cNvSpPr/>
            <p:nvPr/>
          </p:nvSpPr>
          <p:spPr>
            <a:xfrm>
              <a:off x="7698782" y="4500593"/>
              <a:ext cx="15732" cy="23393"/>
            </a:xfrm>
            <a:custGeom>
              <a:avLst/>
              <a:pathLst>
                <a:path w="15732" h="23393">
                  <a:moveTo>
                    <a:pt x="0" y="23393"/>
                  </a:moveTo>
                  <a:lnTo>
                    <a:pt x="157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l3118"/>
            <p:cNvSpPr/>
            <p:nvPr/>
          </p:nvSpPr>
          <p:spPr>
            <a:xfrm>
              <a:off x="7703377" y="4482825"/>
              <a:ext cx="18003" cy="27264"/>
            </a:xfrm>
            <a:custGeom>
              <a:avLst/>
              <a:pathLst>
                <a:path w="18003" h="27264">
                  <a:moveTo>
                    <a:pt x="0" y="27264"/>
                  </a:moveTo>
                  <a:lnTo>
                    <a:pt x="18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l3119"/>
            <p:cNvSpPr/>
            <p:nvPr/>
          </p:nvSpPr>
          <p:spPr>
            <a:xfrm>
              <a:off x="7710214" y="4465738"/>
              <a:ext cx="18964" cy="29289"/>
            </a:xfrm>
            <a:custGeom>
              <a:avLst/>
              <a:pathLst>
                <a:path w="18964" h="29289">
                  <a:moveTo>
                    <a:pt x="0" y="29289"/>
                  </a:moveTo>
                  <a:lnTo>
                    <a:pt x="189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l3120"/>
            <p:cNvSpPr/>
            <p:nvPr/>
          </p:nvSpPr>
          <p:spPr>
            <a:xfrm>
              <a:off x="7716409" y="4444394"/>
              <a:ext cx="21428" cy="33861"/>
            </a:xfrm>
            <a:custGeom>
              <a:avLst/>
              <a:pathLst>
                <a:path w="21428" h="33861">
                  <a:moveTo>
                    <a:pt x="0" y="33861"/>
                  </a:moveTo>
                  <a:lnTo>
                    <a:pt x="2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l3121"/>
            <p:cNvSpPr/>
            <p:nvPr/>
          </p:nvSpPr>
          <p:spPr>
            <a:xfrm>
              <a:off x="7646266" y="4619074"/>
              <a:ext cx="5093" cy="6628"/>
            </a:xfrm>
            <a:custGeom>
              <a:avLst/>
              <a:pathLst>
                <a:path w="5093" h="6628">
                  <a:moveTo>
                    <a:pt x="0" y="6628"/>
                  </a:moveTo>
                  <a:lnTo>
                    <a:pt x="50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l3122"/>
            <p:cNvSpPr/>
            <p:nvPr/>
          </p:nvSpPr>
          <p:spPr>
            <a:xfrm>
              <a:off x="7647761" y="4611619"/>
              <a:ext cx="7603" cy="9960"/>
            </a:xfrm>
            <a:custGeom>
              <a:avLst/>
              <a:pathLst>
                <a:path w="7603" h="9960">
                  <a:moveTo>
                    <a:pt x="0" y="9960"/>
                  </a:moveTo>
                  <a:lnTo>
                    <a:pt x="76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l3123"/>
            <p:cNvSpPr/>
            <p:nvPr/>
          </p:nvSpPr>
          <p:spPr>
            <a:xfrm>
              <a:off x="7620375" y="4651999"/>
              <a:ext cx="5234" cy="6518"/>
            </a:xfrm>
            <a:custGeom>
              <a:avLst/>
              <a:pathLst>
                <a:path w="5234" h="6518">
                  <a:moveTo>
                    <a:pt x="0" y="6518"/>
                  </a:moveTo>
                  <a:lnTo>
                    <a:pt x="52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l3124"/>
            <p:cNvSpPr/>
            <p:nvPr/>
          </p:nvSpPr>
          <p:spPr>
            <a:xfrm>
              <a:off x="7621957" y="4644631"/>
              <a:ext cx="7814" cy="9796"/>
            </a:xfrm>
            <a:custGeom>
              <a:avLst/>
              <a:pathLst>
                <a:path w="7814" h="9796">
                  <a:moveTo>
                    <a:pt x="0" y="9796"/>
                  </a:moveTo>
                  <a:lnTo>
                    <a:pt x="78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l3125"/>
            <p:cNvSpPr/>
            <p:nvPr/>
          </p:nvSpPr>
          <p:spPr>
            <a:xfrm>
              <a:off x="7599161" y="4677938"/>
              <a:ext cx="5344" cy="6428"/>
            </a:xfrm>
            <a:custGeom>
              <a:avLst/>
              <a:pathLst>
                <a:path w="5344" h="6428">
                  <a:moveTo>
                    <a:pt x="0" y="6428"/>
                  </a:moveTo>
                  <a:lnTo>
                    <a:pt x="5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l3126"/>
            <p:cNvSpPr/>
            <p:nvPr/>
          </p:nvSpPr>
          <p:spPr>
            <a:xfrm>
              <a:off x="7600813" y="4670643"/>
              <a:ext cx="7980" cy="9661"/>
            </a:xfrm>
            <a:custGeom>
              <a:avLst/>
              <a:pathLst>
                <a:path w="7980" h="9661">
                  <a:moveTo>
                    <a:pt x="0" y="9661"/>
                  </a:moveTo>
                  <a:lnTo>
                    <a:pt x="79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l3127"/>
            <p:cNvSpPr/>
            <p:nvPr/>
          </p:nvSpPr>
          <p:spPr>
            <a:xfrm>
              <a:off x="7603785" y="4663333"/>
              <a:ext cx="9262" cy="11298"/>
            </a:xfrm>
            <a:custGeom>
              <a:avLst/>
              <a:pathLst>
                <a:path w="9262" h="11298">
                  <a:moveTo>
                    <a:pt x="0" y="11298"/>
                  </a:moveTo>
                  <a:lnTo>
                    <a:pt x="92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l3128"/>
            <p:cNvSpPr/>
            <p:nvPr/>
          </p:nvSpPr>
          <p:spPr>
            <a:xfrm>
              <a:off x="7588389" y="4690772"/>
              <a:ext cx="5399" cy="6382"/>
            </a:xfrm>
            <a:custGeom>
              <a:avLst/>
              <a:pathLst>
                <a:path w="5399" h="6382">
                  <a:moveTo>
                    <a:pt x="0" y="6382"/>
                  </a:moveTo>
                  <a:lnTo>
                    <a:pt x="5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l3129"/>
            <p:cNvSpPr/>
            <p:nvPr/>
          </p:nvSpPr>
          <p:spPr>
            <a:xfrm>
              <a:off x="7572028" y="4709850"/>
              <a:ext cx="5480" cy="6312"/>
            </a:xfrm>
            <a:custGeom>
              <a:avLst/>
              <a:pathLst>
                <a:path w="5480" h="6312">
                  <a:moveTo>
                    <a:pt x="0" y="6312"/>
                  </a:moveTo>
                  <a:lnTo>
                    <a:pt x="54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l3130"/>
            <p:cNvSpPr/>
            <p:nvPr/>
          </p:nvSpPr>
          <p:spPr>
            <a:xfrm>
              <a:off x="7573766" y="4702647"/>
              <a:ext cx="8185" cy="9488"/>
            </a:xfrm>
            <a:custGeom>
              <a:avLst/>
              <a:pathLst>
                <a:path w="8185" h="9488">
                  <a:moveTo>
                    <a:pt x="0" y="9488"/>
                  </a:moveTo>
                  <a:lnTo>
                    <a:pt x="81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l3131"/>
            <p:cNvSpPr/>
            <p:nvPr/>
          </p:nvSpPr>
          <p:spPr>
            <a:xfrm>
              <a:off x="7575850" y="4691386"/>
              <a:ext cx="12192" cy="14272"/>
            </a:xfrm>
            <a:custGeom>
              <a:avLst/>
              <a:pathLst>
                <a:path w="12192" h="14272">
                  <a:moveTo>
                    <a:pt x="0" y="14272"/>
                  </a:moveTo>
                  <a:lnTo>
                    <a:pt x="12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l3132"/>
            <p:cNvSpPr/>
            <p:nvPr/>
          </p:nvSpPr>
          <p:spPr>
            <a:xfrm>
              <a:off x="7577914" y="4664771"/>
              <a:ext cx="25363" cy="30307"/>
            </a:xfrm>
            <a:custGeom>
              <a:avLst/>
              <a:pathLst>
                <a:path w="25363" h="30307">
                  <a:moveTo>
                    <a:pt x="0" y="30307"/>
                  </a:moveTo>
                  <a:lnTo>
                    <a:pt x="25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l3133"/>
            <p:cNvSpPr/>
            <p:nvPr/>
          </p:nvSpPr>
          <p:spPr>
            <a:xfrm>
              <a:off x="7587610" y="4642063"/>
              <a:ext cx="28894" cy="35362"/>
            </a:xfrm>
            <a:custGeom>
              <a:avLst/>
              <a:pathLst>
                <a:path w="28894" h="35362">
                  <a:moveTo>
                    <a:pt x="0" y="35362"/>
                  </a:moveTo>
                  <a:lnTo>
                    <a:pt x="288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l3134"/>
            <p:cNvSpPr/>
            <p:nvPr/>
          </p:nvSpPr>
          <p:spPr>
            <a:xfrm>
              <a:off x="7601130" y="4629848"/>
              <a:ext cx="23346" cy="29138"/>
            </a:xfrm>
            <a:custGeom>
              <a:avLst/>
              <a:pathLst>
                <a:path w="23346" h="29138">
                  <a:moveTo>
                    <a:pt x="0" y="29138"/>
                  </a:moveTo>
                  <a:lnTo>
                    <a:pt x="23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l3135"/>
            <p:cNvSpPr/>
            <p:nvPr/>
          </p:nvSpPr>
          <p:spPr>
            <a:xfrm>
              <a:off x="7611834" y="4622494"/>
              <a:ext cx="16703" cy="21146"/>
            </a:xfrm>
            <a:custGeom>
              <a:avLst/>
              <a:pathLst>
                <a:path w="16703" h="21146">
                  <a:moveTo>
                    <a:pt x="0" y="21146"/>
                  </a:moveTo>
                  <a:lnTo>
                    <a:pt x="16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l3136"/>
            <p:cNvSpPr/>
            <p:nvPr/>
          </p:nvSpPr>
          <p:spPr>
            <a:xfrm>
              <a:off x="7555425" y="4728718"/>
              <a:ext cx="5561" cy="6242"/>
            </a:xfrm>
            <a:custGeom>
              <a:avLst/>
              <a:pathLst>
                <a:path w="5561" h="6242">
                  <a:moveTo>
                    <a:pt x="0" y="6242"/>
                  </a:moveTo>
                  <a:lnTo>
                    <a:pt x="55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l3137"/>
            <p:cNvSpPr/>
            <p:nvPr/>
          </p:nvSpPr>
          <p:spPr>
            <a:xfrm>
              <a:off x="7557215" y="4721573"/>
              <a:ext cx="8306" cy="9383"/>
            </a:xfrm>
            <a:custGeom>
              <a:avLst/>
              <a:pathLst>
                <a:path w="8306" h="9383">
                  <a:moveTo>
                    <a:pt x="0" y="9383"/>
                  </a:moveTo>
                  <a:lnTo>
                    <a:pt x="83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l3138"/>
            <p:cNvSpPr/>
            <p:nvPr/>
          </p:nvSpPr>
          <p:spPr>
            <a:xfrm>
              <a:off x="7532915" y="4753542"/>
              <a:ext cx="5666" cy="6146"/>
            </a:xfrm>
            <a:custGeom>
              <a:avLst/>
              <a:pathLst>
                <a:path w="5666" h="6146">
                  <a:moveTo>
                    <a:pt x="0" y="6146"/>
                  </a:moveTo>
                  <a:lnTo>
                    <a:pt x="56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l3139"/>
            <p:cNvSpPr/>
            <p:nvPr/>
          </p:nvSpPr>
          <p:spPr>
            <a:xfrm>
              <a:off x="7534773" y="4746476"/>
              <a:ext cx="8465" cy="9240"/>
            </a:xfrm>
            <a:custGeom>
              <a:avLst/>
              <a:pathLst>
                <a:path w="8465" h="9240">
                  <a:moveTo>
                    <a:pt x="0" y="9240"/>
                  </a:moveTo>
                  <a:lnTo>
                    <a:pt x="84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l3140"/>
            <p:cNvSpPr/>
            <p:nvPr/>
          </p:nvSpPr>
          <p:spPr>
            <a:xfrm>
              <a:off x="7538031" y="4739394"/>
              <a:ext cx="9828" cy="10809"/>
            </a:xfrm>
            <a:custGeom>
              <a:avLst/>
              <a:pathLst>
                <a:path w="9828" h="10809">
                  <a:moveTo>
                    <a:pt x="0" y="10809"/>
                  </a:moveTo>
                  <a:lnTo>
                    <a:pt x="98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l3141"/>
            <p:cNvSpPr/>
            <p:nvPr/>
          </p:nvSpPr>
          <p:spPr>
            <a:xfrm>
              <a:off x="7521503" y="4765811"/>
              <a:ext cx="5719" cy="6097"/>
            </a:xfrm>
            <a:custGeom>
              <a:avLst/>
              <a:pathLst>
                <a:path w="5719" h="6097">
                  <a:moveTo>
                    <a:pt x="0" y="6097"/>
                  </a:moveTo>
                  <a:lnTo>
                    <a:pt x="5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l3142"/>
            <p:cNvSpPr/>
            <p:nvPr/>
          </p:nvSpPr>
          <p:spPr>
            <a:xfrm>
              <a:off x="7504190" y="4784030"/>
              <a:ext cx="5796" cy="6023"/>
            </a:xfrm>
            <a:custGeom>
              <a:avLst/>
              <a:pathLst>
                <a:path w="5796" h="6023">
                  <a:moveTo>
                    <a:pt x="0" y="6023"/>
                  </a:moveTo>
                  <a:lnTo>
                    <a:pt x="57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l3143"/>
            <p:cNvSpPr/>
            <p:nvPr/>
          </p:nvSpPr>
          <p:spPr>
            <a:xfrm>
              <a:off x="7492520" y="4796053"/>
              <a:ext cx="5847" cy="5974"/>
            </a:xfrm>
            <a:custGeom>
              <a:avLst/>
              <a:pathLst>
                <a:path w="5847" h="5974">
                  <a:moveTo>
                    <a:pt x="0" y="5974"/>
                  </a:moveTo>
                  <a:lnTo>
                    <a:pt x="58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l3144"/>
            <p:cNvSpPr/>
            <p:nvPr/>
          </p:nvSpPr>
          <p:spPr>
            <a:xfrm>
              <a:off x="7493544" y="4785198"/>
              <a:ext cx="11628" cy="11981"/>
            </a:xfrm>
            <a:custGeom>
              <a:avLst/>
              <a:pathLst>
                <a:path w="11628" h="11981">
                  <a:moveTo>
                    <a:pt x="0" y="11981"/>
                  </a:moveTo>
                  <a:lnTo>
                    <a:pt x="11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l3145"/>
            <p:cNvSpPr/>
            <p:nvPr/>
          </p:nvSpPr>
          <p:spPr>
            <a:xfrm>
              <a:off x="7498416" y="4775230"/>
              <a:ext cx="14446" cy="15044"/>
            </a:xfrm>
            <a:custGeom>
              <a:avLst/>
              <a:pathLst>
                <a:path w="14446" h="15044">
                  <a:moveTo>
                    <a:pt x="0" y="15044"/>
                  </a:moveTo>
                  <a:lnTo>
                    <a:pt x="14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l3146"/>
            <p:cNvSpPr/>
            <p:nvPr/>
          </p:nvSpPr>
          <p:spPr>
            <a:xfrm>
              <a:off x="7474824" y="4813900"/>
              <a:ext cx="5924" cy="5898"/>
            </a:xfrm>
            <a:custGeom>
              <a:avLst/>
              <a:pathLst>
                <a:path w="5924" h="5898">
                  <a:moveTo>
                    <a:pt x="0" y="5898"/>
                  </a:moveTo>
                  <a:lnTo>
                    <a:pt x="59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l3147"/>
            <p:cNvSpPr/>
            <p:nvPr/>
          </p:nvSpPr>
          <p:spPr>
            <a:xfrm>
              <a:off x="7456901" y="4831520"/>
              <a:ext cx="5999" cy="5822"/>
            </a:xfrm>
            <a:custGeom>
              <a:avLst/>
              <a:pathLst>
                <a:path w="5999" h="5822">
                  <a:moveTo>
                    <a:pt x="0" y="5822"/>
                  </a:moveTo>
                  <a:lnTo>
                    <a:pt x="5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l3148"/>
            <p:cNvSpPr/>
            <p:nvPr/>
          </p:nvSpPr>
          <p:spPr>
            <a:xfrm>
              <a:off x="7458977" y="4824723"/>
              <a:ext cx="8964" cy="8756"/>
            </a:xfrm>
            <a:custGeom>
              <a:avLst/>
              <a:pathLst>
                <a:path w="8964" h="8756">
                  <a:moveTo>
                    <a:pt x="0" y="8756"/>
                  </a:moveTo>
                  <a:lnTo>
                    <a:pt x="89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l3149"/>
            <p:cNvSpPr/>
            <p:nvPr/>
          </p:nvSpPr>
          <p:spPr>
            <a:xfrm>
              <a:off x="7461605" y="4814022"/>
              <a:ext cx="13365" cy="13181"/>
            </a:xfrm>
            <a:custGeom>
              <a:avLst/>
              <a:pathLst>
                <a:path w="13365" h="13181">
                  <a:moveTo>
                    <a:pt x="0" y="13181"/>
                  </a:moveTo>
                  <a:lnTo>
                    <a:pt x="13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l3150"/>
            <p:cNvSpPr/>
            <p:nvPr/>
          </p:nvSpPr>
          <p:spPr>
            <a:xfrm>
              <a:off x="7467369" y="4804226"/>
              <a:ext cx="15495" cy="15454"/>
            </a:xfrm>
            <a:custGeom>
              <a:avLst/>
              <a:pathLst>
                <a:path w="15495" h="15454">
                  <a:moveTo>
                    <a:pt x="0" y="15454"/>
                  </a:moveTo>
                  <a:lnTo>
                    <a:pt x="154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l3151"/>
            <p:cNvSpPr/>
            <p:nvPr/>
          </p:nvSpPr>
          <p:spPr>
            <a:xfrm>
              <a:off x="7470437" y="4777238"/>
              <a:ext cx="29459" cy="30023"/>
            </a:xfrm>
            <a:custGeom>
              <a:avLst/>
              <a:pathLst>
                <a:path w="29459" h="30023">
                  <a:moveTo>
                    <a:pt x="0" y="30023"/>
                  </a:moveTo>
                  <a:lnTo>
                    <a:pt x="294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l3152"/>
            <p:cNvSpPr/>
            <p:nvPr/>
          </p:nvSpPr>
          <p:spPr>
            <a:xfrm>
              <a:off x="7483347" y="4758843"/>
              <a:ext cx="30336" cy="31621"/>
            </a:xfrm>
            <a:custGeom>
              <a:avLst/>
              <a:pathLst>
                <a:path w="30336" h="31621">
                  <a:moveTo>
                    <a:pt x="0" y="31621"/>
                  </a:moveTo>
                  <a:lnTo>
                    <a:pt x="303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l3153"/>
            <p:cNvSpPr/>
            <p:nvPr/>
          </p:nvSpPr>
          <p:spPr>
            <a:xfrm>
              <a:off x="7494761" y="4733163"/>
              <a:ext cx="35388" cy="37888"/>
            </a:xfrm>
            <a:custGeom>
              <a:avLst/>
              <a:pathLst>
                <a:path w="35388" h="37888">
                  <a:moveTo>
                    <a:pt x="0" y="37888"/>
                  </a:moveTo>
                  <a:lnTo>
                    <a:pt x="35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l3154"/>
            <p:cNvSpPr/>
            <p:nvPr/>
          </p:nvSpPr>
          <p:spPr>
            <a:xfrm>
              <a:off x="7509663" y="4711268"/>
              <a:ext cx="34763" cy="38231"/>
            </a:xfrm>
            <a:custGeom>
              <a:avLst/>
              <a:pathLst>
                <a:path w="34763" h="38231">
                  <a:moveTo>
                    <a:pt x="0" y="38231"/>
                  </a:moveTo>
                  <a:lnTo>
                    <a:pt x="347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l3155"/>
            <p:cNvSpPr/>
            <p:nvPr/>
          </p:nvSpPr>
          <p:spPr>
            <a:xfrm>
              <a:off x="7513381" y="4684836"/>
              <a:ext cx="29427" cy="33124"/>
            </a:xfrm>
            <a:custGeom>
              <a:avLst/>
              <a:pathLst>
                <a:path w="29427" h="33124">
                  <a:moveTo>
                    <a:pt x="0" y="33124"/>
                  </a:moveTo>
                  <a:lnTo>
                    <a:pt x="29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l3156"/>
            <p:cNvSpPr/>
            <p:nvPr/>
          </p:nvSpPr>
          <p:spPr>
            <a:xfrm>
              <a:off x="7542809" y="4651040"/>
              <a:ext cx="28653" cy="33795"/>
            </a:xfrm>
            <a:custGeom>
              <a:avLst/>
              <a:pathLst>
                <a:path w="28653" h="33795">
                  <a:moveTo>
                    <a:pt x="0" y="33795"/>
                  </a:moveTo>
                  <a:lnTo>
                    <a:pt x="28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l3157"/>
            <p:cNvSpPr/>
            <p:nvPr/>
          </p:nvSpPr>
          <p:spPr>
            <a:xfrm>
              <a:off x="7571462" y="4616590"/>
              <a:ext cx="27864" cy="34449"/>
            </a:xfrm>
            <a:custGeom>
              <a:avLst/>
              <a:pathLst>
                <a:path w="27864" h="34449">
                  <a:moveTo>
                    <a:pt x="0" y="34449"/>
                  </a:moveTo>
                  <a:lnTo>
                    <a:pt x="278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l3158"/>
            <p:cNvSpPr/>
            <p:nvPr/>
          </p:nvSpPr>
          <p:spPr>
            <a:xfrm>
              <a:off x="7554187" y="4627681"/>
              <a:ext cx="31189" cy="37756"/>
            </a:xfrm>
            <a:custGeom>
              <a:avLst/>
              <a:pathLst>
                <a:path w="31189" h="37756">
                  <a:moveTo>
                    <a:pt x="0" y="37756"/>
                  </a:moveTo>
                  <a:lnTo>
                    <a:pt x="31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l3159"/>
            <p:cNvSpPr/>
            <p:nvPr/>
          </p:nvSpPr>
          <p:spPr>
            <a:xfrm>
              <a:off x="7585376" y="4589137"/>
              <a:ext cx="30212" cy="38543"/>
            </a:xfrm>
            <a:custGeom>
              <a:avLst/>
              <a:pathLst>
                <a:path w="30212" h="38543">
                  <a:moveTo>
                    <a:pt x="0" y="38543"/>
                  </a:moveTo>
                  <a:lnTo>
                    <a:pt x="302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l3160"/>
            <p:cNvSpPr/>
            <p:nvPr/>
          </p:nvSpPr>
          <p:spPr>
            <a:xfrm>
              <a:off x="7561519" y="4566457"/>
              <a:ext cx="32848" cy="42024"/>
            </a:xfrm>
            <a:custGeom>
              <a:avLst/>
              <a:pathLst>
                <a:path w="32848" h="42024">
                  <a:moveTo>
                    <a:pt x="0" y="42024"/>
                  </a:moveTo>
                  <a:lnTo>
                    <a:pt x="328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l3161"/>
            <p:cNvSpPr/>
            <p:nvPr/>
          </p:nvSpPr>
          <p:spPr>
            <a:xfrm>
              <a:off x="7594367" y="4523518"/>
              <a:ext cx="31643" cy="42938"/>
            </a:xfrm>
            <a:custGeom>
              <a:avLst/>
              <a:pathLst>
                <a:path w="31643" h="42938">
                  <a:moveTo>
                    <a:pt x="0" y="42938"/>
                  </a:moveTo>
                  <a:lnTo>
                    <a:pt x="31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l3162"/>
            <p:cNvSpPr/>
            <p:nvPr/>
          </p:nvSpPr>
          <p:spPr>
            <a:xfrm>
              <a:off x="7626010" y="4479700"/>
              <a:ext cx="30413" cy="43818"/>
            </a:xfrm>
            <a:custGeom>
              <a:avLst/>
              <a:pathLst>
                <a:path w="30413" h="43818">
                  <a:moveTo>
                    <a:pt x="0" y="43818"/>
                  </a:moveTo>
                  <a:lnTo>
                    <a:pt x="304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l3163"/>
            <p:cNvSpPr/>
            <p:nvPr/>
          </p:nvSpPr>
          <p:spPr>
            <a:xfrm>
              <a:off x="7656424" y="4435037"/>
              <a:ext cx="29159" cy="44663"/>
            </a:xfrm>
            <a:custGeom>
              <a:avLst/>
              <a:pathLst>
                <a:path w="29159" h="44663">
                  <a:moveTo>
                    <a:pt x="0" y="44663"/>
                  </a:moveTo>
                  <a:lnTo>
                    <a:pt x="291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l3164"/>
            <p:cNvSpPr/>
            <p:nvPr/>
          </p:nvSpPr>
          <p:spPr>
            <a:xfrm>
              <a:off x="7420390" y="4866068"/>
              <a:ext cx="6146" cy="5666"/>
            </a:xfrm>
            <a:custGeom>
              <a:avLst/>
              <a:pathLst>
                <a:path w="6146" h="5666">
                  <a:moveTo>
                    <a:pt x="0" y="5666"/>
                  </a:moveTo>
                  <a:lnTo>
                    <a:pt x="61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l3165"/>
            <p:cNvSpPr/>
            <p:nvPr/>
          </p:nvSpPr>
          <p:spPr>
            <a:xfrm>
              <a:off x="7422564" y="4859402"/>
              <a:ext cx="9185" cy="8524"/>
            </a:xfrm>
            <a:custGeom>
              <a:avLst/>
              <a:pathLst>
                <a:path w="9185" h="8524">
                  <a:moveTo>
                    <a:pt x="0" y="8524"/>
                  </a:moveTo>
                  <a:lnTo>
                    <a:pt x="91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l3166"/>
            <p:cNvSpPr/>
            <p:nvPr/>
          </p:nvSpPr>
          <p:spPr>
            <a:xfrm>
              <a:off x="7426258" y="4852717"/>
              <a:ext cx="10672" cy="9977"/>
            </a:xfrm>
            <a:custGeom>
              <a:avLst/>
              <a:pathLst>
                <a:path w="10672" h="9977">
                  <a:moveTo>
                    <a:pt x="0" y="9977"/>
                  </a:moveTo>
                  <a:lnTo>
                    <a:pt x="106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l3167"/>
            <p:cNvSpPr/>
            <p:nvPr/>
          </p:nvSpPr>
          <p:spPr>
            <a:xfrm>
              <a:off x="7430694" y="4846015"/>
              <a:ext cx="11383" cy="10728"/>
            </a:xfrm>
            <a:custGeom>
              <a:avLst/>
              <a:pathLst>
                <a:path w="11383" h="10728">
                  <a:moveTo>
                    <a:pt x="0" y="10728"/>
                  </a:moveTo>
                  <a:lnTo>
                    <a:pt x="113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l3168"/>
            <p:cNvSpPr/>
            <p:nvPr/>
          </p:nvSpPr>
          <p:spPr>
            <a:xfrm>
              <a:off x="7435483" y="4839294"/>
              <a:ext cx="11709" cy="11127"/>
            </a:xfrm>
            <a:custGeom>
              <a:avLst/>
              <a:pathLst>
                <a:path w="11709" h="11127">
                  <a:moveTo>
                    <a:pt x="0" y="11127"/>
                  </a:moveTo>
                  <a:lnTo>
                    <a:pt x="117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l3169"/>
            <p:cNvSpPr/>
            <p:nvPr/>
          </p:nvSpPr>
          <p:spPr>
            <a:xfrm>
              <a:off x="7383010" y="4899673"/>
              <a:ext cx="6289" cy="5507"/>
            </a:xfrm>
            <a:custGeom>
              <a:avLst/>
              <a:pathLst>
                <a:path w="6289" h="5507">
                  <a:moveTo>
                    <a:pt x="0" y="5507"/>
                  </a:moveTo>
                  <a:lnTo>
                    <a:pt x="62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l3170"/>
            <p:cNvSpPr/>
            <p:nvPr/>
          </p:nvSpPr>
          <p:spPr>
            <a:xfrm>
              <a:off x="7385281" y="4893142"/>
              <a:ext cx="9401" cy="8285"/>
            </a:xfrm>
            <a:custGeom>
              <a:avLst/>
              <a:pathLst>
                <a:path w="9401" h="8285">
                  <a:moveTo>
                    <a:pt x="0" y="8285"/>
                  </a:moveTo>
                  <a:lnTo>
                    <a:pt x="9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l3171"/>
            <p:cNvSpPr/>
            <p:nvPr/>
          </p:nvSpPr>
          <p:spPr>
            <a:xfrm>
              <a:off x="7389107" y="4886593"/>
              <a:ext cx="10924" cy="9701"/>
            </a:xfrm>
            <a:custGeom>
              <a:avLst/>
              <a:pathLst>
                <a:path w="10924" h="9701">
                  <a:moveTo>
                    <a:pt x="0" y="9701"/>
                  </a:moveTo>
                  <a:lnTo>
                    <a:pt x="109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l3172"/>
            <p:cNvSpPr/>
            <p:nvPr/>
          </p:nvSpPr>
          <p:spPr>
            <a:xfrm>
              <a:off x="7370361" y="4910661"/>
              <a:ext cx="6336" cy="5453"/>
            </a:xfrm>
            <a:custGeom>
              <a:avLst/>
              <a:pathLst>
                <a:path w="6336" h="5453">
                  <a:moveTo>
                    <a:pt x="0" y="5453"/>
                  </a:moveTo>
                  <a:lnTo>
                    <a:pt x="63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l3173"/>
            <p:cNvSpPr/>
            <p:nvPr/>
          </p:nvSpPr>
          <p:spPr>
            <a:xfrm>
              <a:off x="7344786" y="4932313"/>
              <a:ext cx="6428" cy="5344"/>
            </a:xfrm>
            <a:custGeom>
              <a:avLst/>
              <a:pathLst>
                <a:path w="6428" h="5344">
                  <a:moveTo>
                    <a:pt x="0" y="5344"/>
                  </a:moveTo>
                  <a:lnTo>
                    <a:pt x="6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l3174"/>
            <p:cNvSpPr/>
            <p:nvPr/>
          </p:nvSpPr>
          <p:spPr>
            <a:xfrm>
              <a:off x="7318847" y="4953527"/>
              <a:ext cx="6518" cy="5234"/>
            </a:xfrm>
            <a:custGeom>
              <a:avLst/>
              <a:pathLst>
                <a:path w="6518" h="5234">
                  <a:moveTo>
                    <a:pt x="0" y="5234"/>
                  </a:moveTo>
                  <a:lnTo>
                    <a:pt x="65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l3175"/>
            <p:cNvSpPr/>
            <p:nvPr/>
          </p:nvSpPr>
          <p:spPr>
            <a:xfrm>
              <a:off x="7321275" y="4947232"/>
              <a:ext cx="9746" cy="7877"/>
            </a:xfrm>
            <a:custGeom>
              <a:avLst/>
              <a:pathLst>
                <a:path w="9746" h="7877">
                  <a:moveTo>
                    <a:pt x="0" y="7877"/>
                  </a:moveTo>
                  <a:lnTo>
                    <a:pt x="97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l3176"/>
            <p:cNvSpPr/>
            <p:nvPr/>
          </p:nvSpPr>
          <p:spPr>
            <a:xfrm>
              <a:off x="7325317" y="4940917"/>
              <a:ext cx="11328" cy="9226"/>
            </a:xfrm>
            <a:custGeom>
              <a:avLst/>
              <a:pathLst>
                <a:path w="11328" h="9226">
                  <a:moveTo>
                    <a:pt x="0" y="9226"/>
                  </a:moveTo>
                  <a:lnTo>
                    <a:pt x="11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l3177"/>
            <p:cNvSpPr/>
            <p:nvPr/>
          </p:nvSpPr>
          <p:spPr>
            <a:xfrm>
              <a:off x="7329309" y="4930894"/>
              <a:ext cx="15289" cy="12581"/>
            </a:xfrm>
            <a:custGeom>
              <a:avLst/>
              <a:pathLst>
                <a:path w="15289" h="12581">
                  <a:moveTo>
                    <a:pt x="0" y="12581"/>
                  </a:moveTo>
                  <a:lnTo>
                    <a:pt x="152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l3178"/>
            <p:cNvSpPr/>
            <p:nvPr/>
          </p:nvSpPr>
          <p:spPr>
            <a:xfrm>
              <a:off x="7336123" y="4921850"/>
              <a:ext cx="17207" cy="14326"/>
            </a:xfrm>
            <a:custGeom>
              <a:avLst/>
              <a:pathLst>
                <a:path w="17207" h="14326">
                  <a:moveTo>
                    <a:pt x="0" y="14326"/>
                  </a:moveTo>
                  <a:lnTo>
                    <a:pt x="172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l3179"/>
            <p:cNvSpPr/>
            <p:nvPr/>
          </p:nvSpPr>
          <p:spPr>
            <a:xfrm>
              <a:off x="7343896" y="4915454"/>
              <a:ext cx="14933" cy="12560"/>
            </a:xfrm>
            <a:custGeom>
              <a:avLst/>
              <a:pathLst>
                <a:path w="14933" h="12560">
                  <a:moveTo>
                    <a:pt x="0" y="12560"/>
                  </a:moveTo>
                  <a:lnTo>
                    <a:pt x="149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l3180"/>
            <p:cNvSpPr/>
            <p:nvPr/>
          </p:nvSpPr>
          <p:spPr>
            <a:xfrm>
              <a:off x="7349664" y="4905319"/>
              <a:ext cx="16919" cy="14396"/>
            </a:xfrm>
            <a:custGeom>
              <a:avLst/>
              <a:pathLst>
                <a:path w="16919" h="14396">
                  <a:moveTo>
                    <a:pt x="0" y="14396"/>
                  </a:moveTo>
                  <a:lnTo>
                    <a:pt x="16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l3181"/>
            <p:cNvSpPr/>
            <p:nvPr/>
          </p:nvSpPr>
          <p:spPr>
            <a:xfrm>
              <a:off x="7354693" y="4881498"/>
              <a:ext cx="31044" cy="26986"/>
            </a:xfrm>
            <a:custGeom>
              <a:avLst/>
              <a:pathLst>
                <a:path w="31044" h="26986">
                  <a:moveTo>
                    <a:pt x="0" y="26986"/>
                  </a:moveTo>
                  <a:lnTo>
                    <a:pt x="31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l3182"/>
            <p:cNvSpPr/>
            <p:nvPr/>
          </p:nvSpPr>
          <p:spPr>
            <a:xfrm>
              <a:off x="7369413" y="4870140"/>
              <a:ext cx="27015" cy="23928"/>
            </a:xfrm>
            <a:custGeom>
              <a:avLst/>
              <a:pathLst>
                <a:path w="27015" h="23928">
                  <a:moveTo>
                    <a:pt x="0" y="23928"/>
                  </a:moveTo>
                  <a:lnTo>
                    <a:pt x="270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l3183"/>
            <p:cNvSpPr/>
            <p:nvPr/>
          </p:nvSpPr>
          <p:spPr>
            <a:xfrm>
              <a:off x="7382094" y="4863591"/>
              <a:ext cx="19578" cy="17579"/>
            </a:xfrm>
            <a:custGeom>
              <a:avLst/>
              <a:pathLst>
                <a:path w="19578" h="17579">
                  <a:moveTo>
                    <a:pt x="0" y="17579"/>
                  </a:moveTo>
                  <a:lnTo>
                    <a:pt x="195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l3184"/>
            <p:cNvSpPr/>
            <p:nvPr/>
          </p:nvSpPr>
          <p:spPr>
            <a:xfrm>
              <a:off x="7386576" y="4829428"/>
              <a:ext cx="40098" cy="37042"/>
            </a:xfrm>
            <a:custGeom>
              <a:avLst/>
              <a:pathLst>
                <a:path w="40098" h="37042">
                  <a:moveTo>
                    <a:pt x="0" y="37042"/>
                  </a:moveTo>
                  <a:lnTo>
                    <a:pt x="40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l3185"/>
            <p:cNvSpPr/>
            <p:nvPr/>
          </p:nvSpPr>
          <p:spPr>
            <a:xfrm>
              <a:off x="7299158" y="4969146"/>
              <a:ext cx="6585" cy="5150"/>
            </a:xfrm>
            <a:custGeom>
              <a:avLst/>
              <a:pathLst>
                <a:path w="6585" h="5150">
                  <a:moveTo>
                    <a:pt x="0" y="5150"/>
                  </a:moveTo>
                  <a:lnTo>
                    <a:pt x="65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l3186"/>
            <p:cNvSpPr/>
            <p:nvPr/>
          </p:nvSpPr>
          <p:spPr>
            <a:xfrm>
              <a:off x="7301633" y="4962924"/>
              <a:ext cx="9846" cy="7751"/>
            </a:xfrm>
            <a:custGeom>
              <a:avLst/>
              <a:pathLst>
                <a:path w="9846" h="7751">
                  <a:moveTo>
                    <a:pt x="0" y="7751"/>
                  </a:moveTo>
                  <a:lnTo>
                    <a:pt x="9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l3187"/>
            <p:cNvSpPr/>
            <p:nvPr/>
          </p:nvSpPr>
          <p:spPr>
            <a:xfrm>
              <a:off x="7272599" y="4989578"/>
              <a:ext cx="6672" cy="5037"/>
            </a:xfrm>
            <a:custGeom>
              <a:avLst/>
              <a:pathLst>
                <a:path w="6672" h="5037">
                  <a:moveTo>
                    <a:pt x="0" y="5037"/>
                  </a:moveTo>
                  <a:lnTo>
                    <a:pt x="66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l3188"/>
            <p:cNvSpPr/>
            <p:nvPr/>
          </p:nvSpPr>
          <p:spPr>
            <a:xfrm>
              <a:off x="7275136" y="4983455"/>
              <a:ext cx="9977" cy="7582"/>
            </a:xfrm>
            <a:custGeom>
              <a:avLst/>
              <a:pathLst>
                <a:path w="9977" h="7582">
                  <a:moveTo>
                    <a:pt x="0" y="7582"/>
                  </a:moveTo>
                  <a:lnTo>
                    <a:pt x="9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l3189"/>
            <p:cNvSpPr/>
            <p:nvPr/>
          </p:nvSpPr>
          <p:spPr>
            <a:xfrm>
              <a:off x="7279325" y="4977311"/>
              <a:ext cx="11598" cy="8883"/>
            </a:xfrm>
            <a:custGeom>
              <a:avLst/>
              <a:pathLst>
                <a:path w="11598" h="8883">
                  <a:moveTo>
                    <a:pt x="0" y="8883"/>
                  </a:moveTo>
                  <a:lnTo>
                    <a:pt x="115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l3190"/>
            <p:cNvSpPr/>
            <p:nvPr/>
          </p:nvSpPr>
          <p:spPr>
            <a:xfrm>
              <a:off x="7252455" y="5004604"/>
              <a:ext cx="6735" cy="4951"/>
            </a:xfrm>
            <a:custGeom>
              <a:avLst/>
              <a:pathLst>
                <a:path w="6735" h="4951">
                  <a:moveTo>
                    <a:pt x="0" y="4951"/>
                  </a:moveTo>
                  <a:lnTo>
                    <a:pt x="6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l3191"/>
            <p:cNvSpPr/>
            <p:nvPr/>
          </p:nvSpPr>
          <p:spPr>
            <a:xfrm>
              <a:off x="7255037" y="4998556"/>
              <a:ext cx="10073" cy="7454"/>
            </a:xfrm>
            <a:custGeom>
              <a:avLst/>
              <a:pathLst>
                <a:path w="10073" h="7454">
                  <a:moveTo>
                    <a:pt x="0" y="7454"/>
                  </a:moveTo>
                  <a:lnTo>
                    <a:pt x="10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l3192"/>
            <p:cNvSpPr/>
            <p:nvPr/>
          </p:nvSpPr>
          <p:spPr>
            <a:xfrm>
              <a:off x="7225302" y="5024236"/>
              <a:ext cx="6819" cy="4835"/>
            </a:xfrm>
            <a:custGeom>
              <a:avLst/>
              <a:pathLst>
                <a:path w="6819" h="4835">
                  <a:moveTo>
                    <a:pt x="0" y="4835"/>
                  </a:moveTo>
                  <a:lnTo>
                    <a:pt x="68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l3193"/>
            <p:cNvSpPr/>
            <p:nvPr/>
          </p:nvSpPr>
          <p:spPr>
            <a:xfrm>
              <a:off x="7227944" y="5018290"/>
              <a:ext cx="10199" cy="7281"/>
            </a:xfrm>
            <a:custGeom>
              <a:avLst/>
              <a:pathLst>
                <a:path w="10199" h="7281">
                  <a:moveTo>
                    <a:pt x="0" y="7281"/>
                  </a:moveTo>
                  <a:lnTo>
                    <a:pt x="101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l3194"/>
            <p:cNvSpPr/>
            <p:nvPr/>
          </p:nvSpPr>
          <p:spPr>
            <a:xfrm>
              <a:off x="7197819" y="5043403"/>
              <a:ext cx="6901" cy="4718"/>
            </a:xfrm>
            <a:custGeom>
              <a:avLst/>
              <a:pathLst>
                <a:path w="6901" h="4718">
                  <a:moveTo>
                    <a:pt x="0" y="4718"/>
                  </a:moveTo>
                  <a:lnTo>
                    <a:pt x="69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l3195"/>
            <p:cNvSpPr/>
            <p:nvPr/>
          </p:nvSpPr>
          <p:spPr>
            <a:xfrm>
              <a:off x="7200520" y="5037561"/>
              <a:ext cx="10321" cy="7105"/>
            </a:xfrm>
            <a:custGeom>
              <a:avLst/>
              <a:pathLst>
                <a:path w="10321" h="7105">
                  <a:moveTo>
                    <a:pt x="0" y="7105"/>
                  </a:moveTo>
                  <a:lnTo>
                    <a:pt x="103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l3196"/>
            <p:cNvSpPr/>
            <p:nvPr/>
          </p:nvSpPr>
          <p:spPr>
            <a:xfrm>
              <a:off x="7170015" y="5062100"/>
              <a:ext cx="6980" cy="4599"/>
            </a:xfrm>
            <a:custGeom>
              <a:avLst/>
              <a:pathLst>
                <a:path w="6980" h="4599">
                  <a:moveTo>
                    <a:pt x="0" y="4599"/>
                  </a:moveTo>
                  <a:lnTo>
                    <a:pt x="69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l3197"/>
            <p:cNvSpPr/>
            <p:nvPr/>
          </p:nvSpPr>
          <p:spPr>
            <a:xfrm>
              <a:off x="7141898" y="5080320"/>
              <a:ext cx="7058" cy="4480"/>
            </a:xfrm>
            <a:custGeom>
              <a:avLst/>
              <a:pathLst>
                <a:path w="7058" h="4480">
                  <a:moveTo>
                    <a:pt x="0" y="4480"/>
                  </a:moveTo>
                  <a:lnTo>
                    <a:pt x="70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l3198"/>
            <p:cNvSpPr/>
            <p:nvPr/>
          </p:nvSpPr>
          <p:spPr>
            <a:xfrm>
              <a:off x="7144716" y="5074691"/>
              <a:ext cx="10558" cy="6749"/>
            </a:xfrm>
            <a:custGeom>
              <a:avLst/>
              <a:pathLst>
                <a:path w="10558" h="6749">
                  <a:moveTo>
                    <a:pt x="0" y="6749"/>
                  </a:moveTo>
                  <a:lnTo>
                    <a:pt x="105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l3199"/>
            <p:cNvSpPr/>
            <p:nvPr/>
          </p:nvSpPr>
          <p:spPr>
            <a:xfrm>
              <a:off x="7149283" y="5069037"/>
              <a:ext cx="12280" cy="7914"/>
            </a:xfrm>
            <a:custGeom>
              <a:avLst/>
              <a:pathLst>
                <a:path w="12280" h="7914">
                  <a:moveTo>
                    <a:pt x="0" y="7914"/>
                  </a:moveTo>
                  <a:lnTo>
                    <a:pt x="122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l3200"/>
            <p:cNvSpPr/>
            <p:nvPr/>
          </p:nvSpPr>
          <p:spPr>
            <a:xfrm>
              <a:off x="7153988" y="5059957"/>
              <a:ext cx="16588" cy="10811"/>
            </a:xfrm>
            <a:custGeom>
              <a:avLst/>
              <a:pathLst>
                <a:path w="16588" h="10811">
                  <a:moveTo>
                    <a:pt x="0" y="10811"/>
                  </a:moveTo>
                  <a:lnTo>
                    <a:pt x="16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l3201"/>
            <p:cNvSpPr/>
            <p:nvPr/>
          </p:nvSpPr>
          <p:spPr>
            <a:xfrm>
              <a:off x="7161569" y="5051935"/>
              <a:ext cx="18688" cy="12332"/>
            </a:xfrm>
            <a:custGeom>
              <a:avLst/>
              <a:pathLst>
                <a:path w="18688" h="12332">
                  <a:moveTo>
                    <a:pt x="0" y="12332"/>
                  </a:moveTo>
                  <a:lnTo>
                    <a:pt x="186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l3202"/>
            <p:cNvSpPr/>
            <p:nvPr/>
          </p:nvSpPr>
          <p:spPr>
            <a:xfrm>
              <a:off x="7170198" y="5046188"/>
              <a:ext cx="16233" cy="10829"/>
            </a:xfrm>
            <a:custGeom>
              <a:avLst/>
              <a:pathLst>
                <a:path w="16233" h="10829">
                  <a:moveTo>
                    <a:pt x="0" y="10829"/>
                  </a:moveTo>
                  <a:lnTo>
                    <a:pt x="162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l3203"/>
            <p:cNvSpPr/>
            <p:nvPr/>
          </p:nvSpPr>
          <p:spPr>
            <a:xfrm>
              <a:off x="7176111" y="5032349"/>
              <a:ext cx="23535" cy="15950"/>
            </a:xfrm>
            <a:custGeom>
              <a:avLst/>
              <a:pathLst>
                <a:path w="23535" h="15950">
                  <a:moveTo>
                    <a:pt x="0" y="15950"/>
                  </a:moveTo>
                  <a:lnTo>
                    <a:pt x="23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l3204"/>
            <p:cNvSpPr/>
            <p:nvPr/>
          </p:nvSpPr>
          <p:spPr>
            <a:xfrm>
              <a:off x="7187161" y="5022968"/>
              <a:ext cx="23668" cy="16297"/>
            </a:xfrm>
            <a:custGeom>
              <a:avLst/>
              <a:pathLst>
                <a:path w="23668" h="16297">
                  <a:moveTo>
                    <a:pt x="0" y="16297"/>
                  </a:moveTo>
                  <a:lnTo>
                    <a:pt x="236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l3205"/>
            <p:cNvSpPr/>
            <p:nvPr/>
          </p:nvSpPr>
          <p:spPr>
            <a:xfrm>
              <a:off x="7196760" y="5008936"/>
              <a:ext cx="27005" cy="18934"/>
            </a:xfrm>
            <a:custGeom>
              <a:avLst/>
              <a:pathLst>
                <a:path w="27005" h="18934">
                  <a:moveTo>
                    <a:pt x="0" y="18934"/>
                  </a:moveTo>
                  <a:lnTo>
                    <a:pt x="270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l3206"/>
            <p:cNvSpPr/>
            <p:nvPr/>
          </p:nvSpPr>
          <p:spPr>
            <a:xfrm>
              <a:off x="7209539" y="4999388"/>
              <a:ext cx="25215" cy="17981"/>
            </a:xfrm>
            <a:custGeom>
              <a:avLst/>
              <a:pathLst>
                <a:path w="25215" h="17981">
                  <a:moveTo>
                    <a:pt x="0" y="17981"/>
                  </a:moveTo>
                  <a:lnTo>
                    <a:pt x="25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l3207"/>
            <p:cNvSpPr/>
            <p:nvPr/>
          </p:nvSpPr>
          <p:spPr>
            <a:xfrm>
              <a:off x="7219863" y="4985167"/>
              <a:ext cx="27544" cy="20010"/>
            </a:xfrm>
            <a:custGeom>
              <a:avLst/>
              <a:pathLst>
                <a:path w="27544" h="20010">
                  <a:moveTo>
                    <a:pt x="0" y="20010"/>
                  </a:moveTo>
                  <a:lnTo>
                    <a:pt x="275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l3208"/>
            <p:cNvSpPr/>
            <p:nvPr/>
          </p:nvSpPr>
          <p:spPr>
            <a:xfrm>
              <a:off x="7120609" y="5093670"/>
              <a:ext cx="7114" cy="4389"/>
            </a:xfrm>
            <a:custGeom>
              <a:avLst/>
              <a:pathLst>
                <a:path w="7114" h="4389">
                  <a:moveTo>
                    <a:pt x="0" y="4389"/>
                  </a:moveTo>
                  <a:lnTo>
                    <a:pt x="7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l3209"/>
            <p:cNvSpPr/>
            <p:nvPr/>
          </p:nvSpPr>
          <p:spPr>
            <a:xfrm>
              <a:off x="7123470" y="5088122"/>
              <a:ext cx="10644" cy="6613"/>
            </a:xfrm>
            <a:custGeom>
              <a:avLst/>
              <a:pathLst>
                <a:path w="10644" h="6613">
                  <a:moveTo>
                    <a:pt x="0" y="6613"/>
                  </a:moveTo>
                  <a:lnTo>
                    <a:pt x="106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l3210"/>
            <p:cNvSpPr/>
            <p:nvPr/>
          </p:nvSpPr>
          <p:spPr>
            <a:xfrm>
              <a:off x="7091964" y="5111045"/>
              <a:ext cx="7188" cy="4267"/>
            </a:xfrm>
            <a:custGeom>
              <a:avLst/>
              <a:pathLst>
                <a:path w="7188" h="4267">
                  <a:moveTo>
                    <a:pt x="0" y="4267"/>
                  </a:moveTo>
                  <a:lnTo>
                    <a:pt x="7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l3211"/>
            <p:cNvSpPr/>
            <p:nvPr/>
          </p:nvSpPr>
          <p:spPr>
            <a:xfrm>
              <a:off x="7094881" y="5105606"/>
              <a:ext cx="10755" cy="6430"/>
            </a:xfrm>
            <a:custGeom>
              <a:avLst/>
              <a:pathLst>
                <a:path w="10755" h="6430">
                  <a:moveTo>
                    <a:pt x="0" y="6430"/>
                  </a:moveTo>
                  <a:lnTo>
                    <a:pt x="107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l3212"/>
            <p:cNvSpPr/>
            <p:nvPr/>
          </p:nvSpPr>
          <p:spPr>
            <a:xfrm>
              <a:off x="7099581" y="5100143"/>
              <a:ext cx="12511" cy="7544"/>
            </a:xfrm>
            <a:custGeom>
              <a:avLst/>
              <a:pathLst>
                <a:path w="12511" h="7544">
                  <a:moveTo>
                    <a:pt x="0" y="7544"/>
                  </a:moveTo>
                  <a:lnTo>
                    <a:pt x="12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l3213"/>
            <p:cNvSpPr/>
            <p:nvPr/>
          </p:nvSpPr>
          <p:spPr>
            <a:xfrm>
              <a:off x="7103781" y="5086914"/>
              <a:ext cx="22205" cy="13593"/>
            </a:xfrm>
            <a:custGeom>
              <a:avLst/>
              <a:pathLst>
                <a:path w="22205" h="13593">
                  <a:moveTo>
                    <a:pt x="0" y="13593"/>
                  </a:moveTo>
                  <a:lnTo>
                    <a:pt x="22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l3214"/>
            <p:cNvSpPr/>
            <p:nvPr/>
          </p:nvSpPr>
          <p:spPr>
            <a:xfrm>
              <a:off x="7070289" y="5123754"/>
              <a:ext cx="7242" cy="4174"/>
            </a:xfrm>
            <a:custGeom>
              <a:avLst/>
              <a:pathLst>
                <a:path w="7242" h="4174">
                  <a:moveTo>
                    <a:pt x="0" y="4174"/>
                  </a:moveTo>
                  <a:lnTo>
                    <a:pt x="7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l3215"/>
            <p:cNvSpPr/>
            <p:nvPr/>
          </p:nvSpPr>
          <p:spPr>
            <a:xfrm>
              <a:off x="7073248" y="5118399"/>
              <a:ext cx="10836" cy="6292"/>
            </a:xfrm>
            <a:custGeom>
              <a:avLst/>
              <a:pathLst>
                <a:path w="10836" h="6292">
                  <a:moveTo>
                    <a:pt x="0" y="6292"/>
                  </a:moveTo>
                  <a:lnTo>
                    <a:pt x="108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l3216"/>
            <p:cNvSpPr/>
            <p:nvPr/>
          </p:nvSpPr>
          <p:spPr>
            <a:xfrm>
              <a:off x="7048454" y="5136186"/>
              <a:ext cx="7295" cy="4081"/>
            </a:xfrm>
            <a:custGeom>
              <a:avLst/>
              <a:pathLst>
                <a:path w="7295" h="4081">
                  <a:moveTo>
                    <a:pt x="0" y="4081"/>
                  </a:moveTo>
                  <a:lnTo>
                    <a:pt x="72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l3217"/>
            <p:cNvSpPr/>
            <p:nvPr/>
          </p:nvSpPr>
          <p:spPr>
            <a:xfrm>
              <a:off x="7051454" y="5130915"/>
              <a:ext cx="10916" cy="6153"/>
            </a:xfrm>
            <a:custGeom>
              <a:avLst/>
              <a:pathLst>
                <a:path w="10916" h="6153">
                  <a:moveTo>
                    <a:pt x="0" y="6153"/>
                  </a:moveTo>
                  <a:lnTo>
                    <a:pt x="10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l3218"/>
            <p:cNvSpPr/>
            <p:nvPr/>
          </p:nvSpPr>
          <p:spPr>
            <a:xfrm>
              <a:off x="7026463" y="5148337"/>
              <a:ext cx="7347" cy="3987"/>
            </a:xfrm>
            <a:custGeom>
              <a:avLst/>
              <a:pathLst>
                <a:path w="7347" h="3987">
                  <a:moveTo>
                    <a:pt x="0" y="3987"/>
                  </a:moveTo>
                  <a:lnTo>
                    <a:pt x="73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l3219"/>
            <p:cNvSpPr/>
            <p:nvPr/>
          </p:nvSpPr>
          <p:spPr>
            <a:xfrm>
              <a:off x="7011718" y="5156282"/>
              <a:ext cx="7381" cy="3925"/>
            </a:xfrm>
            <a:custGeom>
              <a:avLst/>
              <a:pathLst>
                <a:path w="7381" h="3925">
                  <a:moveTo>
                    <a:pt x="0" y="3925"/>
                  </a:moveTo>
                  <a:lnTo>
                    <a:pt x="7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l3220"/>
            <p:cNvSpPr/>
            <p:nvPr/>
          </p:nvSpPr>
          <p:spPr>
            <a:xfrm>
              <a:off x="7014160" y="5147995"/>
              <a:ext cx="14708" cy="7902"/>
            </a:xfrm>
            <a:custGeom>
              <a:avLst/>
              <a:pathLst>
                <a:path w="14708" h="7902">
                  <a:moveTo>
                    <a:pt x="0" y="7902"/>
                  </a:moveTo>
                  <a:lnTo>
                    <a:pt x="147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l3221"/>
            <p:cNvSpPr/>
            <p:nvPr/>
          </p:nvSpPr>
          <p:spPr>
            <a:xfrm>
              <a:off x="7020893" y="5140820"/>
              <a:ext cx="18320" cy="9969"/>
            </a:xfrm>
            <a:custGeom>
              <a:avLst/>
              <a:pathLst>
                <a:path w="18320" h="9969">
                  <a:moveTo>
                    <a:pt x="0" y="9969"/>
                  </a:moveTo>
                  <a:lnTo>
                    <a:pt x="18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l3222"/>
            <p:cNvSpPr/>
            <p:nvPr/>
          </p:nvSpPr>
          <p:spPr>
            <a:xfrm>
              <a:off x="7028157" y="5128201"/>
              <a:ext cx="25491" cy="14119"/>
            </a:xfrm>
            <a:custGeom>
              <a:avLst/>
              <a:pathLst>
                <a:path w="25491" h="14119">
                  <a:moveTo>
                    <a:pt x="0" y="14119"/>
                  </a:moveTo>
                  <a:lnTo>
                    <a:pt x="254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l3223"/>
            <p:cNvSpPr/>
            <p:nvPr/>
          </p:nvSpPr>
          <p:spPr>
            <a:xfrm>
              <a:off x="7038994" y="5112343"/>
              <a:ext cx="34328" cy="19471"/>
            </a:xfrm>
            <a:custGeom>
              <a:avLst/>
              <a:pathLst>
                <a:path w="34328" h="19471">
                  <a:moveTo>
                    <a:pt x="0" y="19471"/>
                  </a:moveTo>
                  <a:lnTo>
                    <a:pt x="34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l3224"/>
            <p:cNvSpPr/>
            <p:nvPr/>
          </p:nvSpPr>
          <p:spPr>
            <a:xfrm>
              <a:off x="6967084" y="5179358"/>
              <a:ext cx="7479" cy="3734"/>
            </a:xfrm>
            <a:custGeom>
              <a:avLst/>
              <a:pathLst>
                <a:path w="7479" h="3734">
                  <a:moveTo>
                    <a:pt x="0" y="3734"/>
                  </a:moveTo>
                  <a:lnTo>
                    <a:pt x="74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l3225"/>
            <p:cNvSpPr/>
            <p:nvPr/>
          </p:nvSpPr>
          <p:spPr>
            <a:xfrm>
              <a:off x="6970231" y="5174404"/>
              <a:ext cx="11193" cy="5634"/>
            </a:xfrm>
            <a:custGeom>
              <a:avLst/>
              <a:pathLst>
                <a:path w="11193" h="5634">
                  <a:moveTo>
                    <a:pt x="0" y="5634"/>
                  </a:moveTo>
                  <a:lnTo>
                    <a:pt x="111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l3226"/>
            <p:cNvSpPr/>
            <p:nvPr/>
          </p:nvSpPr>
          <p:spPr>
            <a:xfrm>
              <a:off x="6975234" y="5169423"/>
              <a:ext cx="13025" cy="6617"/>
            </a:xfrm>
            <a:custGeom>
              <a:avLst/>
              <a:pathLst>
                <a:path w="13025" h="6617">
                  <a:moveTo>
                    <a:pt x="0" y="6617"/>
                  </a:moveTo>
                  <a:lnTo>
                    <a:pt x="130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l3227"/>
            <p:cNvSpPr/>
            <p:nvPr/>
          </p:nvSpPr>
          <p:spPr>
            <a:xfrm>
              <a:off x="6981150" y="5164416"/>
              <a:ext cx="13917" cy="7141"/>
            </a:xfrm>
            <a:custGeom>
              <a:avLst/>
              <a:pathLst>
                <a:path w="13917" h="7141">
                  <a:moveTo>
                    <a:pt x="0" y="7141"/>
                  </a:moveTo>
                  <a:lnTo>
                    <a:pt x="139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l3228"/>
            <p:cNvSpPr/>
            <p:nvPr/>
          </p:nvSpPr>
          <p:spPr>
            <a:xfrm>
              <a:off x="6987508" y="5159383"/>
              <a:ext cx="14341" cy="7433"/>
            </a:xfrm>
            <a:custGeom>
              <a:avLst/>
              <a:pathLst>
                <a:path w="14341" h="7433">
                  <a:moveTo>
                    <a:pt x="0" y="7433"/>
                  </a:moveTo>
                  <a:lnTo>
                    <a:pt x="143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l3229"/>
            <p:cNvSpPr/>
            <p:nvPr/>
          </p:nvSpPr>
          <p:spPr>
            <a:xfrm>
              <a:off x="6944552" y="5190467"/>
              <a:ext cx="7526" cy="3638"/>
            </a:xfrm>
            <a:custGeom>
              <a:avLst/>
              <a:pathLst>
                <a:path w="7526" h="3638">
                  <a:moveTo>
                    <a:pt x="0" y="3638"/>
                  </a:moveTo>
                  <a:lnTo>
                    <a:pt x="75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l3230"/>
            <p:cNvSpPr/>
            <p:nvPr/>
          </p:nvSpPr>
          <p:spPr>
            <a:xfrm>
              <a:off x="6947737" y="5185601"/>
              <a:ext cx="11264" cy="5490"/>
            </a:xfrm>
            <a:custGeom>
              <a:avLst/>
              <a:pathLst>
                <a:path w="11264" h="5490">
                  <a:moveTo>
                    <a:pt x="0" y="5490"/>
                  </a:moveTo>
                  <a:lnTo>
                    <a:pt x="112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l3231"/>
            <p:cNvSpPr/>
            <p:nvPr/>
          </p:nvSpPr>
          <p:spPr>
            <a:xfrm>
              <a:off x="6921880" y="5201286"/>
              <a:ext cx="7572" cy="3542"/>
            </a:xfrm>
            <a:custGeom>
              <a:avLst/>
              <a:pathLst>
                <a:path w="7572" h="3542">
                  <a:moveTo>
                    <a:pt x="0" y="3542"/>
                  </a:moveTo>
                  <a:lnTo>
                    <a:pt x="75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l3232"/>
            <p:cNvSpPr/>
            <p:nvPr/>
          </p:nvSpPr>
          <p:spPr>
            <a:xfrm>
              <a:off x="6899073" y="5211816"/>
              <a:ext cx="7617" cy="3444"/>
            </a:xfrm>
            <a:custGeom>
              <a:avLst/>
              <a:pathLst>
                <a:path w="7617" h="3444">
                  <a:moveTo>
                    <a:pt x="0" y="3444"/>
                  </a:moveTo>
                  <a:lnTo>
                    <a:pt x="76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l3233"/>
            <p:cNvSpPr/>
            <p:nvPr/>
          </p:nvSpPr>
          <p:spPr>
            <a:xfrm>
              <a:off x="6902334" y="5207129"/>
              <a:ext cx="11401" cy="5200"/>
            </a:xfrm>
            <a:custGeom>
              <a:avLst/>
              <a:pathLst>
                <a:path w="11401" h="5200">
                  <a:moveTo>
                    <a:pt x="0" y="5200"/>
                  </a:moveTo>
                  <a:lnTo>
                    <a:pt x="11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l3234"/>
            <p:cNvSpPr/>
            <p:nvPr/>
          </p:nvSpPr>
          <p:spPr>
            <a:xfrm>
              <a:off x="6906934" y="5199443"/>
              <a:ext cx="17041" cy="7871"/>
            </a:xfrm>
            <a:custGeom>
              <a:avLst/>
              <a:pathLst>
                <a:path w="17041" h="7871">
                  <a:moveTo>
                    <a:pt x="0" y="7871"/>
                  </a:moveTo>
                  <a:lnTo>
                    <a:pt x="170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l3235"/>
            <p:cNvSpPr/>
            <p:nvPr/>
          </p:nvSpPr>
          <p:spPr>
            <a:xfrm>
              <a:off x="6914906" y="5192903"/>
              <a:ext cx="19816" cy="9288"/>
            </a:xfrm>
            <a:custGeom>
              <a:avLst/>
              <a:pathLst>
                <a:path w="19816" h="9288">
                  <a:moveTo>
                    <a:pt x="0" y="9288"/>
                  </a:moveTo>
                  <a:lnTo>
                    <a:pt x="198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l3236"/>
            <p:cNvSpPr/>
            <p:nvPr/>
          </p:nvSpPr>
          <p:spPr>
            <a:xfrm>
              <a:off x="6883794" y="5218673"/>
              <a:ext cx="7646" cy="3379"/>
            </a:xfrm>
            <a:custGeom>
              <a:avLst/>
              <a:pathLst>
                <a:path w="7646" h="3379">
                  <a:moveTo>
                    <a:pt x="0" y="3379"/>
                  </a:moveTo>
                  <a:lnTo>
                    <a:pt x="76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l3237"/>
            <p:cNvSpPr/>
            <p:nvPr/>
          </p:nvSpPr>
          <p:spPr>
            <a:xfrm>
              <a:off x="6837619" y="5238459"/>
              <a:ext cx="7730" cy="3182"/>
            </a:xfrm>
            <a:custGeom>
              <a:avLst/>
              <a:pathLst>
                <a:path w="7730" h="3182">
                  <a:moveTo>
                    <a:pt x="0" y="3182"/>
                  </a:moveTo>
                  <a:lnTo>
                    <a:pt x="77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l3238"/>
            <p:cNvSpPr/>
            <p:nvPr/>
          </p:nvSpPr>
          <p:spPr>
            <a:xfrm>
              <a:off x="6840979" y="5234016"/>
              <a:ext cx="11572" cy="4807"/>
            </a:xfrm>
            <a:custGeom>
              <a:avLst/>
              <a:pathLst>
                <a:path w="11572" h="4807">
                  <a:moveTo>
                    <a:pt x="0" y="4807"/>
                  </a:moveTo>
                  <a:lnTo>
                    <a:pt x="115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l3239"/>
            <p:cNvSpPr/>
            <p:nvPr/>
          </p:nvSpPr>
          <p:spPr>
            <a:xfrm>
              <a:off x="6846259" y="5229544"/>
              <a:ext cx="13470" cy="5655"/>
            </a:xfrm>
            <a:custGeom>
              <a:avLst/>
              <a:pathLst>
                <a:path w="13470" h="5655">
                  <a:moveTo>
                    <a:pt x="0" y="5655"/>
                  </a:moveTo>
                  <a:lnTo>
                    <a:pt x="134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l3240"/>
            <p:cNvSpPr/>
            <p:nvPr/>
          </p:nvSpPr>
          <p:spPr>
            <a:xfrm>
              <a:off x="6852484" y="5225043"/>
              <a:ext cx="14398" cy="6113"/>
            </a:xfrm>
            <a:custGeom>
              <a:avLst/>
              <a:pathLst>
                <a:path w="14398" h="6113">
                  <a:moveTo>
                    <a:pt x="0" y="6113"/>
                  </a:moveTo>
                  <a:lnTo>
                    <a:pt x="143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l3241"/>
            <p:cNvSpPr/>
            <p:nvPr/>
          </p:nvSpPr>
          <p:spPr>
            <a:xfrm>
              <a:off x="6859169" y="5220514"/>
              <a:ext cx="14842" cy="6374"/>
            </a:xfrm>
            <a:custGeom>
              <a:avLst/>
              <a:pathLst>
                <a:path w="14842" h="6374">
                  <a:moveTo>
                    <a:pt x="0" y="6374"/>
                  </a:moveTo>
                  <a:lnTo>
                    <a:pt x="148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l3242"/>
            <p:cNvSpPr/>
            <p:nvPr/>
          </p:nvSpPr>
          <p:spPr>
            <a:xfrm>
              <a:off x="6865546" y="5213060"/>
              <a:ext cx="18843" cy="8210"/>
            </a:xfrm>
            <a:custGeom>
              <a:avLst/>
              <a:pathLst>
                <a:path w="18843" h="8210">
                  <a:moveTo>
                    <a:pt x="0" y="8210"/>
                  </a:moveTo>
                  <a:lnTo>
                    <a:pt x="188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l3243"/>
            <p:cNvSpPr/>
            <p:nvPr/>
          </p:nvSpPr>
          <p:spPr>
            <a:xfrm>
              <a:off x="6822118" y="5244792"/>
              <a:ext cx="7757" cy="3116"/>
            </a:xfrm>
            <a:custGeom>
              <a:avLst/>
              <a:pathLst>
                <a:path w="7757" h="3116">
                  <a:moveTo>
                    <a:pt x="0" y="3116"/>
                  </a:moveTo>
                  <a:lnTo>
                    <a:pt x="7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l3244"/>
            <p:cNvSpPr/>
            <p:nvPr/>
          </p:nvSpPr>
          <p:spPr>
            <a:xfrm>
              <a:off x="6790958" y="5257059"/>
              <a:ext cx="7809" cy="2983"/>
            </a:xfrm>
            <a:custGeom>
              <a:avLst/>
              <a:pathLst>
                <a:path w="7809" h="2983">
                  <a:moveTo>
                    <a:pt x="0" y="2983"/>
                  </a:moveTo>
                  <a:lnTo>
                    <a:pt x="78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l3245"/>
            <p:cNvSpPr/>
            <p:nvPr/>
          </p:nvSpPr>
          <p:spPr>
            <a:xfrm>
              <a:off x="6794389" y="5252801"/>
              <a:ext cx="11691" cy="4510"/>
            </a:xfrm>
            <a:custGeom>
              <a:avLst/>
              <a:pathLst>
                <a:path w="11691" h="4510">
                  <a:moveTo>
                    <a:pt x="0" y="4510"/>
                  </a:moveTo>
                  <a:lnTo>
                    <a:pt x="116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l3246"/>
            <p:cNvSpPr/>
            <p:nvPr/>
          </p:nvSpPr>
          <p:spPr>
            <a:xfrm>
              <a:off x="6799759" y="5248515"/>
              <a:ext cx="13611" cy="5308"/>
            </a:xfrm>
            <a:custGeom>
              <a:avLst/>
              <a:pathLst>
                <a:path w="13611" h="5308">
                  <a:moveTo>
                    <a:pt x="0" y="5308"/>
                  </a:moveTo>
                  <a:lnTo>
                    <a:pt x="136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l3247"/>
            <p:cNvSpPr/>
            <p:nvPr/>
          </p:nvSpPr>
          <p:spPr>
            <a:xfrm>
              <a:off x="6767454" y="5265910"/>
              <a:ext cx="7846" cy="2883"/>
            </a:xfrm>
            <a:custGeom>
              <a:avLst/>
              <a:pathLst>
                <a:path w="7846" h="2883">
                  <a:moveTo>
                    <a:pt x="0" y="2883"/>
                  </a:moveTo>
                  <a:lnTo>
                    <a:pt x="7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l3248"/>
            <p:cNvSpPr/>
            <p:nvPr/>
          </p:nvSpPr>
          <p:spPr>
            <a:xfrm>
              <a:off x="6743841" y="5274460"/>
              <a:ext cx="7883" cy="2782"/>
            </a:xfrm>
            <a:custGeom>
              <a:avLst/>
              <a:pathLst>
                <a:path w="7883" h="2782">
                  <a:moveTo>
                    <a:pt x="0" y="2782"/>
                  </a:moveTo>
                  <a:lnTo>
                    <a:pt x="78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l3249"/>
            <p:cNvSpPr/>
            <p:nvPr/>
          </p:nvSpPr>
          <p:spPr>
            <a:xfrm>
              <a:off x="6747341" y="5270391"/>
              <a:ext cx="11803" cy="4209"/>
            </a:xfrm>
            <a:custGeom>
              <a:avLst/>
              <a:pathLst>
                <a:path w="11803" h="4209">
                  <a:moveTo>
                    <a:pt x="0" y="4209"/>
                  </a:moveTo>
                  <a:lnTo>
                    <a:pt x="118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l3250"/>
            <p:cNvSpPr/>
            <p:nvPr/>
          </p:nvSpPr>
          <p:spPr>
            <a:xfrm>
              <a:off x="6752351" y="5263607"/>
              <a:ext cx="17650" cy="6389"/>
            </a:xfrm>
            <a:custGeom>
              <a:avLst/>
              <a:pathLst>
                <a:path w="17650" h="6389">
                  <a:moveTo>
                    <a:pt x="0" y="6389"/>
                  </a:moveTo>
                  <a:lnTo>
                    <a:pt x="17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l3251"/>
            <p:cNvSpPr/>
            <p:nvPr/>
          </p:nvSpPr>
          <p:spPr>
            <a:xfrm>
              <a:off x="6760731" y="5258006"/>
              <a:ext cx="20536" cy="7564"/>
            </a:xfrm>
            <a:custGeom>
              <a:avLst/>
              <a:pathLst>
                <a:path w="20536" h="7564">
                  <a:moveTo>
                    <a:pt x="0" y="7564"/>
                  </a:moveTo>
                  <a:lnTo>
                    <a:pt x="205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l3252"/>
            <p:cNvSpPr/>
            <p:nvPr/>
          </p:nvSpPr>
          <p:spPr>
            <a:xfrm>
              <a:off x="6769169" y="5243739"/>
              <a:ext cx="34498" cy="13080"/>
            </a:xfrm>
            <a:custGeom>
              <a:avLst/>
              <a:pathLst>
                <a:path w="34498" h="13080">
                  <a:moveTo>
                    <a:pt x="0" y="13080"/>
                  </a:moveTo>
                  <a:lnTo>
                    <a:pt x="344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l3253"/>
            <p:cNvSpPr/>
            <p:nvPr/>
          </p:nvSpPr>
          <p:spPr>
            <a:xfrm>
              <a:off x="6785505" y="5234000"/>
              <a:ext cx="35530" cy="13871"/>
            </a:xfrm>
            <a:custGeom>
              <a:avLst/>
              <a:pathLst>
                <a:path w="35530" h="13871">
                  <a:moveTo>
                    <a:pt x="0" y="13871"/>
                  </a:moveTo>
                  <a:lnTo>
                    <a:pt x="355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l3254"/>
            <p:cNvSpPr/>
            <p:nvPr/>
          </p:nvSpPr>
          <p:spPr>
            <a:xfrm>
              <a:off x="6799430" y="5217156"/>
              <a:ext cx="34721" cy="13944"/>
            </a:xfrm>
            <a:custGeom>
              <a:avLst/>
              <a:pathLst>
                <a:path w="34721" h="13944">
                  <a:moveTo>
                    <a:pt x="0" y="13944"/>
                  </a:moveTo>
                  <a:lnTo>
                    <a:pt x="347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l3255"/>
            <p:cNvSpPr/>
            <p:nvPr/>
          </p:nvSpPr>
          <p:spPr>
            <a:xfrm>
              <a:off x="6834152" y="5202542"/>
              <a:ext cx="34445" cy="14613"/>
            </a:xfrm>
            <a:custGeom>
              <a:avLst/>
              <a:pathLst>
                <a:path w="34445" h="14613">
                  <a:moveTo>
                    <a:pt x="0" y="14613"/>
                  </a:moveTo>
                  <a:lnTo>
                    <a:pt x="34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l3256"/>
            <p:cNvSpPr/>
            <p:nvPr/>
          </p:nvSpPr>
          <p:spPr>
            <a:xfrm>
              <a:off x="6831103" y="5192099"/>
              <a:ext cx="41423" cy="17672"/>
            </a:xfrm>
            <a:custGeom>
              <a:avLst/>
              <a:pathLst>
                <a:path w="41423" h="17672">
                  <a:moveTo>
                    <a:pt x="0" y="17672"/>
                  </a:moveTo>
                  <a:lnTo>
                    <a:pt x="414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l3257"/>
            <p:cNvSpPr/>
            <p:nvPr/>
          </p:nvSpPr>
          <p:spPr>
            <a:xfrm>
              <a:off x="6872526" y="5173463"/>
              <a:ext cx="40999" cy="18636"/>
            </a:xfrm>
            <a:custGeom>
              <a:avLst/>
              <a:pathLst>
                <a:path w="40999" h="18636">
                  <a:moveTo>
                    <a:pt x="0" y="18636"/>
                  </a:moveTo>
                  <a:lnTo>
                    <a:pt x="40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l3258"/>
            <p:cNvSpPr/>
            <p:nvPr/>
          </p:nvSpPr>
          <p:spPr>
            <a:xfrm>
              <a:off x="6870916" y="5173165"/>
              <a:ext cx="33795" cy="15278"/>
            </a:xfrm>
            <a:custGeom>
              <a:avLst/>
              <a:pathLst>
                <a:path w="33795" h="15278">
                  <a:moveTo>
                    <a:pt x="0" y="15278"/>
                  </a:moveTo>
                  <a:lnTo>
                    <a:pt x="33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l3259"/>
            <p:cNvSpPr/>
            <p:nvPr/>
          </p:nvSpPr>
          <p:spPr>
            <a:xfrm>
              <a:off x="6904712" y="5157237"/>
              <a:ext cx="33494" cy="15927"/>
            </a:xfrm>
            <a:custGeom>
              <a:avLst/>
              <a:pathLst>
                <a:path w="33494" h="15927">
                  <a:moveTo>
                    <a:pt x="0" y="15927"/>
                  </a:moveTo>
                  <a:lnTo>
                    <a:pt x="334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l3260"/>
            <p:cNvSpPr/>
            <p:nvPr/>
          </p:nvSpPr>
          <p:spPr>
            <a:xfrm>
              <a:off x="6901351" y="5147791"/>
              <a:ext cx="37987" cy="18126"/>
            </a:xfrm>
            <a:custGeom>
              <a:avLst/>
              <a:pathLst>
                <a:path w="37987" h="18126">
                  <a:moveTo>
                    <a:pt x="0" y="18126"/>
                  </a:moveTo>
                  <a:lnTo>
                    <a:pt x="379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l3261"/>
            <p:cNvSpPr/>
            <p:nvPr/>
          </p:nvSpPr>
          <p:spPr>
            <a:xfrm>
              <a:off x="6939338" y="5128834"/>
              <a:ext cx="37579" cy="18957"/>
            </a:xfrm>
            <a:custGeom>
              <a:avLst/>
              <a:pathLst>
                <a:path w="37579" h="18957">
                  <a:moveTo>
                    <a:pt x="0" y="18957"/>
                  </a:moveTo>
                  <a:lnTo>
                    <a:pt x="375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l3262"/>
            <p:cNvSpPr/>
            <p:nvPr/>
          </p:nvSpPr>
          <p:spPr>
            <a:xfrm>
              <a:off x="6932886" y="5108887"/>
              <a:ext cx="50561" cy="25756"/>
            </a:xfrm>
            <a:custGeom>
              <a:avLst/>
              <a:pathLst>
                <a:path w="50561" h="25756">
                  <a:moveTo>
                    <a:pt x="0" y="25756"/>
                  </a:moveTo>
                  <a:lnTo>
                    <a:pt x="505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l3263"/>
            <p:cNvSpPr/>
            <p:nvPr/>
          </p:nvSpPr>
          <p:spPr>
            <a:xfrm>
              <a:off x="6983447" y="5081632"/>
              <a:ext cx="49769" cy="27255"/>
            </a:xfrm>
            <a:custGeom>
              <a:avLst/>
              <a:pathLst>
                <a:path w="49769" h="27255">
                  <a:moveTo>
                    <a:pt x="0" y="27255"/>
                  </a:moveTo>
                  <a:lnTo>
                    <a:pt x="497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l3264"/>
            <p:cNvSpPr/>
            <p:nvPr/>
          </p:nvSpPr>
          <p:spPr>
            <a:xfrm>
              <a:off x="6979093" y="5081665"/>
              <a:ext cx="35025" cy="18980"/>
            </a:xfrm>
            <a:custGeom>
              <a:avLst/>
              <a:pathLst>
                <a:path w="35025" h="18980">
                  <a:moveTo>
                    <a:pt x="0" y="18980"/>
                  </a:moveTo>
                  <a:lnTo>
                    <a:pt x="350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l3265"/>
            <p:cNvSpPr/>
            <p:nvPr/>
          </p:nvSpPr>
          <p:spPr>
            <a:xfrm>
              <a:off x="7014118" y="5061951"/>
              <a:ext cx="34617" cy="19714"/>
            </a:xfrm>
            <a:custGeom>
              <a:avLst/>
              <a:pathLst>
                <a:path w="34617" h="19714">
                  <a:moveTo>
                    <a:pt x="0" y="19714"/>
                  </a:moveTo>
                  <a:lnTo>
                    <a:pt x="346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l3266"/>
            <p:cNvSpPr/>
            <p:nvPr/>
          </p:nvSpPr>
          <p:spPr>
            <a:xfrm>
              <a:off x="7048736" y="5041511"/>
              <a:ext cx="34194" cy="20439"/>
            </a:xfrm>
            <a:custGeom>
              <a:avLst/>
              <a:pathLst>
                <a:path w="34194" h="20439">
                  <a:moveTo>
                    <a:pt x="0" y="20439"/>
                  </a:moveTo>
                  <a:lnTo>
                    <a:pt x="341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l3267"/>
            <p:cNvSpPr/>
            <p:nvPr/>
          </p:nvSpPr>
          <p:spPr>
            <a:xfrm>
              <a:off x="7018960" y="5023780"/>
              <a:ext cx="44453" cy="26136"/>
            </a:xfrm>
            <a:custGeom>
              <a:avLst/>
              <a:pathLst>
                <a:path w="44453" h="26136">
                  <a:moveTo>
                    <a:pt x="0" y="26136"/>
                  </a:moveTo>
                  <a:lnTo>
                    <a:pt x="44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l3268"/>
            <p:cNvSpPr/>
            <p:nvPr/>
          </p:nvSpPr>
          <p:spPr>
            <a:xfrm>
              <a:off x="7063414" y="4996425"/>
              <a:ext cx="43714" cy="27355"/>
            </a:xfrm>
            <a:custGeom>
              <a:avLst/>
              <a:pathLst>
                <a:path w="43714" h="27355">
                  <a:moveTo>
                    <a:pt x="0" y="27355"/>
                  </a:moveTo>
                  <a:lnTo>
                    <a:pt x="437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l3269"/>
            <p:cNvSpPr/>
            <p:nvPr/>
          </p:nvSpPr>
          <p:spPr>
            <a:xfrm>
              <a:off x="7107128" y="4967871"/>
              <a:ext cx="42941" cy="28553"/>
            </a:xfrm>
            <a:custGeom>
              <a:avLst/>
              <a:pathLst>
                <a:path w="42941" h="28553">
                  <a:moveTo>
                    <a:pt x="0" y="28553"/>
                  </a:moveTo>
                  <a:lnTo>
                    <a:pt x="42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l3270"/>
            <p:cNvSpPr/>
            <p:nvPr/>
          </p:nvSpPr>
          <p:spPr>
            <a:xfrm>
              <a:off x="7150069" y="4938142"/>
              <a:ext cx="42135" cy="29729"/>
            </a:xfrm>
            <a:custGeom>
              <a:avLst/>
              <a:pathLst>
                <a:path w="42135" h="29729">
                  <a:moveTo>
                    <a:pt x="0" y="29729"/>
                  </a:moveTo>
                  <a:lnTo>
                    <a:pt x="42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l3271"/>
            <p:cNvSpPr/>
            <p:nvPr/>
          </p:nvSpPr>
          <p:spPr>
            <a:xfrm>
              <a:off x="7104240" y="4964288"/>
              <a:ext cx="41635" cy="27661"/>
            </a:xfrm>
            <a:custGeom>
              <a:avLst/>
              <a:pathLst>
                <a:path w="41635" h="27661">
                  <a:moveTo>
                    <a:pt x="0" y="27661"/>
                  </a:moveTo>
                  <a:lnTo>
                    <a:pt x="416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l3272"/>
            <p:cNvSpPr/>
            <p:nvPr/>
          </p:nvSpPr>
          <p:spPr>
            <a:xfrm>
              <a:off x="7145876" y="4935517"/>
              <a:ext cx="40877" cy="28770"/>
            </a:xfrm>
            <a:custGeom>
              <a:avLst/>
              <a:pathLst>
                <a:path w="40877" h="28770">
                  <a:moveTo>
                    <a:pt x="0" y="28770"/>
                  </a:moveTo>
                  <a:lnTo>
                    <a:pt x="40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l3273"/>
            <p:cNvSpPr/>
            <p:nvPr/>
          </p:nvSpPr>
          <p:spPr>
            <a:xfrm>
              <a:off x="7186753" y="4905658"/>
              <a:ext cx="40089" cy="29858"/>
            </a:xfrm>
            <a:custGeom>
              <a:avLst/>
              <a:pathLst>
                <a:path w="40089" h="29858">
                  <a:moveTo>
                    <a:pt x="0" y="29858"/>
                  </a:moveTo>
                  <a:lnTo>
                    <a:pt x="400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l3274"/>
            <p:cNvSpPr/>
            <p:nvPr/>
          </p:nvSpPr>
          <p:spPr>
            <a:xfrm>
              <a:off x="7164112" y="4917573"/>
              <a:ext cx="40326" cy="29199"/>
            </a:xfrm>
            <a:custGeom>
              <a:avLst/>
              <a:pathLst>
                <a:path w="40326" h="29199">
                  <a:moveTo>
                    <a:pt x="0" y="29199"/>
                  </a:moveTo>
                  <a:lnTo>
                    <a:pt x="403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l3275"/>
            <p:cNvSpPr/>
            <p:nvPr/>
          </p:nvSpPr>
          <p:spPr>
            <a:xfrm>
              <a:off x="7204438" y="4887302"/>
              <a:ext cx="39528" cy="30270"/>
            </a:xfrm>
            <a:custGeom>
              <a:avLst/>
              <a:pathLst>
                <a:path w="39528" h="30270">
                  <a:moveTo>
                    <a:pt x="0" y="30270"/>
                  </a:moveTo>
                  <a:lnTo>
                    <a:pt x="395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l3276"/>
            <p:cNvSpPr/>
            <p:nvPr/>
          </p:nvSpPr>
          <p:spPr>
            <a:xfrm>
              <a:off x="7186943" y="4864749"/>
              <a:ext cx="38318" cy="29331"/>
            </a:xfrm>
            <a:custGeom>
              <a:avLst/>
              <a:pathLst>
                <a:path w="38318" h="29331">
                  <a:moveTo>
                    <a:pt x="0" y="29331"/>
                  </a:moveTo>
                  <a:lnTo>
                    <a:pt x="38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l3277"/>
            <p:cNvSpPr/>
            <p:nvPr/>
          </p:nvSpPr>
          <p:spPr>
            <a:xfrm>
              <a:off x="7225261" y="4834415"/>
              <a:ext cx="37530" cy="30333"/>
            </a:xfrm>
            <a:custGeom>
              <a:avLst/>
              <a:pathLst>
                <a:path w="37530" h="30333">
                  <a:moveTo>
                    <a:pt x="0" y="30333"/>
                  </a:moveTo>
                  <a:lnTo>
                    <a:pt x="375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l3278"/>
            <p:cNvSpPr/>
            <p:nvPr/>
          </p:nvSpPr>
          <p:spPr>
            <a:xfrm>
              <a:off x="7262791" y="4803101"/>
              <a:ext cx="36715" cy="31314"/>
            </a:xfrm>
            <a:custGeom>
              <a:avLst/>
              <a:pathLst>
                <a:path w="36715" h="31314">
                  <a:moveTo>
                    <a:pt x="0" y="31314"/>
                  </a:moveTo>
                  <a:lnTo>
                    <a:pt x="367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l3279"/>
            <p:cNvSpPr/>
            <p:nvPr/>
          </p:nvSpPr>
          <p:spPr>
            <a:xfrm>
              <a:off x="7299507" y="4770828"/>
              <a:ext cx="35875" cy="32273"/>
            </a:xfrm>
            <a:custGeom>
              <a:avLst/>
              <a:pathLst>
                <a:path w="35875" h="32273">
                  <a:moveTo>
                    <a:pt x="0" y="32273"/>
                  </a:moveTo>
                  <a:lnTo>
                    <a:pt x="358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l3280"/>
            <p:cNvSpPr/>
            <p:nvPr/>
          </p:nvSpPr>
          <p:spPr>
            <a:xfrm>
              <a:off x="6712191" y="5285389"/>
              <a:ext cx="7929" cy="2647"/>
            </a:xfrm>
            <a:custGeom>
              <a:avLst/>
              <a:pathLst>
                <a:path w="7929" h="2647">
                  <a:moveTo>
                    <a:pt x="0" y="2647"/>
                  </a:moveTo>
                  <a:lnTo>
                    <a:pt x="7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l3281"/>
            <p:cNvSpPr/>
            <p:nvPr/>
          </p:nvSpPr>
          <p:spPr>
            <a:xfrm>
              <a:off x="6715736" y="5281447"/>
              <a:ext cx="11873" cy="4006"/>
            </a:xfrm>
            <a:custGeom>
              <a:avLst/>
              <a:pathLst>
                <a:path w="11873" h="4006">
                  <a:moveTo>
                    <a:pt x="0" y="4006"/>
                  </a:moveTo>
                  <a:lnTo>
                    <a:pt x="118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l3282"/>
            <p:cNvSpPr/>
            <p:nvPr/>
          </p:nvSpPr>
          <p:spPr>
            <a:xfrm>
              <a:off x="6672378" y="5298289"/>
              <a:ext cx="7984" cy="2477"/>
            </a:xfrm>
            <a:custGeom>
              <a:avLst/>
              <a:pathLst>
                <a:path w="7984" h="2477">
                  <a:moveTo>
                    <a:pt x="0" y="2477"/>
                  </a:moveTo>
                  <a:lnTo>
                    <a:pt x="79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l3283"/>
            <p:cNvSpPr/>
            <p:nvPr/>
          </p:nvSpPr>
          <p:spPr>
            <a:xfrm>
              <a:off x="6675976" y="5294507"/>
              <a:ext cx="11956" cy="3752"/>
            </a:xfrm>
            <a:custGeom>
              <a:avLst/>
              <a:pathLst>
                <a:path w="11956" h="3752">
                  <a:moveTo>
                    <a:pt x="0" y="3752"/>
                  </a:moveTo>
                  <a:lnTo>
                    <a:pt x="119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l3284"/>
            <p:cNvSpPr/>
            <p:nvPr/>
          </p:nvSpPr>
          <p:spPr>
            <a:xfrm>
              <a:off x="6681559" y="5290696"/>
              <a:ext cx="13923" cy="4427"/>
            </a:xfrm>
            <a:custGeom>
              <a:avLst/>
              <a:pathLst>
                <a:path w="13923" h="4427">
                  <a:moveTo>
                    <a:pt x="0" y="4427"/>
                  </a:moveTo>
                  <a:lnTo>
                    <a:pt x="13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l3285"/>
            <p:cNvSpPr/>
            <p:nvPr/>
          </p:nvSpPr>
          <p:spPr>
            <a:xfrm>
              <a:off x="6688121" y="5286854"/>
              <a:ext cx="14888" cy="4799"/>
            </a:xfrm>
            <a:custGeom>
              <a:avLst/>
              <a:pathLst>
                <a:path w="14888" h="4799">
                  <a:moveTo>
                    <a:pt x="0" y="4799"/>
                  </a:moveTo>
                  <a:lnTo>
                    <a:pt x="148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l3286"/>
            <p:cNvSpPr/>
            <p:nvPr/>
          </p:nvSpPr>
          <p:spPr>
            <a:xfrm>
              <a:off x="6694344" y="5277152"/>
              <a:ext cx="25202" cy="8314"/>
            </a:xfrm>
            <a:custGeom>
              <a:avLst/>
              <a:pathLst>
                <a:path w="25202" h="8314">
                  <a:moveTo>
                    <a:pt x="0" y="8314"/>
                  </a:moveTo>
                  <a:lnTo>
                    <a:pt x="252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l3287"/>
            <p:cNvSpPr/>
            <p:nvPr/>
          </p:nvSpPr>
          <p:spPr>
            <a:xfrm>
              <a:off x="6706543" y="5271184"/>
              <a:ext cx="26356" cy="8904"/>
            </a:xfrm>
            <a:custGeom>
              <a:avLst/>
              <a:pathLst>
                <a:path w="26356" h="8904">
                  <a:moveTo>
                    <a:pt x="0" y="8904"/>
                  </a:moveTo>
                  <a:lnTo>
                    <a:pt x="263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l3288"/>
            <p:cNvSpPr/>
            <p:nvPr/>
          </p:nvSpPr>
          <p:spPr>
            <a:xfrm>
              <a:off x="6648362" y="5305620"/>
              <a:ext cx="8015" cy="2375"/>
            </a:xfrm>
            <a:custGeom>
              <a:avLst/>
              <a:pathLst>
                <a:path w="8015" h="2375">
                  <a:moveTo>
                    <a:pt x="0" y="2375"/>
                  </a:moveTo>
                  <a:lnTo>
                    <a:pt x="80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l3289"/>
            <p:cNvSpPr/>
            <p:nvPr/>
          </p:nvSpPr>
          <p:spPr>
            <a:xfrm>
              <a:off x="6632301" y="5310337"/>
              <a:ext cx="8035" cy="2306"/>
            </a:xfrm>
            <a:custGeom>
              <a:avLst/>
              <a:pathLst>
                <a:path w="8035" h="2306">
                  <a:moveTo>
                    <a:pt x="0" y="2306"/>
                  </a:moveTo>
                  <a:lnTo>
                    <a:pt x="8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l3290"/>
            <p:cNvSpPr/>
            <p:nvPr/>
          </p:nvSpPr>
          <p:spPr>
            <a:xfrm>
              <a:off x="6635585" y="5304259"/>
              <a:ext cx="16029" cy="4676"/>
            </a:xfrm>
            <a:custGeom>
              <a:avLst/>
              <a:pathLst>
                <a:path w="16029" h="4676">
                  <a:moveTo>
                    <a:pt x="0" y="4676"/>
                  </a:moveTo>
                  <a:lnTo>
                    <a:pt x="16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l3291"/>
            <p:cNvSpPr/>
            <p:nvPr/>
          </p:nvSpPr>
          <p:spPr>
            <a:xfrm>
              <a:off x="6600064" y="5319359"/>
              <a:ext cx="8073" cy="2169"/>
            </a:xfrm>
            <a:custGeom>
              <a:avLst/>
              <a:pathLst>
                <a:path w="8073" h="2169">
                  <a:moveTo>
                    <a:pt x="0" y="2169"/>
                  </a:moveTo>
                  <a:lnTo>
                    <a:pt x="8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l3292"/>
            <p:cNvSpPr/>
            <p:nvPr/>
          </p:nvSpPr>
          <p:spPr>
            <a:xfrm>
              <a:off x="6603756" y="5315871"/>
              <a:ext cx="12091" cy="3290"/>
            </a:xfrm>
            <a:custGeom>
              <a:avLst/>
              <a:pathLst>
                <a:path w="12091" h="3290">
                  <a:moveTo>
                    <a:pt x="0" y="3290"/>
                  </a:moveTo>
                  <a:lnTo>
                    <a:pt x="12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l3293"/>
            <p:cNvSpPr/>
            <p:nvPr/>
          </p:nvSpPr>
          <p:spPr>
            <a:xfrm>
              <a:off x="6609455" y="5312352"/>
              <a:ext cx="14082" cy="3889"/>
            </a:xfrm>
            <a:custGeom>
              <a:avLst/>
              <a:pathLst>
                <a:path w="14082" h="3889">
                  <a:moveTo>
                    <a:pt x="0" y="3889"/>
                  </a:moveTo>
                  <a:lnTo>
                    <a:pt x="140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l3294"/>
            <p:cNvSpPr/>
            <p:nvPr/>
          </p:nvSpPr>
          <p:spPr>
            <a:xfrm>
              <a:off x="6575788" y="5325764"/>
              <a:ext cx="8100" cy="2065"/>
            </a:xfrm>
            <a:custGeom>
              <a:avLst/>
              <a:pathLst>
                <a:path w="8100" h="2065">
                  <a:moveTo>
                    <a:pt x="0" y="2065"/>
                  </a:moveTo>
                  <a:lnTo>
                    <a:pt x="8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l3295"/>
            <p:cNvSpPr/>
            <p:nvPr/>
          </p:nvSpPr>
          <p:spPr>
            <a:xfrm>
              <a:off x="6551434" y="5331857"/>
              <a:ext cx="8126" cy="1962"/>
            </a:xfrm>
            <a:custGeom>
              <a:avLst/>
              <a:pathLst>
                <a:path w="8126" h="1962">
                  <a:moveTo>
                    <a:pt x="0" y="1962"/>
                  </a:moveTo>
                  <a:lnTo>
                    <a:pt x="8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l3296"/>
            <p:cNvSpPr/>
            <p:nvPr/>
          </p:nvSpPr>
          <p:spPr>
            <a:xfrm>
              <a:off x="6555186" y="5328569"/>
              <a:ext cx="12171" cy="2979"/>
            </a:xfrm>
            <a:custGeom>
              <a:avLst/>
              <a:pathLst>
                <a:path w="12171" h="2979">
                  <a:moveTo>
                    <a:pt x="0" y="2979"/>
                  </a:moveTo>
                  <a:lnTo>
                    <a:pt x="121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l3297"/>
            <p:cNvSpPr/>
            <p:nvPr/>
          </p:nvSpPr>
          <p:spPr>
            <a:xfrm>
              <a:off x="6535157" y="5335747"/>
              <a:ext cx="8142" cy="1892"/>
            </a:xfrm>
            <a:custGeom>
              <a:avLst/>
              <a:pathLst>
                <a:path w="8142" h="1892">
                  <a:moveTo>
                    <a:pt x="0" y="1892"/>
                  </a:moveTo>
                  <a:lnTo>
                    <a:pt x="8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l3298"/>
            <p:cNvSpPr/>
            <p:nvPr/>
          </p:nvSpPr>
          <p:spPr>
            <a:xfrm>
              <a:off x="6510680" y="5341320"/>
              <a:ext cx="8166" cy="1788"/>
            </a:xfrm>
            <a:custGeom>
              <a:avLst/>
              <a:pathLst>
                <a:path w="8166" h="1788">
                  <a:moveTo>
                    <a:pt x="0" y="1788"/>
                  </a:moveTo>
                  <a:lnTo>
                    <a:pt x="81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l3299"/>
            <p:cNvSpPr/>
            <p:nvPr/>
          </p:nvSpPr>
          <p:spPr>
            <a:xfrm>
              <a:off x="6514480" y="5338198"/>
              <a:ext cx="12232" cy="2719"/>
            </a:xfrm>
            <a:custGeom>
              <a:avLst/>
              <a:pathLst>
                <a:path w="12232" h="2719">
                  <a:moveTo>
                    <a:pt x="0" y="2719"/>
                  </a:moveTo>
                  <a:lnTo>
                    <a:pt x="122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l3300"/>
            <p:cNvSpPr/>
            <p:nvPr/>
          </p:nvSpPr>
          <p:spPr>
            <a:xfrm>
              <a:off x="6520021" y="5332807"/>
              <a:ext cx="18304" cy="4161"/>
            </a:xfrm>
            <a:custGeom>
              <a:avLst/>
              <a:pathLst>
                <a:path w="18304" h="4161">
                  <a:moveTo>
                    <a:pt x="0" y="4161"/>
                  </a:moveTo>
                  <a:lnTo>
                    <a:pt x="183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l3301"/>
            <p:cNvSpPr/>
            <p:nvPr/>
          </p:nvSpPr>
          <p:spPr>
            <a:xfrm>
              <a:off x="6528292" y="5323602"/>
              <a:ext cx="31399" cy="7412"/>
            </a:xfrm>
            <a:custGeom>
              <a:avLst/>
              <a:pathLst>
                <a:path w="31399" h="7412">
                  <a:moveTo>
                    <a:pt x="0" y="7412"/>
                  </a:moveTo>
                  <a:lnTo>
                    <a:pt x="31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l3302"/>
            <p:cNvSpPr/>
            <p:nvPr/>
          </p:nvSpPr>
          <p:spPr>
            <a:xfrm>
              <a:off x="6543395" y="5316480"/>
              <a:ext cx="33812" cy="8301"/>
            </a:xfrm>
            <a:custGeom>
              <a:avLst/>
              <a:pathLst>
                <a:path w="33812" h="8301">
                  <a:moveTo>
                    <a:pt x="0" y="8301"/>
                  </a:moveTo>
                  <a:lnTo>
                    <a:pt x="33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l3303"/>
            <p:cNvSpPr/>
            <p:nvPr/>
          </p:nvSpPr>
          <p:spPr>
            <a:xfrm>
              <a:off x="6560003" y="5312071"/>
              <a:ext cx="28942" cy="7342"/>
            </a:xfrm>
            <a:custGeom>
              <a:avLst/>
              <a:pathLst>
                <a:path w="28942" h="7342">
                  <a:moveTo>
                    <a:pt x="0" y="7342"/>
                  </a:moveTo>
                  <a:lnTo>
                    <a:pt x="289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l3304"/>
            <p:cNvSpPr/>
            <p:nvPr/>
          </p:nvSpPr>
          <p:spPr>
            <a:xfrm>
              <a:off x="6573179" y="5300193"/>
              <a:ext cx="39422" cy="10442"/>
            </a:xfrm>
            <a:custGeom>
              <a:avLst/>
              <a:pathLst>
                <a:path w="39422" h="10442">
                  <a:moveTo>
                    <a:pt x="0" y="10442"/>
                  </a:moveTo>
                  <a:lnTo>
                    <a:pt x="394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l3305"/>
            <p:cNvSpPr/>
            <p:nvPr/>
          </p:nvSpPr>
          <p:spPr>
            <a:xfrm>
              <a:off x="6591554" y="5287442"/>
              <a:ext cx="46458" cy="12927"/>
            </a:xfrm>
            <a:custGeom>
              <a:avLst/>
              <a:pathLst>
                <a:path w="46458" h="12927">
                  <a:moveTo>
                    <a:pt x="0" y="12927"/>
                  </a:moveTo>
                  <a:lnTo>
                    <a:pt x="464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l3306"/>
            <p:cNvSpPr/>
            <p:nvPr/>
          </p:nvSpPr>
          <p:spPr>
            <a:xfrm>
              <a:off x="6614466" y="5280276"/>
              <a:ext cx="42959" cy="12491"/>
            </a:xfrm>
            <a:custGeom>
              <a:avLst/>
              <a:pathLst>
                <a:path w="42959" h="12491">
                  <a:moveTo>
                    <a:pt x="0" y="12491"/>
                  </a:moveTo>
                  <a:lnTo>
                    <a:pt x="42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l3307"/>
            <p:cNvSpPr/>
            <p:nvPr/>
          </p:nvSpPr>
          <p:spPr>
            <a:xfrm>
              <a:off x="6632636" y="5263218"/>
              <a:ext cx="39420" cy="11921"/>
            </a:xfrm>
            <a:custGeom>
              <a:avLst/>
              <a:pathLst>
                <a:path w="39420" h="11921">
                  <a:moveTo>
                    <a:pt x="0" y="11921"/>
                  </a:moveTo>
                  <a:lnTo>
                    <a:pt x="39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l3308"/>
            <p:cNvSpPr/>
            <p:nvPr/>
          </p:nvSpPr>
          <p:spPr>
            <a:xfrm>
              <a:off x="6672057" y="5250455"/>
              <a:ext cx="39156" cy="12763"/>
            </a:xfrm>
            <a:custGeom>
              <a:avLst/>
              <a:pathLst>
                <a:path w="39156" h="12763">
                  <a:moveTo>
                    <a:pt x="0" y="12763"/>
                  </a:moveTo>
                  <a:lnTo>
                    <a:pt x="391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l3309"/>
            <p:cNvSpPr/>
            <p:nvPr/>
          </p:nvSpPr>
          <p:spPr>
            <a:xfrm>
              <a:off x="6486136" y="5346580"/>
              <a:ext cx="8188" cy="1683"/>
            </a:xfrm>
            <a:custGeom>
              <a:avLst/>
              <a:pathLst>
                <a:path w="8188" h="1683">
                  <a:moveTo>
                    <a:pt x="0" y="1683"/>
                  </a:moveTo>
                  <a:lnTo>
                    <a:pt x="8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l3310"/>
            <p:cNvSpPr/>
            <p:nvPr/>
          </p:nvSpPr>
          <p:spPr>
            <a:xfrm>
              <a:off x="6489963" y="5343559"/>
              <a:ext cx="12266" cy="2562"/>
            </a:xfrm>
            <a:custGeom>
              <a:avLst/>
              <a:pathLst>
                <a:path w="12266" h="2562">
                  <a:moveTo>
                    <a:pt x="0" y="2562"/>
                  </a:moveTo>
                  <a:lnTo>
                    <a:pt x="12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l3311"/>
            <p:cNvSpPr/>
            <p:nvPr/>
          </p:nvSpPr>
          <p:spPr>
            <a:xfrm>
              <a:off x="6469737" y="5349912"/>
              <a:ext cx="8202" cy="1613"/>
            </a:xfrm>
            <a:custGeom>
              <a:avLst/>
              <a:pathLst>
                <a:path w="8202" h="1613">
                  <a:moveTo>
                    <a:pt x="0" y="1613"/>
                  </a:moveTo>
                  <a:lnTo>
                    <a:pt x="82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l3312"/>
            <p:cNvSpPr/>
            <p:nvPr/>
          </p:nvSpPr>
          <p:spPr>
            <a:xfrm>
              <a:off x="6453312" y="5353104"/>
              <a:ext cx="8216" cy="1543"/>
            </a:xfrm>
            <a:custGeom>
              <a:avLst/>
              <a:pathLst>
                <a:path w="8216" h="1543">
                  <a:moveTo>
                    <a:pt x="0" y="1543"/>
                  </a:moveTo>
                  <a:lnTo>
                    <a:pt x="8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l3313"/>
            <p:cNvSpPr/>
            <p:nvPr/>
          </p:nvSpPr>
          <p:spPr>
            <a:xfrm>
              <a:off x="6456929" y="5348110"/>
              <a:ext cx="16396" cy="3152"/>
            </a:xfrm>
            <a:custGeom>
              <a:avLst/>
              <a:pathLst>
                <a:path w="16396" h="3152">
                  <a:moveTo>
                    <a:pt x="0" y="3152"/>
                  </a:moveTo>
                  <a:lnTo>
                    <a:pt x="16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l3314"/>
            <p:cNvSpPr/>
            <p:nvPr/>
          </p:nvSpPr>
          <p:spPr>
            <a:xfrm>
              <a:off x="6428624" y="5357628"/>
              <a:ext cx="8235" cy="1438"/>
            </a:xfrm>
            <a:custGeom>
              <a:avLst/>
              <a:pathLst>
                <a:path w="8235" h="1438">
                  <a:moveTo>
                    <a:pt x="0" y="1438"/>
                  </a:moveTo>
                  <a:lnTo>
                    <a:pt x="8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l3315"/>
            <p:cNvSpPr/>
            <p:nvPr/>
          </p:nvSpPr>
          <p:spPr>
            <a:xfrm>
              <a:off x="6432514" y="5354845"/>
              <a:ext cx="12337" cy="2195"/>
            </a:xfrm>
            <a:custGeom>
              <a:avLst/>
              <a:pathLst>
                <a:path w="12337" h="2195">
                  <a:moveTo>
                    <a:pt x="0" y="2195"/>
                  </a:moveTo>
                  <a:lnTo>
                    <a:pt x="123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l3316"/>
            <p:cNvSpPr/>
            <p:nvPr/>
          </p:nvSpPr>
          <p:spPr>
            <a:xfrm>
              <a:off x="6395624" y="5363169"/>
              <a:ext cx="8258" cy="1297"/>
            </a:xfrm>
            <a:custGeom>
              <a:avLst/>
              <a:pathLst>
                <a:path w="8258" h="1297">
                  <a:moveTo>
                    <a:pt x="0" y="1297"/>
                  </a:moveTo>
                  <a:lnTo>
                    <a:pt x="82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l3317"/>
            <p:cNvSpPr/>
            <p:nvPr/>
          </p:nvSpPr>
          <p:spPr>
            <a:xfrm>
              <a:off x="6399547" y="5360523"/>
              <a:ext cx="12373" cy="1984"/>
            </a:xfrm>
            <a:custGeom>
              <a:avLst/>
              <a:pathLst>
                <a:path w="12373" h="1984">
                  <a:moveTo>
                    <a:pt x="0" y="1984"/>
                  </a:moveTo>
                  <a:lnTo>
                    <a:pt x="12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l3318"/>
            <p:cNvSpPr/>
            <p:nvPr/>
          </p:nvSpPr>
          <p:spPr>
            <a:xfrm>
              <a:off x="6405525" y="5357843"/>
              <a:ext cx="14417" cy="2367"/>
            </a:xfrm>
            <a:custGeom>
              <a:avLst/>
              <a:pathLst>
                <a:path w="14417" h="2367">
                  <a:moveTo>
                    <a:pt x="0" y="2367"/>
                  </a:moveTo>
                  <a:lnTo>
                    <a:pt x="14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l3319"/>
            <p:cNvSpPr/>
            <p:nvPr/>
          </p:nvSpPr>
          <p:spPr>
            <a:xfrm>
              <a:off x="6345962" y="5370423"/>
              <a:ext cx="8289" cy="1085"/>
            </a:xfrm>
            <a:custGeom>
              <a:avLst/>
              <a:pathLst>
                <a:path w="8289" h="1085">
                  <a:moveTo>
                    <a:pt x="0" y="1085"/>
                  </a:moveTo>
                  <a:lnTo>
                    <a:pt x="82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l3320"/>
            <p:cNvSpPr/>
            <p:nvPr/>
          </p:nvSpPr>
          <p:spPr>
            <a:xfrm>
              <a:off x="6349934" y="5367984"/>
              <a:ext cx="12420" cy="1666"/>
            </a:xfrm>
            <a:custGeom>
              <a:avLst/>
              <a:pathLst>
                <a:path w="12420" h="1666">
                  <a:moveTo>
                    <a:pt x="0" y="1666"/>
                  </a:moveTo>
                  <a:lnTo>
                    <a:pt x="12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l3321"/>
            <p:cNvSpPr/>
            <p:nvPr/>
          </p:nvSpPr>
          <p:spPr>
            <a:xfrm>
              <a:off x="6355969" y="5365510"/>
              <a:ext cx="14472" cy="1997"/>
            </a:xfrm>
            <a:custGeom>
              <a:avLst/>
              <a:pathLst>
                <a:path w="14472" h="1997">
                  <a:moveTo>
                    <a:pt x="0" y="1997"/>
                  </a:moveTo>
                  <a:lnTo>
                    <a:pt x="144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l3322"/>
            <p:cNvSpPr/>
            <p:nvPr/>
          </p:nvSpPr>
          <p:spPr>
            <a:xfrm>
              <a:off x="6363025" y="5363003"/>
              <a:ext cx="15487" cy="2200"/>
            </a:xfrm>
            <a:custGeom>
              <a:avLst/>
              <a:pathLst>
                <a:path w="15487" h="2200">
                  <a:moveTo>
                    <a:pt x="0" y="2200"/>
                  </a:moveTo>
                  <a:lnTo>
                    <a:pt x="154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l3323"/>
            <p:cNvSpPr/>
            <p:nvPr/>
          </p:nvSpPr>
          <p:spPr>
            <a:xfrm>
              <a:off x="6370583" y="5360462"/>
              <a:ext cx="15983" cy="2338"/>
            </a:xfrm>
            <a:custGeom>
              <a:avLst/>
              <a:pathLst>
                <a:path w="15983" h="2338">
                  <a:moveTo>
                    <a:pt x="0" y="2338"/>
                  </a:moveTo>
                  <a:lnTo>
                    <a:pt x="159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l3324"/>
            <p:cNvSpPr/>
            <p:nvPr/>
          </p:nvSpPr>
          <p:spPr>
            <a:xfrm>
              <a:off x="6329370" y="5372558"/>
              <a:ext cx="8298" cy="1014"/>
            </a:xfrm>
            <a:custGeom>
              <a:avLst/>
              <a:pathLst>
                <a:path w="8298" h="1014">
                  <a:moveTo>
                    <a:pt x="0" y="1014"/>
                  </a:moveTo>
                  <a:lnTo>
                    <a:pt x="8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l3325"/>
            <p:cNvSpPr/>
            <p:nvPr/>
          </p:nvSpPr>
          <p:spPr>
            <a:xfrm>
              <a:off x="6312761" y="5374552"/>
              <a:ext cx="8306" cy="943"/>
            </a:xfrm>
            <a:custGeom>
              <a:avLst/>
              <a:pathLst>
                <a:path w="8306" h="943">
                  <a:moveTo>
                    <a:pt x="0" y="943"/>
                  </a:moveTo>
                  <a:lnTo>
                    <a:pt x="83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l3326"/>
            <p:cNvSpPr/>
            <p:nvPr/>
          </p:nvSpPr>
          <p:spPr>
            <a:xfrm>
              <a:off x="6287818" y="5377276"/>
              <a:ext cx="8317" cy="837"/>
            </a:xfrm>
            <a:custGeom>
              <a:avLst/>
              <a:pathLst>
                <a:path w="8317" h="837">
                  <a:moveTo>
                    <a:pt x="0" y="837"/>
                  </a:moveTo>
                  <a:lnTo>
                    <a:pt x="83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l3327"/>
            <p:cNvSpPr/>
            <p:nvPr/>
          </p:nvSpPr>
          <p:spPr>
            <a:xfrm>
              <a:off x="6291844" y="5375080"/>
              <a:ext cx="12464" cy="1294"/>
            </a:xfrm>
            <a:custGeom>
              <a:avLst/>
              <a:pathLst>
                <a:path w="12464" h="1294">
                  <a:moveTo>
                    <a:pt x="0" y="1294"/>
                  </a:moveTo>
                  <a:lnTo>
                    <a:pt x="12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l3328"/>
            <p:cNvSpPr/>
            <p:nvPr/>
          </p:nvSpPr>
          <p:spPr>
            <a:xfrm>
              <a:off x="6297802" y="5371060"/>
              <a:ext cx="18661" cy="2029"/>
            </a:xfrm>
            <a:custGeom>
              <a:avLst/>
              <a:pathLst>
                <a:path w="18661" h="2029">
                  <a:moveTo>
                    <a:pt x="0" y="2029"/>
                  </a:moveTo>
                  <a:lnTo>
                    <a:pt x="186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l3329"/>
            <p:cNvSpPr/>
            <p:nvPr/>
          </p:nvSpPr>
          <p:spPr>
            <a:xfrm>
              <a:off x="6306848" y="5366462"/>
              <a:ext cx="25864" cy="2987"/>
            </a:xfrm>
            <a:custGeom>
              <a:avLst/>
              <a:pathLst>
                <a:path w="25864" h="2987">
                  <a:moveTo>
                    <a:pt x="0" y="2987"/>
                  </a:moveTo>
                  <a:lnTo>
                    <a:pt x="258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l3330"/>
            <p:cNvSpPr/>
            <p:nvPr/>
          </p:nvSpPr>
          <p:spPr>
            <a:xfrm>
              <a:off x="6318868" y="5356465"/>
              <a:ext cx="29209" cy="3597"/>
            </a:xfrm>
            <a:custGeom>
              <a:avLst/>
              <a:pathLst>
                <a:path w="29209" h="3597">
                  <a:moveTo>
                    <a:pt x="0" y="3597"/>
                  </a:moveTo>
                  <a:lnTo>
                    <a:pt x="292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l3331"/>
            <p:cNvSpPr/>
            <p:nvPr/>
          </p:nvSpPr>
          <p:spPr>
            <a:xfrm>
              <a:off x="6348077" y="5352426"/>
              <a:ext cx="29151" cy="4039"/>
            </a:xfrm>
            <a:custGeom>
              <a:avLst/>
              <a:pathLst>
                <a:path w="29151" h="4039">
                  <a:moveTo>
                    <a:pt x="0" y="4039"/>
                  </a:moveTo>
                  <a:lnTo>
                    <a:pt x="291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l3332"/>
            <p:cNvSpPr/>
            <p:nvPr/>
          </p:nvSpPr>
          <p:spPr>
            <a:xfrm>
              <a:off x="6347386" y="5346827"/>
              <a:ext cx="31310" cy="4357"/>
            </a:xfrm>
            <a:custGeom>
              <a:avLst/>
              <a:pathLst>
                <a:path w="31310" h="4357">
                  <a:moveTo>
                    <a:pt x="0" y="4357"/>
                  </a:moveTo>
                  <a:lnTo>
                    <a:pt x="31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l3333"/>
            <p:cNvSpPr/>
            <p:nvPr/>
          </p:nvSpPr>
          <p:spPr>
            <a:xfrm>
              <a:off x="6378696" y="5341960"/>
              <a:ext cx="31234" cy="4867"/>
            </a:xfrm>
            <a:custGeom>
              <a:avLst/>
              <a:pathLst>
                <a:path w="31234" h="4867">
                  <a:moveTo>
                    <a:pt x="0" y="4867"/>
                  </a:moveTo>
                  <a:lnTo>
                    <a:pt x="312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l3334"/>
            <p:cNvSpPr/>
            <p:nvPr/>
          </p:nvSpPr>
          <p:spPr>
            <a:xfrm>
              <a:off x="6378113" y="5333668"/>
              <a:ext cx="56606" cy="9207"/>
            </a:xfrm>
            <a:custGeom>
              <a:avLst/>
              <a:pathLst>
                <a:path w="56606" h="9207">
                  <a:moveTo>
                    <a:pt x="0" y="9207"/>
                  </a:moveTo>
                  <a:lnTo>
                    <a:pt x="56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l3335"/>
            <p:cNvSpPr/>
            <p:nvPr/>
          </p:nvSpPr>
          <p:spPr>
            <a:xfrm>
              <a:off x="6405595" y="5323554"/>
              <a:ext cx="54507" cy="9671"/>
            </a:xfrm>
            <a:custGeom>
              <a:avLst/>
              <a:pathLst>
                <a:path w="54507" h="9671">
                  <a:moveTo>
                    <a:pt x="0" y="9671"/>
                  </a:moveTo>
                  <a:lnTo>
                    <a:pt x="545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l3336"/>
            <p:cNvSpPr/>
            <p:nvPr/>
          </p:nvSpPr>
          <p:spPr>
            <a:xfrm>
              <a:off x="6432186" y="5319329"/>
              <a:ext cx="28730" cy="5322"/>
            </a:xfrm>
            <a:custGeom>
              <a:avLst/>
              <a:pathLst>
                <a:path w="28730" h="5322">
                  <a:moveTo>
                    <a:pt x="0" y="5322"/>
                  </a:moveTo>
                  <a:lnTo>
                    <a:pt x="287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l3337"/>
            <p:cNvSpPr/>
            <p:nvPr/>
          </p:nvSpPr>
          <p:spPr>
            <a:xfrm>
              <a:off x="6460917" y="5313571"/>
              <a:ext cx="28646" cy="5758"/>
            </a:xfrm>
            <a:custGeom>
              <a:avLst/>
              <a:pathLst>
                <a:path w="28646" h="5758">
                  <a:moveTo>
                    <a:pt x="0" y="5758"/>
                  </a:moveTo>
                  <a:lnTo>
                    <a:pt x="286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l3338"/>
            <p:cNvSpPr/>
            <p:nvPr/>
          </p:nvSpPr>
          <p:spPr>
            <a:xfrm>
              <a:off x="6262844" y="5379681"/>
              <a:ext cx="8327" cy="730"/>
            </a:xfrm>
            <a:custGeom>
              <a:avLst/>
              <a:pathLst>
                <a:path w="8327" h="730">
                  <a:moveTo>
                    <a:pt x="0" y="730"/>
                  </a:moveTo>
                  <a:lnTo>
                    <a:pt x="83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l3339"/>
            <p:cNvSpPr/>
            <p:nvPr/>
          </p:nvSpPr>
          <p:spPr>
            <a:xfrm>
              <a:off x="6266892" y="5377590"/>
              <a:ext cx="12479" cy="1135"/>
            </a:xfrm>
            <a:custGeom>
              <a:avLst/>
              <a:pathLst>
                <a:path w="12479" h="1135">
                  <a:moveTo>
                    <a:pt x="0" y="1135"/>
                  </a:moveTo>
                  <a:lnTo>
                    <a:pt x="124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l3340"/>
            <p:cNvSpPr/>
            <p:nvPr/>
          </p:nvSpPr>
          <p:spPr>
            <a:xfrm>
              <a:off x="6229503" y="5382390"/>
              <a:ext cx="8339" cy="588"/>
            </a:xfrm>
            <a:custGeom>
              <a:avLst/>
              <a:pathLst>
                <a:path w="8339" h="588">
                  <a:moveTo>
                    <a:pt x="0" y="588"/>
                  </a:moveTo>
                  <a:lnTo>
                    <a:pt x="8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l3341"/>
            <p:cNvSpPr/>
            <p:nvPr/>
          </p:nvSpPr>
          <p:spPr>
            <a:xfrm>
              <a:off x="6233579" y="5380439"/>
              <a:ext cx="12497" cy="921"/>
            </a:xfrm>
            <a:custGeom>
              <a:avLst/>
              <a:pathLst>
                <a:path w="12497" h="921">
                  <a:moveTo>
                    <a:pt x="0" y="921"/>
                  </a:moveTo>
                  <a:lnTo>
                    <a:pt x="124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l3342"/>
            <p:cNvSpPr/>
            <p:nvPr/>
          </p:nvSpPr>
          <p:spPr>
            <a:xfrm>
              <a:off x="6239731" y="5378453"/>
              <a:ext cx="14566" cy="1129"/>
            </a:xfrm>
            <a:custGeom>
              <a:avLst/>
              <a:pathLst>
                <a:path w="14566" h="1129">
                  <a:moveTo>
                    <a:pt x="0" y="1129"/>
                  </a:moveTo>
                  <a:lnTo>
                    <a:pt x="145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l3343"/>
            <p:cNvSpPr/>
            <p:nvPr/>
          </p:nvSpPr>
          <p:spPr>
            <a:xfrm>
              <a:off x="6212817" y="5383531"/>
              <a:ext cx="8343" cy="517"/>
            </a:xfrm>
            <a:custGeom>
              <a:avLst/>
              <a:pathLst>
                <a:path w="8343" h="517">
                  <a:moveTo>
                    <a:pt x="0" y="517"/>
                  </a:moveTo>
                  <a:lnTo>
                    <a:pt x="83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l3344"/>
            <p:cNvSpPr/>
            <p:nvPr/>
          </p:nvSpPr>
          <p:spPr>
            <a:xfrm>
              <a:off x="6196123" y="5384530"/>
              <a:ext cx="8348" cy="445"/>
            </a:xfrm>
            <a:custGeom>
              <a:avLst/>
              <a:pathLst>
                <a:path w="8348" h="445">
                  <a:moveTo>
                    <a:pt x="0" y="445"/>
                  </a:moveTo>
                  <a:lnTo>
                    <a:pt x="83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l3345"/>
            <p:cNvSpPr/>
            <p:nvPr/>
          </p:nvSpPr>
          <p:spPr>
            <a:xfrm>
              <a:off x="6179422" y="5385386"/>
              <a:ext cx="8351" cy="374"/>
            </a:xfrm>
            <a:custGeom>
              <a:avLst/>
              <a:pathLst>
                <a:path w="8351" h="374">
                  <a:moveTo>
                    <a:pt x="0" y="374"/>
                  </a:moveTo>
                  <a:lnTo>
                    <a:pt x="8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l3346"/>
            <p:cNvSpPr/>
            <p:nvPr/>
          </p:nvSpPr>
          <p:spPr>
            <a:xfrm>
              <a:off x="6154358" y="5386403"/>
              <a:ext cx="8355" cy="267"/>
            </a:xfrm>
            <a:custGeom>
              <a:avLst/>
              <a:pathLst>
                <a:path w="8355" h="267">
                  <a:moveTo>
                    <a:pt x="0" y="267"/>
                  </a:moveTo>
                  <a:lnTo>
                    <a:pt x="8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l3347"/>
            <p:cNvSpPr/>
            <p:nvPr/>
          </p:nvSpPr>
          <p:spPr>
            <a:xfrm>
              <a:off x="6129285" y="5387099"/>
              <a:ext cx="8358" cy="160"/>
            </a:xfrm>
            <a:custGeom>
              <a:avLst/>
              <a:pathLst>
                <a:path w="8358" h="160">
                  <a:moveTo>
                    <a:pt x="0" y="160"/>
                  </a:moveTo>
                  <a:lnTo>
                    <a:pt x="8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l3348"/>
            <p:cNvSpPr/>
            <p:nvPr/>
          </p:nvSpPr>
          <p:spPr>
            <a:xfrm>
              <a:off x="6133439" y="5385571"/>
              <a:ext cx="12528" cy="280"/>
            </a:xfrm>
            <a:custGeom>
              <a:avLst/>
              <a:pathLst>
                <a:path w="12528" h="280">
                  <a:moveTo>
                    <a:pt x="0" y="280"/>
                  </a:moveTo>
                  <a:lnTo>
                    <a:pt x="125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l3349"/>
            <p:cNvSpPr/>
            <p:nvPr/>
          </p:nvSpPr>
          <p:spPr>
            <a:xfrm>
              <a:off x="6139644" y="5382549"/>
              <a:ext cx="18764" cy="510"/>
            </a:xfrm>
            <a:custGeom>
              <a:avLst/>
              <a:pathLst>
                <a:path w="18764" h="510">
                  <a:moveTo>
                    <a:pt x="0" y="510"/>
                  </a:moveTo>
                  <a:lnTo>
                    <a:pt x="187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l3350"/>
            <p:cNvSpPr/>
            <p:nvPr/>
          </p:nvSpPr>
          <p:spPr>
            <a:xfrm>
              <a:off x="6148991" y="5380778"/>
              <a:ext cx="21873" cy="718"/>
            </a:xfrm>
            <a:custGeom>
              <a:avLst/>
              <a:pathLst>
                <a:path w="21873" h="718">
                  <a:moveTo>
                    <a:pt x="0" y="718"/>
                  </a:moveTo>
                  <a:lnTo>
                    <a:pt x="218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l3351"/>
            <p:cNvSpPr/>
            <p:nvPr/>
          </p:nvSpPr>
          <p:spPr>
            <a:xfrm>
              <a:off x="6159841" y="5377597"/>
              <a:ext cx="23398" cy="908"/>
            </a:xfrm>
            <a:custGeom>
              <a:avLst/>
              <a:pathLst>
                <a:path w="23398" h="908">
                  <a:moveTo>
                    <a:pt x="0" y="908"/>
                  </a:moveTo>
                  <a:lnTo>
                    <a:pt x="233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l3352"/>
            <p:cNvSpPr/>
            <p:nvPr/>
          </p:nvSpPr>
          <p:spPr>
            <a:xfrm>
              <a:off x="6171438" y="5374121"/>
              <a:ext cx="28291" cy="1304"/>
            </a:xfrm>
            <a:custGeom>
              <a:avLst/>
              <a:pathLst>
                <a:path w="28291" h="1304">
                  <a:moveTo>
                    <a:pt x="0" y="1304"/>
                  </a:moveTo>
                  <a:lnTo>
                    <a:pt x="28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l3353"/>
            <p:cNvSpPr/>
            <p:nvPr/>
          </p:nvSpPr>
          <p:spPr>
            <a:xfrm>
              <a:off x="6112567" y="5387384"/>
              <a:ext cx="8359" cy="89"/>
            </a:xfrm>
            <a:custGeom>
              <a:avLst/>
              <a:pathLst>
                <a:path w="8359" h="89">
                  <a:moveTo>
                    <a:pt x="0" y="89"/>
                  </a:moveTo>
                  <a:lnTo>
                    <a:pt x="83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l3354"/>
            <p:cNvSpPr/>
            <p:nvPr/>
          </p:nvSpPr>
          <p:spPr>
            <a:xfrm>
              <a:off x="6095847" y="5387527"/>
              <a:ext cx="8359" cy="17"/>
            </a:xfrm>
            <a:custGeom>
              <a:avLst/>
              <a:pathLst>
                <a:path w="8359" h="17">
                  <a:moveTo>
                    <a:pt x="0" y="17"/>
                  </a:moveTo>
                  <a:lnTo>
                    <a:pt x="83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l3355"/>
            <p:cNvSpPr/>
            <p:nvPr/>
          </p:nvSpPr>
          <p:spPr>
            <a:xfrm>
              <a:off x="6070768" y="5387384"/>
              <a:ext cx="8359" cy="89"/>
            </a:xfrm>
            <a:custGeom>
              <a:avLst/>
              <a:pathLst>
                <a:path w="8359" h="89">
                  <a:moveTo>
                    <a:pt x="0" y="0"/>
                  </a:moveTo>
                  <a:lnTo>
                    <a:pt x="8359" y="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l3356"/>
            <p:cNvSpPr/>
            <p:nvPr/>
          </p:nvSpPr>
          <p:spPr>
            <a:xfrm>
              <a:off x="6045693" y="5386902"/>
              <a:ext cx="8357" cy="196"/>
            </a:xfrm>
            <a:custGeom>
              <a:avLst/>
              <a:pathLst>
                <a:path w="8357" h="196">
                  <a:moveTo>
                    <a:pt x="0" y="0"/>
                  </a:moveTo>
                  <a:lnTo>
                    <a:pt x="8357" y="1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l3357"/>
            <p:cNvSpPr/>
            <p:nvPr/>
          </p:nvSpPr>
          <p:spPr>
            <a:xfrm>
              <a:off x="6049903" y="5385674"/>
              <a:ext cx="12528" cy="254"/>
            </a:xfrm>
            <a:custGeom>
              <a:avLst/>
              <a:pathLst>
                <a:path w="12528" h="254">
                  <a:moveTo>
                    <a:pt x="0" y="0"/>
                  </a:moveTo>
                  <a:lnTo>
                    <a:pt x="12528" y="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l3358"/>
            <p:cNvSpPr/>
            <p:nvPr/>
          </p:nvSpPr>
          <p:spPr>
            <a:xfrm>
              <a:off x="6012273" y="5385761"/>
              <a:ext cx="8353" cy="338"/>
            </a:xfrm>
            <a:custGeom>
              <a:avLst/>
              <a:pathLst>
                <a:path w="8353" h="338">
                  <a:moveTo>
                    <a:pt x="0" y="0"/>
                  </a:moveTo>
                  <a:lnTo>
                    <a:pt x="8353" y="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l3359"/>
            <p:cNvSpPr/>
            <p:nvPr/>
          </p:nvSpPr>
          <p:spPr>
            <a:xfrm>
              <a:off x="6016503" y="5384604"/>
              <a:ext cx="12522" cy="467"/>
            </a:xfrm>
            <a:custGeom>
              <a:avLst/>
              <a:pathLst>
                <a:path w="12522" h="467">
                  <a:moveTo>
                    <a:pt x="0" y="0"/>
                  </a:moveTo>
                  <a:lnTo>
                    <a:pt x="12522" y="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l3360"/>
            <p:cNvSpPr/>
            <p:nvPr/>
          </p:nvSpPr>
          <p:spPr>
            <a:xfrm>
              <a:off x="6022814" y="5383518"/>
              <a:ext cx="14601" cy="491"/>
            </a:xfrm>
            <a:custGeom>
              <a:avLst/>
              <a:pathLst>
                <a:path w="14601" h="491">
                  <a:moveTo>
                    <a:pt x="0" y="0"/>
                  </a:moveTo>
                  <a:lnTo>
                    <a:pt x="14601" y="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l3361"/>
            <p:cNvSpPr/>
            <p:nvPr/>
          </p:nvSpPr>
          <p:spPr>
            <a:xfrm>
              <a:off x="6030248" y="5379785"/>
              <a:ext cx="26026" cy="701"/>
            </a:xfrm>
            <a:custGeom>
              <a:avLst/>
              <a:pathLst>
                <a:path w="26026" h="701">
                  <a:moveTo>
                    <a:pt x="0" y="0"/>
                  </a:moveTo>
                  <a:lnTo>
                    <a:pt x="26026" y="7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l3362"/>
            <p:cNvSpPr/>
            <p:nvPr/>
          </p:nvSpPr>
          <p:spPr>
            <a:xfrm>
              <a:off x="6043332" y="5377517"/>
              <a:ext cx="31714" cy="596"/>
            </a:xfrm>
            <a:custGeom>
              <a:avLst/>
              <a:pathLst>
                <a:path w="31714" h="596">
                  <a:moveTo>
                    <a:pt x="0" y="0"/>
                  </a:moveTo>
                  <a:lnTo>
                    <a:pt x="31714" y="5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l3363"/>
            <p:cNvSpPr/>
            <p:nvPr/>
          </p:nvSpPr>
          <p:spPr>
            <a:xfrm>
              <a:off x="6059213" y="5376549"/>
              <a:ext cx="28319" cy="326"/>
            </a:xfrm>
            <a:custGeom>
              <a:avLst/>
              <a:pathLst>
                <a:path w="28319" h="326">
                  <a:moveTo>
                    <a:pt x="0" y="0"/>
                  </a:moveTo>
                  <a:lnTo>
                    <a:pt x="28319" y="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l3364"/>
            <p:cNvSpPr/>
            <p:nvPr/>
          </p:nvSpPr>
          <p:spPr>
            <a:xfrm>
              <a:off x="6073403" y="5374101"/>
              <a:ext cx="26595" cy="125"/>
            </a:xfrm>
            <a:custGeom>
              <a:avLst/>
              <a:pathLst>
                <a:path w="26595" h="125">
                  <a:moveTo>
                    <a:pt x="0" y="0"/>
                  </a:moveTo>
                  <a:lnTo>
                    <a:pt x="26595" y="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l3365"/>
            <p:cNvSpPr/>
            <p:nvPr/>
          </p:nvSpPr>
          <p:spPr>
            <a:xfrm>
              <a:off x="6086713" y="5371457"/>
              <a:ext cx="29862" cy="89"/>
            </a:xfrm>
            <a:custGeom>
              <a:avLst/>
              <a:pathLst>
                <a:path w="29862" h="89">
                  <a:moveTo>
                    <a:pt x="0" y="89"/>
                  </a:moveTo>
                  <a:lnTo>
                    <a:pt x="29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l3366"/>
            <p:cNvSpPr/>
            <p:nvPr/>
          </p:nvSpPr>
          <p:spPr>
            <a:xfrm>
              <a:off x="5987223" y="5384530"/>
              <a:ext cx="8348" cy="445"/>
            </a:xfrm>
            <a:custGeom>
              <a:avLst/>
              <a:pathLst>
                <a:path w="8348" h="445">
                  <a:moveTo>
                    <a:pt x="0" y="0"/>
                  </a:moveTo>
                  <a:lnTo>
                    <a:pt x="8348" y="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l3367"/>
            <p:cNvSpPr/>
            <p:nvPr/>
          </p:nvSpPr>
          <p:spPr>
            <a:xfrm>
              <a:off x="5962191" y="5382979"/>
              <a:ext cx="8341" cy="552"/>
            </a:xfrm>
            <a:custGeom>
              <a:avLst/>
              <a:pathLst>
                <a:path w="8341" h="552">
                  <a:moveTo>
                    <a:pt x="0" y="0"/>
                  </a:moveTo>
                  <a:lnTo>
                    <a:pt x="8341" y="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l3368"/>
            <p:cNvSpPr/>
            <p:nvPr/>
          </p:nvSpPr>
          <p:spPr>
            <a:xfrm>
              <a:off x="5945515" y="5381767"/>
              <a:ext cx="8336" cy="623"/>
            </a:xfrm>
            <a:custGeom>
              <a:avLst/>
              <a:pathLst>
                <a:path w="8336" h="623">
                  <a:moveTo>
                    <a:pt x="0" y="0"/>
                  </a:moveTo>
                  <a:lnTo>
                    <a:pt x="8336" y="6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l3369"/>
            <p:cNvSpPr/>
            <p:nvPr/>
          </p:nvSpPr>
          <p:spPr>
            <a:xfrm>
              <a:off x="5928850" y="5380412"/>
              <a:ext cx="8331" cy="695"/>
            </a:xfrm>
            <a:custGeom>
              <a:avLst/>
              <a:pathLst>
                <a:path w="8331" h="695">
                  <a:moveTo>
                    <a:pt x="0" y="0"/>
                  </a:moveTo>
                  <a:lnTo>
                    <a:pt x="8331" y="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l3370"/>
            <p:cNvSpPr/>
            <p:nvPr/>
          </p:nvSpPr>
          <p:spPr>
            <a:xfrm>
              <a:off x="5912198" y="5378915"/>
              <a:ext cx="8324" cy="766"/>
            </a:xfrm>
            <a:custGeom>
              <a:avLst/>
              <a:pathLst>
                <a:path w="8324" h="766">
                  <a:moveTo>
                    <a:pt x="0" y="0"/>
                  </a:moveTo>
                  <a:lnTo>
                    <a:pt x="8324" y="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l3371"/>
            <p:cNvSpPr/>
            <p:nvPr/>
          </p:nvSpPr>
          <p:spPr>
            <a:xfrm>
              <a:off x="5916604" y="5376651"/>
              <a:ext cx="16633" cy="1459"/>
            </a:xfrm>
            <a:custGeom>
              <a:avLst/>
              <a:pathLst>
                <a:path w="16633" h="1459">
                  <a:moveTo>
                    <a:pt x="0" y="0"/>
                  </a:moveTo>
                  <a:lnTo>
                    <a:pt x="16633" y="1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l3372"/>
            <p:cNvSpPr/>
            <p:nvPr/>
          </p:nvSpPr>
          <p:spPr>
            <a:xfrm>
              <a:off x="5925151" y="5374746"/>
              <a:ext cx="24929" cy="2026"/>
            </a:xfrm>
            <a:custGeom>
              <a:avLst/>
              <a:pathLst>
                <a:path w="24929" h="2026">
                  <a:moveTo>
                    <a:pt x="0" y="0"/>
                  </a:moveTo>
                  <a:lnTo>
                    <a:pt x="24929" y="2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l3373"/>
            <p:cNvSpPr/>
            <p:nvPr/>
          </p:nvSpPr>
          <p:spPr>
            <a:xfrm>
              <a:off x="5878933" y="5375496"/>
              <a:ext cx="8310" cy="908"/>
            </a:xfrm>
            <a:custGeom>
              <a:avLst/>
              <a:pathLst>
                <a:path w="8310" h="908">
                  <a:moveTo>
                    <a:pt x="0" y="0"/>
                  </a:moveTo>
                  <a:lnTo>
                    <a:pt x="8310" y="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l3374"/>
            <p:cNvSpPr/>
            <p:nvPr/>
          </p:nvSpPr>
          <p:spPr>
            <a:xfrm>
              <a:off x="5883233" y="5374631"/>
              <a:ext cx="12461" cy="1321"/>
            </a:xfrm>
            <a:custGeom>
              <a:avLst/>
              <a:pathLst>
                <a:path w="12461" h="1321">
                  <a:moveTo>
                    <a:pt x="0" y="0"/>
                  </a:moveTo>
                  <a:lnTo>
                    <a:pt x="12461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l3375"/>
            <p:cNvSpPr/>
            <p:nvPr/>
          </p:nvSpPr>
          <p:spPr>
            <a:xfrm>
              <a:off x="5854026" y="5372558"/>
              <a:ext cx="8298" cy="1014"/>
            </a:xfrm>
            <a:custGeom>
              <a:avLst/>
              <a:pathLst>
                <a:path w="8298" h="1014">
                  <a:moveTo>
                    <a:pt x="0" y="0"/>
                  </a:moveTo>
                  <a:lnTo>
                    <a:pt x="8298" y="1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l3376"/>
            <p:cNvSpPr/>
            <p:nvPr/>
          </p:nvSpPr>
          <p:spPr>
            <a:xfrm>
              <a:off x="5837443" y="5370423"/>
              <a:ext cx="8289" cy="1085"/>
            </a:xfrm>
            <a:custGeom>
              <a:avLst/>
              <a:pathLst>
                <a:path w="8289" h="1085">
                  <a:moveTo>
                    <a:pt x="0" y="0"/>
                  </a:moveTo>
                  <a:lnTo>
                    <a:pt x="8289" y="1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l3377"/>
            <p:cNvSpPr/>
            <p:nvPr/>
          </p:nvSpPr>
          <p:spPr>
            <a:xfrm>
              <a:off x="5841933" y="5368330"/>
              <a:ext cx="16564" cy="2096"/>
            </a:xfrm>
            <a:custGeom>
              <a:avLst/>
              <a:pathLst>
                <a:path w="16564" h="2096">
                  <a:moveTo>
                    <a:pt x="0" y="0"/>
                  </a:moveTo>
                  <a:lnTo>
                    <a:pt x="16564" y="2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l3378"/>
            <p:cNvSpPr/>
            <p:nvPr/>
          </p:nvSpPr>
          <p:spPr>
            <a:xfrm>
              <a:off x="5850380" y="5368075"/>
              <a:ext cx="20705" cy="2508"/>
            </a:xfrm>
            <a:custGeom>
              <a:avLst/>
              <a:pathLst>
                <a:path w="20705" h="2508">
                  <a:moveTo>
                    <a:pt x="0" y="0"/>
                  </a:moveTo>
                  <a:lnTo>
                    <a:pt x="20705" y="2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l3379"/>
            <p:cNvSpPr/>
            <p:nvPr/>
          </p:nvSpPr>
          <p:spPr>
            <a:xfrm>
              <a:off x="5861210" y="5365392"/>
              <a:ext cx="28954" cy="3289"/>
            </a:xfrm>
            <a:custGeom>
              <a:avLst/>
              <a:pathLst>
                <a:path w="28954" h="3289">
                  <a:moveTo>
                    <a:pt x="0" y="0"/>
                  </a:moveTo>
                  <a:lnTo>
                    <a:pt x="28954" y="3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l3380"/>
            <p:cNvSpPr/>
            <p:nvPr/>
          </p:nvSpPr>
          <p:spPr>
            <a:xfrm>
              <a:off x="5875832" y="5365768"/>
              <a:ext cx="28958" cy="3070"/>
            </a:xfrm>
            <a:custGeom>
              <a:avLst/>
              <a:pathLst>
                <a:path w="28958" h="3070">
                  <a:moveTo>
                    <a:pt x="0" y="0"/>
                  </a:moveTo>
                  <a:lnTo>
                    <a:pt x="28958" y="30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l3381"/>
            <p:cNvSpPr/>
            <p:nvPr/>
          </p:nvSpPr>
          <p:spPr>
            <a:xfrm>
              <a:off x="5891147" y="5359413"/>
              <a:ext cx="47436" cy="4442"/>
            </a:xfrm>
            <a:custGeom>
              <a:avLst/>
              <a:pathLst>
                <a:path w="47436" h="4442">
                  <a:moveTo>
                    <a:pt x="0" y="0"/>
                  </a:moveTo>
                  <a:lnTo>
                    <a:pt x="47436" y="4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l3382"/>
            <p:cNvSpPr/>
            <p:nvPr/>
          </p:nvSpPr>
          <p:spPr>
            <a:xfrm>
              <a:off x="5915100" y="5359128"/>
              <a:ext cx="52582" cy="4203"/>
            </a:xfrm>
            <a:custGeom>
              <a:avLst/>
              <a:pathLst>
                <a:path w="52582" h="4203">
                  <a:moveTo>
                    <a:pt x="0" y="0"/>
                  </a:moveTo>
                  <a:lnTo>
                    <a:pt x="52582" y="4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l3383"/>
            <p:cNvSpPr/>
            <p:nvPr/>
          </p:nvSpPr>
          <p:spPr>
            <a:xfrm>
              <a:off x="5941483" y="5360082"/>
              <a:ext cx="38666" cy="2701"/>
            </a:xfrm>
            <a:custGeom>
              <a:avLst/>
              <a:pathLst>
                <a:path w="38666" h="2701">
                  <a:moveTo>
                    <a:pt x="0" y="0"/>
                  </a:moveTo>
                  <a:lnTo>
                    <a:pt x="38666" y="27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l3384"/>
            <p:cNvSpPr/>
            <p:nvPr/>
          </p:nvSpPr>
          <p:spPr>
            <a:xfrm>
              <a:off x="5960995" y="5358873"/>
              <a:ext cx="31680" cy="1952"/>
            </a:xfrm>
            <a:custGeom>
              <a:avLst/>
              <a:pathLst>
                <a:path w="31680" h="1952">
                  <a:moveTo>
                    <a:pt x="0" y="0"/>
                  </a:moveTo>
                  <a:lnTo>
                    <a:pt x="31680" y="19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l3385"/>
            <p:cNvSpPr/>
            <p:nvPr/>
          </p:nvSpPr>
          <p:spPr>
            <a:xfrm>
              <a:off x="5976913" y="5358585"/>
              <a:ext cx="28195" cy="1531"/>
            </a:xfrm>
            <a:custGeom>
              <a:avLst/>
              <a:pathLst>
                <a:path w="28195" h="1531">
                  <a:moveTo>
                    <a:pt x="0" y="0"/>
                  </a:moveTo>
                  <a:lnTo>
                    <a:pt x="28195" y="1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l3386"/>
            <p:cNvSpPr/>
            <p:nvPr/>
          </p:nvSpPr>
          <p:spPr>
            <a:xfrm>
              <a:off x="5992019" y="5340790"/>
              <a:ext cx="54751" cy="2188"/>
            </a:xfrm>
            <a:custGeom>
              <a:avLst/>
              <a:pathLst>
                <a:path w="54751" h="2188">
                  <a:moveTo>
                    <a:pt x="0" y="0"/>
                  </a:moveTo>
                  <a:lnTo>
                    <a:pt x="54751" y="21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l3387"/>
            <p:cNvSpPr/>
            <p:nvPr/>
          </p:nvSpPr>
          <p:spPr>
            <a:xfrm>
              <a:off x="6046770" y="5342978"/>
              <a:ext cx="54791" cy="620"/>
            </a:xfrm>
            <a:custGeom>
              <a:avLst/>
              <a:pathLst>
                <a:path w="54791" h="620">
                  <a:moveTo>
                    <a:pt x="0" y="0"/>
                  </a:moveTo>
                  <a:lnTo>
                    <a:pt x="54791" y="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l3388"/>
            <p:cNvSpPr/>
            <p:nvPr/>
          </p:nvSpPr>
          <p:spPr>
            <a:xfrm>
              <a:off x="6047111" y="5329668"/>
              <a:ext cx="45449" cy="621"/>
            </a:xfrm>
            <a:custGeom>
              <a:avLst/>
              <a:pathLst>
                <a:path w="45449" h="621">
                  <a:moveTo>
                    <a:pt x="0" y="0"/>
                  </a:moveTo>
                  <a:lnTo>
                    <a:pt x="45449" y="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l3389"/>
            <p:cNvSpPr/>
            <p:nvPr/>
          </p:nvSpPr>
          <p:spPr>
            <a:xfrm>
              <a:off x="6092561" y="5329825"/>
              <a:ext cx="45451" cy="464"/>
            </a:xfrm>
            <a:custGeom>
              <a:avLst/>
              <a:pathLst>
                <a:path w="45451" h="464">
                  <a:moveTo>
                    <a:pt x="0" y="464"/>
                  </a:moveTo>
                  <a:lnTo>
                    <a:pt x="454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l3390"/>
            <p:cNvSpPr/>
            <p:nvPr/>
          </p:nvSpPr>
          <p:spPr>
            <a:xfrm>
              <a:off x="6138012" y="5328274"/>
              <a:ext cx="45427" cy="1551"/>
            </a:xfrm>
            <a:custGeom>
              <a:avLst/>
              <a:pathLst>
                <a:path w="45427" h="1551">
                  <a:moveTo>
                    <a:pt x="0" y="1551"/>
                  </a:moveTo>
                  <a:lnTo>
                    <a:pt x="45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l3391"/>
            <p:cNvSpPr/>
            <p:nvPr/>
          </p:nvSpPr>
          <p:spPr>
            <a:xfrm>
              <a:off x="6115261" y="5326396"/>
              <a:ext cx="49034" cy="1134"/>
            </a:xfrm>
            <a:custGeom>
              <a:avLst/>
              <a:pathLst>
                <a:path w="49034" h="1134">
                  <a:moveTo>
                    <a:pt x="0" y="1134"/>
                  </a:moveTo>
                  <a:lnTo>
                    <a:pt x="49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l3392"/>
            <p:cNvSpPr/>
            <p:nvPr/>
          </p:nvSpPr>
          <p:spPr>
            <a:xfrm>
              <a:off x="6164295" y="5323995"/>
              <a:ext cx="48988" cy="2401"/>
            </a:xfrm>
            <a:custGeom>
              <a:avLst/>
              <a:pathLst>
                <a:path w="48988" h="2401">
                  <a:moveTo>
                    <a:pt x="0" y="2401"/>
                  </a:moveTo>
                  <a:lnTo>
                    <a:pt x="489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l3393"/>
            <p:cNvSpPr/>
            <p:nvPr/>
          </p:nvSpPr>
          <p:spPr>
            <a:xfrm>
              <a:off x="6164103" y="5319260"/>
              <a:ext cx="39060" cy="1813"/>
            </a:xfrm>
            <a:custGeom>
              <a:avLst/>
              <a:pathLst>
                <a:path w="39060" h="1813">
                  <a:moveTo>
                    <a:pt x="0" y="1813"/>
                  </a:moveTo>
                  <a:lnTo>
                    <a:pt x="39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l3394"/>
            <p:cNvSpPr/>
            <p:nvPr/>
          </p:nvSpPr>
          <p:spPr>
            <a:xfrm>
              <a:off x="6203164" y="5316641"/>
              <a:ext cx="39014" cy="2619"/>
            </a:xfrm>
            <a:custGeom>
              <a:avLst/>
              <a:pathLst>
                <a:path w="39014" h="2619">
                  <a:moveTo>
                    <a:pt x="0" y="2619"/>
                  </a:moveTo>
                  <a:lnTo>
                    <a:pt x="39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l3395"/>
            <p:cNvSpPr/>
            <p:nvPr/>
          </p:nvSpPr>
          <p:spPr>
            <a:xfrm>
              <a:off x="6202937" y="5313180"/>
              <a:ext cx="32042" cy="2092"/>
            </a:xfrm>
            <a:custGeom>
              <a:avLst/>
              <a:pathLst>
                <a:path w="32042" h="2092">
                  <a:moveTo>
                    <a:pt x="0" y="2092"/>
                  </a:moveTo>
                  <a:lnTo>
                    <a:pt x="32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l3396"/>
            <p:cNvSpPr/>
            <p:nvPr/>
          </p:nvSpPr>
          <p:spPr>
            <a:xfrm>
              <a:off x="6234980" y="5310543"/>
              <a:ext cx="32002" cy="2636"/>
            </a:xfrm>
            <a:custGeom>
              <a:avLst/>
              <a:pathLst>
                <a:path w="32002" h="2636">
                  <a:moveTo>
                    <a:pt x="0" y="2636"/>
                  </a:moveTo>
                  <a:lnTo>
                    <a:pt x="32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l3397"/>
            <p:cNvSpPr/>
            <p:nvPr/>
          </p:nvSpPr>
          <p:spPr>
            <a:xfrm>
              <a:off x="5812604" y="5366955"/>
              <a:ext cx="8274" cy="1191"/>
            </a:xfrm>
            <a:custGeom>
              <a:avLst/>
              <a:pathLst>
                <a:path w="8274" h="1191">
                  <a:moveTo>
                    <a:pt x="0" y="0"/>
                  </a:moveTo>
                  <a:lnTo>
                    <a:pt x="8274" y="11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l3398"/>
            <p:cNvSpPr/>
            <p:nvPr/>
          </p:nvSpPr>
          <p:spPr>
            <a:xfrm>
              <a:off x="5816931" y="5366237"/>
              <a:ext cx="12409" cy="1746"/>
            </a:xfrm>
            <a:custGeom>
              <a:avLst/>
              <a:pathLst>
                <a:path w="12409" h="1746">
                  <a:moveTo>
                    <a:pt x="0" y="0"/>
                  </a:moveTo>
                  <a:lnTo>
                    <a:pt x="12409" y="1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l3399"/>
            <p:cNvSpPr/>
            <p:nvPr/>
          </p:nvSpPr>
          <p:spPr>
            <a:xfrm>
              <a:off x="5796071" y="5364467"/>
              <a:ext cx="8264" cy="1261"/>
            </a:xfrm>
            <a:custGeom>
              <a:avLst/>
              <a:pathLst>
                <a:path w="8264" h="1261">
                  <a:moveTo>
                    <a:pt x="0" y="0"/>
                  </a:moveTo>
                  <a:lnTo>
                    <a:pt x="8264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l3400"/>
            <p:cNvSpPr/>
            <p:nvPr/>
          </p:nvSpPr>
          <p:spPr>
            <a:xfrm>
              <a:off x="5779559" y="5361837"/>
              <a:ext cx="8253" cy="1332"/>
            </a:xfrm>
            <a:custGeom>
              <a:avLst/>
              <a:pathLst>
                <a:path w="8253" h="1332">
                  <a:moveTo>
                    <a:pt x="0" y="0"/>
                  </a:moveTo>
                  <a:lnTo>
                    <a:pt x="8253" y="13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l3401"/>
            <p:cNvSpPr/>
            <p:nvPr/>
          </p:nvSpPr>
          <p:spPr>
            <a:xfrm>
              <a:off x="5784109" y="5359879"/>
              <a:ext cx="16494" cy="2590"/>
            </a:xfrm>
            <a:custGeom>
              <a:avLst/>
              <a:pathLst>
                <a:path w="16494" h="2590">
                  <a:moveTo>
                    <a:pt x="0" y="0"/>
                  </a:moveTo>
                  <a:lnTo>
                    <a:pt x="16494" y="25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l3402"/>
            <p:cNvSpPr/>
            <p:nvPr/>
          </p:nvSpPr>
          <p:spPr>
            <a:xfrm>
              <a:off x="5763070" y="5359066"/>
              <a:ext cx="8241" cy="1402"/>
            </a:xfrm>
            <a:custGeom>
              <a:avLst/>
              <a:pathLst>
                <a:path w="8241" h="1402">
                  <a:moveTo>
                    <a:pt x="0" y="0"/>
                  </a:moveTo>
                  <a:lnTo>
                    <a:pt x="8241" y="1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l3403"/>
            <p:cNvSpPr/>
            <p:nvPr/>
          </p:nvSpPr>
          <p:spPr>
            <a:xfrm>
              <a:off x="5746605" y="5356155"/>
              <a:ext cx="8229" cy="1473"/>
            </a:xfrm>
            <a:custGeom>
              <a:avLst/>
              <a:pathLst>
                <a:path w="8229" h="1473">
                  <a:moveTo>
                    <a:pt x="0" y="0"/>
                  </a:moveTo>
                  <a:lnTo>
                    <a:pt x="8229" y="14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l3404"/>
            <p:cNvSpPr/>
            <p:nvPr/>
          </p:nvSpPr>
          <p:spPr>
            <a:xfrm>
              <a:off x="5751188" y="5354275"/>
              <a:ext cx="16448" cy="2872"/>
            </a:xfrm>
            <a:custGeom>
              <a:avLst/>
              <a:pathLst>
                <a:path w="16448" h="2872">
                  <a:moveTo>
                    <a:pt x="0" y="0"/>
                  </a:moveTo>
                  <a:lnTo>
                    <a:pt x="16448" y="28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l3405"/>
            <p:cNvSpPr/>
            <p:nvPr/>
          </p:nvSpPr>
          <p:spPr>
            <a:xfrm>
              <a:off x="5705558" y="5348263"/>
              <a:ext cx="8195" cy="1648"/>
            </a:xfrm>
            <a:custGeom>
              <a:avLst/>
              <a:pathLst>
                <a:path w="8195" h="1648">
                  <a:moveTo>
                    <a:pt x="0" y="0"/>
                  </a:moveTo>
                  <a:lnTo>
                    <a:pt x="8195" y="1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l3406"/>
            <p:cNvSpPr/>
            <p:nvPr/>
          </p:nvSpPr>
          <p:spPr>
            <a:xfrm>
              <a:off x="5709918" y="5347787"/>
              <a:ext cx="12293" cy="2431"/>
            </a:xfrm>
            <a:custGeom>
              <a:avLst/>
              <a:pathLst>
                <a:path w="12293" h="2431">
                  <a:moveTo>
                    <a:pt x="0" y="0"/>
                  </a:moveTo>
                  <a:lnTo>
                    <a:pt x="12293" y="2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l3407"/>
            <p:cNvSpPr/>
            <p:nvPr/>
          </p:nvSpPr>
          <p:spPr>
            <a:xfrm>
              <a:off x="5716321" y="5347706"/>
              <a:ext cx="14342" cy="2781"/>
            </a:xfrm>
            <a:custGeom>
              <a:avLst/>
              <a:pathLst>
                <a:path w="14342" h="2781">
                  <a:moveTo>
                    <a:pt x="0" y="0"/>
                  </a:moveTo>
                  <a:lnTo>
                    <a:pt x="14342" y="27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l3408"/>
            <p:cNvSpPr/>
            <p:nvPr/>
          </p:nvSpPr>
          <p:spPr>
            <a:xfrm>
              <a:off x="5723743" y="5347803"/>
              <a:ext cx="15368" cy="2916"/>
            </a:xfrm>
            <a:custGeom>
              <a:avLst/>
              <a:pathLst>
                <a:path w="15368" h="2916">
                  <a:moveTo>
                    <a:pt x="0" y="0"/>
                  </a:moveTo>
                  <a:lnTo>
                    <a:pt x="15368" y="2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l3409"/>
            <p:cNvSpPr/>
            <p:nvPr/>
          </p:nvSpPr>
          <p:spPr>
            <a:xfrm>
              <a:off x="5732417" y="5344044"/>
              <a:ext cx="28137" cy="5126"/>
            </a:xfrm>
            <a:custGeom>
              <a:avLst/>
              <a:pathLst>
                <a:path w="28137" h="5126">
                  <a:moveTo>
                    <a:pt x="0" y="0"/>
                  </a:moveTo>
                  <a:lnTo>
                    <a:pt x="28137" y="51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l3410"/>
            <p:cNvSpPr/>
            <p:nvPr/>
          </p:nvSpPr>
          <p:spPr>
            <a:xfrm>
              <a:off x="5672847" y="5341320"/>
              <a:ext cx="8166" cy="1788"/>
            </a:xfrm>
            <a:custGeom>
              <a:avLst/>
              <a:pathLst>
                <a:path w="8166" h="1788">
                  <a:moveTo>
                    <a:pt x="0" y="0"/>
                  </a:moveTo>
                  <a:lnTo>
                    <a:pt x="8166" y="17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l3411"/>
            <p:cNvSpPr/>
            <p:nvPr/>
          </p:nvSpPr>
          <p:spPr>
            <a:xfrm>
              <a:off x="5677214" y="5340918"/>
              <a:ext cx="12249" cy="2641"/>
            </a:xfrm>
            <a:custGeom>
              <a:avLst/>
              <a:pathLst>
                <a:path w="12249" h="2641">
                  <a:moveTo>
                    <a:pt x="0" y="0"/>
                  </a:moveTo>
                  <a:lnTo>
                    <a:pt x="12249" y="2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l3412"/>
            <p:cNvSpPr/>
            <p:nvPr/>
          </p:nvSpPr>
          <p:spPr>
            <a:xfrm>
              <a:off x="5648395" y="5335747"/>
              <a:ext cx="8142" cy="1892"/>
            </a:xfrm>
            <a:custGeom>
              <a:avLst/>
              <a:pathLst>
                <a:path w="8142" h="1892">
                  <a:moveTo>
                    <a:pt x="0" y="0"/>
                  </a:moveTo>
                  <a:lnTo>
                    <a:pt x="8142" y="1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l3413"/>
            <p:cNvSpPr/>
            <p:nvPr/>
          </p:nvSpPr>
          <p:spPr>
            <a:xfrm>
              <a:off x="5652766" y="5335401"/>
              <a:ext cx="12215" cy="2797"/>
            </a:xfrm>
            <a:custGeom>
              <a:avLst/>
              <a:pathLst>
                <a:path w="12215" h="2797">
                  <a:moveTo>
                    <a:pt x="0" y="0"/>
                  </a:moveTo>
                  <a:lnTo>
                    <a:pt x="12215" y="2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l3414"/>
            <p:cNvSpPr/>
            <p:nvPr/>
          </p:nvSpPr>
          <p:spPr>
            <a:xfrm>
              <a:off x="5624015" y="5329861"/>
              <a:ext cx="8118" cy="1996"/>
            </a:xfrm>
            <a:custGeom>
              <a:avLst/>
              <a:pathLst>
                <a:path w="8118" h="1996">
                  <a:moveTo>
                    <a:pt x="0" y="0"/>
                  </a:moveTo>
                  <a:lnTo>
                    <a:pt x="8118" y="19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l3415"/>
            <p:cNvSpPr/>
            <p:nvPr/>
          </p:nvSpPr>
          <p:spPr>
            <a:xfrm>
              <a:off x="5599713" y="5323663"/>
              <a:ext cx="8091" cy="2100"/>
            </a:xfrm>
            <a:custGeom>
              <a:avLst/>
              <a:pathLst>
                <a:path w="8091" h="2100">
                  <a:moveTo>
                    <a:pt x="0" y="0"/>
                  </a:moveTo>
                  <a:lnTo>
                    <a:pt x="8091" y="21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l3416"/>
            <p:cNvSpPr/>
            <p:nvPr/>
          </p:nvSpPr>
          <p:spPr>
            <a:xfrm>
              <a:off x="5604093" y="5323429"/>
              <a:ext cx="12139" cy="3109"/>
            </a:xfrm>
            <a:custGeom>
              <a:avLst/>
              <a:pathLst>
                <a:path w="12139" h="3109">
                  <a:moveTo>
                    <a:pt x="0" y="0"/>
                  </a:moveTo>
                  <a:lnTo>
                    <a:pt x="12139" y="3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l3417"/>
            <p:cNvSpPr/>
            <p:nvPr/>
          </p:nvSpPr>
          <p:spPr>
            <a:xfrm>
              <a:off x="5567438" y="5314916"/>
              <a:ext cx="8054" cy="2238"/>
            </a:xfrm>
            <a:custGeom>
              <a:avLst/>
              <a:pathLst>
                <a:path w="8054" h="2238">
                  <a:moveTo>
                    <a:pt x="0" y="0"/>
                  </a:moveTo>
                  <a:lnTo>
                    <a:pt x="8054" y="2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l3418"/>
            <p:cNvSpPr/>
            <p:nvPr/>
          </p:nvSpPr>
          <p:spPr>
            <a:xfrm>
              <a:off x="5571821" y="5314757"/>
              <a:ext cx="12084" cy="3316"/>
            </a:xfrm>
            <a:custGeom>
              <a:avLst/>
              <a:pathLst>
                <a:path w="12084" h="3316">
                  <a:moveTo>
                    <a:pt x="0" y="0"/>
                  </a:moveTo>
                  <a:lnTo>
                    <a:pt x="12084" y="3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l3419"/>
            <p:cNvSpPr/>
            <p:nvPr/>
          </p:nvSpPr>
          <p:spPr>
            <a:xfrm>
              <a:off x="5578213" y="5315141"/>
              <a:ext cx="14103" cy="3813"/>
            </a:xfrm>
            <a:custGeom>
              <a:avLst/>
              <a:pathLst>
                <a:path w="14103" h="3813">
                  <a:moveTo>
                    <a:pt x="0" y="0"/>
                  </a:moveTo>
                  <a:lnTo>
                    <a:pt x="14103" y="3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l3420"/>
            <p:cNvSpPr/>
            <p:nvPr/>
          </p:nvSpPr>
          <p:spPr>
            <a:xfrm>
              <a:off x="5527311" y="5303210"/>
              <a:ext cx="8005" cy="2409"/>
            </a:xfrm>
            <a:custGeom>
              <a:avLst/>
              <a:pathLst>
                <a:path w="8005" h="2409">
                  <a:moveTo>
                    <a:pt x="0" y="0"/>
                  </a:moveTo>
                  <a:lnTo>
                    <a:pt x="8005" y="2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l3421"/>
            <p:cNvSpPr/>
            <p:nvPr/>
          </p:nvSpPr>
          <p:spPr>
            <a:xfrm>
              <a:off x="5531697" y="5303145"/>
              <a:ext cx="12011" cy="3573"/>
            </a:xfrm>
            <a:custGeom>
              <a:avLst/>
              <a:pathLst>
                <a:path w="12011" h="3573">
                  <a:moveTo>
                    <a:pt x="0" y="0"/>
                  </a:moveTo>
                  <a:lnTo>
                    <a:pt x="12011" y="3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l3422"/>
            <p:cNvSpPr/>
            <p:nvPr/>
          </p:nvSpPr>
          <p:spPr>
            <a:xfrm>
              <a:off x="5538079" y="5303665"/>
              <a:ext cx="14018" cy="4114"/>
            </a:xfrm>
            <a:custGeom>
              <a:avLst/>
              <a:pathLst>
                <a:path w="14018" h="4114">
                  <a:moveTo>
                    <a:pt x="0" y="0"/>
                  </a:moveTo>
                  <a:lnTo>
                    <a:pt x="14018" y="4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l3423"/>
            <p:cNvSpPr/>
            <p:nvPr/>
          </p:nvSpPr>
          <p:spPr>
            <a:xfrm>
              <a:off x="5545459" y="5304457"/>
              <a:ext cx="15027" cy="4344"/>
            </a:xfrm>
            <a:custGeom>
              <a:avLst/>
              <a:pathLst>
                <a:path w="15027" h="4344">
                  <a:moveTo>
                    <a:pt x="0" y="0"/>
                  </a:moveTo>
                  <a:lnTo>
                    <a:pt x="15027" y="4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l3424"/>
            <p:cNvSpPr/>
            <p:nvPr/>
          </p:nvSpPr>
          <p:spPr>
            <a:xfrm>
              <a:off x="5554448" y="5301529"/>
              <a:ext cx="32550" cy="9106"/>
            </a:xfrm>
            <a:custGeom>
              <a:avLst/>
              <a:pathLst>
                <a:path w="32550" h="9106">
                  <a:moveTo>
                    <a:pt x="0" y="0"/>
                  </a:moveTo>
                  <a:lnTo>
                    <a:pt x="32550" y="9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l3425"/>
            <p:cNvSpPr/>
            <p:nvPr/>
          </p:nvSpPr>
          <p:spPr>
            <a:xfrm>
              <a:off x="5571780" y="5302306"/>
              <a:ext cx="41353" cy="11079"/>
            </a:xfrm>
            <a:custGeom>
              <a:avLst/>
              <a:pathLst>
                <a:path w="41353" h="11079">
                  <a:moveTo>
                    <a:pt x="0" y="0"/>
                  </a:moveTo>
                  <a:lnTo>
                    <a:pt x="41353" y="110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l3426"/>
            <p:cNvSpPr/>
            <p:nvPr/>
          </p:nvSpPr>
          <p:spPr>
            <a:xfrm>
              <a:off x="5593115" y="5305387"/>
              <a:ext cx="38773" cy="9961"/>
            </a:xfrm>
            <a:custGeom>
              <a:avLst/>
              <a:pathLst>
                <a:path w="38773" h="9961">
                  <a:moveTo>
                    <a:pt x="0" y="0"/>
                  </a:moveTo>
                  <a:lnTo>
                    <a:pt x="38773" y="9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l3427"/>
            <p:cNvSpPr/>
            <p:nvPr/>
          </p:nvSpPr>
          <p:spPr>
            <a:xfrm>
              <a:off x="5612808" y="5309178"/>
              <a:ext cx="31478" cy="7807"/>
            </a:xfrm>
            <a:custGeom>
              <a:avLst/>
              <a:pathLst>
                <a:path w="31478" h="7807">
                  <a:moveTo>
                    <a:pt x="0" y="0"/>
                  </a:moveTo>
                  <a:lnTo>
                    <a:pt x="31478" y="7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l3428"/>
            <p:cNvSpPr/>
            <p:nvPr/>
          </p:nvSpPr>
          <p:spPr>
            <a:xfrm>
              <a:off x="5629492" y="5309271"/>
              <a:ext cx="33838" cy="8070"/>
            </a:xfrm>
            <a:custGeom>
              <a:avLst/>
              <a:pathLst>
                <a:path w="33838" h="8070">
                  <a:moveTo>
                    <a:pt x="0" y="0"/>
                  </a:moveTo>
                  <a:lnTo>
                    <a:pt x="33838" y="80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l3429"/>
            <p:cNvSpPr/>
            <p:nvPr/>
          </p:nvSpPr>
          <p:spPr>
            <a:xfrm>
              <a:off x="5647320" y="5309497"/>
              <a:ext cx="41068" cy="9323"/>
            </a:xfrm>
            <a:custGeom>
              <a:avLst/>
              <a:pathLst>
                <a:path w="41068" h="9323">
                  <a:moveTo>
                    <a:pt x="0" y="0"/>
                  </a:moveTo>
                  <a:lnTo>
                    <a:pt x="41068" y="9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l3430"/>
            <p:cNvSpPr/>
            <p:nvPr/>
          </p:nvSpPr>
          <p:spPr>
            <a:xfrm>
              <a:off x="5668124" y="5312972"/>
              <a:ext cx="34663" cy="7535"/>
            </a:xfrm>
            <a:custGeom>
              <a:avLst/>
              <a:pathLst>
                <a:path w="34663" h="7535">
                  <a:moveTo>
                    <a:pt x="0" y="0"/>
                  </a:moveTo>
                  <a:lnTo>
                    <a:pt x="34663" y="7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l3431"/>
            <p:cNvSpPr/>
            <p:nvPr/>
          </p:nvSpPr>
          <p:spPr>
            <a:xfrm>
              <a:off x="5511332" y="5298289"/>
              <a:ext cx="7984" cy="2477"/>
            </a:xfrm>
            <a:custGeom>
              <a:avLst/>
              <a:pathLst>
                <a:path w="7984" h="2477">
                  <a:moveTo>
                    <a:pt x="0" y="0"/>
                  </a:moveTo>
                  <a:lnTo>
                    <a:pt x="7984" y="2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l3432"/>
            <p:cNvSpPr/>
            <p:nvPr/>
          </p:nvSpPr>
          <p:spPr>
            <a:xfrm>
              <a:off x="5495396" y="5293231"/>
              <a:ext cx="7962" cy="2546"/>
            </a:xfrm>
            <a:custGeom>
              <a:avLst/>
              <a:pathLst>
                <a:path w="7962" h="2546">
                  <a:moveTo>
                    <a:pt x="0" y="0"/>
                  </a:moveTo>
                  <a:lnTo>
                    <a:pt x="7962" y="2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l3433"/>
            <p:cNvSpPr/>
            <p:nvPr/>
          </p:nvSpPr>
          <p:spPr>
            <a:xfrm>
              <a:off x="5455749" y="5279992"/>
              <a:ext cx="7906" cy="2715"/>
            </a:xfrm>
            <a:custGeom>
              <a:avLst/>
              <a:pathLst>
                <a:path w="7906" h="2715">
                  <a:moveTo>
                    <a:pt x="0" y="0"/>
                  </a:moveTo>
                  <a:lnTo>
                    <a:pt x="7906" y="2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l3434"/>
            <p:cNvSpPr/>
            <p:nvPr/>
          </p:nvSpPr>
          <p:spPr>
            <a:xfrm>
              <a:off x="5460133" y="5280095"/>
              <a:ext cx="11864" cy="4032"/>
            </a:xfrm>
            <a:custGeom>
              <a:avLst/>
              <a:pathLst>
                <a:path w="11864" h="4032">
                  <a:moveTo>
                    <a:pt x="0" y="0"/>
                  </a:moveTo>
                  <a:lnTo>
                    <a:pt x="11864" y="40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l3435"/>
            <p:cNvSpPr/>
            <p:nvPr/>
          </p:nvSpPr>
          <p:spPr>
            <a:xfrm>
              <a:off x="5466491" y="5280860"/>
              <a:ext cx="13850" cy="4649"/>
            </a:xfrm>
            <a:custGeom>
              <a:avLst/>
              <a:pathLst>
                <a:path w="13850" h="4649">
                  <a:moveTo>
                    <a:pt x="0" y="0"/>
                  </a:moveTo>
                  <a:lnTo>
                    <a:pt x="13850" y="46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l3436"/>
            <p:cNvSpPr/>
            <p:nvPr/>
          </p:nvSpPr>
          <p:spPr>
            <a:xfrm>
              <a:off x="5439970" y="5274460"/>
              <a:ext cx="7883" cy="2782"/>
            </a:xfrm>
            <a:custGeom>
              <a:avLst/>
              <a:pathLst>
                <a:path w="7883" h="2782">
                  <a:moveTo>
                    <a:pt x="0" y="0"/>
                  </a:moveTo>
                  <a:lnTo>
                    <a:pt x="7883" y="2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l3437"/>
            <p:cNvSpPr/>
            <p:nvPr/>
          </p:nvSpPr>
          <p:spPr>
            <a:xfrm>
              <a:off x="5424240" y="5268794"/>
              <a:ext cx="7859" cy="2849"/>
            </a:xfrm>
            <a:custGeom>
              <a:avLst/>
              <a:pathLst>
                <a:path w="7859" h="2849">
                  <a:moveTo>
                    <a:pt x="0" y="0"/>
                  </a:moveTo>
                  <a:lnTo>
                    <a:pt x="7859" y="2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l3438"/>
            <p:cNvSpPr/>
            <p:nvPr/>
          </p:nvSpPr>
          <p:spPr>
            <a:xfrm>
              <a:off x="5354075" y="5241642"/>
              <a:ext cx="7743" cy="3149"/>
            </a:xfrm>
            <a:custGeom>
              <a:avLst/>
              <a:pathLst>
                <a:path w="7743" h="3149">
                  <a:moveTo>
                    <a:pt x="0" y="0"/>
                  </a:moveTo>
                  <a:lnTo>
                    <a:pt x="7743" y="3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l3439"/>
            <p:cNvSpPr/>
            <p:nvPr/>
          </p:nvSpPr>
          <p:spPr>
            <a:xfrm>
              <a:off x="5358447" y="5241988"/>
              <a:ext cx="11623" cy="4684"/>
            </a:xfrm>
            <a:custGeom>
              <a:avLst/>
              <a:pathLst>
                <a:path w="11623" h="4684">
                  <a:moveTo>
                    <a:pt x="0" y="0"/>
                  </a:moveTo>
                  <a:lnTo>
                    <a:pt x="11623" y="4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l3440"/>
            <p:cNvSpPr/>
            <p:nvPr/>
          </p:nvSpPr>
          <p:spPr>
            <a:xfrm>
              <a:off x="5364752" y="5243104"/>
              <a:ext cx="13571" cy="5410"/>
            </a:xfrm>
            <a:custGeom>
              <a:avLst/>
              <a:pathLst>
                <a:path w="13571" h="5410">
                  <a:moveTo>
                    <a:pt x="0" y="0"/>
                  </a:moveTo>
                  <a:lnTo>
                    <a:pt x="13571" y="54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l3441"/>
            <p:cNvSpPr/>
            <p:nvPr/>
          </p:nvSpPr>
          <p:spPr>
            <a:xfrm>
              <a:off x="5372026" y="5244585"/>
              <a:ext cx="14553" cy="5734"/>
            </a:xfrm>
            <a:custGeom>
              <a:avLst/>
              <a:pathLst>
                <a:path w="14553" h="5734">
                  <a:moveTo>
                    <a:pt x="0" y="0"/>
                  </a:moveTo>
                  <a:lnTo>
                    <a:pt x="14553" y="5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l3442"/>
            <p:cNvSpPr/>
            <p:nvPr/>
          </p:nvSpPr>
          <p:spPr>
            <a:xfrm>
              <a:off x="5379785" y="5246228"/>
              <a:ext cx="15053" cy="5859"/>
            </a:xfrm>
            <a:custGeom>
              <a:avLst/>
              <a:pathLst>
                <a:path w="15053" h="5859">
                  <a:moveTo>
                    <a:pt x="0" y="0"/>
                  </a:moveTo>
                  <a:lnTo>
                    <a:pt x="15053" y="5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l3443"/>
            <p:cNvSpPr/>
            <p:nvPr/>
          </p:nvSpPr>
          <p:spPr>
            <a:xfrm>
              <a:off x="5387789" y="5247933"/>
              <a:ext cx="15310" cy="5885"/>
            </a:xfrm>
            <a:custGeom>
              <a:avLst/>
              <a:pathLst>
                <a:path w="15310" h="5885">
                  <a:moveTo>
                    <a:pt x="0" y="0"/>
                  </a:moveTo>
                  <a:lnTo>
                    <a:pt x="15310" y="5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l3444"/>
            <p:cNvSpPr/>
            <p:nvPr/>
          </p:nvSpPr>
          <p:spPr>
            <a:xfrm>
              <a:off x="5395915" y="5249649"/>
              <a:ext cx="15446" cy="5863"/>
            </a:xfrm>
            <a:custGeom>
              <a:avLst/>
              <a:pathLst>
                <a:path w="15446" h="5863">
                  <a:moveTo>
                    <a:pt x="0" y="0"/>
                  </a:moveTo>
                  <a:lnTo>
                    <a:pt x="15446" y="58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l3445"/>
            <p:cNvSpPr/>
            <p:nvPr/>
          </p:nvSpPr>
          <p:spPr>
            <a:xfrm>
              <a:off x="5404105" y="5251353"/>
              <a:ext cx="15521" cy="5816"/>
            </a:xfrm>
            <a:custGeom>
              <a:avLst/>
              <a:pathLst>
                <a:path w="15521" h="5816">
                  <a:moveTo>
                    <a:pt x="0" y="0"/>
                  </a:moveTo>
                  <a:lnTo>
                    <a:pt x="15521" y="5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l3446"/>
            <p:cNvSpPr/>
            <p:nvPr/>
          </p:nvSpPr>
          <p:spPr>
            <a:xfrm>
              <a:off x="5412794" y="5251784"/>
              <a:ext cx="19459" cy="7173"/>
            </a:xfrm>
            <a:custGeom>
              <a:avLst/>
              <a:pathLst>
                <a:path w="19459" h="7173">
                  <a:moveTo>
                    <a:pt x="0" y="0"/>
                  </a:moveTo>
                  <a:lnTo>
                    <a:pt x="19459" y="71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l3447"/>
            <p:cNvSpPr/>
            <p:nvPr/>
          </p:nvSpPr>
          <p:spPr>
            <a:xfrm>
              <a:off x="5423435" y="5252898"/>
              <a:ext cx="25350" cy="9146"/>
            </a:xfrm>
            <a:custGeom>
              <a:avLst/>
              <a:pathLst>
                <a:path w="25350" h="9146">
                  <a:moveTo>
                    <a:pt x="0" y="0"/>
                  </a:moveTo>
                  <a:lnTo>
                    <a:pt x="25350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l3448"/>
            <p:cNvSpPr/>
            <p:nvPr/>
          </p:nvSpPr>
          <p:spPr>
            <a:xfrm>
              <a:off x="5437902" y="5252506"/>
              <a:ext cx="41017" cy="14282"/>
            </a:xfrm>
            <a:custGeom>
              <a:avLst/>
              <a:pathLst>
                <a:path w="41017" h="14282">
                  <a:moveTo>
                    <a:pt x="0" y="0"/>
                  </a:moveTo>
                  <a:lnTo>
                    <a:pt x="41017" y="14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l3449"/>
            <p:cNvSpPr/>
            <p:nvPr/>
          </p:nvSpPr>
          <p:spPr>
            <a:xfrm>
              <a:off x="5458809" y="5258505"/>
              <a:ext cx="35252" cy="11896"/>
            </a:xfrm>
            <a:custGeom>
              <a:avLst/>
              <a:pathLst>
                <a:path w="35252" h="11896">
                  <a:moveTo>
                    <a:pt x="0" y="0"/>
                  </a:moveTo>
                  <a:lnTo>
                    <a:pt x="35252" y="11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l3450"/>
            <p:cNvSpPr/>
            <p:nvPr/>
          </p:nvSpPr>
          <p:spPr>
            <a:xfrm>
              <a:off x="5477258" y="5262015"/>
              <a:ext cx="29416" cy="9665"/>
            </a:xfrm>
            <a:custGeom>
              <a:avLst/>
              <a:pathLst>
                <a:path w="29416" h="9665">
                  <a:moveTo>
                    <a:pt x="0" y="0"/>
                  </a:moveTo>
                  <a:lnTo>
                    <a:pt x="29416" y="9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l3451"/>
            <p:cNvSpPr/>
            <p:nvPr/>
          </p:nvSpPr>
          <p:spPr>
            <a:xfrm>
              <a:off x="5492778" y="5264376"/>
              <a:ext cx="30437" cy="9723"/>
            </a:xfrm>
            <a:custGeom>
              <a:avLst/>
              <a:pathLst>
                <a:path w="30437" h="9723">
                  <a:moveTo>
                    <a:pt x="0" y="0"/>
                  </a:moveTo>
                  <a:lnTo>
                    <a:pt x="30437" y="9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l3452"/>
            <p:cNvSpPr/>
            <p:nvPr/>
          </p:nvSpPr>
          <p:spPr>
            <a:xfrm>
              <a:off x="5516890" y="5241398"/>
              <a:ext cx="43262" cy="13255"/>
            </a:xfrm>
            <a:custGeom>
              <a:avLst/>
              <a:pathLst>
                <a:path w="43262" h="13255">
                  <a:moveTo>
                    <a:pt x="0" y="0"/>
                  </a:moveTo>
                  <a:lnTo>
                    <a:pt x="43262" y="13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l3453"/>
            <p:cNvSpPr/>
            <p:nvPr/>
          </p:nvSpPr>
          <p:spPr>
            <a:xfrm>
              <a:off x="5560153" y="5254654"/>
              <a:ext cx="43565" cy="12222"/>
            </a:xfrm>
            <a:custGeom>
              <a:avLst/>
              <a:pathLst>
                <a:path w="43565" h="12222">
                  <a:moveTo>
                    <a:pt x="0" y="0"/>
                  </a:moveTo>
                  <a:lnTo>
                    <a:pt x="43565" y="12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l3454"/>
            <p:cNvSpPr/>
            <p:nvPr/>
          </p:nvSpPr>
          <p:spPr>
            <a:xfrm>
              <a:off x="5603719" y="5266876"/>
              <a:ext cx="43844" cy="11183"/>
            </a:xfrm>
            <a:custGeom>
              <a:avLst/>
              <a:pathLst>
                <a:path w="43844" h="11183">
                  <a:moveTo>
                    <a:pt x="0" y="0"/>
                  </a:moveTo>
                  <a:lnTo>
                    <a:pt x="43844" y="111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l3455"/>
            <p:cNvSpPr/>
            <p:nvPr/>
          </p:nvSpPr>
          <p:spPr>
            <a:xfrm>
              <a:off x="5647563" y="5278059"/>
              <a:ext cx="44097" cy="10137"/>
            </a:xfrm>
            <a:custGeom>
              <a:avLst/>
              <a:pathLst>
                <a:path w="44097" h="10137">
                  <a:moveTo>
                    <a:pt x="0" y="0"/>
                  </a:moveTo>
                  <a:lnTo>
                    <a:pt x="44097" y="10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l3456"/>
            <p:cNvSpPr/>
            <p:nvPr/>
          </p:nvSpPr>
          <p:spPr>
            <a:xfrm>
              <a:off x="5606818" y="5255301"/>
              <a:ext cx="49741" cy="12598"/>
            </a:xfrm>
            <a:custGeom>
              <a:avLst/>
              <a:pathLst>
                <a:path w="49741" h="12598">
                  <a:moveTo>
                    <a:pt x="0" y="0"/>
                  </a:moveTo>
                  <a:lnTo>
                    <a:pt x="49741" y="125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l3457"/>
            <p:cNvSpPr/>
            <p:nvPr/>
          </p:nvSpPr>
          <p:spPr>
            <a:xfrm>
              <a:off x="5656560" y="5267899"/>
              <a:ext cx="50065" cy="11243"/>
            </a:xfrm>
            <a:custGeom>
              <a:avLst/>
              <a:pathLst>
                <a:path w="50065" h="11243">
                  <a:moveTo>
                    <a:pt x="0" y="0"/>
                  </a:moveTo>
                  <a:lnTo>
                    <a:pt x="50065" y="11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l3458"/>
            <p:cNvSpPr/>
            <p:nvPr/>
          </p:nvSpPr>
          <p:spPr>
            <a:xfrm>
              <a:off x="5706625" y="5279143"/>
              <a:ext cx="50351" cy="9881"/>
            </a:xfrm>
            <a:custGeom>
              <a:avLst/>
              <a:pathLst>
                <a:path w="50351" h="9881">
                  <a:moveTo>
                    <a:pt x="0" y="0"/>
                  </a:moveTo>
                  <a:lnTo>
                    <a:pt x="50351" y="9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l3459"/>
            <p:cNvSpPr/>
            <p:nvPr/>
          </p:nvSpPr>
          <p:spPr>
            <a:xfrm>
              <a:off x="5682721" y="5268495"/>
              <a:ext cx="40024" cy="8533"/>
            </a:xfrm>
            <a:custGeom>
              <a:avLst/>
              <a:pathLst>
                <a:path w="40024" h="8533">
                  <a:moveTo>
                    <a:pt x="0" y="0"/>
                  </a:moveTo>
                  <a:lnTo>
                    <a:pt x="40024" y="85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l3460"/>
            <p:cNvSpPr/>
            <p:nvPr/>
          </p:nvSpPr>
          <p:spPr>
            <a:xfrm>
              <a:off x="5722746" y="5277029"/>
              <a:ext cx="40200" cy="7662"/>
            </a:xfrm>
            <a:custGeom>
              <a:avLst/>
              <a:pathLst>
                <a:path w="40200" h="7662">
                  <a:moveTo>
                    <a:pt x="0" y="0"/>
                  </a:moveTo>
                  <a:lnTo>
                    <a:pt x="40200" y="7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l3461"/>
            <p:cNvSpPr/>
            <p:nvPr/>
          </p:nvSpPr>
          <p:spPr>
            <a:xfrm>
              <a:off x="5762946" y="5284692"/>
              <a:ext cx="40357" cy="6788"/>
            </a:xfrm>
            <a:custGeom>
              <a:avLst/>
              <a:pathLst>
                <a:path w="40357" h="6788">
                  <a:moveTo>
                    <a:pt x="0" y="0"/>
                  </a:moveTo>
                  <a:lnTo>
                    <a:pt x="40357" y="67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l3462"/>
            <p:cNvSpPr/>
            <p:nvPr/>
          </p:nvSpPr>
          <p:spPr>
            <a:xfrm>
              <a:off x="5743573" y="5277046"/>
              <a:ext cx="44977" cy="8008"/>
            </a:xfrm>
            <a:custGeom>
              <a:avLst/>
              <a:pathLst>
                <a:path w="44977" h="8008">
                  <a:moveTo>
                    <a:pt x="0" y="0"/>
                  </a:moveTo>
                  <a:lnTo>
                    <a:pt x="44977" y="8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l3463"/>
            <p:cNvSpPr/>
            <p:nvPr/>
          </p:nvSpPr>
          <p:spPr>
            <a:xfrm>
              <a:off x="5788550" y="5285054"/>
              <a:ext cx="45158" cy="6914"/>
            </a:xfrm>
            <a:custGeom>
              <a:avLst/>
              <a:pathLst>
                <a:path w="45158" h="6914">
                  <a:moveTo>
                    <a:pt x="0" y="0"/>
                  </a:moveTo>
                  <a:lnTo>
                    <a:pt x="45158" y="6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l3464"/>
            <p:cNvSpPr/>
            <p:nvPr/>
          </p:nvSpPr>
          <p:spPr>
            <a:xfrm>
              <a:off x="5800294" y="5214122"/>
              <a:ext cx="53182" cy="7994"/>
            </a:xfrm>
            <a:custGeom>
              <a:avLst/>
              <a:pathLst>
                <a:path w="53182" h="7994">
                  <a:moveTo>
                    <a:pt x="0" y="0"/>
                  </a:moveTo>
                  <a:lnTo>
                    <a:pt x="53182" y="7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l3465"/>
            <p:cNvSpPr/>
            <p:nvPr/>
          </p:nvSpPr>
          <p:spPr>
            <a:xfrm>
              <a:off x="5853476" y="5222117"/>
              <a:ext cx="53396" cy="6410"/>
            </a:xfrm>
            <a:custGeom>
              <a:avLst/>
              <a:pathLst>
                <a:path w="53396" h="6410">
                  <a:moveTo>
                    <a:pt x="0" y="0"/>
                  </a:moveTo>
                  <a:lnTo>
                    <a:pt x="53396" y="64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l3466"/>
            <p:cNvSpPr/>
            <p:nvPr/>
          </p:nvSpPr>
          <p:spPr>
            <a:xfrm>
              <a:off x="5906872" y="5228528"/>
              <a:ext cx="53563" cy="4821"/>
            </a:xfrm>
            <a:custGeom>
              <a:avLst/>
              <a:pathLst>
                <a:path w="53563" h="4821">
                  <a:moveTo>
                    <a:pt x="0" y="0"/>
                  </a:moveTo>
                  <a:lnTo>
                    <a:pt x="53563" y="48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l3467"/>
            <p:cNvSpPr/>
            <p:nvPr/>
          </p:nvSpPr>
          <p:spPr>
            <a:xfrm>
              <a:off x="5960436" y="5233350"/>
              <a:ext cx="53682" cy="3227"/>
            </a:xfrm>
            <a:custGeom>
              <a:avLst/>
              <a:pathLst>
                <a:path w="53682" h="3227">
                  <a:moveTo>
                    <a:pt x="0" y="0"/>
                  </a:moveTo>
                  <a:lnTo>
                    <a:pt x="53682" y="3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l3468"/>
            <p:cNvSpPr/>
            <p:nvPr/>
          </p:nvSpPr>
          <p:spPr>
            <a:xfrm>
              <a:off x="6014118" y="5236577"/>
              <a:ext cx="53755" cy="1630"/>
            </a:xfrm>
            <a:custGeom>
              <a:avLst/>
              <a:pathLst>
                <a:path w="53755" h="1630">
                  <a:moveTo>
                    <a:pt x="0" y="0"/>
                  </a:moveTo>
                  <a:lnTo>
                    <a:pt x="53755" y="1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l3469"/>
            <p:cNvSpPr/>
            <p:nvPr/>
          </p:nvSpPr>
          <p:spPr>
            <a:xfrm>
              <a:off x="6067873" y="5238207"/>
              <a:ext cx="53779" cy="32"/>
            </a:xfrm>
            <a:custGeom>
              <a:avLst/>
              <a:pathLst>
                <a:path w="53779" h="32">
                  <a:moveTo>
                    <a:pt x="0" y="0"/>
                  </a:moveTo>
                  <a:lnTo>
                    <a:pt x="53779" y="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l3470"/>
            <p:cNvSpPr/>
            <p:nvPr/>
          </p:nvSpPr>
          <p:spPr>
            <a:xfrm>
              <a:off x="6121653" y="5236673"/>
              <a:ext cx="53756" cy="1566"/>
            </a:xfrm>
            <a:custGeom>
              <a:avLst/>
              <a:pathLst>
                <a:path w="53756" h="1566">
                  <a:moveTo>
                    <a:pt x="0" y="1566"/>
                  </a:moveTo>
                  <a:lnTo>
                    <a:pt x="537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l3471"/>
            <p:cNvSpPr/>
            <p:nvPr/>
          </p:nvSpPr>
          <p:spPr>
            <a:xfrm>
              <a:off x="6175410" y="5233511"/>
              <a:ext cx="53686" cy="3162"/>
            </a:xfrm>
            <a:custGeom>
              <a:avLst/>
              <a:pathLst>
                <a:path w="53686" h="3162">
                  <a:moveTo>
                    <a:pt x="0" y="3162"/>
                  </a:moveTo>
                  <a:lnTo>
                    <a:pt x="536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l3472"/>
            <p:cNvSpPr/>
            <p:nvPr/>
          </p:nvSpPr>
          <p:spPr>
            <a:xfrm>
              <a:off x="6015742" y="5200665"/>
              <a:ext cx="52282" cy="1591"/>
            </a:xfrm>
            <a:custGeom>
              <a:avLst/>
              <a:pathLst>
                <a:path w="52282" h="1591">
                  <a:moveTo>
                    <a:pt x="0" y="0"/>
                  </a:moveTo>
                  <a:lnTo>
                    <a:pt x="52282" y="1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l3473"/>
            <p:cNvSpPr/>
            <p:nvPr/>
          </p:nvSpPr>
          <p:spPr>
            <a:xfrm>
              <a:off x="6068025" y="5202256"/>
              <a:ext cx="52306" cy="49"/>
            </a:xfrm>
            <a:custGeom>
              <a:avLst/>
              <a:pathLst>
                <a:path w="52306" h="49">
                  <a:moveTo>
                    <a:pt x="0" y="0"/>
                  </a:moveTo>
                  <a:lnTo>
                    <a:pt x="52306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l3474"/>
            <p:cNvSpPr/>
            <p:nvPr/>
          </p:nvSpPr>
          <p:spPr>
            <a:xfrm>
              <a:off x="6120331" y="5200812"/>
              <a:ext cx="52285" cy="1493"/>
            </a:xfrm>
            <a:custGeom>
              <a:avLst/>
              <a:pathLst>
                <a:path w="52285" h="1493">
                  <a:moveTo>
                    <a:pt x="0" y="1493"/>
                  </a:moveTo>
                  <a:lnTo>
                    <a:pt x="522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l3475"/>
            <p:cNvSpPr/>
            <p:nvPr/>
          </p:nvSpPr>
          <p:spPr>
            <a:xfrm>
              <a:off x="6172617" y="5197778"/>
              <a:ext cx="52218" cy="3034"/>
            </a:xfrm>
            <a:custGeom>
              <a:avLst/>
              <a:pathLst>
                <a:path w="52218" h="3034">
                  <a:moveTo>
                    <a:pt x="0" y="3034"/>
                  </a:moveTo>
                  <a:lnTo>
                    <a:pt x="52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l3476"/>
            <p:cNvSpPr/>
            <p:nvPr/>
          </p:nvSpPr>
          <p:spPr>
            <a:xfrm>
              <a:off x="6224836" y="5193204"/>
              <a:ext cx="52106" cy="4573"/>
            </a:xfrm>
            <a:custGeom>
              <a:avLst/>
              <a:pathLst>
                <a:path w="52106" h="4573">
                  <a:moveTo>
                    <a:pt x="0" y="4573"/>
                  </a:moveTo>
                  <a:lnTo>
                    <a:pt x="521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l3477"/>
            <p:cNvSpPr/>
            <p:nvPr/>
          </p:nvSpPr>
          <p:spPr>
            <a:xfrm>
              <a:off x="6276942" y="5187096"/>
              <a:ext cx="51948" cy="6107"/>
            </a:xfrm>
            <a:custGeom>
              <a:avLst/>
              <a:pathLst>
                <a:path w="51948" h="6107">
                  <a:moveTo>
                    <a:pt x="0" y="6107"/>
                  </a:moveTo>
                  <a:lnTo>
                    <a:pt x="519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l3478"/>
            <p:cNvSpPr/>
            <p:nvPr/>
          </p:nvSpPr>
          <p:spPr>
            <a:xfrm>
              <a:off x="6328891" y="5179459"/>
              <a:ext cx="51746" cy="7637"/>
            </a:xfrm>
            <a:custGeom>
              <a:avLst/>
              <a:pathLst>
                <a:path w="51746" h="7637">
                  <a:moveTo>
                    <a:pt x="0" y="7637"/>
                  </a:moveTo>
                  <a:lnTo>
                    <a:pt x="517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l3479"/>
            <p:cNvSpPr/>
            <p:nvPr/>
          </p:nvSpPr>
          <p:spPr>
            <a:xfrm>
              <a:off x="6380637" y="5170299"/>
              <a:ext cx="51498" cy="9160"/>
            </a:xfrm>
            <a:custGeom>
              <a:avLst/>
              <a:pathLst>
                <a:path w="51498" h="9160">
                  <a:moveTo>
                    <a:pt x="0" y="9160"/>
                  </a:moveTo>
                  <a:lnTo>
                    <a:pt x="514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l3480"/>
            <p:cNvSpPr/>
            <p:nvPr/>
          </p:nvSpPr>
          <p:spPr>
            <a:xfrm>
              <a:off x="6222027" y="5154891"/>
              <a:ext cx="50028" cy="4377"/>
            </a:xfrm>
            <a:custGeom>
              <a:avLst/>
              <a:pathLst>
                <a:path w="50028" h="4377">
                  <a:moveTo>
                    <a:pt x="0" y="4377"/>
                  </a:moveTo>
                  <a:lnTo>
                    <a:pt x="500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l3481"/>
            <p:cNvSpPr/>
            <p:nvPr/>
          </p:nvSpPr>
          <p:spPr>
            <a:xfrm>
              <a:off x="6272056" y="5149068"/>
              <a:ext cx="49880" cy="5823"/>
            </a:xfrm>
            <a:custGeom>
              <a:avLst/>
              <a:pathLst>
                <a:path w="49880" h="5823">
                  <a:moveTo>
                    <a:pt x="0" y="5823"/>
                  </a:moveTo>
                  <a:lnTo>
                    <a:pt x="49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l3482"/>
            <p:cNvSpPr/>
            <p:nvPr/>
          </p:nvSpPr>
          <p:spPr>
            <a:xfrm>
              <a:off x="6321937" y="5141803"/>
              <a:ext cx="49691" cy="7264"/>
            </a:xfrm>
            <a:custGeom>
              <a:avLst/>
              <a:pathLst>
                <a:path w="49691" h="7264">
                  <a:moveTo>
                    <a:pt x="0" y="7264"/>
                  </a:moveTo>
                  <a:lnTo>
                    <a:pt x="496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l3483"/>
            <p:cNvSpPr/>
            <p:nvPr/>
          </p:nvSpPr>
          <p:spPr>
            <a:xfrm>
              <a:off x="6371628" y="5133103"/>
              <a:ext cx="49460" cy="8699"/>
            </a:xfrm>
            <a:custGeom>
              <a:avLst/>
              <a:pathLst>
                <a:path w="49460" h="8699">
                  <a:moveTo>
                    <a:pt x="0" y="8699"/>
                  </a:moveTo>
                  <a:lnTo>
                    <a:pt x="49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l3484"/>
            <p:cNvSpPr/>
            <p:nvPr/>
          </p:nvSpPr>
          <p:spPr>
            <a:xfrm>
              <a:off x="6421088" y="5122975"/>
              <a:ext cx="49187" cy="10127"/>
            </a:xfrm>
            <a:custGeom>
              <a:avLst/>
              <a:pathLst>
                <a:path w="49187" h="10127">
                  <a:moveTo>
                    <a:pt x="0" y="10127"/>
                  </a:moveTo>
                  <a:lnTo>
                    <a:pt x="49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l3485"/>
            <p:cNvSpPr/>
            <p:nvPr/>
          </p:nvSpPr>
          <p:spPr>
            <a:xfrm>
              <a:off x="6470276" y="5111428"/>
              <a:ext cx="48873" cy="11547"/>
            </a:xfrm>
            <a:custGeom>
              <a:avLst/>
              <a:pathLst>
                <a:path w="48873" h="11547">
                  <a:moveTo>
                    <a:pt x="0" y="11547"/>
                  </a:moveTo>
                  <a:lnTo>
                    <a:pt x="488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l3486"/>
            <p:cNvSpPr/>
            <p:nvPr/>
          </p:nvSpPr>
          <p:spPr>
            <a:xfrm>
              <a:off x="6519150" y="5098471"/>
              <a:ext cx="48519" cy="12957"/>
            </a:xfrm>
            <a:custGeom>
              <a:avLst/>
              <a:pathLst>
                <a:path w="48519" h="12957">
                  <a:moveTo>
                    <a:pt x="0" y="12957"/>
                  </a:moveTo>
                  <a:lnTo>
                    <a:pt x="48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l3487"/>
            <p:cNvSpPr/>
            <p:nvPr/>
          </p:nvSpPr>
          <p:spPr>
            <a:xfrm>
              <a:off x="6567669" y="5084115"/>
              <a:ext cx="48123" cy="14355"/>
            </a:xfrm>
            <a:custGeom>
              <a:avLst/>
              <a:pathLst>
                <a:path w="48123" h="14355">
                  <a:moveTo>
                    <a:pt x="0" y="14355"/>
                  </a:moveTo>
                  <a:lnTo>
                    <a:pt x="48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l3488"/>
            <p:cNvSpPr/>
            <p:nvPr/>
          </p:nvSpPr>
          <p:spPr>
            <a:xfrm>
              <a:off x="6395878" y="4991420"/>
              <a:ext cx="46500" cy="9592"/>
            </a:xfrm>
            <a:custGeom>
              <a:avLst/>
              <a:pathLst>
                <a:path w="46500" h="9592">
                  <a:moveTo>
                    <a:pt x="0" y="9592"/>
                  </a:moveTo>
                  <a:lnTo>
                    <a:pt x="46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l3489"/>
            <p:cNvSpPr/>
            <p:nvPr/>
          </p:nvSpPr>
          <p:spPr>
            <a:xfrm>
              <a:off x="6442378" y="4980453"/>
              <a:ext cx="46195" cy="10967"/>
            </a:xfrm>
            <a:custGeom>
              <a:avLst/>
              <a:pathLst>
                <a:path w="46195" h="10967">
                  <a:moveTo>
                    <a:pt x="0" y="10967"/>
                  </a:moveTo>
                  <a:lnTo>
                    <a:pt x="46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l3490"/>
            <p:cNvSpPr/>
            <p:nvPr/>
          </p:nvSpPr>
          <p:spPr>
            <a:xfrm>
              <a:off x="6488574" y="4968120"/>
              <a:ext cx="45849" cy="12332"/>
            </a:xfrm>
            <a:custGeom>
              <a:avLst/>
              <a:pathLst>
                <a:path w="45849" h="12332">
                  <a:moveTo>
                    <a:pt x="0" y="12332"/>
                  </a:moveTo>
                  <a:lnTo>
                    <a:pt x="45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l3491"/>
            <p:cNvSpPr/>
            <p:nvPr/>
          </p:nvSpPr>
          <p:spPr>
            <a:xfrm>
              <a:off x="6534424" y="4954433"/>
              <a:ext cx="45463" cy="13687"/>
            </a:xfrm>
            <a:custGeom>
              <a:avLst/>
              <a:pathLst>
                <a:path w="45463" h="13687">
                  <a:moveTo>
                    <a:pt x="0" y="13687"/>
                  </a:moveTo>
                  <a:lnTo>
                    <a:pt x="454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l3492"/>
            <p:cNvSpPr/>
            <p:nvPr/>
          </p:nvSpPr>
          <p:spPr>
            <a:xfrm>
              <a:off x="6579888" y="4939403"/>
              <a:ext cx="45037" cy="15030"/>
            </a:xfrm>
            <a:custGeom>
              <a:avLst/>
              <a:pathLst>
                <a:path w="45037" h="15030">
                  <a:moveTo>
                    <a:pt x="0" y="15030"/>
                  </a:moveTo>
                  <a:lnTo>
                    <a:pt x="450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l3493"/>
            <p:cNvSpPr/>
            <p:nvPr/>
          </p:nvSpPr>
          <p:spPr>
            <a:xfrm>
              <a:off x="6624926" y="4923043"/>
              <a:ext cx="44572" cy="16359"/>
            </a:xfrm>
            <a:custGeom>
              <a:avLst/>
              <a:pathLst>
                <a:path w="44572" h="16359">
                  <a:moveTo>
                    <a:pt x="0" y="16359"/>
                  </a:moveTo>
                  <a:lnTo>
                    <a:pt x="445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l3494"/>
            <p:cNvSpPr/>
            <p:nvPr/>
          </p:nvSpPr>
          <p:spPr>
            <a:xfrm>
              <a:off x="6669498" y="4905369"/>
              <a:ext cx="44067" cy="17674"/>
            </a:xfrm>
            <a:custGeom>
              <a:avLst/>
              <a:pathLst>
                <a:path w="44067" h="17674">
                  <a:moveTo>
                    <a:pt x="0" y="17674"/>
                  </a:moveTo>
                  <a:lnTo>
                    <a:pt x="440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l3495"/>
            <p:cNvSpPr/>
            <p:nvPr/>
          </p:nvSpPr>
          <p:spPr>
            <a:xfrm>
              <a:off x="6713565" y="4886395"/>
              <a:ext cx="43523" cy="18973"/>
            </a:xfrm>
            <a:custGeom>
              <a:avLst/>
              <a:pathLst>
                <a:path w="43523" h="18973">
                  <a:moveTo>
                    <a:pt x="0" y="18973"/>
                  </a:moveTo>
                  <a:lnTo>
                    <a:pt x="435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l3496"/>
            <p:cNvSpPr/>
            <p:nvPr/>
          </p:nvSpPr>
          <p:spPr>
            <a:xfrm>
              <a:off x="6757089" y="4866138"/>
              <a:ext cx="42941" cy="20256"/>
            </a:xfrm>
            <a:custGeom>
              <a:avLst/>
              <a:pathLst>
                <a:path w="42941" h="20256">
                  <a:moveTo>
                    <a:pt x="0" y="20256"/>
                  </a:moveTo>
                  <a:lnTo>
                    <a:pt x="42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l3497"/>
            <p:cNvSpPr/>
            <p:nvPr/>
          </p:nvSpPr>
          <p:spPr>
            <a:xfrm>
              <a:off x="6800031" y="4844617"/>
              <a:ext cx="42321" cy="21521"/>
            </a:xfrm>
            <a:custGeom>
              <a:avLst/>
              <a:pathLst>
                <a:path w="42321" h="21521">
                  <a:moveTo>
                    <a:pt x="0" y="21521"/>
                  </a:moveTo>
                  <a:lnTo>
                    <a:pt x="423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l3498"/>
            <p:cNvSpPr/>
            <p:nvPr/>
          </p:nvSpPr>
          <p:spPr>
            <a:xfrm>
              <a:off x="6842353" y="4821849"/>
              <a:ext cx="41664" cy="22767"/>
            </a:xfrm>
            <a:custGeom>
              <a:avLst/>
              <a:pathLst>
                <a:path w="41664" h="22767">
                  <a:moveTo>
                    <a:pt x="0" y="22767"/>
                  </a:moveTo>
                  <a:lnTo>
                    <a:pt x="416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l3499"/>
            <p:cNvSpPr/>
            <p:nvPr/>
          </p:nvSpPr>
          <p:spPr>
            <a:xfrm>
              <a:off x="6884017" y="4797856"/>
              <a:ext cx="40971" cy="23993"/>
            </a:xfrm>
            <a:custGeom>
              <a:avLst/>
              <a:pathLst>
                <a:path w="40971" h="23993">
                  <a:moveTo>
                    <a:pt x="0" y="23993"/>
                  </a:moveTo>
                  <a:lnTo>
                    <a:pt x="40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l3500"/>
            <p:cNvSpPr/>
            <p:nvPr/>
          </p:nvSpPr>
          <p:spPr>
            <a:xfrm>
              <a:off x="6924989" y="4772657"/>
              <a:ext cx="40241" cy="25198"/>
            </a:xfrm>
            <a:custGeom>
              <a:avLst/>
              <a:pathLst>
                <a:path w="40241" h="25198">
                  <a:moveTo>
                    <a:pt x="0" y="25198"/>
                  </a:moveTo>
                  <a:lnTo>
                    <a:pt x="40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l3501"/>
            <p:cNvSpPr/>
            <p:nvPr/>
          </p:nvSpPr>
          <p:spPr>
            <a:xfrm>
              <a:off x="6965230" y="4746276"/>
              <a:ext cx="39476" cy="26380"/>
            </a:xfrm>
            <a:custGeom>
              <a:avLst/>
              <a:pathLst>
                <a:path w="39476" h="26380">
                  <a:moveTo>
                    <a:pt x="0" y="26380"/>
                  </a:moveTo>
                  <a:lnTo>
                    <a:pt x="39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l3502"/>
            <p:cNvSpPr/>
            <p:nvPr/>
          </p:nvSpPr>
          <p:spPr>
            <a:xfrm>
              <a:off x="7004706" y="4718736"/>
              <a:ext cx="38676" cy="27540"/>
            </a:xfrm>
            <a:custGeom>
              <a:avLst/>
              <a:pathLst>
                <a:path w="38676" h="27540">
                  <a:moveTo>
                    <a:pt x="0" y="27540"/>
                  </a:moveTo>
                  <a:lnTo>
                    <a:pt x="38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l3503"/>
            <p:cNvSpPr/>
            <p:nvPr/>
          </p:nvSpPr>
          <p:spPr>
            <a:xfrm>
              <a:off x="7043382" y="4690060"/>
              <a:ext cx="37842" cy="28675"/>
            </a:xfrm>
            <a:custGeom>
              <a:avLst/>
              <a:pathLst>
                <a:path w="37842" h="28675">
                  <a:moveTo>
                    <a:pt x="0" y="28675"/>
                  </a:moveTo>
                  <a:lnTo>
                    <a:pt x="378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l3504"/>
            <p:cNvSpPr/>
            <p:nvPr/>
          </p:nvSpPr>
          <p:spPr>
            <a:xfrm>
              <a:off x="7081224" y="4660275"/>
              <a:ext cx="36974" cy="29785"/>
            </a:xfrm>
            <a:custGeom>
              <a:avLst/>
              <a:pathLst>
                <a:path w="36974" h="29785">
                  <a:moveTo>
                    <a:pt x="0" y="29785"/>
                  </a:moveTo>
                  <a:lnTo>
                    <a:pt x="369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l3505"/>
            <p:cNvSpPr/>
            <p:nvPr/>
          </p:nvSpPr>
          <p:spPr>
            <a:xfrm>
              <a:off x="5330925" y="5231995"/>
              <a:ext cx="7702" cy="3248"/>
            </a:xfrm>
            <a:custGeom>
              <a:avLst/>
              <a:pathLst>
                <a:path w="7702" h="3248">
                  <a:moveTo>
                    <a:pt x="0" y="0"/>
                  </a:moveTo>
                  <a:lnTo>
                    <a:pt x="7702" y="3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l3506"/>
            <p:cNvSpPr/>
            <p:nvPr/>
          </p:nvSpPr>
          <p:spPr>
            <a:xfrm>
              <a:off x="5335292" y="5232397"/>
              <a:ext cx="11562" cy="4832"/>
            </a:xfrm>
            <a:custGeom>
              <a:avLst/>
              <a:pathLst>
                <a:path w="11562" h="4832">
                  <a:moveTo>
                    <a:pt x="0" y="0"/>
                  </a:moveTo>
                  <a:lnTo>
                    <a:pt x="11562" y="4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l3507"/>
            <p:cNvSpPr/>
            <p:nvPr/>
          </p:nvSpPr>
          <p:spPr>
            <a:xfrm>
              <a:off x="5300253" y="5218673"/>
              <a:ext cx="7646" cy="3379"/>
            </a:xfrm>
            <a:custGeom>
              <a:avLst/>
              <a:pathLst>
                <a:path w="7646" h="3379">
                  <a:moveTo>
                    <a:pt x="0" y="0"/>
                  </a:moveTo>
                  <a:lnTo>
                    <a:pt x="7646" y="3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l3508"/>
            <p:cNvSpPr/>
            <p:nvPr/>
          </p:nvSpPr>
          <p:spPr>
            <a:xfrm>
              <a:off x="5285004" y="5211816"/>
              <a:ext cx="7617" cy="3444"/>
            </a:xfrm>
            <a:custGeom>
              <a:avLst/>
              <a:pathLst>
                <a:path w="7617" h="3444">
                  <a:moveTo>
                    <a:pt x="0" y="0"/>
                  </a:moveTo>
                  <a:lnTo>
                    <a:pt x="7617" y="3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l3509"/>
            <p:cNvSpPr/>
            <p:nvPr/>
          </p:nvSpPr>
          <p:spPr>
            <a:xfrm>
              <a:off x="5289908" y="5211116"/>
              <a:ext cx="15242" cy="6815"/>
            </a:xfrm>
            <a:custGeom>
              <a:avLst/>
              <a:pathLst>
                <a:path w="15242" h="6815">
                  <a:moveTo>
                    <a:pt x="0" y="0"/>
                  </a:moveTo>
                  <a:lnTo>
                    <a:pt x="15242" y="6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l3510"/>
            <p:cNvSpPr/>
            <p:nvPr/>
          </p:nvSpPr>
          <p:spPr>
            <a:xfrm>
              <a:off x="5298066" y="5213324"/>
              <a:ext cx="19085" cy="8411"/>
            </a:xfrm>
            <a:custGeom>
              <a:avLst/>
              <a:pathLst>
                <a:path w="19085" h="8411">
                  <a:moveTo>
                    <a:pt x="0" y="0"/>
                  </a:moveTo>
                  <a:lnTo>
                    <a:pt x="19085" y="8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l3511"/>
            <p:cNvSpPr/>
            <p:nvPr/>
          </p:nvSpPr>
          <p:spPr>
            <a:xfrm>
              <a:off x="5308135" y="5216337"/>
              <a:ext cx="17201" cy="7482"/>
            </a:xfrm>
            <a:custGeom>
              <a:avLst/>
              <a:pathLst>
                <a:path w="17201" h="7482">
                  <a:moveTo>
                    <a:pt x="0" y="0"/>
                  </a:moveTo>
                  <a:lnTo>
                    <a:pt x="17201" y="7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l3512"/>
            <p:cNvSpPr/>
            <p:nvPr/>
          </p:nvSpPr>
          <p:spPr>
            <a:xfrm>
              <a:off x="5254684" y="5197712"/>
              <a:ext cx="7557" cy="3574"/>
            </a:xfrm>
            <a:custGeom>
              <a:avLst/>
              <a:pathLst>
                <a:path w="7557" h="3574">
                  <a:moveTo>
                    <a:pt x="0" y="0"/>
                  </a:moveTo>
                  <a:lnTo>
                    <a:pt x="7557" y="3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l3513"/>
            <p:cNvSpPr/>
            <p:nvPr/>
          </p:nvSpPr>
          <p:spPr>
            <a:xfrm>
              <a:off x="5259030" y="5198300"/>
              <a:ext cx="11345" cy="5321"/>
            </a:xfrm>
            <a:custGeom>
              <a:avLst/>
              <a:pathLst>
                <a:path w="11345" h="5321">
                  <a:moveTo>
                    <a:pt x="0" y="0"/>
                  </a:moveTo>
                  <a:lnTo>
                    <a:pt x="11345" y="5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l3514"/>
            <p:cNvSpPr/>
            <p:nvPr/>
          </p:nvSpPr>
          <p:spPr>
            <a:xfrm>
              <a:off x="5265264" y="5199764"/>
              <a:ext cx="13250" cy="6154"/>
            </a:xfrm>
            <a:custGeom>
              <a:avLst/>
              <a:pathLst>
                <a:path w="13250" h="6154">
                  <a:moveTo>
                    <a:pt x="0" y="0"/>
                  </a:moveTo>
                  <a:lnTo>
                    <a:pt x="13250" y="61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l3515"/>
            <p:cNvSpPr/>
            <p:nvPr/>
          </p:nvSpPr>
          <p:spPr>
            <a:xfrm>
              <a:off x="5239616" y="5190467"/>
              <a:ext cx="7526" cy="3638"/>
            </a:xfrm>
            <a:custGeom>
              <a:avLst/>
              <a:pathLst>
                <a:path w="7526" h="3638">
                  <a:moveTo>
                    <a:pt x="0" y="0"/>
                  </a:moveTo>
                  <a:lnTo>
                    <a:pt x="7526" y="36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l3516"/>
            <p:cNvSpPr/>
            <p:nvPr/>
          </p:nvSpPr>
          <p:spPr>
            <a:xfrm>
              <a:off x="5202220" y="5171793"/>
              <a:ext cx="7447" cy="3798"/>
            </a:xfrm>
            <a:custGeom>
              <a:avLst/>
              <a:pathLst>
                <a:path w="7447" h="3798">
                  <a:moveTo>
                    <a:pt x="0" y="0"/>
                  </a:moveTo>
                  <a:lnTo>
                    <a:pt x="7447" y="37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l3517"/>
            <p:cNvSpPr/>
            <p:nvPr/>
          </p:nvSpPr>
          <p:spPr>
            <a:xfrm>
              <a:off x="5206546" y="5172510"/>
              <a:ext cx="11181" cy="5658"/>
            </a:xfrm>
            <a:custGeom>
              <a:avLst/>
              <a:pathLst>
                <a:path w="11181" h="5658">
                  <a:moveTo>
                    <a:pt x="0" y="0"/>
                  </a:moveTo>
                  <a:lnTo>
                    <a:pt x="11181" y="56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l3518"/>
            <p:cNvSpPr/>
            <p:nvPr/>
          </p:nvSpPr>
          <p:spPr>
            <a:xfrm>
              <a:off x="5212734" y="5174160"/>
              <a:ext cx="13060" cy="6547"/>
            </a:xfrm>
            <a:custGeom>
              <a:avLst/>
              <a:pathLst>
                <a:path w="13060" h="6547">
                  <a:moveTo>
                    <a:pt x="0" y="0"/>
                  </a:moveTo>
                  <a:lnTo>
                    <a:pt x="13060" y="65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l3519"/>
            <p:cNvSpPr/>
            <p:nvPr/>
          </p:nvSpPr>
          <p:spPr>
            <a:xfrm>
              <a:off x="5219855" y="5176256"/>
              <a:ext cx="14011" cy="6954"/>
            </a:xfrm>
            <a:custGeom>
              <a:avLst/>
              <a:pathLst>
                <a:path w="14011" h="6954">
                  <a:moveTo>
                    <a:pt x="0" y="0"/>
                  </a:moveTo>
                  <a:lnTo>
                    <a:pt x="14011" y="69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l3520"/>
            <p:cNvSpPr/>
            <p:nvPr/>
          </p:nvSpPr>
          <p:spPr>
            <a:xfrm>
              <a:off x="5228037" y="5177362"/>
              <a:ext cx="18237" cy="8934"/>
            </a:xfrm>
            <a:custGeom>
              <a:avLst/>
              <a:pathLst>
                <a:path w="18237" h="8934">
                  <a:moveTo>
                    <a:pt x="0" y="0"/>
                  </a:moveTo>
                  <a:lnTo>
                    <a:pt x="18237" y="8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l3521"/>
            <p:cNvSpPr/>
            <p:nvPr/>
          </p:nvSpPr>
          <p:spPr>
            <a:xfrm>
              <a:off x="5239487" y="5177071"/>
              <a:ext cx="36322" cy="17330"/>
            </a:xfrm>
            <a:custGeom>
              <a:avLst/>
              <a:pathLst>
                <a:path w="36322" h="17330">
                  <a:moveTo>
                    <a:pt x="0" y="0"/>
                  </a:moveTo>
                  <a:lnTo>
                    <a:pt x="36322" y="17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l3522"/>
            <p:cNvSpPr/>
            <p:nvPr/>
          </p:nvSpPr>
          <p:spPr>
            <a:xfrm>
              <a:off x="5179977" y="5160207"/>
              <a:ext cx="7397" cy="3893"/>
            </a:xfrm>
            <a:custGeom>
              <a:avLst/>
              <a:pathLst>
                <a:path w="7397" h="3893">
                  <a:moveTo>
                    <a:pt x="0" y="0"/>
                  </a:moveTo>
                  <a:lnTo>
                    <a:pt x="7397" y="3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l3523"/>
            <p:cNvSpPr/>
            <p:nvPr/>
          </p:nvSpPr>
          <p:spPr>
            <a:xfrm>
              <a:off x="5184294" y="5160980"/>
              <a:ext cx="11107" cy="5800"/>
            </a:xfrm>
            <a:custGeom>
              <a:avLst/>
              <a:pathLst>
                <a:path w="11107" h="5800">
                  <a:moveTo>
                    <a:pt x="0" y="0"/>
                  </a:moveTo>
                  <a:lnTo>
                    <a:pt x="11107" y="58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l3524"/>
            <p:cNvSpPr/>
            <p:nvPr/>
          </p:nvSpPr>
          <p:spPr>
            <a:xfrm>
              <a:off x="5165231" y="5152325"/>
              <a:ext cx="7364" cy="3956"/>
            </a:xfrm>
            <a:custGeom>
              <a:avLst/>
              <a:pathLst>
                <a:path w="7364" h="3956">
                  <a:moveTo>
                    <a:pt x="0" y="0"/>
                  </a:moveTo>
                  <a:lnTo>
                    <a:pt x="7364" y="39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l3525"/>
            <p:cNvSpPr/>
            <p:nvPr/>
          </p:nvSpPr>
          <p:spPr>
            <a:xfrm>
              <a:off x="5143240" y="5140268"/>
              <a:ext cx="7313" cy="4050"/>
            </a:xfrm>
            <a:custGeom>
              <a:avLst/>
              <a:pathLst>
                <a:path w="7313" h="4050">
                  <a:moveTo>
                    <a:pt x="0" y="0"/>
                  </a:moveTo>
                  <a:lnTo>
                    <a:pt x="7313" y="40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l3526"/>
            <p:cNvSpPr/>
            <p:nvPr/>
          </p:nvSpPr>
          <p:spPr>
            <a:xfrm>
              <a:off x="5147539" y="5141132"/>
              <a:ext cx="10981" cy="6036"/>
            </a:xfrm>
            <a:custGeom>
              <a:avLst/>
              <a:pathLst>
                <a:path w="10981" h="6036">
                  <a:moveTo>
                    <a:pt x="0" y="0"/>
                  </a:moveTo>
                  <a:lnTo>
                    <a:pt x="10981" y="6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l3527"/>
            <p:cNvSpPr/>
            <p:nvPr/>
          </p:nvSpPr>
          <p:spPr>
            <a:xfrm>
              <a:off x="5114162" y="5123754"/>
              <a:ext cx="7242" cy="4174"/>
            </a:xfrm>
            <a:custGeom>
              <a:avLst/>
              <a:pathLst>
                <a:path w="7242" h="4174">
                  <a:moveTo>
                    <a:pt x="0" y="0"/>
                  </a:moveTo>
                  <a:lnTo>
                    <a:pt x="7242" y="4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l3528"/>
            <p:cNvSpPr/>
            <p:nvPr/>
          </p:nvSpPr>
          <p:spPr>
            <a:xfrm>
              <a:off x="5118446" y="5124692"/>
              <a:ext cx="10876" cy="6223"/>
            </a:xfrm>
            <a:custGeom>
              <a:avLst/>
              <a:pathLst>
                <a:path w="10876" h="6223">
                  <a:moveTo>
                    <a:pt x="0" y="0"/>
                  </a:moveTo>
                  <a:lnTo>
                    <a:pt x="10876" y="6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l3529"/>
            <p:cNvSpPr/>
            <p:nvPr/>
          </p:nvSpPr>
          <p:spPr>
            <a:xfrm>
              <a:off x="5124541" y="5126657"/>
              <a:ext cx="12708" cy="7208"/>
            </a:xfrm>
            <a:custGeom>
              <a:avLst/>
              <a:pathLst>
                <a:path w="12708" h="7208">
                  <a:moveTo>
                    <a:pt x="0" y="0"/>
                  </a:moveTo>
                  <a:lnTo>
                    <a:pt x="12708" y="72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l3530"/>
            <p:cNvSpPr/>
            <p:nvPr/>
          </p:nvSpPr>
          <p:spPr>
            <a:xfrm>
              <a:off x="5132859" y="5126798"/>
              <a:ext cx="22731" cy="12693"/>
            </a:xfrm>
            <a:custGeom>
              <a:avLst/>
              <a:pathLst>
                <a:path w="22731" h="12693">
                  <a:moveTo>
                    <a:pt x="0" y="0"/>
                  </a:moveTo>
                  <a:lnTo>
                    <a:pt x="22731" y="126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l3531"/>
            <p:cNvSpPr/>
            <p:nvPr/>
          </p:nvSpPr>
          <p:spPr>
            <a:xfrm>
              <a:off x="5145502" y="5130858"/>
              <a:ext cx="27819" cy="15239"/>
            </a:xfrm>
            <a:custGeom>
              <a:avLst/>
              <a:pathLst>
                <a:path w="27819" h="15239">
                  <a:moveTo>
                    <a:pt x="0" y="0"/>
                  </a:moveTo>
                  <a:lnTo>
                    <a:pt x="27819" y="15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l3532"/>
            <p:cNvSpPr/>
            <p:nvPr/>
          </p:nvSpPr>
          <p:spPr>
            <a:xfrm>
              <a:off x="5161300" y="5135031"/>
              <a:ext cx="34089" cy="18236"/>
            </a:xfrm>
            <a:custGeom>
              <a:avLst/>
              <a:pathLst>
                <a:path w="34089" h="18236">
                  <a:moveTo>
                    <a:pt x="0" y="0"/>
                  </a:moveTo>
                  <a:lnTo>
                    <a:pt x="34089" y="182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l3533"/>
            <p:cNvSpPr/>
            <p:nvPr/>
          </p:nvSpPr>
          <p:spPr>
            <a:xfrm>
              <a:off x="5185208" y="5131320"/>
              <a:ext cx="39407" cy="20501"/>
            </a:xfrm>
            <a:custGeom>
              <a:avLst/>
              <a:pathLst>
                <a:path w="39407" h="20501">
                  <a:moveTo>
                    <a:pt x="0" y="0"/>
                  </a:moveTo>
                  <a:lnTo>
                    <a:pt x="39407" y="205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l3534"/>
            <p:cNvSpPr/>
            <p:nvPr/>
          </p:nvSpPr>
          <p:spPr>
            <a:xfrm>
              <a:off x="5224615" y="5151821"/>
              <a:ext cx="39868" cy="19588"/>
            </a:xfrm>
            <a:custGeom>
              <a:avLst/>
              <a:pathLst>
                <a:path w="39868" h="19588">
                  <a:moveTo>
                    <a:pt x="0" y="0"/>
                  </a:moveTo>
                  <a:lnTo>
                    <a:pt x="39868" y="195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l3535"/>
            <p:cNvSpPr/>
            <p:nvPr/>
          </p:nvSpPr>
          <p:spPr>
            <a:xfrm>
              <a:off x="5071085" y="5098059"/>
              <a:ext cx="7133" cy="4358"/>
            </a:xfrm>
            <a:custGeom>
              <a:avLst/>
              <a:pathLst>
                <a:path w="7133" h="4358">
                  <a:moveTo>
                    <a:pt x="0" y="0"/>
                  </a:moveTo>
                  <a:lnTo>
                    <a:pt x="7133" y="4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l3536"/>
            <p:cNvSpPr/>
            <p:nvPr/>
          </p:nvSpPr>
          <p:spPr>
            <a:xfrm>
              <a:off x="5049796" y="5084801"/>
              <a:ext cx="7077" cy="4449"/>
            </a:xfrm>
            <a:custGeom>
              <a:avLst/>
              <a:pathLst>
                <a:path w="7077" h="4449">
                  <a:moveTo>
                    <a:pt x="0" y="0"/>
                  </a:moveTo>
                  <a:lnTo>
                    <a:pt x="7077" y="4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l3537"/>
            <p:cNvSpPr/>
            <p:nvPr/>
          </p:nvSpPr>
          <p:spPr>
            <a:xfrm>
              <a:off x="5054041" y="5085902"/>
              <a:ext cx="10629" cy="6636"/>
            </a:xfrm>
            <a:custGeom>
              <a:avLst/>
              <a:pathLst>
                <a:path w="10629" h="6636">
                  <a:moveTo>
                    <a:pt x="0" y="0"/>
                  </a:moveTo>
                  <a:lnTo>
                    <a:pt x="10629" y="66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l3538"/>
            <p:cNvSpPr/>
            <p:nvPr/>
          </p:nvSpPr>
          <p:spPr>
            <a:xfrm>
              <a:off x="5060761" y="5086970"/>
              <a:ext cx="15970" cy="9864"/>
            </a:xfrm>
            <a:custGeom>
              <a:avLst/>
              <a:pathLst>
                <a:path w="15970" h="9864">
                  <a:moveTo>
                    <a:pt x="0" y="0"/>
                  </a:moveTo>
                  <a:lnTo>
                    <a:pt x="15970" y="98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l3539"/>
            <p:cNvSpPr/>
            <p:nvPr/>
          </p:nvSpPr>
          <p:spPr>
            <a:xfrm>
              <a:off x="5069434" y="5090789"/>
              <a:ext cx="18683" cy="11396"/>
            </a:xfrm>
            <a:custGeom>
              <a:avLst/>
              <a:pathLst>
                <a:path w="18683" h="11396">
                  <a:moveTo>
                    <a:pt x="0" y="0"/>
                  </a:moveTo>
                  <a:lnTo>
                    <a:pt x="18683" y="1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l3540"/>
            <p:cNvSpPr/>
            <p:nvPr/>
          </p:nvSpPr>
          <p:spPr>
            <a:xfrm>
              <a:off x="5079454" y="5095376"/>
              <a:ext cx="16497" cy="9951"/>
            </a:xfrm>
            <a:custGeom>
              <a:avLst/>
              <a:pathLst>
                <a:path w="16497" h="9951">
                  <a:moveTo>
                    <a:pt x="0" y="0"/>
                  </a:moveTo>
                  <a:lnTo>
                    <a:pt x="16497" y="99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l3541"/>
            <p:cNvSpPr/>
            <p:nvPr/>
          </p:nvSpPr>
          <p:spPr>
            <a:xfrm>
              <a:off x="5088378" y="5099232"/>
              <a:ext cx="15415" cy="9201"/>
            </a:xfrm>
            <a:custGeom>
              <a:avLst/>
              <a:pathLst>
                <a:path w="15415" h="9201">
                  <a:moveTo>
                    <a:pt x="0" y="0"/>
                  </a:moveTo>
                  <a:lnTo>
                    <a:pt x="15415" y="9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l3542"/>
            <p:cNvSpPr/>
            <p:nvPr/>
          </p:nvSpPr>
          <p:spPr>
            <a:xfrm>
              <a:off x="5096757" y="5102707"/>
              <a:ext cx="14885" cy="8796"/>
            </a:xfrm>
            <a:custGeom>
              <a:avLst/>
              <a:pathLst>
                <a:path w="14885" h="8796">
                  <a:moveTo>
                    <a:pt x="0" y="0"/>
                  </a:moveTo>
                  <a:lnTo>
                    <a:pt x="14885" y="8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l3543"/>
            <p:cNvSpPr/>
            <p:nvPr/>
          </p:nvSpPr>
          <p:spPr>
            <a:xfrm>
              <a:off x="5007738" y="5057470"/>
              <a:ext cx="6960" cy="4629"/>
            </a:xfrm>
            <a:custGeom>
              <a:avLst/>
              <a:pathLst>
                <a:path w="6960" h="4629">
                  <a:moveTo>
                    <a:pt x="0" y="0"/>
                  </a:moveTo>
                  <a:lnTo>
                    <a:pt x="6960" y="4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l3544"/>
            <p:cNvSpPr/>
            <p:nvPr/>
          </p:nvSpPr>
          <p:spPr>
            <a:xfrm>
              <a:off x="4980093" y="5038656"/>
              <a:ext cx="6880" cy="4747"/>
            </a:xfrm>
            <a:custGeom>
              <a:avLst/>
              <a:pathLst>
                <a:path w="6880" h="4747">
                  <a:moveTo>
                    <a:pt x="0" y="0"/>
                  </a:moveTo>
                  <a:lnTo>
                    <a:pt x="6880" y="4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l3545"/>
            <p:cNvSpPr/>
            <p:nvPr/>
          </p:nvSpPr>
          <p:spPr>
            <a:xfrm>
              <a:off x="4959573" y="5024236"/>
              <a:ext cx="6819" cy="4835"/>
            </a:xfrm>
            <a:custGeom>
              <a:avLst/>
              <a:pathLst>
                <a:path w="6819" h="4835">
                  <a:moveTo>
                    <a:pt x="0" y="0"/>
                  </a:moveTo>
                  <a:lnTo>
                    <a:pt x="6819" y="4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l3546"/>
            <p:cNvSpPr/>
            <p:nvPr/>
          </p:nvSpPr>
          <p:spPr>
            <a:xfrm>
              <a:off x="4932503" y="5004604"/>
              <a:ext cx="6735" cy="4951"/>
            </a:xfrm>
            <a:custGeom>
              <a:avLst/>
              <a:pathLst>
                <a:path w="6735" h="4951">
                  <a:moveTo>
                    <a:pt x="0" y="0"/>
                  </a:moveTo>
                  <a:lnTo>
                    <a:pt x="6735" y="49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l3547"/>
            <p:cNvSpPr/>
            <p:nvPr/>
          </p:nvSpPr>
          <p:spPr>
            <a:xfrm>
              <a:off x="4936657" y="5006011"/>
              <a:ext cx="10120" cy="7389"/>
            </a:xfrm>
            <a:custGeom>
              <a:avLst/>
              <a:pathLst>
                <a:path w="10120" h="7389">
                  <a:moveTo>
                    <a:pt x="0" y="0"/>
                  </a:moveTo>
                  <a:lnTo>
                    <a:pt x="10120" y="73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l3548"/>
            <p:cNvSpPr/>
            <p:nvPr/>
          </p:nvSpPr>
          <p:spPr>
            <a:xfrm>
              <a:off x="4942497" y="5008638"/>
              <a:ext cx="11831" cy="8571"/>
            </a:xfrm>
            <a:custGeom>
              <a:avLst/>
              <a:pathLst>
                <a:path w="11831" h="8571">
                  <a:moveTo>
                    <a:pt x="0" y="0"/>
                  </a:moveTo>
                  <a:lnTo>
                    <a:pt x="11831" y="8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l3549"/>
            <p:cNvSpPr/>
            <p:nvPr/>
          </p:nvSpPr>
          <p:spPr>
            <a:xfrm>
              <a:off x="4949967" y="5010778"/>
              <a:ext cx="16094" cy="11535"/>
            </a:xfrm>
            <a:custGeom>
              <a:avLst/>
              <a:pathLst>
                <a:path w="16094" h="11535">
                  <a:moveTo>
                    <a:pt x="0" y="0"/>
                  </a:moveTo>
                  <a:lnTo>
                    <a:pt x="16094" y="11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l3550"/>
            <p:cNvSpPr/>
            <p:nvPr/>
          </p:nvSpPr>
          <p:spPr>
            <a:xfrm>
              <a:off x="4958775" y="5015484"/>
              <a:ext cx="18273" cy="12939"/>
            </a:xfrm>
            <a:custGeom>
              <a:avLst/>
              <a:pathLst>
                <a:path w="18273" h="12939">
                  <a:moveTo>
                    <a:pt x="0" y="0"/>
                  </a:moveTo>
                  <a:lnTo>
                    <a:pt x="18273" y="12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l3551"/>
            <p:cNvSpPr/>
            <p:nvPr/>
          </p:nvSpPr>
          <p:spPr>
            <a:xfrm>
              <a:off x="4969432" y="5019807"/>
              <a:ext cx="19392" cy="13555"/>
            </a:xfrm>
            <a:custGeom>
              <a:avLst/>
              <a:pathLst>
                <a:path w="19392" h="13555">
                  <a:moveTo>
                    <a:pt x="0" y="0"/>
                  </a:moveTo>
                  <a:lnTo>
                    <a:pt x="19392" y="135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l3552"/>
            <p:cNvSpPr/>
            <p:nvPr/>
          </p:nvSpPr>
          <p:spPr>
            <a:xfrm>
              <a:off x="4979870" y="5025522"/>
              <a:ext cx="19998" cy="13793"/>
            </a:xfrm>
            <a:custGeom>
              <a:avLst/>
              <a:pathLst>
                <a:path w="19998" h="13793">
                  <a:moveTo>
                    <a:pt x="0" y="0"/>
                  </a:moveTo>
                  <a:lnTo>
                    <a:pt x="19998" y="137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l3553"/>
            <p:cNvSpPr/>
            <p:nvPr/>
          </p:nvSpPr>
          <p:spPr>
            <a:xfrm>
              <a:off x="4990604" y="5031355"/>
              <a:ext cx="16892" cy="11521"/>
            </a:xfrm>
            <a:custGeom>
              <a:avLst/>
              <a:pathLst>
                <a:path w="16892" h="11521">
                  <a:moveTo>
                    <a:pt x="0" y="0"/>
                  </a:moveTo>
                  <a:lnTo>
                    <a:pt x="16892" y="11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l3554"/>
            <p:cNvSpPr/>
            <p:nvPr/>
          </p:nvSpPr>
          <p:spPr>
            <a:xfrm>
              <a:off x="5000535" y="5034938"/>
              <a:ext cx="18791" cy="12656"/>
            </a:xfrm>
            <a:custGeom>
              <a:avLst/>
              <a:pathLst>
                <a:path w="18791" h="12656">
                  <a:moveTo>
                    <a:pt x="0" y="0"/>
                  </a:moveTo>
                  <a:lnTo>
                    <a:pt x="18791" y="12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l3555"/>
            <p:cNvSpPr/>
            <p:nvPr/>
          </p:nvSpPr>
          <p:spPr>
            <a:xfrm>
              <a:off x="4899144" y="4979419"/>
              <a:ext cx="6628" cy="5093"/>
            </a:xfrm>
            <a:custGeom>
              <a:avLst/>
              <a:pathLst>
                <a:path w="6628" h="5093">
                  <a:moveTo>
                    <a:pt x="0" y="0"/>
                  </a:moveTo>
                  <a:lnTo>
                    <a:pt x="6628" y="5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l3556"/>
            <p:cNvSpPr/>
            <p:nvPr/>
          </p:nvSpPr>
          <p:spPr>
            <a:xfrm>
              <a:off x="4903267" y="4980913"/>
              <a:ext cx="9960" cy="7603"/>
            </a:xfrm>
            <a:custGeom>
              <a:avLst/>
              <a:pathLst>
                <a:path w="9960" h="7603">
                  <a:moveTo>
                    <a:pt x="0" y="0"/>
                  </a:moveTo>
                  <a:lnTo>
                    <a:pt x="9960" y="7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l3557"/>
            <p:cNvSpPr/>
            <p:nvPr/>
          </p:nvSpPr>
          <p:spPr>
            <a:xfrm>
              <a:off x="4909049" y="4983665"/>
              <a:ext cx="11646" cy="8821"/>
            </a:xfrm>
            <a:custGeom>
              <a:avLst/>
              <a:pathLst>
                <a:path w="11646" h="8821">
                  <a:moveTo>
                    <a:pt x="0" y="0"/>
                  </a:moveTo>
                  <a:lnTo>
                    <a:pt x="11646" y="88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l3558"/>
            <p:cNvSpPr/>
            <p:nvPr/>
          </p:nvSpPr>
          <p:spPr>
            <a:xfrm>
              <a:off x="4915668" y="4987025"/>
              <a:ext cx="12507" cy="9395"/>
            </a:xfrm>
            <a:custGeom>
              <a:avLst/>
              <a:pathLst>
                <a:path w="12507" h="9395">
                  <a:moveTo>
                    <a:pt x="0" y="0"/>
                  </a:moveTo>
                  <a:lnTo>
                    <a:pt x="12507" y="9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l3559"/>
            <p:cNvSpPr/>
            <p:nvPr/>
          </p:nvSpPr>
          <p:spPr>
            <a:xfrm>
              <a:off x="4879389" y="4963968"/>
              <a:ext cx="6563" cy="5178"/>
            </a:xfrm>
            <a:custGeom>
              <a:avLst/>
              <a:pathLst>
                <a:path w="6563" h="5178">
                  <a:moveTo>
                    <a:pt x="0" y="0"/>
                  </a:moveTo>
                  <a:lnTo>
                    <a:pt x="6563" y="51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l3560"/>
            <p:cNvSpPr/>
            <p:nvPr/>
          </p:nvSpPr>
          <p:spPr>
            <a:xfrm>
              <a:off x="4883492" y="4965515"/>
              <a:ext cx="9862" cy="7730"/>
            </a:xfrm>
            <a:custGeom>
              <a:avLst/>
              <a:pathLst>
                <a:path w="9862" h="7730">
                  <a:moveTo>
                    <a:pt x="0" y="0"/>
                  </a:moveTo>
                  <a:lnTo>
                    <a:pt x="9862" y="7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l3561"/>
            <p:cNvSpPr/>
            <p:nvPr/>
          </p:nvSpPr>
          <p:spPr>
            <a:xfrm>
              <a:off x="4846908" y="4937658"/>
              <a:ext cx="6451" cy="5317"/>
            </a:xfrm>
            <a:custGeom>
              <a:avLst/>
              <a:pathLst>
                <a:path w="6451" h="5317">
                  <a:moveTo>
                    <a:pt x="0" y="0"/>
                  </a:moveTo>
                  <a:lnTo>
                    <a:pt x="6451" y="5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l3562"/>
            <p:cNvSpPr/>
            <p:nvPr/>
          </p:nvSpPr>
          <p:spPr>
            <a:xfrm>
              <a:off x="4834075" y="4926941"/>
              <a:ext cx="6405" cy="5372"/>
            </a:xfrm>
            <a:custGeom>
              <a:avLst/>
              <a:pathLst>
                <a:path w="6405" h="5372">
                  <a:moveTo>
                    <a:pt x="0" y="0"/>
                  </a:moveTo>
                  <a:lnTo>
                    <a:pt x="6405" y="5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l3563"/>
            <p:cNvSpPr/>
            <p:nvPr/>
          </p:nvSpPr>
          <p:spPr>
            <a:xfrm>
              <a:off x="4838986" y="4927590"/>
              <a:ext cx="12839" cy="10675"/>
            </a:xfrm>
            <a:custGeom>
              <a:avLst/>
              <a:pathLst>
                <a:path w="12839" h="10675">
                  <a:moveTo>
                    <a:pt x="0" y="0"/>
                  </a:moveTo>
                  <a:lnTo>
                    <a:pt x="12839" y="106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l3564"/>
            <p:cNvSpPr/>
            <p:nvPr/>
          </p:nvSpPr>
          <p:spPr>
            <a:xfrm>
              <a:off x="4846245" y="4931918"/>
              <a:ext cx="16108" cy="13248"/>
            </a:xfrm>
            <a:custGeom>
              <a:avLst/>
              <a:pathLst>
                <a:path w="16108" h="13248">
                  <a:moveTo>
                    <a:pt x="0" y="0"/>
                  </a:moveTo>
                  <a:lnTo>
                    <a:pt x="16108" y="13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l3565"/>
            <p:cNvSpPr/>
            <p:nvPr/>
          </p:nvSpPr>
          <p:spPr>
            <a:xfrm>
              <a:off x="4855127" y="4937535"/>
              <a:ext cx="14545" cy="11846"/>
            </a:xfrm>
            <a:custGeom>
              <a:avLst/>
              <a:pathLst>
                <a:path w="14545" h="11846">
                  <a:moveTo>
                    <a:pt x="0" y="0"/>
                  </a:moveTo>
                  <a:lnTo>
                    <a:pt x="14545" y="11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l3566"/>
            <p:cNvSpPr/>
            <p:nvPr/>
          </p:nvSpPr>
          <p:spPr>
            <a:xfrm>
              <a:off x="4863226" y="4942444"/>
              <a:ext cx="13778" cy="11118"/>
            </a:xfrm>
            <a:custGeom>
              <a:avLst/>
              <a:pathLst>
                <a:path w="13778" h="11118">
                  <a:moveTo>
                    <a:pt x="0" y="0"/>
                  </a:moveTo>
                  <a:lnTo>
                    <a:pt x="13778" y="1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l3567"/>
            <p:cNvSpPr/>
            <p:nvPr/>
          </p:nvSpPr>
          <p:spPr>
            <a:xfrm>
              <a:off x="4872611" y="4944910"/>
              <a:ext cx="21555" cy="17143"/>
            </a:xfrm>
            <a:custGeom>
              <a:avLst/>
              <a:pathLst>
                <a:path w="21555" h="17143">
                  <a:moveTo>
                    <a:pt x="0" y="0"/>
                  </a:moveTo>
                  <a:lnTo>
                    <a:pt x="21555" y="17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l3568"/>
            <p:cNvSpPr/>
            <p:nvPr/>
          </p:nvSpPr>
          <p:spPr>
            <a:xfrm>
              <a:off x="4887503" y="4948309"/>
              <a:ext cx="42405" cy="32781"/>
            </a:xfrm>
            <a:custGeom>
              <a:avLst/>
              <a:pathLst>
                <a:path w="42405" h="32781">
                  <a:moveTo>
                    <a:pt x="0" y="0"/>
                  </a:moveTo>
                  <a:lnTo>
                    <a:pt x="42405" y="327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l3569"/>
            <p:cNvSpPr/>
            <p:nvPr/>
          </p:nvSpPr>
          <p:spPr>
            <a:xfrm>
              <a:off x="4919178" y="4951152"/>
              <a:ext cx="33426" cy="25263"/>
            </a:xfrm>
            <a:custGeom>
              <a:avLst/>
              <a:pathLst>
                <a:path w="33426" h="25263">
                  <a:moveTo>
                    <a:pt x="0" y="0"/>
                  </a:moveTo>
                  <a:lnTo>
                    <a:pt x="33426" y="25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l3570"/>
            <p:cNvSpPr/>
            <p:nvPr/>
          </p:nvSpPr>
          <p:spPr>
            <a:xfrm>
              <a:off x="4952605" y="4976415"/>
              <a:ext cx="33969" cy="24529"/>
            </a:xfrm>
            <a:custGeom>
              <a:avLst/>
              <a:pathLst>
                <a:path w="33969" h="24529">
                  <a:moveTo>
                    <a:pt x="0" y="0"/>
                  </a:moveTo>
                  <a:lnTo>
                    <a:pt x="33969" y="245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l3571"/>
            <p:cNvSpPr/>
            <p:nvPr/>
          </p:nvSpPr>
          <p:spPr>
            <a:xfrm>
              <a:off x="4986574" y="5000945"/>
              <a:ext cx="34495" cy="23783"/>
            </a:xfrm>
            <a:custGeom>
              <a:avLst/>
              <a:pathLst>
                <a:path w="34495" h="23783">
                  <a:moveTo>
                    <a:pt x="0" y="0"/>
                  </a:moveTo>
                  <a:lnTo>
                    <a:pt x="34495" y="23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l3572"/>
            <p:cNvSpPr/>
            <p:nvPr/>
          </p:nvSpPr>
          <p:spPr>
            <a:xfrm>
              <a:off x="4970302" y="4987693"/>
              <a:ext cx="35271" cy="24872"/>
            </a:xfrm>
            <a:custGeom>
              <a:avLst/>
              <a:pathLst>
                <a:path w="35271" h="24872">
                  <a:moveTo>
                    <a:pt x="0" y="0"/>
                  </a:moveTo>
                  <a:lnTo>
                    <a:pt x="35271" y="248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l3573"/>
            <p:cNvSpPr/>
            <p:nvPr/>
          </p:nvSpPr>
          <p:spPr>
            <a:xfrm>
              <a:off x="5005574" y="5012566"/>
              <a:ext cx="35821" cy="24074"/>
            </a:xfrm>
            <a:custGeom>
              <a:avLst/>
              <a:pathLst>
                <a:path w="35821" h="24074">
                  <a:moveTo>
                    <a:pt x="0" y="0"/>
                  </a:moveTo>
                  <a:lnTo>
                    <a:pt x="35821" y="240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l3574"/>
            <p:cNvSpPr/>
            <p:nvPr/>
          </p:nvSpPr>
          <p:spPr>
            <a:xfrm>
              <a:off x="5006329" y="5011469"/>
              <a:ext cx="42663" cy="28540"/>
            </a:xfrm>
            <a:custGeom>
              <a:avLst/>
              <a:pathLst>
                <a:path w="42663" h="28540">
                  <a:moveTo>
                    <a:pt x="0" y="0"/>
                  </a:moveTo>
                  <a:lnTo>
                    <a:pt x="42663" y="28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l3575"/>
            <p:cNvSpPr/>
            <p:nvPr/>
          </p:nvSpPr>
          <p:spPr>
            <a:xfrm>
              <a:off x="5028306" y="5024775"/>
              <a:ext cx="28293" cy="18568"/>
            </a:xfrm>
            <a:custGeom>
              <a:avLst/>
              <a:pathLst>
                <a:path w="28293" h="18568">
                  <a:moveTo>
                    <a:pt x="0" y="0"/>
                  </a:moveTo>
                  <a:lnTo>
                    <a:pt x="28293" y="185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l3576"/>
            <p:cNvSpPr/>
            <p:nvPr/>
          </p:nvSpPr>
          <p:spPr>
            <a:xfrm>
              <a:off x="5043142" y="5033009"/>
              <a:ext cx="21073" cy="13633"/>
            </a:xfrm>
            <a:custGeom>
              <a:avLst/>
              <a:pathLst>
                <a:path w="21073" h="13633">
                  <a:moveTo>
                    <a:pt x="0" y="0"/>
                  </a:moveTo>
                  <a:lnTo>
                    <a:pt x="21073" y="13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l3577"/>
            <p:cNvSpPr/>
            <p:nvPr/>
          </p:nvSpPr>
          <p:spPr>
            <a:xfrm>
              <a:off x="5060166" y="5029799"/>
              <a:ext cx="32644" cy="20653"/>
            </a:xfrm>
            <a:custGeom>
              <a:avLst/>
              <a:pathLst>
                <a:path w="32644" h="20653">
                  <a:moveTo>
                    <a:pt x="0" y="0"/>
                  </a:moveTo>
                  <a:lnTo>
                    <a:pt x="32644" y="20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l3578"/>
            <p:cNvSpPr/>
            <p:nvPr/>
          </p:nvSpPr>
          <p:spPr>
            <a:xfrm>
              <a:off x="5092810" y="5050453"/>
              <a:ext cx="33055" cy="19988"/>
            </a:xfrm>
            <a:custGeom>
              <a:avLst/>
              <a:pathLst>
                <a:path w="33055" h="19988">
                  <a:moveTo>
                    <a:pt x="0" y="0"/>
                  </a:moveTo>
                  <a:lnTo>
                    <a:pt x="33055" y="199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l3579"/>
            <p:cNvSpPr/>
            <p:nvPr/>
          </p:nvSpPr>
          <p:spPr>
            <a:xfrm>
              <a:off x="5108920" y="5024411"/>
              <a:ext cx="46020" cy="27566"/>
            </a:xfrm>
            <a:custGeom>
              <a:avLst/>
              <a:pathLst>
                <a:path w="46020" h="27566">
                  <a:moveTo>
                    <a:pt x="0" y="0"/>
                  </a:moveTo>
                  <a:lnTo>
                    <a:pt x="46020" y="27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l3580"/>
            <p:cNvSpPr/>
            <p:nvPr/>
          </p:nvSpPr>
          <p:spPr>
            <a:xfrm>
              <a:off x="5154940" y="5051977"/>
              <a:ext cx="46789" cy="26239"/>
            </a:xfrm>
            <a:custGeom>
              <a:avLst/>
              <a:pathLst>
                <a:path w="46789" h="26239">
                  <a:moveTo>
                    <a:pt x="0" y="0"/>
                  </a:moveTo>
                  <a:lnTo>
                    <a:pt x="46789" y="26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l3581"/>
            <p:cNvSpPr/>
            <p:nvPr/>
          </p:nvSpPr>
          <p:spPr>
            <a:xfrm>
              <a:off x="5201730" y="5078216"/>
              <a:ext cx="47520" cy="24890"/>
            </a:xfrm>
            <a:custGeom>
              <a:avLst/>
              <a:pathLst>
                <a:path w="47520" h="24890">
                  <a:moveTo>
                    <a:pt x="0" y="0"/>
                  </a:moveTo>
                  <a:lnTo>
                    <a:pt x="47520" y="24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l3582"/>
            <p:cNvSpPr/>
            <p:nvPr/>
          </p:nvSpPr>
          <p:spPr>
            <a:xfrm>
              <a:off x="5182149" y="5058296"/>
              <a:ext cx="41338" cy="22502"/>
            </a:xfrm>
            <a:custGeom>
              <a:avLst/>
              <a:pathLst>
                <a:path w="41338" h="22502">
                  <a:moveTo>
                    <a:pt x="0" y="0"/>
                  </a:moveTo>
                  <a:lnTo>
                    <a:pt x="41338" y="225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l3583"/>
            <p:cNvSpPr/>
            <p:nvPr/>
          </p:nvSpPr>
          <p:spPr>
            <a:xfrm>
              <a:off x="5223487" y="5080798"/>
              <a:ext cx="41891" cy="21453"/>
            </a:xfrm>
            <a:custGeom>
              <a:avLst/>
              <a:pathLst>
                <a:path w="41891" h="21453">
                  <a:moveTo>
                    <a:pt x="0" y="0"/>
                  </a:moveTo>
                  <a:lnTo>
                    <a:pt x="41891" y="2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l3584"/>
            <p:cNvSpPr/>
            <p:nvPr/>
          </p:nvSpPr>
          <p:spPr>
            <a:xfrm>
              <a:off x="5265379" y="5102252"/>
              <a:ext cx="42419" cy="20391"/>
            </a:xfrm>
            <a:custGeom>
              <a:avLst/>
              <a:pathLst>
                <a:path w="42419" h="20391">
                  <a:moveTo>
                    <a:pt x="0" y="0"/>
                  </a:moveTo>
                  <a:lnTo>
                    <a:pt x="42419" y="20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l3585"/>
            <p:cNvSpPr/>
            <p:nvPr/>
          </p:nvSpPr>
          <p:spPr>
            <a:xfrm>
              <a:off x="5307798" y="5122643"/>
              <a:ext cx="42919" cy="19316"/>
            </a:xfrm>
            <a:custGeom>
              <a:avLst/>
              <a:pathLst>
                <a:path w="42919" h="19316">
                  <a:moveTo>
                    <a:pt x="0" y="0"/>
                  </a:moveTo>
                  <a:lnTo>
                    <a:pt x="42919" y="19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l3586"/>
            <p:cNvSpPr/>
            <p:nvPr/>
          </p:nvSpPr>
          <p:spPr>
            <a:xfrm>
              <a:off x="5267154" y="5098674"/>
              <a:ext cx="36254" cy="17508"/>
            </a:xfrm>
            <a:custGeom>
              <a:avLst/>
              <a:pathLst>
                <a:path w="36254" h="17508">
                  <a:moveTo>
                    <a:pt x="0" y="0"/>
                  </a:moveTo>
                  <a:lnTo>
                    <a:pt x="36254" y="17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l3587"/>
            <p:cNvSpPr/>
            <p:nvPr/>
          </p:nvSpPr>
          <p:spPr>
            <a:xfrm>
              <a:off x="5303409" y="5116183"/>
              <a:ext cx="36624" cy="16721"/>
            </a:xfrm>
            <a:custGeom>
              <a:avLst/>
              <a:pathLst>
                <a:path w="36624" h="16721">
                  <a:moveTo>
                    <a:pt x="0" y="0"/>
                  </a:moveTo>
                  <a:lnTo>
                    <a:pt x="36624" y="16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l3588"/>
            <p:cNvSpPr/>
            <p:nvPr/>
          </p:nvSpPr>
          <p:spPr>
            <a:xfrm>
              <a:off x="5340034" y="5132904"/>
              <a:ext cx="36977" cy="15926"/>
            </a:xfrm>
            <a:custGeom>
              <a:avLst/>
              <a:pathLst>
                <a:path w="36977" h="15926">
                  <a:moveTo>
                    <a:pt x="0" y="0"/>
                  </a:moveTo>
                  <a:lnTo>
                    <a:pt x="36977" y="159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l3589"/>
            <p:cNvSpPr/>
            <p:nvPr/>
          </p:nvSpPr>
          <p:spPr>
            <a:xfrm>
              <a:off x="4821333" y="4916115"/>
              <a:ext cx="6359" cy="5426"/>
            </a:xfrm>
            <a:custGeom>
              <a:avLst/>
              <a:pathLst>
                <a:path w="6359" h="5426">
                  <a:moveTo>
                    <a:pt x="0" y="0"/>
                  </a:moveTo>
                  <a:lnTo>
                    <a:pt x="6359" y="54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l3590"/>
            <p:cNvSpPr/>
            <p:nvPr/>
          </p:nvSpPr>
          <p:spPr>
            <a:xfrm>
              <a:off x="4808684" y="4905180"/>
              <a:ext cx="6312" cy="5480"/>
            </a:xfrm>
            <a:custGeom>
              <a:avLst/>
              <a:pathLst>
                <a:path w="6312" h="5480">
                  <a:moveTo>
                    <a:pt x="0" y="0"/>
                  </a:moveTo>
                  <a:lnTo>
                    <a:pt x="6312" y="54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l3591"/>
            <p:cNvSpPr/>
            <p:nvPr/>
          </p:nvSpPr>
          <p:spPr>
            <a:xfrm>
              <a:off x="4789887" y="4888577"/>
              <a:ext cx="6242" cy="5561"/>
            </a:xfrm>
            <a:custGeom>
              <a:avLst/>
              <a:pathLst>
                <a:path w="6242" h="5561">
                  <a:moveTo>
                    <a:pt x="0" y="0"/>
                  </a:moveTo>
                  <a:lnTo>
                    <a:pt x="6242" y="5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l3592"/>
            <p:cNvSpPr/>
            <p:nvPr/>
          </p:nvSpPr>
          <p:spPr>
            <a:xfrm>
              <a:off x="4771304" y="4871735"/>
              <a:ext cx="6170" cy="5640"/>
            </a:xfrm>
            <a:custGeom>
              <a:avLst/>
              <a:pathLst>
                <a:path w="6170" h="5640">
                  <a:moveTo>
                    <a:pt x="0" y="0"/>
                  </a:moveTo>
                  <a:lnTo>
                    <a:pt x="6170" y="5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l3593"/>
            <p:cNvSpPr/>
            <p:nvPr/>
          </p:nvSpPr>
          <p:spPr>
            <a:xfrm>
              <a:off x="4775285" y="4873576"/>
              <a:ext cx="9276" cy="8425"/>
            </a:xfrm>
            <a:custGeom>
              <a:avLst/>
              <a:pathLst>
                <a:path w="9276" h="8425">
                  <a:moveTo>
                    <a:pt x="0" y="0"/>
                  </a:moveTo>
                  <a:lnTo>
                    <a:pt x="9276" y="84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l3594"/>
            <p:cNvSpPr/>
            <p:nvPr/>
          </p:nvSpPr>
          <p:spPr>
            <a:xfrm>
              <a:off x="4781706" y="4875825"/>
              <a:ext cx="13955" cy="12554"/>
            </a:xfrm>
            <a:custGeom>
              <a:avLst/>
              <a:pathLst>
                <a:path w="13955" h="12554">
                  <a:moveTo>
                    <a:pt x="0" y="0"/>
                  </a:moveTo>
                  <a:lnTo>
                    <a:pt x="13955" y="125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l3595"/>
            <p:cNvSpPr/>
            <p:nvPr/>
          </p:nvSpPr>
          <p:spPr>
            <a:xfrm>
              <a:off x="4789560" y="4881129"/>
              <a:ext cx="16352" cy="14545"/>
            </a:xfrm>
            <a:custGeom>
              <a:avLst/>
              <a:pathLst>
                <a:path w="16352" h="14545">
                  <a:moveTo>
                    <a:pt x="0" y="0"/>
                  </a:moveTo>
                  <a:lnTo>
                    <a:pt x="16352" y="14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l3596"/>
            <p:cNvSpPr/>
            <p:nvPr/>
          </p:nvSpPr>
          <p:spPr>
            <a:xfrm>
              <a:off x="4799485" y="4886434"/>
              <a:ext cx="17589" cy="15457"/>
            </a:xfrm>
            <a:custGeom>
              <a:avLst/>
              <a:pathLst>
                <a:path w="17589" h="15457">
                  <a:moveTo>
                    <a:pt x="0" y="0"/>
                  </a:moveTo>
                  <a:lnTo>
                    <a:pt x="17589" y="15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l3597"/>
            <p:cNvSpPr/>
            <p:nvPr/>
          </p:nvSpPr>
          <p:spPr>
            <a:xfrm>
              <a:off x="4752938" y="4854656"/>
              <a:ext cx="6097" cy="5719"/>
            </a:xfrm>
            <a:custGeom>
              <a:avLst/>
              <a:pathLst>
                <a:path w="6097" h="5719">
                  <a:moveTo>
                    <a:pt x="0" y="0"/>
                  </a:moveTo>
                  <a:lnTo>
                    <a:pt x="6097" y="5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l3598"/>
            <p:cNvSpPr/>
            <p:nvPr/>
          </p:nvSpPr>
          <p:spPr>
            <a:xfrm>
              <a:off x="4756895" y="4856547"/>
              <a:ext cx="9167" cy="8543"/>
            </a:xfrm>
            <a:custGeom>
              <a:avLst/>
              <a:pathLst>
                <a:path w="9167" h="8543">
                  <a:moveTo>
                    <a:pt x="0" y="0"/>
                  </a:moveTo>
                  <a:lnTo>
                    <a:pt x="9167" y="85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l3599"/>
            <p:cNvSpPr/>
            <p:nvPr/>
          </p:nvSpPr>
          <p:spPr>
            <a:xfrm>
              <a:off x="4740817" y="4843139"/>
              <a:ext cx="6048" cy="5771"/>
            </a:xfrm>
            <a:custGeom>
              <a:avLst/>
              <a:pathLst>
                <a:path w="6048" h="5771">
                  <a:moveTo>
                    <a:pt x="0" y="0"/>
                  </a:moveTo>
                  <a:lnTo>
                    <a:pt x="6048" y="5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l3600"/>
            <p:cNvSpPr/>
            <p:nvPr/>
          </p:nvSpPr>
          <p:spPr>
            <a:xfrm>
              <a:off x="4728794" y="4831520"/>
              <a:ext cx="5999" cy="5822"/>
            </a:xfrm>
            <a:custGeom>
              <a:avLst/>
              <a:pathLst>
                <a:path w="5999" h="5822">
                  <a:moveTo>
                    <a:pt x="0" y="0"/>
                  </a:moveTo>
                  <a:lnTo>
                    <a:pt x="5999" y="58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l3601"/>
            <p:cNvSpPr/>
            <p:nvPr/>
          </p:nvSpPr>
          <p:spPr>
            <a:xfrm>
              <a:off x="4733645" y="4832524"/>
              <a:ext cx="12031" cy="11577"/>
            </a:xfrm>
            <a:custGeom>
              <a:avLst/>
              <a:pathLst>
                <a:path w="12031" h="11577">
                  <a:moveTo>
                    <a:pt x="0" y="0"/>
                  </a:moveTo>
                  <a:lnTo>
                    <a:pt x="12031" y="11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l3602"/>
            <p:cNvSpPr/>
            <p:nvPr/>
          </p:nvSpPr>
          <p:spPr>
            <a:xfrm>
              <a:off x="4742418" y="4835447"/>
              <a:ext cx="22685" cy="21482"/>
            </a:xfrm>
            <a:custGeom>
              <a:avLst/>
              <a:pathLst>
                <a:path w="22685" h="21482">
                  <a:moveTo>
                    <a:pt x="0" y="0"/>
                  </a:moveTo>
                  <a:lnTo>
                    <a:pt x="22685" y="21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l3603"/>
            <p:cNvSpPr/>
            <p:nvPr/>
          </p:nvSpPr>
          <p:spPr>
            <a:xfrm>
              <a:off x="4716871" y="4819799"/>
              <a:ext cx="5949" cy="5873"/>
            </a:xfrm>
            <a:custGeom>
              <a:avLst/>
              <a:pathLst>
                <a:path w="5949" h="5873">
                  <a:moveTo>
                    <a:pt x="0" y="0"/>
                  </a:moveTo>
                  <a:lnTo>
                    <a:pt x="5949" y="5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l3604"/>
            <p:cNvSpPr/>
            <p:nvPr/>
          </p:nvSpPr>
          <p:spPr>
            <a:xfrm>
              <a:off x="4705048" y="4807976"/>
              <a:ext cx="5898" cy="5924"/>
            </a:xfrm>
            <a:custGeom>
              <a:avLst/>
              <a:pathLst>
                <a:path w="5898" h="5924">
                  <a:moveTo>
                    <a:pt x="0" y="0"/>
                  </a:moveTo>
                  <a:lnTo>
                    <a:pt x="5898" y="5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l3605"/>
            <p:cNvSpPr/>
            <p:nvPr/>
          </p:nvSpPr>
          <p:spPr>
            <a:xfrm>
              <a:off x="4693326" y="4796053"/>
              <a:ext cx="5847" cy="5974"/>
            </a:xfrm>
            <a:custGeom>
              <a:avLst/>
              <a:pathLst>
                <a:path w="5847" h="5974">
                  <a:moveTo>
                    <a:pt x="0" y="0"/>
                  </a:moveTo>
                  <a:lnTo>
                    <a:pt x="5847" y="59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l3606"/>
            <p:cNvSpPr/>
            <p:nvPr/>
          </p:nvSpPr>
          <p:spPr>
            <a:xfrm>
              <a:off x="4698150" y="4797180"/>
              <a:ext cx="11730" cy="11882"/>
            </a:xfrm>
            <a:custGeom>
              <a:avLst/>
              <a:pathLst>
                <a:path w="11730" h="11882">
                  <a:moveTo>
                    <a:pt x="0" y="0"/>
                  </a:moveTo>
                  <a:lnTo>
                    <a:pt x="11730" y="11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l3607"/>
            <p:cNvSpPr/>
            <p:nvPr/>
          </p:nvSpPr>
          <p:spPr>
            <a:xfrm>
              <a:off x="4681707" y="4784030"/>
              <a:ext cx="5796" cy="6023"/>
            </a:xfrm>
            <a:custGeom>
              <a:avLst/>
              <a:pathLst>
                <a:path w="5796" h="6023">
                  <a:moveTo>
                    <a:pt x="0" y="0"/>
                  </a:moveTo>
                  <a:lnTo>
                    <a:pt x="5796" y="6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l3608"/>
            <p:cNvSpPr/>
            <p:nvPr/>
          </p:nvSpPr>
          <p:spPr>
            <a:xfrm>
              <a:off x="4664472" y="4765811"/>
              <a:ext cx="5719" cy="6097"/>
            </a:xfrm>
            <a:custGeom>
              <a:avLst/>
              <a:pathLst>
                <a:path w="5719" h="6097">
                  <a:moveTo>
                    <a:pt x="0" y="0"/>
                  </a:moveTo>
                  <a:lnTo>
                    <a:pt x="5719" y="60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l3609"/>
            <p:cNvSpPr/>
            <p:nvPr/>
          </p:nvSpPr>
          <p:spPr>
            <a:xfrm>
              <a:off x="4668299" y="4767952"/>
              <a:ext cx="8602" cy="9112"/>
            </a:xfrm>
            <a:custGeom>
              <a:avLst/>
              <a:pathLst>
                <a:path w="8602" h="9112">
                  <a:moveTo>
                    <a:pt x="0" y="0"/>
                  </a:moveTo>
                  <a:lnTo>
                    <a:pt x="8602" y="91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l3610"/>
            <p:cNvSpPr/>
            <p:nvPr/>
          </p:nvSpPr>
          <p:spPr>
            <a:xfrm>
              <a:off x="4674530" y="4770687"/>
              <a:ext cx="12950" cy="13588"/>
            </a:xfrm>
            <a:custGeom>
              <a:avLst/>
              <a:pathLst>
                <a:path w="12950" h="13588">
                  <a:moveTo>
                    <a:pt x="0" y="0"/>
                  </a:moveTo>
                  <a:lnTo>
                    <a:pt x="12950" y="135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l3611"/>
            <p:cNvSpPr/>
            <p:nvPr/>
          </p:nvSpPr>
          <p:spPr>
            <a:xfrm>
              <a:off x="4684844" y="4773822"/>
              <a:ext cx="23896" cy="24634"/>
            </a:xfrm>
            <a:custGeom>
              <a:avLst/>
              <a:pathLst>
                <a:path w="23896" h="24634">
                  <a:moveTo>
                    <a:pt x="0" y="0"/>
                  </a:moveTo>
                  <a:lnTo>
                    <a:pt x="23896" y="24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l3612"/>
            <p:cNvSpPr/>
            <p:nvPr/>
          </p:nvSpPr>
          <p:spPr>
            <a:xfrm>
              <a:off x="4698649" y="4784338"/>
              <a:ext cx="29611" cy="29873"/>
            </a:xfrm>
            <a:custGeom>
              <a:avLst/>
              <a:pathLst>
                <a:path w="29611" h="29873">
                  <a:moveTo>
                    <a:pt x="0" y="0"/>
                  </a:moveTo>
                  <a:lnTo>
                    <a:pt x="29611" y="29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l3613"/>
            <p:cNvSpPr/>
            <p:nvPr/>
          </p:nvSpPr>
          <p:spPr>
            <a:xfrm>
              <a:off x="4719994" y="4792793"/>
              <a:ext cx="21728" cy="21576"/>
            </a:xfrm>
            <a:custGeom>
              <a:avLst/>
              <a:pathLst>
                <a:path w="21728" h="21576">
                  <a:moveTo>
                    <a:pt x="0" y="0"/>
                  </a:moveTo>
                  <a:lnTo>
                    <a:pt x="21728" y="215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l3614"/>
            <p:cNvSpPr/>
            <p:nvPr/>
          </p:nvSpPr>
          <p:spPr>
            <a:xfrm>
              <a:off x="4741722" y="4814370"/>
              <a:ext cx="22066" cy="21230"/>
            </a:xfrm>
            <a:custGeom>
              <a:avLst/>
              <a:pathLst>
                <a:path w="22066" h="21230">
                  <a:moveTo>
                    <a:pt x="0" y="0"/>
                  </a:moveTo>
                  <a:lnTo>
                    <a:pt x="22066" y="21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l3615"/>
            <p:cNvSpPr/>
            <p:nvPr/>
          </p:nvSpPr>
          <p:spPr>
            <a:xfrm>
              <a:off x="4749167" y="4806753"/>
              <a:ext cx="36994" cy="35213"/>
            </a:xfrm>
            <a:custGeom>
              <a:avLst/>
              <a:pathLst>
                <a:path w="36994" h="35213">
                  <a:moveTo>
                    <a:pt x="0" y="0"/>
                  </a:moveTo>
                  <a:lnTo>
                    <a:pt x="36994" y="35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l3616"/>
            <p:cNvSpPr/>
            <p:nvPr/>
          </p:nvSpPr>
          <p:spPr>
            <a:xfrm>
              <a:off x="4786162" y="4841966"/>
              <a:ext cx="37915" cy="34220"/>
            </a:xfrm>
            <a:custGeom>
              <a:avLst/>
              <a:pathLst>
                <a:path w="37915" h="34220">
                  <a:moveTo>
                    <a:pt x="0" y="0"/>
                  </a:moveTo>
                  <a:lnTo>
                    <a:pt x="37915" y="34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l3617"/>
            <p:cNvSpPr/>
            <p:nvPr/>
          </p:nvSpPr>
          <p:spPr>
            <a:xfrm>
              <a:off x="4787972" y="4840013"/>
              <a:ext cx="29234" cy="26545"/>
            </a:xfrm>
            <a:custGeom>
              <a:avLst/>
              <a:pathLst>
                <a:path w="29234" h="26545">
                  <a:moveTo>
                    <a:pt x="0" y="0"/>
                  </a:moveTo>
                  <a:lnTo>
                    <a:pt x="29234" y="26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l3618"/>
            <p:cNvSpPr/>
            <p:nvPr/>
          </p:nvSpPr>
          <p:spPr>
            <a:xfrm>
              <a:off x="4817207" y="4866559"/>
              <a:ext cx="29773" cy="25939"/>
            </a:xfrm>
            <a:custGeom>
              <a:avLst/>
              <a:pathLst>
                <a:path w="29773" h="25939">
                  <a:moveTo>
                    <a:pt x="0" y="0"/>
                  </a:moveTo>
                  <a:lnTo>
                    <a:pt x="29773" y="2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l3619"/>
            <p:cNvSpPr/>
            <p:nvPr/>
          </p:nvSpPr>
          <p:spPr>
            <a:xfrm>
              <a:off x="4641857" y="4741178"/>
              <a:ext cx="5614" cy="6194"/>
            </a:xfrm>
            <a:custGeom>
              <a:avLst/>
              <a:pathLst>
                <a:path w="5614" h="6194">
                  <a:moveTo>
                    <a:pt x="0" y="0"/>
                  </a:moveTo>
                  <a:lnTo>
                    <a:pt x="5614" y="6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l3620"/>
            <p:cNvSpPr/>
            <p:nvPr/>
          </p:nvSpPr>
          <p:spPr>
            <a:xfrm>
              <a:off x="4630708" y="4728718"/>
              <a:ext cx="5561" cy="6242"/>
            </a:xfrm>
            <a:custGeom>
              <a:avLst/>
              <a:pathLst>
                <a:path w="5561" h="6242">
                  <a:moveTo>
                    <a:pt x="0" y="0"/>
                  </a:moveTo>
                  <a:lnTo>
                    <a:pt x="5561" y="62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l3621"/>
            <p:cNvSpPr/>
            <p:nvPr/>
          </p:nvSpPr>
          <p:spPr>
            <a:xfrm>
              <a:off x="4619666" y="4716163"/>
              <a:ext cx="5507" cy="6289"/>
            </a:xfrm>
            <a:custGeom>
              <a:avLst/>
              <a:pathLst>
                <a:path w="5507" h="6289">
                  <a:moveTo>
                    <a:pt x="0" y="0"/>
                  </a:moveTo>
                  <a:lnTo>
                    <a:pt x="5507" y="6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l3622"/>
            <p:cNvSpPr/>
            <p:nvPr/>
          </p:nvSpPr>
          <p:spPr>
            <a:xfrm>
              <a:off x="4624420" y="4717556"/>
              <a:ext cx="11053" cy="12514"/>
            </a:xfrm>
            <a:custGeom>
              <a:avLst/>
              <a:pathLst>
                <a:path w="11053" h="12514">
                  <a:moveTo>
                    <a:pt x="0" y="0"/>
                  </a:moveTo>
                  <a:lnTo>
                    <a:pt x="11053" y="125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l3623"/>
            <p:cNvSpPr/>
            <p:nvPr/>
          </p:nvSpPr>
          <p:spPr>
            <a:xfrm>
              <a:off x="4631929" y="4722062"/>
              <a:ext cx="16677" cy="18639"/>
            </a:xfrm>
            <a:custGeom>
              <a:avLst/>
              <a:pathLst>
                <a:path w="16677" h="18639">
                  <a:moveTo>
                    <a:pt x="0" y="0"/>
                  </a:moveTo>
                  <a:lnTo>
                    <a:pt x="16677" y="186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l3624"/>
            <p:cNvSpPr/>
            <p:nvPr/>
          </p:nvSpPr>
          <p:spPr>
            <a:xfrm>
              <a:off x="4608732" y="4703514"/>
              <a:ext cx="5453" cy="6336"/>
            </a:xfrm>
            <a:custGeom>
              <a:avLst/>
              <a:pathLst>
                <a:path w="5453" h="6336">
                  <a:moveTo>
                    <a:pt x="0" y="0"/>
                  </a:moveTo>
                  <a:lnTo>
                    <a:pt x="5453" y="63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l3625"/>
            <p:cNvSpPr/>
            <p:nvPr/>
          </p:nvSpPr>
          <p:spPr>
            <a:xfrm>
              <a:off x="4597906" y="4690772"/>
              <a:ext cx="5399" cy="6382"/>
            </a:xfrm>
            <a:custGeom>
              <a:avLst/>
              <a:pathLst>
                <a:path w="5399" h="6382">
                  <a:moveTo>
                    <a:pt x="0" y="0"/>
                  </a:moveTo>
                  <a:lnTo>
                    <a:pt x="5399" y="6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l3626"/>
            <p:cNvSpPr/>
            <p:nvPr/>
          </p:nvSpPr>
          <p:spPr>
            <a:xfrm>
              <a:off x="4587189" y="4677938"/>
              <a:ext cx="5344" cy="6428"/>
            </a:xfrm>
            <a:custGeom>
              <a:avLst/>
              <a:pathLst>
                <a:path w="5344" h="6428">
                  <a:moveTo>
                    <a:pt x="0" y="0"/>
                  </a:moveTo>
                  <a:lnTo>
                    <a:pt x="5344" y="6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l3627"/>
            <p:cNvSpPr/>
            <p:nvPr/>
          </p:nvSpPr>
          <p:spPr>
            <a:xfrm>
              <a:off x="4576582" y="4665014"/>
              <a:ext cx="5289" cy="6473"/>
            </a:xfrm>
            <a:custGeom>
              <a:avLst/>
              <a:pathLst>
                <a:path w="5289" h="6473">
                  <a:moveTo>
                    <a:pt x="0" y="0"/>
                  </a:moveTo>
                  <a:lnTo>
                    <a:pt x="5289" y="64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l3628"/>
            <p:cNvSpPr/>
            <p:nvPr/>
          </p:nvSpPr>
          <p:spPr>
            <a:xfrm>
              <a:off x="4581285" y="4666568"/>
              <a:ext cx="10620" cy="12884"/>
            </a:xfrm>
            <a:custGeom>
              <a:avLst/>
              <a:pathLst>
                <a:path w="10620" h="12884">
                  <a:moveTo>
                    <a:pt x="0" y="0"/>
                  </a:moveTo>
                  <a:lnTo>
                    <a:pt x="10620" y="12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l3629"/>
            <p:cNvSpPr/>
            <p:nvPr/>
          </p:nvSpPr>
          <p:spPr>
            <a:xfrm>
              <a:off x="4588636" y="4671328"/>
              <a:ext cx="16031" cy="19198"/>
            </a:xfrm>
            <a:custGeom>
              <a:avLst/>
              <a:pathLst>
                <a:path w="16031" h="19198">
                  <a:moveTo>
                    <a:pt x="0" y="0"/>
                  </a:moveTo>
                  <a:lnTo>
                    <a:pt x="16031" y="19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l3630"/>
            <p:cNvSpPr/>
            <p:nvPr/>
          </p:nvSpPr>
          <p:spPr>
            <a:xfrm>
              <a:off x="4598665" y="4679246"/>
              <a:ext cx="18844" cy="22227"/>
            </a:xfrm>
            <a:custGeom>
              <a:avLst/>
              <a:pathLst>
                <a:path w="18844" h="22227">
                  <a:moveTo>
                    <a:pt x="0" y="0"/>
                  </a:moveTo>
                  <a:lnTo>
                    <a:pt x="18844" y="22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l3631"/>
            <p:cNvSpPr/>
            <p:nvPr/>
          </p:nvSpPr>
          <p:spPr>
            <a:xfrm>
              <a:off x="4566085" y="4651999"/>
              <a:ext cx="5234" cy="6518"/>
            </a:xfrm>
            <a:custGeom>
              <a:avLst/>
              <a:pathLst>
                <a:path w="5234" h="6518">
                  <a:moveTo>
                    <a:pt x="0" y="0"/>
                  </a:moveTo>
                  <a:lnTo>
                    <a:pt x="5234" y="65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l3632"/>
            <p:cNvSpPr/>
            <p:nvPr/>
          </p:nvSpPr>
          <p:spPr>
            <a:xfrm>
              <a:off x="4550550" y="4632310"/>
              <a:ext cx="5150" cy="6585"/>
            </a:xfrm>
            <a:custGeom>
              <a:avLst/>
              <a:pathLst>
                <a:path w="5150" h="6585">
                  <a:moveTo>
                    <a:pt x="0" y="0"/>
                  </a:moveTo>
                  <a:lnTo>
                    <a:pt x="5150" y="65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l3633"/>
            <p:cNvSpPr/>
            <p:nvPr/>
          </p:nvSpPr>
          <p:spPr>
            <a:xfrm>
              <a:off x="4535268" y="4612424"/>
              <a:ext cx="5065" cy="6650"/>
            </a:xfrm>
            <a:custGeom>
              <a:avLst/>
              <a:pathLst>
                <a:path w="5065" h="6650">
                  <a:moveTo>
                    <a:pt x="0" y="0"/>
                  </a:moveTo>
                  <a:lnTo>
                    <a:pt x="5065" y="6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l3634"/>
            <p:cNvSpPr/>
            <p:nvPr/>
          </p:nvSpPr>
          <p:spPr>
            <a:xfrm>
              <a:off x="4525223" y="4599058"/>
              <a:ext cx="5008" cy="6693"/>
            </a:xfrm>
            <a:custGeom>
              <a:avLst/>
              <a:pathLst>
                <a:path w="5008" h="6693">
                  <a:moveTo>
                    <a:pt x="0" y="0"/>
                  </a:moveTo>
                  <a:lnTo>
                    <a:pt x="5008" y="66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l3635"/>
            <p:cNvSpPr/>
            <p:nvPr/>
          </p:nvSpPr>
          <p:spPr>
            <a:xfrm>
              <a:off x="4529855" y="4600812"/>
              <a:ext cx="10060" cy="13325"/>
            </a:xfrm>
            <a:custGeom>
              <a:avLst/>
              <a:pathLst>
                <a:path w="10060" h="13325">
                  <a:moveTo>
                    <a:pt x="0" y="0"/>
                  </a:moveTo>
                  <a:lnTo>
                    <a:pt x="10060" y="13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l3636"/>
            <p:cNvSpPr/>
            <p:nvPr/>
          </p:nvSpPr>
          <p:spPr>
            <a:xfrm>
              <a:off x="4535934" y="4606684"/>
              <a:ext cx="12655" cy="16578"/>
            </a:xfrm>
            <a:custGeom>
              <a:avLst/>
              <a:pathLst>
                <a:path w="12655" h="16578">
                  <a:moveTo>
                    <a:pt x="0" y="0"/>
                  </a:moveTo>
                  <a:lnTo>
                    <a:pt x="12655" y="165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l3637"/>
            <p:cNvSpPr/>
            <p:nvPr/>
          </p:nvSpPr>
          <p:spPr>
            <a:xfrm>
              <a:off x="4544356" y="4613374"/>
              <a:ext cx="14009" cy="18129"/>
            </a:xfrm>
            <a:custGeom>
              <a:avLst/>
              <a:pathLst>
                <a:path w="14009" h="18129">
                  <a:moveTo>
                    <a:pt x="0" y="0"/>
                  </a:moveTo>
                  <a:lnTo>
                    <a:pt x="14009" y="181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l3638"/>
            <p:cNvSpPr/>
            <p:nvPr/>
          </p:nvSpPr>
          <p:spPr>
            <a:xfrm>
              <a:off x="4552388" y="4621646"/>
              <a:ext cx="14751" cy="18850"/>
            </a:xfrm>
            <a:custGeom>
              <a:avLst/>
              <a:pathLst>
                <a:path w="14751" h="18850">
                  <a:moveTo>
                    <a:pt x="0" y="0"/>
                  </a:moveTo>
                  <a:lnTo>
                    <a:pt x="14751" y="18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l3639"/>
            <p:cNvSpPr/>
            <p:nvPr/>
          </p:nvSpPr>
          <p:spPr>
            <a:xfrm>
              <a:off x="4561832" y="4629452"/>
              <a:ext cx="15172" cy="19139"/>
            </a:xfrm>
            <a:custGeom>
              <a:avLst/>
              <a:pathLst>
                <a:path w="15172" h="19139">
                  <a:moveTo>
                    <a:pt x="0" y="0"/>
                  </a:moveTo>
                  <a:lnTo>
                    <a:pt x="15172" y="19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l3640"/>
            <p:cNvSpPr/>
            <p:nvPr/>
          </p:nvSpPr>
          <p:spPr>
            <a:xfrm>
              <a:off x="4510369" y="4578850"/>
              <a:ext cx="4922" cy="6757"/>
            </a:xfrm>
            <a:custGeom>
              <a:avLst/>
              <a:pathLst>
                <a:path w="4922" h="6757">
                  <a:moveTo>
                    <a:pt x="0" y="0"/>
                  </a:moveTo>
                  <a:lnTo>
                    <a:pt x="4922" y="6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l3641"/>
            <p:cNvSpPr/>
            <p:nvPr/>
          </p:nvSpPr>
          <p:spPr>
            <a:xfrm>
              <a:off x="4500610" y="4565273"/>
              <a:ext cx="4864" cy="6798"/>
            </a:xfrm>
            <a:custGeom>
              <a:avLst/>
              <a:pathLst>
                <a:path w="4864" h="6798">
                  <a:moveTo>
                    <a:pt x="0" y="0"/>
                  </a:moveTo>
                  <a:lnTo>
                    <a:pt x="4864" y="67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l3642"/>
            <p:cNvSpPr/>
            <p:nvPr/>
          </p:nvSpPr>
          <p:spPr>
            <a:xfrm>
              <a:off x="4505205" y="4567126"/>
              <a:ext cx="9773" cy="13537"/>
            </a:xfrm>
            <a:custGeom>
              <a:avLst/>
              <a:pathLst>
                <a:path w="9773" h="13537">
                  <a:moveTo>
                    <a:pt x="0" y="0"/>
                  </a:moveTo>
                  <a:lnTo>
                    <a:pt x="9773" y="13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l3643"/>
            <p:cNvSpPr/>
            <p:nvPr/>
          </p:nvSpPr>
          <p:spPr>
            <a:xfrm>
              <a:off x="4481443" y="4537872"/>
              <a:ext cx="4747" cy="6880"/>
            </a:xfrm>
            <a:custGeom>
              <a:avLst/>
              <a:pathLst>
                <a:path w="4747" h="6880">
                  <a:moveTo>
                    <a:pt x="0" y="0"/>
                  </a:moveTo>
                  <a:lnTo>
                    <a:pt x="4747" y="6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l3644"/>
            <p:cNvSpPr/>
            <p:nvPr/>
          </p:nvSpPr>
          <p:spPr>
            <a:xfrm>
              <a:off x="4462747" y="4510148"/>
              <a:ext cx="4629" cy="6960"/>
            </a:xfrm>
            <a:custGeom>
              <a:avLst/>
              <a:pathLst>
                <a:path w="4629" h="6960">
                  <a:moveTo>
                    <a:pt x="0" y="0"/>
                  </a:moveTo>
                  <a:lnTo>
                    <a:pt x="4629" y="69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l3645"/>
            <p:cNvSpPr/>
            <p:nvPr/>
          </p:nvSpPr>
          <p:spPr>
            <a:xfrm>
              <a:off x="4466166" y="4512894"/>
              <a:ext cx="6973" cy="10412"/>
            </a:xfrm>
            <a:custGeom>
              <a:avLst/>
              <a:pathLst>
                <a:path w="6973" h="10412">
                  <a:moveTo>
                    <a:pt x="0" y="0"/>
                  </a:moveTo>
                  <a:lnTo>
                    <a:pt x="6973" y="10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l3646"/>
            <p:cNvSpPr/>
            <p:nvPr/>
          </p:nvSpPr>
          <p:spPr>
            <a:xfrm>
              <a:off x="4470751" y="4517364"/>
              <a:ext cx="8175" cy="12108"/>
            </a:xfrm>
            <a:custGeom>
              <a:avLst/>
              <a:pathLst>
                <a:path w="8175" h="12108">
                  <a:moveTo>
                    <a:pt x="0" y="0"/>
                  </a:moveTo>
                  <a:lnTo>
                    <a:pt x="8175" y="12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l3647"/>
            <p:cNvSpPr/>
            <p:nvPr/>
          </p:nvSpPr>
          <p:spPr>
            <a:xfrm>
              <a:off x="4477034" y="4521936"/>
              <a:ext cx="11162" cy="16354"/>
            </a:xfrm>
            <a:custGeom>
              <a:avLst/>
              <a:pathLst>
                <a:path w="11162" h="16354">
                  <a:moveTo>
                    <a:pt x="0" y="0"/>
                  </a:moveTo>
                  <a:lnTo>
                    <a:pt x="11162" y="16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l3648"/>
            <p:cNvSpPr/>
            <p:nvPr/>
          </p:nvSpPr>
          <p:spPr>
            <a:xfrm>
              <a:off x="4483695" y="4529377"/>
              <a:ext cx="12728" cy="18421"/>
            </a:xfrm>
            <a:custGeom>
              <a:avLst/>
              <a:pathLst>
                <a:path w="12728" h="18421">
                  <a:moveTo>
                    <a:pt x="0" y="0"/>
                  </a:moveTo>
                  <a:lnTo>
                    <a:pt x="12728" y="18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l3649"/>
            <p:cNvSpPr/>
            <p:nvPr/>
          </p:nvSpPr>
          <p:spPr>
            <a:xfrm>
              <a:off x="4491128" y="4537849"/>
              <a:ext cx="11173" cy="15998"/>
            </a:xfrm>
            <a:custGeom>
              <a:avLst/>
              <a:pathLst>
                <a:path w="11173" h="15998">
                  <a:moveTo>
                    <a:pt x="0" y="0"/>
                  </a:moveTo>
                  <a:lnTo>
                    <a:pt x="11173" y="159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l3650"/>
            <p:cNvSpPr/>
            <p:nvPr/>
          </p:nvSpPr>
          <p:spPr>
            <a:xfrm>
              <a:off x="4501061" y="4542812"/>
              <a:ext cx="17652" cy="24857"/>
            </a:xfrm>
            <a:custGeom>
              <a:avLst/>
              <a:pathLst>
                <a:path w="17652" h="24857">
                  <a:moveTo>
                    <a:pt x="0" y="0"/>
                  </a:moveTo>
                  <a:lnTo>
                    <a:pt x="17652" y="248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l3651"/>
            <p:cNvSpPr/>
            <p:nvPr/>
          </p:nvSpPr>
          <p:spPr>
            <a:xfrm>
              <a:off x="4453577" y="4496167"/>
              <a:ext cx="4570" cy="7000"/>
            </a:xfrm>
            <a:custGeom>
              <a:avLst/>
              <a:pathLst>
                <a:path w="4570" h="7000">
                  <a:moveTo>
                    <a:pt x="0" y="0"/>
                  </a:moveTo>
                  <a:lnTo>
                    <a:pt x="4570" y="7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l3652"/>
            <p:cNvSpPr/>
            <p:nvPr/>
          </p:nvSpPr>
          <p:spPr>
            <a:xfrm>
              <a:off x="4444526" y="4482108"/>
              <a:ext cx="4510" cy="7038"/>
            </a:xfrm>
            <a:custGeom>
              <a:avLst/>
              <a:pathLst>
                <a:path w="4510" h="7038">
                  <a:moveTo>
                    <a:pt x="0" y="0"/>
                  </a:moveTo>
                  <a:lnTo>
                    <a:pt x="4510" y="7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l3653"/>
            <p:cNvSpPr/>
            <p:nvPr/>
          </p:nvSpPr>
          <p:spPr>
            <a:xfrm>
              <a:off x="4431176" y="4460877"/>
              <a:ext cx="4419" cy="7096"/>
            </a:xfrm>
            <a:custGeom>
              <a:avLst/>
              <a:pathLst>
                <a:path w="4419" h="7096">
                  <a:moveTo>
                    <a:pt x="0" y="0"/>
                  </a:moveTo>
                  <a:lnTo>
                    <a:pt x="4419" y="7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l3654"/>
            <p:cNvSpPr/>
            <p:nvPr/>
          </p:nvSpPr>
          <p:spPr>
            <a:xfrm>
              <a:off x="4434513" y="4463723"/>
              <a:ext cx="6659" cy="10615"/>
            </a:xfrm>
            <a:custGeom>
              <a:avLst/>
              <a:pathLst>
                <a:path w="6659" h="10615">
                  <a:moveTo>
                    <a:pt x="0" y="0"/>
                  </a:moveTo>
                  <a:lnTo>
                    <a:pt x="6659" y="106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l3655"/>
            <p:cNvSpPr/>
            <p:nvPr/>
          </p:nvSpPr>
          <p:spPr>
            <a:xfrm>
              <a:off x="4440089" y="4467621"/>
              <a:ext cx="10051" cy="15853"/>
            </a:xfrm>
            <a:custGeom>
              <a:avLst/>
              <a:pathLst>
                <a:path w="10051" h="15853">
                  <a:moveTo>
                    <a:pt x="0" y="0"/>
                  </a:moveTo>
                  <a:lnTo>
                    <a:pt x="10051" y="15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l3656"/>
            <p:cNvSpPr/>
            <p:nvPr/>
          </p:nvSpPr>
          <p:spPr>
            <a:xfrm>
              <a:off x="4447345" y="4474135"/>
              <a:ext cx="14087" cy="21895"/>
            </a:xfrm>
            <a:custGeom>
              <a:avLst/>
              <a:pathLst>
                <a:path w="14087" h="21895">
                  <a:moveTo>
                    <a:pt x="0" y="0"/>
                  </a:moveTo>
                  <a:lnTo>
                    <a:pt x="14087" y="21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l3657"/>
            <p:cNvSpPr/>
            <p:nvPr/>
          </p:nvSpPr>
          <p:spPr>
            <a:xfrm>
              <a:off x="4418100" y="4439476"/>
              <a:ext cx="4328" cy="7152"/>
            </a:xfrm>
            <a:custGeom>
              <a:avLst/>
              <a:pathLst>
                <a:path w="4328" h="7152">
                  <a:moveTo>
                    <a:pt x="0" y="0"/>
                  </a:moveTo>
                  <a:lnTo>
                    <a:pt x="4328" y="71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l3658"/>
            <p:cNvSpPr/>
            <p:nvPr/>
          </p:nvSpPr>
          <p:spPr>
            <a:xfrm>
              <a:off x="4421399" y="4442365"/>
              <a:ext cx="6522" cy="10700"/>
            </a:xfrm>
            <a:custGeom>
              <a:avLst/>
              <a:pathLst>
                <a:path w="6522" h="10700">
                  <a:moveTo>
                    <a:pt x="0" y="0"/>
                  </a:moveTo>
                  <a:lnTo>
                    <a:pt x="6522" y="107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l3659"/>
            <p:cNvSpPr/>
            <p:nvPr/>
          </p:nvSpPr>
          <p:spPr>
            <a:xfrm>
              <a:off x="4401092" y="4410684"/>
              <a:ext cx="4205" cy="7225"/>
            </a:xfrm>
            <a:custGeom>
              <a:avLst/>
              <a:pathLst>
                <a:path w="4205" h="7225">
                  <a:moveTo>
                    <a:pt x="0" y="0"/>
                  </a:moveTo>
                  <a:lnTo>
                    <a:pt x="4205" y="7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l3660"/>
            <p:cNvSpPr/>
            <p:nvPr/>
          </p:nvSpPr>
          <p:spPr>
            <a:xfrm>
              <a:off x="4392774" y="4396181"/>
              <a:ext cx="4143" cy="7260"/>
            </a:xfrm>
            <a:custGeom>
              <a:avLst/>
              <a:pathLst>
                <a:path w="4143" h="7260">
                  <a:moveTo>
                    <a:pt x="0" y="0"/>
                  </a:moveTo>
                  <a:lnTo>
                    <a:pt x="4143" y="7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l3661"/>
            <p:cNvSpPr/>
            <p:nvPr/>
          </p:nvSpPr>
          <p:spPr>
            <a:xfrm>
              <a:off x="4397154" y="4398493"/>
              <a:ext cx="8338" cy="14466"/>
            </a:xfrm>
            <a:custGeom>
              <a:avLst/>
              <a:pathLst>
                <a:path w="8338" h="14466">
                  <a:moveTo>
                    <a:pt x="0" y="0"/>
                  </a:moveTo>
                  <a:lnTo>
                    <a:pt x="8338" y="144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l3662"/>
            <p:cNvSpPr/>
            <p:nvPr/>
          </p:nvSpPr>
          <p:spPr>
            <a:xfrm>
              <a:off x="4402462" y="4405070"/>
              <a:ext cx="10512" cy="18014"/>
            </a:xfrm>
            <a:custGeom>
              <a:avLst/>
              <a:pathLst>
                <a:path w="10512" h="18014">
                  <a:moveTo>
                    <a:pt x="0" y="0"/>
                  </a:moveTo>
                  <a:lnTo>
                    <a:pt x="10512" y="18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l3663"/>
            <p:cNvSpPr/>
            <p:nvPr/>
          </p:nvSpPr>
          <p:spPr>
            <a:xfrm>
              <a:off x="4408844" y="4413421"/>
              <a:ext cx="9532" cy="16156"/>
            </a:xfrm>
            <a:custGeom>
              <a:avLst/>
              <a:pathLst>
                <a:path w="9532" h="16156">
                  <a:moveTo>
                    <a:pt x="0" y="0"/>
                  </a:moveTo>
                  <a:lnTo>
                    <a:pt x="9532" y="161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l3664"/>
            <p:cNvSpPr/>
            <p:nvPr/>
          </p:nvSpPr>
          <p:spPr>
            <a:xfrm>
              <a:off x="4417030" y="4419481"/>
              <a:ext cx="14442" cy="24081"/>
            </a:xfrm>
            <a:custGeom>
              <a:avLst/>
              <a:pathLst>
                <a:path w="14442" h="24081">
                  <a:moveTo>
                    <a:pt x="0" y="0"/>
                  </a:moveTo>
                  <a:lnTo>
                    <a:pt x="14442" y="240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l3665"/>
            <p:cNvSpPr/>
            <p:nvPr/>
          </p:nvSpPr>
          <p:spPr>
            <a:xfrm>
              <a:off x="4432201" y="4426754"/>
              <a:ext cx="15910" cy="26061"/>
            </a:xfrm>
            <a:custGeom>
              <a:avLst/>
              <a:pathLst>
                <a:path w="15910" h="26061">
                  <a:moveTo>
                    <a:pt x="0" y="0"/>
                  </a:moveTo>
                  <a:lnTo>
                    <a:pt x="15910" y="26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l3666"/>
            <p:cNvSpPr/>
            <p:nvPr/>
          </p:nvSpPr>
          <p:spPr>
            <a:xfrm>
              <a:off x="4448111" y="4452815"/>
              <a:ext cx="16318" cy="25807"/>
            </a:xfrm>
            <a:custGeom>
              <a:avLst/>
              <a:pathLst>
                <a:path w="16318" h="25807">
                  <a:moveTo>
                    <a:pt x="0" y="0"/>
                  </a:moveTo>
                  <a:lnTo>
                    <a:pt x="16318" y="25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l3667"/>
            <p:cNvSpPr/>
            <p:nvPr/>
          </p:nvSpPr>
          <p:spPr>
            <a:xfrm>
              <a:off x="4461682" y="4444383"/>
              <a:ext cx="21166" cy="33298"/>
            </a:xfrm>
            <a:custGeom>
              <a:avLst/>
              <a:pathLst>
                <a:path w="21166" h="33298">
                  <a:moveTo>
                    <a:pt x="0" y="0"/>
                  </a:moveTo>
                  <a:lnTo>
                    <a:pt x="21166" y="33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l3668"/>
            <p:cNvSpPr/>
            <p:nvPr/>
          </p:nvSpPr>
          <p:spPr>
            <a:xfrm>
              <a:off x="4482849" y="4477681"/>
              <a:ext cx="21844" cy="32857"/>
            </a:xfrm>
            <a:custGeom>
              <a:avLst/>
              <a:pathLst>
                <a:path w="21844" h="32857">
                  <a:moveTo>
                    <a:pt x="0" y="0"/>
                  </a:moveTo>
                  <a:lnTo>
                    <a:pt x="21844" y="328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l3669"/>
            <p:cNvSpPr/>
            <p:nvPr/>
          </p:nvSpPr>
          <p:spPr>
            <a:xfrm>
              <a:off x="4504693" y="4510539"/>
              <a:ext cx="22513" cy="32402"/>
            </a:xfrm>
            <a:custGeom>
              <a:avLst/>
              <a:pathLst>
                <a:path w="22513" h="32402">
                  <a:moveTo>
                    <a:pt x="0" y="0"/>
                  </a:moveTo>
                  <a:lnTo>
                    <a:pt x="22513" y="32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l3670"/>
            <p:cNvSpPr/>
            <p:nvPr/>
          </p:nvSpPr>
          <p:spPr>
            <a:xfrm>
              <a:off x="4494795" y="4493429"/>
              <a:ext cx="26705" cy="39115"/>
            </a:xfrm>
            <a:custGeom>
              <a:avLst/>
              <a:pathLst>
                <a:path w="26705" h="39115">
                  <a:moveTo>
                    <a:pt x="0" y="0"/>
                  </a:moveTo>
                  <a:lnTo>
                    <a:pt x="26705" y="3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l3671"/>
            <p:cNvSpPr/>
            <p:nvPr/>
          </p:nvSpPr>
          <p:spPr>
            <a:xfrm>
              <a:off x="4521501" y="4532545"/>
              <a:ext cx="27661" cy="38445"/>
            </a:xfrm>
            <a:custGeom>
              <a:avLst/>
              <a:pathLst>
                <a:path w="27661" h="38445">
                  <a:moveTo>
                    <a:pt x="0" y="0"/>
                  </a:moveTo>
                  <a:lnTo>
                    <a:pt x="27661" y="38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l3672"/>
            <p:cNvSpPr/>
            <p:nvPr/>
          </p:nvSpPr>
          <p:spPr>
            <a:xfrm>
              <a:off x="4532404" y="4524902"/>
              <a:ext cx="32957" cy="45574"/>
            </a:xfrm>
            <a:custGeom>
              <a:avLst/>
              <a:pathLst>
                <a:path w="32957" h="45574">
                  <a:moveTo>
                    <a:pt x="0" y="0"/>
                  </a:moveTo>
                  <a:lnTo>
                    <a:pt x="32957" y="45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l3673"/>
            <p:cNvSpPr/>
            <p:nvPr/>
          </p:nvSpPr>
          <p:spPr>
            <a:xfrm>
              <a:off x="4565361" y="4570476"/>
              <a:ext cx="34285" cy="44583"/>
            </a:xfrm>
            <a:custGeom>
              <a:avLst/>
              <a:pathLst>
                <a:path w="34285" h="44583">
                  <a:moveTo>
                    <a:pt x="0" y="0"/>
                  </a:moveTo>
                  <a:lnTo>
                    <a:pt x="34285" y="44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l3674"/>
            <p:cNvSpPr/>
            <p:nvPr/>
          </p:nvSpPr>
          <p:spPr>
            <a:xfrm>
              <a:off x="4573899" y="4564108"/>
              <a:ext cx="23939" cy="31411"/>
            </a:xfrm>
            <a:custGeom>
              <a:avLst/>
              <a:pathLst>
                <a:path w="23939" h="31411">
                  <a:moveTo>
                    <a:pt x="0" y="0"/>
                  </a:moveTo>
                  <a:lnTo>
                    <a:pt x="23939" y="3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l3675"/>
            <p:cNvSpPr/>
            <p:nvPr/>
          </p:nvSpPr>
          <p:spPr>
            <a:xfrm>
              <a:off x="4597839" y="4595520"/>
              <a:ext cx="24588" cy="30906"/>
            </a:xfrm>
            <a:custGeom>
              <a:avLst/>
              <a:pathLst>
                <a:path w="24588" h="30906">
                  <a:moveTo>
                    <a:pt x="0" y="0"/>
                  </a:moveTo>
                  <a:lnTo>
                    <a:pt x="24588" y="30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l3676"/>
            <p:cNvSpPr/>
            <p:nvPr/>
          </p:nvSpPr>
          <p:spPr>
            <a:xfrm>
              <a:off x="4622427" y="4626427"/>
              <a:ext cx="25225" cy="30388"/>
            </a:xfrm>
            <a:custGeom>
              <a:avLst/>
              <a:pathLst>
                <a:path w="25225" h="30388">
                  <a:moveTo>
                    <a:pt x="0" y="0"/>
                  </a:moveTo>
                  <a:lnTo>
                    <a:pt x="25225" y="303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l3677"/>
            <p:cNvSpPr/>
            <p:nvPr/>
          </p:nvSpPr>
          <p:spPr>
            <a:xfrm>
              <a:off x="4616304" y="4606064"/>
              <a:ext cx="34679" cy="42319"/>
            </a:xfrm>
            <a:custGeom>
              <a:avLst/>
              <a:pathLst>
                <a:path w="34679" h="42319">
                  <a:moveTo>
                    <a:pt x="0" y="0"/>
                  </a:moveTo>
                  <a:lnTo>
                    <a:pt x="34679" y="423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l3678"/>
            <p:cNvSpPr/>
            <p:nvPr/>
          </p:nvSpPr>
          <p:spPr>
            <a:xfrm>
              <a:off x="4650984" y="4648383"/>
              <a:ext cx="35889" cy="41298"/>
            </a:xfrm>
            <a:custGeom>
              <a:avLst/>
              <a:pathLst>
                <a:path w="35889" h="41298">
                  <a:moveTo>
                    <a:pt x="0" y="0"/>
                  </a:moveTo>
                  <a:lnTo>
                    <a:pt x="35889" y="41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l3679"/>
            <p:cNvSpPr/>
            <p:nvPr/>
          </p:nvSpPr>
          <p:spPr>
            <a:xfrm>
              <a:off x="4652001" y="4647524"/>
              <a:ext cx="25746" cy="29869"/>
            </a:xfrm>
            <a:custGeom>
              <a:avLst/>
              <a:pathLst>
                <a:path w="25746" h="29869">
                  <a:moveTo>
                    <a:pt x="0" y="0"/>
                  </a:moveTo>
                  <a:lnTo>
                    <a:pt x="25746" y="29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l3680"/>
            <p:cNvSpPr/>
            <p:nvPr/>
          </p:nvSpPr>
          <p:spPr>
            <a:xfrm>
              <a:off x="4677748" y="4677394"/>
              <a:ext cx="26364" cy="29325"/>
            </a:xfrm>
            <a:custGeom>
              <a:avLst/>
              <a:pathLst>
                <a:path w="26364" h="29325">
                  <a:moveTo>
                    <a:pt x="0" y="0"/>
                  </a:moveTo>
                  <a:lnTo>
                    <a:pt x="26364" y="29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l3681"/>
            <p:cNvSpPr/>
            <p:nvPr/>
          </p:nvSpPr>
          <p:spPr>
            <a:xfrm>
              <a:off x="4678748" y="4676514"/>
              <a:ext cx="31808" cy="35229"/>
            </a:xfrm>
            <a:custGeom>
              <a:avLst/>
              <a:pathLst>
                <a:path w="31808" h="35229">
                  <a:moveTo>
                    <a:pt x="0" y="0"/>
                  </a:moveTo>
                  <a:lnTo>
                    <a:pt x="31808" y="35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l3682"/>
            <p:cNvSpPr/>
            <p:nvPr/>
          </p:nvSpPr>
          <p:spPr>
            <a:xfrm>
              <a:off x="4722212" y="4669246"/>
              <a:ext cx="34439" cy="37109"/>
            </a:xfrm>
            <a:custGeom>
              <a:avLst/>
              <a:pathLst>
                <a:path w="34439" h="37109">
                  <a:moveTo>
                    <a:pt x="0" y="0"/>
                  </a:moveTo>
                  <a:lnTo>
                    <a:pt x="34439" y="37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l3683"/>
            <p:cNvSpPr/>
            <p:nvPr/>
          </p:nvSpPr>
          <p:spPr>
            <a:xfrm>
              <a:off x="4756651" y="4706356"/>
              <a:ext cx="35441" cy="36153"/>
            </a:xfrm>
            <a:custGeom>
              <a:avLst/>
              <a:pathLst>
                <a:path w="35441" h="36153">
                  <a:moveTo>
                    <a:pt x="0" y="0"/>
                  </a:moveTo>
                  <a:lnTo>
                    <a:pt x="35441" y="361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l3684"/>
            <p:cNvSpPr/>
            <p:nvPr/>
          </p:nvSpPr>
          <p:spPr>
            <a:xfrm>
              <a:off x="4792092" y="4742510"/>
              <a:ext cx="36417" cy="35170"/>
            </a:xfrm>
            <a:custGeom>
              <a:avLst/>
              <a:pathLst>
                <a:path w="36417" h="35170">
                  <a:moveTo>
                    <a:pt x="0" y="0"/>
                  </a:moveTo>
                  <a:lnTo>
                    <a:pt x="36417" y="351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l3685"/>
            <p:cNvSpPr/>
            <p:nvPr/>
          </p:nvSpPr>
          <p:spPr>
            <a:xfrm>
              <a:off x="4828509" y="4777681"/>
              <a:ext cx="37365" cy="34161"/>
            </a:xfrm>
            <a:custGeom>
              <a:avLst/>
              <a:pathLst>
                <a:path w="37365" h="34161">
                  <a:moveTo>
                    <a:pt x="0" y="0"/>
                  </a:moveTo>
                  <a:lnTo>
                    <a:pt x="37365" y="3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l3686"/>
            <p:cNvSpPr/>
            <p:nvPr/>
          </p:nvSpPr>
          <p:spPr>
            <a:xfrm>
              <a:off x="4860563" y="4673527"/>
              <a:ext cx="37178" cy="35831"/>
            </a:xfrm>
            <a:custGeom>
              <a:avLst/>
              <a:pathLst>
                <a:path w="37178" h="35831">
                  <a:moveTo>
                    <a:pt x="0" y="0"/>
                  </a:moveTo>
                  <a:lnTo>
                    <a:pt x="37178" y="358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l3687"/>
            <p:cNvSpPr/>
            <p:nvPr/>
          </p:nvSpPr>
          <p:spPr>
            <a:xfrm>
              <a:off x="4897741" y="4709358"/>
              <a:ext cx="38217" cy="34721"/>
            </a:xfrm>
            <a:custGeom>
              <a:avLst/>
              <a:pathLst>
                <a:path w="38217" h="34721">
                  <a:moveTo>
                    <a:pt x="0" y="0"/>
                  </a:moveTo>
                  <a:lnTo>
                    <a:pt x="38217" y="34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l3688"/>
            <p:cNvSpPr/>
            <p:nvPr/>
          </p:nvSpPr>
          <p:spPr>
            <a:xfrm>
              <a:off x="4935959" y="4744079"/>
              <a:ext cx="39223" cy="33580"/>
            </a:xfrm>
            <a:custGeom>
              <a:avLst/>
              <a:pathLst>
                <a:path w="39223" h="33580">
                  <a:moveTo>
                    <a:pt x="0" y="0"/>
                  </a:moveTo>
                  <a:lnTo>
                    <a:pt x="39223" y="33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l3689"/>
            <p:cNvSpPr/>
            <p:nvPr/>
          </p:nvSpPr>
          <p:spPr>
            <a:xfrm>
              <a:off x="4975182" y="4777660"/>
              <a:ext cx="40194" cy="32411"/>
            </a:xfrm>
            <a:custGeom>
              <a:avLst/>
              <a:pathLst>
                <a:path w="40194" h="32411">
                  <a:moveTo>
                    <a:pt x="0" y="0"/>
                  </a:moveTo>
                  <a:lnTo>
                    <a:pt x="40194" y="32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l3690"/>
            <p:cNvSpPr/>
            <p:nvPr/>
          </p:nvSpPr>
          <p:spPr>
            <a:xfrm>
              <a:off x="5015377" y="4810071"/>
              <a:ext cx="41131" cy="31213"/>
            </a:xfrm>
            <a:custGeom>
              <a:avLst/>
              <a:pathLst>
                <a:path w="41131" h="31213">
                  <a:moveTo>
                    <a:pt x="0" y="0"/>
                  </a:moveTo>
                  <a:lnTo>
                    <a:pt x="41131" y="31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l3691"/>
            <p:cNvSpPr/>
            <p:nvPr/>
          </p:nvSpPr>
          <p:spPr>
            <a:xfrm>
              <a:off x="5056509" y="4841285"/>
              <a:ext cx="42033" cy="29989"/>
            </a:xfrm>
            <a:custGeom>
              <a:avLst/>
              <a:pathLst>
                <a:path w="42033" h="29989">
                  <a:moveTo>
                    <a:pt x="0" y="0"/>
                  </a:moveTo>
                  <a:lnTo>
                    <a:pt x="42033" y="29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l3692"/>
            <p:cNvSpPr/>
            <p:nvPr/>
          </p:nvSpPr>
          <p:spPr>
            <a:xfrm>
              <a:off x="5098542" y="4871275"/>
              <a:ext cx="42897" cy="28738"/>
            </a:xfrm>
            <a:custGeom>
              <a:avLst/>
              <a:pathLst>
                <a:path w="42897" h="28738">
                  <a:moveTo>
                    <a:pt x="0" y="0"/>
                  </a:moveTo>
                  <a:lnTo>
                    <a:pt x="42897" y="28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l3693"/>
            <p:cNvSpPr/>
            <p:nvPr/>
          </p:nvSpPr>
          <p:spPr>
            <a:xfrm>
              <a:off x="5141440" y="4900013"/>
              <a:ext cx="43725" cy="27463"/>
            </a:xfrm>
            <a:custGeom>
              <a:avLst/>
              <a:pathLst>
                <a:path w="43725" h="27463">
                  <a:moveTo>
                    <a:pt x="0" y="0"/>
                  </a:moveTo>
                  <a:lnTo>
                    <a:pt x="43725" y="274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l3694"/>
            <p:cNvSpPr/>
            <p:nvPr/>
          </p:nvSpPr>
          <p:spPr>
            <a:xfrm>
              <a:off x="5185165" y="4927476"/>
              <a:ext cx="44514" cy="26163"/>
            </a:xfrm>
            <a:custGeom>
              <a:avLst/>
              <a:pathLst>
                <a:path w="44514" h="26163">
                  <a:moveTo>
                    <a:pt x="0" y="0"/>
                  </a:moveTo>
                  <a:lnTo>
                    <a:pt x="44514" y="26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l3695"/>
            <p:cNvSpPr/>
            <p:nvPr/>
          </p:nvSpPr>
          <p:spPr>
            <a:xfrm>
              <a:off x="5229680" y="4953640"/>
              <a:ext cx="45266" cy="24841"/>
            </a:xfrm>
            <a:custGeom>
              <a:avLst/>
              <a:pathLst>
                <a:path w="45266" h="24841">
                  <a:moveTo>
                    <a:pt x="0" y="0"/>
                  </a:moveTo>
                  <a:lnTo>
                    <a:pt x="45266" y="248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l3696"/>
            <p:cNvSpPr/>
            <p:nvPr/>
          </p:nvSpPr>
          <p:spPr>
            <a:xfrm>
              <a:off x="5274946" y="4978482"/>
              <a:ext cx="45977" cy="23498"/>
            </a:xfrm>
            <a:custGeom>
              <a:avLst/>
              <a:pathLst>
                <a:path w="45977" h="23498">
                  <a:moveTo>
                    <a:pt x="0" y="0"/>
                  </a:moveTo>
                  <a:lnTo>
                    <a:pt x="45977" y="234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l3697"/>
            <p:cNvSpPr/>
            <p:nvPr/>
          </p:nvSpPr>
          <p:spPr>
            <a:xfrm>
              <a:off x="5320924" y="5001980"/>
              <a:ext cx="46649" cy="22134"/>
            </a:xfrm>
            <a:custGeom>
              <a:avLst/>
              <a:pathLst>
                <a:path w="46649" h="22134">
                  <a:moveTo>
                    <a:pt x="0" y="0"/>
                  </a:moveTo>
                  <a:lnTo>
                    <a:pt x="46649" y="22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l3698"/>
            <p:cNvSpPr/>
            <p:nvPr/>
          </p:nvSpPr>
          <p:spPr>
            <a:xfrm>
              <a:off x="4384579" y="4381607"/>
              <a:ext cx="4081" cy="7295"/>
            </a:xfrm>
            <a:custGeom>
              <a:avLst/>
              <a:pathLst>
                <a:path w="4081" h="7295">
                  <a:moveTo>
                    <a:pt x="0" y="0"/>
                  </a:moveTo>
                  <a:lnTo>
                    <a:pt x="4081" y="7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l3699"/>
            <p:cNvSpPr/>
            <p:nvPr/>
          </p:nvSpPr>
          <p:spPr>
            <a:xfrm>
              <a:off x="4376509" y="4366963"/>
              <a:ext cx="4019" cy="7330"/>
            </a:xfrm>
            <a:custGeom>
              <a:avLst/>
              <a:pathLst>
                <a:path w="4019" h="7330">
                  <a:moveTo>
                    <a:pt x="0" y="0"/>
                  </a:moveTo>
                  <a:lnTo>
                    <a:pt x="4019" y="7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l3700"/>
            <p:cNvSpPr/>
            <p:nvPr/>
          </p:nvSpPr>
          <p:spPr>
            <a:xfrm>
              <a:off x="4364639" y="4344870"/>
              <a:ext cx="3925" cy="7381"/>
            </a:xfrm>
            <a:custGeom>
              <a:avLst/>
              <a:pathLst>
                <a:path w="3925" h="7381">
                  <a:moveTo>
                    <a:pt x="0" y="0"/>
                  </a:moveTo>
                  <a:lnTo>
                    <a:pt x="3925" y="7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l3701"/>
            <p:cNvSpPr/>
            <p:nvPr/>
          </p:nvSpPr>
          <p:spPr>
            <a:xfrm>
              <a:off x="4367774" y="4347938"/>
              <a:ext cx="5919" cy="11045"/>
            </a:xfrm>
            <a:custGeom>
              <a:avLst/>
              <a:pathLst>
                <a:path w="5919" h="11045">
                  <a:moveTo>
                    <a:pt x="0" y="0"/>
                  </a:moveTo>
                  <a:lnTo>
                    <a:pt x="5919" y="11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l3702"/>
            <p:cNvSpPr/>
            <p:nvPr/>
          </p:nvSpPr>
          <p:spPr>
            <a:xfrm>
              <a:off x="4356884" y="4330058"/>
              <a:ext cx="3861" cy="7414"/>
            </a:xfrm>
            <a:custGeom>
              <a:avLst/>
              <a:pathLst>
                <a:path w="3861" h="7414">
                  <a:moveTo>
                    <a:pt x="0" y="0"/>
                  </a:moveTo>
                  <a:lnTo>
                    <a:pt x="3861" y="7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l3703"/>
            <p:cNvSpPr/>
            <p:nvPr/>
          </p:nvSpPr>
          <p:spPr>
            <a:xfrm>
              <a:off x="4345488" y="4307716"/>
              <a:ext cx="3766" cy="7463"/>
            </a:xfrm>
            <a:custGeom>
              <a:avLst/>
              <a:pathLst>
                <a:path w="3766" h="7463">
                  <a:moveTo>
                    <a:pt x="0" y="0"/>
                  </a:moveTo>
                  <a:lnTo>
                    <a:pt x="3766" y="74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l3704"/>
            <p:cNvSpPr/>
            <p:nvPr/>
          </p:nvSpPr>
          <p:spPr>
            <a:xfrm>
              <a:off x="4348556" y="4310850"/>
              <a:ext cx="5682" cy="11169"/>
            </a:xfrm>
            <a:custGeom>
              <a:avLst/>
              <a:pathLst>
                <a:path w="5682" h="11169">
                  <a:moveTo>
                    <a:pt x="0" y="0"/>
                  </a:moveTo>
                  <a:lnTo>
                    <a:pt x="5682" y="11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l3705"/>
            <p:cNvSpPr/>
            <p:nvPr/>
          </p:nvSpPr>
          <p:spPr>
            <a:xfrm>
              <a:off x="4353762" y="4315232"/>
              <a:ext cx="8591" cy="16689"/>
            </a:xfrm>
            <a:custGeom>
              <a:avLst/>
              <a:pathLst>
                <a:path w="8591" h="16689">
                  <a:moveTo>
                    <a:pt x="0" y="0"/>
                  </a:moveTo>
                  <a:lnTo>
                    <a:pt x="8591" y="16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l3706"/>
            <p:cNvSpPr/>
            <p:nvPr/>
          </p:nvSpPr>
          <p:spPr>
            <a:xfrm>
              <a:off x="4361589" y="4321759"/>
              <a:ext cx="15003" cy="28561"/>
            </a:xfrm>
            <a:custGeom>
              <a:avLst/>
              <a:pathLst>
                <a:path w="15003" h="28561">
                  <a:moveTo>
                    <a:pt x="0" y="0"/>
                  </a:moveTo>
                  <a:lnTo>
                    <a:pt x="15003" y="28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l3707"/>
            <p:cNvSpPr/>
            <p:nvPr/>
          </p:nvSpPr>
          <p:spPr>
            <a:xfrm>
              <a:off x="4371389" y="4334832"/>
              <a:ext cx="16465" cy="30676"/>
            </a:xfrm>
            <a:custGeom>
              <a:avLst/>
              <a:pathLst>
                <a:path w="16465" h="30676">
                  <a:moveTo>
                    <a:pt x="0" y="0"/>
                  </a:moveTo>
                  <a:lnTo>
                    <a:pt x="16465" y="30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l3708"/>
            <p:cNvSpPr/>
            <p:nvPr/>
          </p:nvSpPr>
          <p:spPr>
            <a:xfrm>
              <a:off x="4381899" y="4348948"/>
              <a:ext cx="16336" cy="29807"/>
            </a:xfrm>
            <a:custGeom>
              <a:avLst/>
              <a:pathLst>
                <a:path w="16336" h="29807">
                  <a:moveTo>
                    <a:pt x="0" y="0"/>
                  </a:moveTo>
                  <a:lnTo>
                    <a:pt x="16336" y="29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l3709"/>
            <p:cNvSpPr/>
            <p:nvPr/>
          </p:nvSpPr>
          <p:spPr>
            <a:xfrm>
              <a:off x="4327135" y="4270162"/>
              <a:ext cx="3606" cy="7542"/>
            </a:xfrm>
            <a:custGeom>
              <a:avLst/>
              <a:pathLst>
                <a:path w="3606" h="7542">
                  <a:moveTo>
                    <a:pt x="0" y="0"/>
                  </a:moveTo>
                  <a:lnTo>
                    <a:pt x="3606" y="7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l3710"/>
            <p:cNvSpPr/>
            <p:nvPr/>
          </p:nvSpPr>
          <p:spPr>
            <a:xfrm>
              <a:off x="4330135" y="4273361"/>
              <a:ext cx="5442" cy="11287"/>
            </a:xfrm>
            <a:custGeom>
              <a:avLst/>
              <a:pathLst>
                <a:path w="5442" h="11287">
                  <a:moveTo>
                    <a:pt x="0" y="0"/>
                  </a:moveTo>
                  <a:lnTo>
                    <a:pt x="5442" y="112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l3711"/>
            <p:cNvSpPr/>
            <p:nvPr/>
          </p:nvSpPr>
          <p:spPr>
            <a:xfrm>
              <a:off x="4320018" y="4255032"/>
              <a:ext cx="3542" cy="7572"/>
            </a:xfrm>
            <a:custGeom>
              <a:avLst/>
              <a:pathLst>
                <a:path w="3542" h="7572">
                  <a:moveTo>
                    <a:pt x="0" y="0"/>
                  </a:moveTo>
                  <a:lnTo>
                    <a:pt x="3542" y="75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l3712"/>
            <p:cNvSpPr/>
            <p:nvPr/>
          </p:nvSpPr>
          <p:spPr>
            <a:xfrm>
              <a:off x="4313031" y="4239842"/>
              <a:ext cx="3477" cy="7602"/>
            </a:xfrm>
            <a:custGeom>
              <a:avLst/>
              <a:pathLst>
                <a:path w="3477" h="7602">
                  <a:moveTo>
                    <a:pt x="0" y="0"/>
                  </a:moveTo>
                  <a:lnTo>
                    <a:pt x="3477" y="7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l3713"/>
            <p:cNvSpPr/>
            <p:nvPr/>
          </p:nvSpPr>
          <p:spPr>
            <a:xfrm>
              <a:off x="4317187" y="4242538"/>
              <a:ext cx="7009" cy="15154"/>
            </a:xfrm>
            <a:custGeom>
              <a:avLst/>
              <a:pathLst>
                <a:path w="7009" h="15154">
                  <a:moveTo>
                    <a:pt x="0" y="0"/>
                  </a:moveTo>
                  <a:lnTo>
                    <a:pt x="7009" y="151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l3714"/>
            <p:cNvSpPr/>
            <p:nvPr/>
          </p:nvSpPr>
          <p:spPr>
            <a:xfrm>
              <a:off x="4324301" y="4248446"/>
              <a:ext cx="13343" cy="28250"/>
            </a:xfrm>
            <a:custGeom>
              <a:avLst/>
              <a:pathLst>
                <a:path w="13343" h="28250">
                  <a:moveTo>
                    <a:pt x="0" y="0"/>
                  </a:moveTo>
                  <a:lnTo>
                    <a:pt x="13343" y="28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l3715"/>
            <p:cNvSpPr/>
            <p:nvPr/>
          </p:nvSpPr>
          <p:spPr>
            <a:xfrm>
              <a:off x="4332120" y="4262029"/>
              <a:ext cx="13100" cy="27189"/>
            </a:xfrm>
            <a:custGeom>
              <a:avLst/>
              <a:pathLst>
                <a:path w="13100" h="27189">
                  <a:moveTo>
                    <a:pt x="0" y="0"/>
                  </a:moveTo>
                  <a:lnTo>
                    <a:pt x="13100" y="271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l3716"/>
            <p:cNvSpPr/>
            <p:nvPr/>
          </p:nvSpPr>
          <p:spPr>
            <a:xfrm>
              <a:off x="4339817" y="4275071"/>
              <a:ext cx="10283" cy="21019"/>
            </a:xfrm>
            <a:custGeom>
              <a:avLst/>
              <a:pathLst>
                <a:path w="10283" h="21019">
                  <a:moveTo>
                    <a:pt x="0" y="0"/>
                  </a:moveTo>
                  <a:lnTo>
                    <a:pt x="10283" y="21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l3717"/>
            <p:cNvSpPr/>
            <p:nvPr/>
          </p:nvSpPr>
          <p:spPr>
            <a:xfrm>
              <a:off x="4306174" y="4224593"/>
              <a:ext cx="3412" cy="7631"/>
            </a:xfrm>
            <a:custGeom>
              <a:avLst/>
              <a:pathLst>
                <a:path w="3412" h="7631">
                  <a:moveTo>
                    <a:pt x="0" y="0"/>
                  </a:moveTo>
                  <a:lnTo>
                    <a:pt x="3412" y="7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l3718"/>
            <p:cNvSpPr/>
            <p:nvPr/>
          </p:nvSpPr>
          <p:spPr>
            <a:xfrm>
              <a:off x="4296133" y="4201611"/>
              <a:ext cx="3314" cy="7674"/>
            </a:xfrm>
            <a:custGeom>
              <a:avLst/>
              <a:pathLst>
                <a:path w="3314" h="7674">
                  <a:moveTo>
                    <a:pt x="0" y="0"/>
                  </a:moveTo>
                  <a:lnTo>
                    <a:pt x="3314" y="7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l3719"/>
            <p:cNvSpPr/>
            <p:nvPr/>
          </p:nvSpPr>
          <p:spPr>
            <a:xfrm>
              <a:off x="4299009" y="4204922"/>
              <a:ext cx="5004" cy="11488"/>
            </a:xfrm>
            <a:custGeom>
              <a:avLst/>
              <a:pathLst>
                <a:path w="5004" h="11488">
                  <a:moveTo>
                    <a:pt x="0" y="0"/>
                  </a:moveTo>
                  <a:lnTo>
                    <a:pt x="5004" y="11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l3720"/>
            <p:cNvSpPr/>
            <p:nvPr/>
          </p:nvSpPr>
          <p:spPr>
            <a:xfrm>
              <a:off x="4280055" y="4163028"/>
              <a:ext cx="3149" cy="7743"/>
            </a:xfrm>
            <a:custGeom>
              <a:avLst/>
              <a:pathLst>
                <a:path w="3149" h="7743">
                  <a:moveTo>
                    <a:pt x="0" y="0"/>
                  </a:moveTo>
                  <a:lnTo>
                    <a:pt x="3149" y="7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l3721"/>
            <p:cNvSpPr/>
            <p:nvPr/>
          </p:nvSpPr>
          <p:spPr>
            <a:xfrm>
              <a:off x="4282859" y="4166400"/>
              <a:ext cx="4758" cy="11592"/>
            </a:xfrm>
            <a:custGeom>
              <a:avLst/>
              <a:pathLst>
                <a:path w="4758" h="11592">
                  <a:moveTo>
                    <a:pt x="0" y="0"/>
                  </a:moveTo>
                  <a:lnTo>
                    <a:pt x="4758" y="11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l3722"/>
            <p:cNvSpPr/>
            <p:nvPr/>
          </p:nvSpPr>
          <p:spPr>
            <a:xfrm>
              <a:off x="4286461" y="4171695"/>
              <a:ext cx="5598" cy="13494"/>
            </a:xfrm>
            <a:custGeom>
              <a:avLst/>
              <a:pathLst>
                <a:path w="5598" h="13494">
                  <a:moveTo>
                    <a:pt x="0" y="0"/>
                  </a:moveTo>
                  <a:lnTo>
                    <a:pt x="5598" y="13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l3723"/>
            <p:cNvSpPr/>
            <p:nvPr/>
          </p:nvSpPr>
          <p:spPr>
            <a:xfrm>
              <a:off x="4290477" y="4177937"/>
              <a:ext cx="6051" cy="14424"/>
            </a:xfrm>
            <a:custGeom>
              <a:avLst/>
              <a:pathLst>
                <a:path w="6051" h="14424">
                  <a:moveTo>
                    <a:pt x="0" y="0"/>
                  </a:moveTo>
                  <a:lnTo>
                    <a:pt x="6051" y="14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l3724"/>
            <p:cNvSpPr/>
            <p:nvPr/>
          </p:nvSpPr>
          <p:spPr>
            <a:xfrm>
              <a:off x="4297172" y="4183610"/>
              <a:ext cx="10433" cy="24401"/>
            </a:xfrm>
            <a:custGeom>
              <a:avLst/>
              <a:pathLst>
                <a:path w="10433" h="24401">
                  <a:moveTo>
                    <a:pt x="0" y="0"/>
                  </a:moveTo>
                  <a:lnTo>
                    <a:pt x="10433" y="24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l3725"/>
            <p:cNvSpPr/>
            <p:nvPr/>
          </p:nvSpPr>
          <p:spPr>
            <a:xfrm>
              <a:off x="4304795" y="4194782"/>
              <a:ext cx="12804" cy="29281"/>
            </a:xfrm>
            <a:custGeom>
              <a:avLst/>
              <a:pathLst>
                <a:path w="12804" h="29281">
                  <a:moveTo>
                    <a:pt x="0" y="0"/>
                  </a:moveTo>
                  <a:lnTo>
                    <a:pt x="12804" y="29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l3726"/>
            <p:cNvSpPr/>
            <p:nvPr/>
          </p:nvSpPr>
          <p:spPr>
            <a:xfrm>
              <a:off x="4270805" y="4139716"/>
              <a:ext cx="3050" cy="7783"/>
            </a:xfrm>
            <a:custGeom>
              <a:avLst/>
              <a:pathLst>
                <a:path w="3050" h="7783">
                  <a:moveTo>
                    <a:pt x="0" y="0"/>
                  </a:moveTo>
                  <a:lnTo>
                    <a:pt x="3050" y="7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l3727"/>
            <p:cNvSpPr/>
            <p:nvPr/>
          </p:nvSpPr>
          <p:spPr>
            <a:xfrm>
              <a:off x="4273565" y="4143124"/>
              <a:ext cx="4609" cy="11652"/>
            </a:xfrm>
            <a:custGeom>
              <a:avLst/>
              <a:pathLst>
                <a:path w="4609" h="11652">
                  <a:moveTo>
                    <a:pt x="0" y="0"/>
                  </a:moveTo>
                  <a:lnTo>
                    <a:pt x="4609" y="11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l3728"/>
            <p:cNvSpPr/>
            <p:nvPr/>
          </p:nvSpPr>
          <p:spPr>
            <a:xfrm>
              <a:off x="4261853" y="4116288"/>
              <a:ext cx="2950" cy="7822"/>
            </a:xfrm>
            <a:custGeom>
              <a:avLst/>
              <a:pathLst>
                <a:path w="2950" h="7822">
                  <a:moveTo>
                    <a:pt x="0" y="0"/>
                  </a:moveTo>
                  <a:lnTo>
                    <a:pt x="2950" y="78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l3729"/>
            <p:cNvSpPr/>
            <p:nvPr/>
          </p:nvSpPr>
          <p:spPr>
            <a:xfrm>
              <a:off x="4247604" y="4076993"/>
              <a:ext cx="2782" cy="7883"/>
            </a:xfrm>
            <a:custGeom>
              <a:avLst/>
              <a:pathLst>
                <a:path w="2782" h="7883">
                  <a:moveTo>
                    <a:pt x="0" y="0"/>
                  </a:moveTo>
                  <a:lnTo>
                    <a:pt x="2782" y="78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l3730"/>
            <p:cNvSpPr/>
            <p:nvPr/>
          </p:nvSpPr>
          <p:spPr>
            <a:xfrm>
              <a:off x="4250247" y="4080493"/>
              <a:ext cx="4209" cy="11803"/>
            </a:xfrm>
            <a:custGeom>
              <a:avLst/>
              <a:pathLst>
                <a:path w="4209" h="11803">
                  <a:moveTo>
                    <a:pt x="0" y="0"/>
                  </a:moveTo>
                  <a:lnTo>
                    <a:pt x="4209" y="11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l3731"/>
            <p:cNvSpPr/>
            <p:nvPr/>
          </p:nvSpPr>
          <p:spPr>
            <a:xfrm>
              <a:off x="4253596" y="4085951"/>
              <a:ext cx="4958" cy="13742"/>
            </a:xfrm>
            <a:custGeom>
              <a:avLst/>
              <a:pathLst>
                <a:path w="4958" h="13742">
                  <a:moveTo>
                    <a:pt x="0" y="0"/>
                  </a:moveTo>
                  <a:lnTo>
                    <a:pt x="4958" y="13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l3732"/>
            <p:cNvSpPr/>
            <p:nvPr/>
          </p:nvSpPr>
          <p:spPr>
            <a:xfrm>
              <a:off x="4257315" y="4092375"/>
              <a:ext cx="5368" cy="14693"/>
            </a:xfrm>
            <a:custGeom>
              <a:avLst/>
              <a:pathLst>
                <a:path w="5368" h="14693">
                  <a:moveTo>
                    <a:pt x="0" y="0"/>
                  </a:moveTo>
                  <a:lnTo>
                    <a:pt x="5368" y="146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l3733"/>
            <p:cNvSpPr/>
            <p:nvPr/>
          </p:nvSpPr>
          <p:spPr>
            <a:xfrm>
              <a:off x="4262485" y="4098813"/>
              <a:ext cx="7068" cy="19038"/>
            </a:xfrm>
            <a:custGeom>
              <a:avLst/>
              <a:pathLst>
                <a:path w="7068" h="19038">
                  <a:moveTo>
                    <a:pt x="0" y="0"/>
                  </a:moveTo>
                  <a:lnTo>
                    <a:pt x="7068" y="19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l3734"/>
            <p:cNvSpPr/>
            <p:nvPr/>
          </p:nvSpPr>
          <p:spPr>
            <a:xfrm>
              <a:off x="4267243" y="4107878"/>
              <a:ext cx="8001" cy="21174"/>
            </a:xfrm>
            <a:custGeom>
              <a:avLst/>
              <a:pathLst>
                <a:path w="8001" h="21174">
                  <a:moveTo>
                    <a:pt x="0" y="0"/>
                  </a:moveTo>
                  <a:lnTo>
                    <a:pt x="8001" y="2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l3735"/>
            <p:cNvSpPr/>
            <p:nvPr/>
          </p:nvSpPr>
          <p:spPr>
            <a:xfrm>
              <a:off x="4274949" y="4117065"/>
              <a:ext cx="10816" cy="27970"/>
            </a:xfrm>
            <a:custGeom>
              <a:avLst/>
              <a:pathLst>
                <a:path w="10816" h="27970">
                  <a:moveTo>
                    <a:pt x="0" y="0"/>
                  </a:moveTo>
                  <a:lnTo>
                    <a:pt x="10816" y="27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l3736"/>
            <p:cNvSpPr/>
            <p:nvPr/>
          </p:nvSpPr>
          <p:spPr>
            <a:xfrm>
              <a:off x="4239458" y="4053273"/>
              <a:ext cx="2681" cy="7918"/>
            </a:xfrm>
            <a:custGeom>
              <a:avLst/>
              <a:pathLst>
                <a:path w="2681" h="7918">
                  <a:moveTo>
                    <a:pt x="0" y="0"/>
                  </a:moveTo>
                  <a:lnTo>
                    <a:pt x="2681" y="7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l3737"/>
            <p:cNvSpPr/>
            <p:nvPr/>
          </p:nvSpPr>
          <p:spPr>
            <a:xfrm>
              <a:off x="4234196" y="4037403"/>
              <a:ext cx="2613" cy="7940"/>
            </a:xfrm>
            <a:custGeom>
              <a:avLst/>
              <a:pathLst>
                <a:path w="2613" h="7940">
                  <a:moveTo>
                    <a:pt x="0" y="0"/>
                  </a:moveTo>
                  <a:lnTo>
                    <a:pt x="2613" y="7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l3738"/>
            <p:cNvSpPr/>
            <p:nvPr/>
          </p:nvSpPr>
          <p:spPr>
            <a:xfrm>
              <a:off x="4238028" y="4040542"/>
              <a:ext cx="5288" cy="15837"/>
            </a:xfrm>
            <a:custGeom>
              <a:avLst/>
              <a:pathLst>
                <a:path w="5288" h="15837">
                  <a:moveTo>
                    <a:pt x="0" y="0"/>
                  </a:moveTo>
                  <a:lnTo>
                    <a:pt x="5288" y="15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l3739"/>
            <p:cNvSpPr/>
            <p:nvPr/>
          </p:nvSpPr>
          <p:spPr>
            <a:xfrm>
              <a:off x="4241918" y="4048045"/>
              <a:ext cx="6711" cy="19747"/>
            </a:xfrm>
            <a:custGeom>
              <a:avLst/>
              <a:pathLst>
                <a:path w="6711" h="19747">
                  <a:moveTo>
                    <a:pt x="0" y="0"/>
                  </a:moveTo>
                  <a:lnTo>
                    <a:pt x="6711" y="1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l3740"/>
            <p:cNvSpPr/>
            <p:nvPr/>
          </p:nvSpPr>
          <p:spPr>
            <a:xfrm>
              <a:off x="4226558" y="4013514"/>
              <a:ext cx="2512" cy="7973"/>
            </a:xfrm>
            <a:custGeom>
              <a:avLst/>
              <a:pathLst>
                <a:path w="2512" h="7973">
                  <a:moveTo>
                    <a:pt x="0" y="0"/>
                  </a:moveTo>
                  <a:lnTo>
                    <a:pt x="2512" y="79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l3741"/>
            <p:cNvSpPr/>
            <p:nvPr/>
          </p:nvSpPr>
          <p:spPr>
            <a:xfrm>
              <a:off x="4219227" y="3989530"/>
              <a:ext cx="2409" cy="8005"/>
            </a:xfrm>
            <a:custGeom>
              <a:avLst/>
              <a:pathLst>
                <a:path w="2409" h="8005">
                  <a:moveTo>
                    <a:pt x="0" y="0"/>
                  </a:moveTo>
                  <a:lnTo>
                    <a:pt x="2409" y="80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l3742"/>
            <p:cNvSpPr/>
            <p:nvPr/>
          </p:nvSpPr>
          <p:spPr>
            <a:xfrm>
              <a:off x="4221702" y="3993150"/>
              <a:ext cx="3650" cy="11987"/>
            </a:xfrm>
            <a:custGeom>
              <a:avLst/>
              <a:pathLst>
                <a:path w="3650" h="11987">
                  <a:moveTo>
                    <a:pt x="0" y="0"/>
                  </a:moveTo>
                  <a:lnTo>
                    <a:pt x="3650" y="11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l3743"/>
            <p:cNvSpPr/>
            <p:nvPr/>
          </p:nvSpPr>
          <p:spPr>
            <a:xfrm>
              <a:off x="4226065" y="3998371"/>
              <a:ext cx="5554" cy="17930"/>
            </a:xfrm>
            <a:custGeom>
              <a:avLst/>
              <a:pathLst>
                <a:path w="5554" h="17930">
                  <a:moveTo>
                    <a:pt x="0" y="0"/>
                  </a:moveTo>
                  <a:lnTo>
                    <a:pt x="5554" y="179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l3744"/>
            <p:cNvSpPr/>
            <p:nvPr/>
          </p:nvSpPr>
          <p:spPr>
            <a:xfrm>
              <a:off x="4230093" y="4006949"/>
              <a:ext cx="6592" cy="20868"/>
            </a:xfrm>
            <a:custGeom>
              <a:avLst/>
              <a:pathLst>
                <a:path w="6592" h="20868">
                  <a:moveTo>
                    <a:pt x="0" y="0"/>
                  </a:moveTo>
                  <a:lnTo>
                    <a:pt x="6592" y="20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l3745"/>
            <p:cNvSpPr/>
            <p:nvPr/>
          </p:nvSpPr>
          <p:spPr>
            <a:xfrm>
              <a:off x="4214510" y="3973489"/>
              <a:ext cx="2341" cy="8025"/>
            </a:xfrm>
            <a:custGeom>
              <a:avLst/>
              <a:pathLst>
                <a:path w="2341" h="8025">
                  <a:moveTo>
                    <a:pt x="0" y="0"/>
                  </a:moveTo>
                  <a:lnTo>
                    <a:pt x="2341" y="8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l3746"/>
            <p:cNvSpPr/>
            <p:nvPr/>
          </p:nvSpPr>
          <p:spPr>
            <a:xfrm>
              <a:off x="4203318" y="3933216"/>
              <a:ext cx="2169" cy="8073"/>
            </a:xfrm>
            <a:custGeom>
              <a:avLst/>
              <a:pathLst>
                <a:path w="2169" h="8073">
                  <a:moveTo>
                    <a:pt x="0" y="0"/>
                  </a:moveTo>
                  <a:lnTo>
                    <a:pt x="2169" y="8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l3747"/>
            <p:cNvSpPr/>
            <p:nvPr/>
          </p:nvSpPr>
          <p:spPr>
            <a:xfrm>
              <a:off x="4205685" y="3936908"/>
              <a:ext cx="3290" cy="12091"/>
            </a:xfrm>
            <a:custGeom>
              <a:avLst/>
              <a:pathLst>
                <a:path w="3290" h="12091">
                  <a:moveTo>
                    <a:pt x="0" y="0"/>
                  </a:moveTo>
                  <a:lnTo>
                    <a:pt x="3290" y="120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l3748"/>
            <p:cNvSpPr/>
            <p:nvPr/>
          </p:nvSpPr>
          <p:spPr>
            <a:xfrm>
              <a:off x="4208605" y="3942607"/>
              <a:ext cx="3889" cy="14082"/>
            </a:xfrm>
            <a:custGeom>
              <a:avLst/>
              <a:pathLst>
                <a:path w="3889" h="14082">
                  <a:moveTo>
                    <a:pt x="0" y="0"/>
                  </a:moveTo>
                  <a:lnTo>
                    <a:pt x="3889" y="14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l3749"/>
            <p:cNvSpPr/>
            <p:nvPr/>
          </p:nvSpPr>
          <p:spPr>
            <a:xfrm>
              <a:off x="4211820" y="3949298"/>
              <a:ext cx="4224" cy="15061"/>
            </a:xfrm>
            <a:custGeom>
              <a:avLst/>
              <a:pathLst>
                <a:path w="4224" h="15061">
                  <a:moveTo>
                    <a:pt x="0" y="0"/>
                  </a:moveTo>
                  <a:lnTo>
                    <a:pt x="4224" y="15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l3750"/>
            <p:cNvSpPr/>
            <p:nvPr/>
          </p:nvSpPr>
          <p:spPr>
            <a:xfrm>
              <a:off x="4216481" y="3956114"/>
              <a:ext cx="5585" cy="19524"/>
            </a:xfrm>
            <a:custGeom>
              <a:avLst/>
              <a:pathLst>
                <a:path w="5585" h="19524">
                  <a:moveTo>
                    <a:pt x="0" y="0"/>
                  </a:moveTo>
                  <a:lnTo>
                    <a:pt x="5585" y="195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l3751"/>
            <p:cNvSpPr/>
            <p:nvPr/>
          </p:nvSpPr>
          <p:spPr>
            <a:xfrm>
              <a:off x="4226929" y="3963686"/>
              <a:ext cx="15317" cy="50899"/>
            </a:xfrm>
            <a:custGeom>
              <a:avLst/>
              <a:pathLst>
                <a:path w="15317" h="50899">
                  <a:moveTo>
                    <a:pt x="0" y="0"/>
                  </a:moveTo>
                  <a:lnTo>
                    <a:pt x="15317" y="50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l3752"/>
            <p:cNvSpPr/>
            <p:nvPr/>
          </p:nvSpPr>
          <p:spPr>
            <a:xfrm>
              <a:off x="4240789" y="3987270"/>
              <a:ext cx="10136" cy="32636"/>
            </a:xfrm>
            <a:custGeom>
              <a:avLst/>
              <a:pathLst>
                <a:path w="10136" h="32636">
                  <a:moveTo>
                    <a:pt x="0" y="0"/>
                  </a:moveTo>
                  <a:lnTo>
                    <a:pt x="10136" y="326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l3753"/>
            <p:cNvSpPr/>
            <p:nvPr/>
          </p:nvSpPr>
          <p:spPr>
            <a:xfrm>
              <a:off x="4250925" y="4019906"/>
              <a:ext cx="10710" cy="32452"/>
            </a:xfrm>
            <a:custGeom>
              <a:avLst/>
              <a:pathLst>
                <a:path w="10710" h="32452">
                  <a:moveTo>
                    <a:pt x="0" y="0"/>
                  </a:moveTo>
                  <a:lnTo>
                    <a:pt x="10710" y="32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l3754"/>
            <p:cNvSpPr/>
            <p:nvPr/>
          </p:nvSpPr>
          <p:spPr>
            <a:xfrm>
              <a:off x="4197017" y="3908941"/>
              <a:ext cx="2065" cy="8100"/>
            </a:xfrm>
            <a:custGeom>
              <a:avLst/>
              <a:pathLst>
                <a:path w="2065" h="8100">
                  <a:moveTo>
                    <a:pt x="0" y="0"/>
                  </a:moveTo>
                  <a:lnTo>
                    <a:pt x="2065" y="81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l3755"/>
            <p:cNvSpPr/>
            <p:nvPr/>
          </p:nvSpPr>
          <p:spPr>
            <a:xfrm>
              <a:off x="4199336" y="3912663"/>
              <a:ext cx="3135" cy="12132"/>
            </a:xfrm>
            <a:custGeom>
              <a:avLst/>
              <a:pathLst>
                <a:path w="3135" h="12132">
                  <a:moveTo>
                    <a:pt x="0" y="0"/>
                  </a:moveTo>
                  <a:lnTo>
                    <a:pt x="3135" y="121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l3756"/>
            <p:cNvSpPr/>
            <p:nvPr/>
          </p:nvSpPr>
          <p:spPr>
            <a:xfrm>
              <a:off x="4191027" y="3884587"/>
              <a:ext cx="1962" cy="8126"/>
            </a:xfrm>
            <a:custGeom>
              <a:avLst/>
              <a:pathLst>
                <a:path w="1962" h="8126">
                  <a:moveTo>
                    <a:pt x="0" y="0"/>
                  </a:moveTo>
                  <a:lnTo>
                    <a:pt x="1962" y="81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l3757"/>
            <p:cNvSpPr/>
            <p:nvPr/>
          </p:nvSpPr>
          <p:spPr>
            <a:xfrm>
              <a:off x="4183527" y="3851999"/>
              <a:ext cx="1822" cy="8158"/>
            </a:xfrm>
            <a:custGeom>
              <a:avLst/>
              <a:pathLst>
                <a:path w="1822" h="8158">
                  <a:moveTo>
                    <a:pt x="0" y="0"/>
                  </a:moveTo>
                  <a:lnTo>
                    <a:pt x="1822" y="8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l3758"/>
            <p:cNvSpPr/>
            <p:nvPr/>
          </p:nvSpPr>
          <p:spPr>
            <a:xfrm>
              <a:off x="4185733" y="3855789"/>
              <a:ext cx="2771" cy="12221"/>
            </a:xfrm>
            <a:custGeom>
              <a:avLst/>
              <a:pathLst>
                <a:path w="2771" h="12221">
                  <a:moveTo>
                    <a:pt x="0" y="0"/>
                  </a:moveTo>
                  <a:lnTo>
                    <a:pt x="2771" y="122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l3759"/>
            <p:cNvSpPr/>
            <p:nvPr/>
          </p:nvSpPr>
          <p:spPr>
            <a:xfrm>
              <a:off x="4188408" y="3861608"/>
              <a:ext cx="3284" cy="14236"/>
            </a:xfrm>
            <a:custGeom>
              <a:avLst/>
              <a:pathLst>
                <a:path w="3284" h="14236">
                  <a:moveTo>
                    <a:pt x="0" y="0"/>
                  </a:moveTo>
                  <a:lnTo>
                    <a:pt x="3284" y="142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l3760"/>
            <p:cNvSpPr/>
            <p:nvPr/>
          </p:nvSpPr>
          <p:spPr>
            <a:xfrm>
              <a:off x="4192631" y="3868130"/>
              <a:ext cx="4549" cy="19271"/>
            </a:xfrm>
            <a:custGeom>
              <a:avLst/>
              <a:pathLst>
                <a:path w="4549" h="19271">
                  <a:moveTo>
                    <a:pt x="0" y="0"/>
                  </a:moveTo>
                  <a:lnTo>
                    <a:pt x="4549" y="192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l3761"/>
            <p:cNvSpPr/>
            <p:nvPr/>
          </p:nvSpPr>
          <p:spPr>
            <a:xfrm>
              <a:off x="4196177" y="3877465"/>
              <a:ext cx="5269" cy="21762"/>
            </a:xfrm>
            <a:custGeom>
              <a:avLst/>
              <a:pathLst>
                <a:path w="5269" h="21762">
                  <a:moveTo>
                    <a:pt x="0" y="0"/>
                  </a:moveTo>
                  <a:lnTo>
                    <a:pt x="5269" y="21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l3762"/>
            <p:cNvSpPr/>
            <p:nvPr/>
          </p:nvSpPr>
          <p:spPr>
            <a:xfrm>
              <a:off x="4174935" y="3811093"/>
              <a:ext cx="1648" cy="8195"/>
            </a:xfrm>
            <a:custGeom>
              <a:avLst/>
              <a:pathLst>
                <a:path w="1648" h="8195">
                  <a:moveTo>
                    <a:pt x="0" y="0"/>
                  </a:moveTo>
                  <a:lnTo>
                    <a:pt x="1648" y="8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l3763"/>
            <p:cNvSpPr/>
            <p:nvPr/>
          </p:nvSpPr>
          <p:spPr>
            <a:xfrm>
              <a:off x="4177060" y="3814929"/>
              <a:ext cx="2510" cy="12277"/>
            </a:xfrm>
            <a:custGeom>
              <a:avLst/>
              <a:pathLst>
                <a:path w="2510" h="12277">
                  <a:moveTo>
                    <a:pt x="0" y="0"/>
                  </a:moveTo>
                  <a:lnTo>
                    <a:pt x="2510" y="12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l3764"/>
            <p:cNvSpPr/>
            <p:nvPr/>
          </p:nvSpPr>
          <p:spPr>
            <a:xfrm>
              <a:off x="4179610" y="3820803"/>
              <a:ext cx="2980" cy="14302"/>
            </a:xfrm>
            <a:custGeom>
              <a:avLst/>
              <a:pathLst>
                <a:path w="2980" h="14302">
                  <a:moveTo>
                    <a:pt x="0" y="0"/>
                  </a:moveTo>
                  <a:lnTo>
                    <a:pt x="2980" y="14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l3765"/>
            <p:cNvSpPr/>
            <p:nvPr/>
          </p:nvSpPr>
          <p:spPr>
            <a:xfrm>
              <a:off x="4182390" y="3827686"/>
              <a:ext cx="3252" cy="15301"/>
            </a:xfrm>
            <a:custGeom>
              <a:avLst/>
              <a:pathLst>
                <a:path w="3252" h="15301">
                  <a:moveTo>
                    <a:pt x="0" y="0"/>
                  </a:moveTo>
                  <a:lnTo>
                    <a:pt x="3252" y="15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l3766"/>
            <p:cNvSpPr/>
            <p:nvPr/>
          </p:nvSpPr>
          <p:spPr>
            <a:xfrm>
              <a:off x="4168691" y="3778241"/>
              <a:ext cx="1508" cy="8222"/>
            </a:xfrm>
            <a:custGeom>
              <a:avLst/>
              <a:pathLst>
                <a:path w="1508" h="8222">
                  <a:moveTo>
                    <a:pt x="0" y="0"/>
                  </a:moveTo>
                  <a:lnTo>
                    <a:pt x="1508" y="8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l3767"/>
            <p:cNvSpPr/>
            <p:nvPr/>
          </p:nvSpPr>
          <p:spPr>
            <a:xfrm>
              <a:off x="4170751" y="3782113"/>
              <a:ext cx="2300" cy="12318"/>
            </a:xfrm>
            <a:custGeom>
              <a:avLst/>
              <a:pathLst>
                <a:path w="2300" h="12318">
                  <a:moveTo>
                    <a:pt x="0" y="0"/>
                  </a:moveTo>
                  <a:lnTo>
                    <a:pt x="2300" y="1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l3768"/>
            <p:cNvSpPr/>
            <p:nvPr/>
          </p:nvSpPr>
          <p:spPr>
            <a:xfrm>
              <a:off x="4173200" y="3788030"/>
              <a:ext cx="2735" cy="14351"/>
            </a:xfrm>
            <a:custGeom>
              <a:avLst/>
              <a:pathLst>
                <a:path w="2735" h="14351">
                  <a:moveTo>
                    <a:pt x="0" y="0"/>
                  </a:moveTo>
                  <a:lnTo>
                    <a:pt x="2735" y="14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l3769"/>
            <p:cNvSpPr/>
            <p:nvPr/>
          </p:nvSpPr>
          <p:spPr>
            <a:xfrm>
              <a:off x="4159118" y="3720512"/>
              <a:ext cx="1261" cy="8264"/>
            </a:xfrm>
            <a:custGeom>
              <a:avLst/>
              <a:pathLst>
                <a:path w="1261" h="8264">
                  <a:moveTo>
                    <a:pt x="0" y="0"/>
                  </a:moveTo>
                  <a:lnTo>
                    <a:pt x="1261" y="8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l3770"/>
            <p:cNvSpPr/>
            <p:nvPr/>
          </p:nvSpPr>
          <p:spPr>
            <a:xfrm>
              <a:off x="4161061" y="3724444"/>
              <a:ext cx="1931" cy="12381"/>
            </a:xfrm>
            <a:custGeom>
              <a:avLst/>
              <a:pathLst>
                <a:path w="1931" h="12381">
                  <a:moveTo>
                    <a:pt x="0" y="0"/>
                  </a:moveTo>
                  <a:lnTo>
                    <a:pt x="1931" y="12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l3771"/>
            <p:cNvSpPr/>
            <p:nvPr/>
          </p:nvSpPr>
          <p:spPr>
            <a:xfrm>
              <a:off x="4156700" y="3703968"/>
              <a:ext cx="1191" cy="8274"/>
            </a:xfrm>
            <a:custGeom>
              <a:avLst/>
              <a:pathLst>
                <a:path w="1191" h="8274">
                  <a:moveTo>
                    <a:pt x="0" y="0"/>
                  </a:moveTo>
                  <a:lnTo>
                    <a:pt x="1191" y="8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l3772"/>
            <p:cNvSpPr/>
            <p:nvPr/>
          </p:nvSpPr>
          <p:spPr>
            <a:xfrm>
              <a:off x="4154423" y="3687403"/>
              <a:ext cx="1120" cy="8284"/>
            </a:xfrm>
            <a:custGeom>
              <a:avLst/>
              <a:pathLst>
                <a:path w="1120" h="8284">
                  <a:moveTo>
                    <a:pt x="0" y="0"/>
                  </a:moveTo>
                  <a:lnTo>
                    <a:pt x="1120" y="8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l3773"/>
            <p:cNvSpPr/>
            <p:nvPr/>
          </p:nvSpPr>
          <p:spPr>
            <a:xfrm>
              <a:off x="4157618" y="3691189"/>
              <a:ext cx="2308" cy="16536"/>
            </a:xfrm>
            <a:custGeom>
              <a:avLst/>
              <a:pathLst>
                <a:path w="2308" h="16536">
                  <a:moveTo>
                    <a:pt x="0" y="0"/>
                  </a:moveTo>
                  <a:lnTo>
                    <a:pt x="2308" y="16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l3774"/>
            <p:cNvSpPr/>
            <p:nvPr/>
          </p:nvSpPr>
          <p:spPr>
            <a:xfrm>
              <a:off x="4162711" y="3698908"/>
              <a:ext cx="4567" cy="30907"/>
            </a:xfrm>
            <a:custGeom>
              <a:avLst/>
              <a:pathLst>
                <a:path w="4567" h="30907">
                  <a:moveTo>
                    <a:pt x="0" y="0"/>
                  </a:moveTo>
                  <a:lnTo>
                    <a:pt x="4567" y="30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l3775"/>
            <p:cNvSpPr/>
            <p:nvPr/>
          </p:nvSpPr>
          <p:spPr>
            <a:xfrm>
              <a:off x="4166250" y="3714176"/>
              <a:ext cx="4643" cy="29821"/>
            </a:xfrm>
            <a:custGeom>
              <a:avLst/>
              <a:pathLst>
                <a:path w="4643" h="29821">
                  <a:moveTo>
                    <a:pt x="0" y="0"/>
                  </a:moveTo>
                  <a:lnTo>
                    <a:pt x="4643" y="298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l3776"/>
            <p:cNvSpPr/>
            <p:nvPr/>
          </p:nvSpPr>
          <p:spPr>
            <a:xfrm>
              <a:off x="4169830" y="3728891"/>
              <a:ext cx="3738" cy="23099"/>
            </a:xfrm>
            <a:custGeom>
              <a:avLst/>
              <a:pathLst>
                <a:path w="3738" h="23099">
                  <a:moveTo>
                    <a:pt x="0" y="0"/>
                  </a:moveTo>
                  <a:lnTo>
                    <a:pt x="3738" y="23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l3777"/>
            <p:cNvSpPr/>
            <p:nvPr/>
          </p:nvSpPr>
          <p:spPr>
            <a:xfrm>
              <a:off x="4172979" y="3740234"/>
              <a:ext cx="3298" cy="19733"/>
            </a:xfrm>
            <a:custGeom>
              <a:avLst/>
              <a:pathLst>
                <a:path w="3298" h="19733">
                  <a:moveTo>
                    <a:pt x="0" y="0"/>
                  </a:moveTo>
                  <a:lnTo>
                    <a:pt x="3298" y="197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l3778"/>
            <p:cNvSpPr/>
            <p:nvPr/>
          </p:nvSpPr>
          <p:spPr>
            <a:xfrm>
              <a:off x="4175916" y="3749885"/>
              <a:ext cx="3102" cy="18040"/>
            </a:xfrm>
            <a:custGeom>
              <a:avLst/>
              <a:pathLst>
                <a:path w="3102" h="18040">
                  <a:moveTo>
                    <a:pt x="0" y="0"/>
                  </a:moveTo>
                  <a:lnTo>
                    <a:pt x="3102" y="180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l3779"/>
            <p:cNvSpPr/>
            <p:nvPr/>
          </p:nvSpPr>
          <p:spPr>
            <a:xfrm>
              <a:off x="4182694" y="3758006"/>
              <a:ext cx="6246" cy="34459"/>
            </a:xfrm>
            <a:custGeom>
              <a:avLst/>
              <a:pathLst>
                <a:path w="6246" h="34459">
                  <a:moveTo>
                    <a:pt x="0" y="0"/>
                  </a:moveTo>
                  <a:lnTo>
                    <a:pt x="6246" y="34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l3780"/>
            <p:cNvSpPr/>
            <p:nvPr/>
          </p:nvSpPr>
          <p:spPr>
            <a:xfrm>
              <a:off x="4152288" y="3670820"/>
              <a:ext cx="1049" cy="8293"/>
            </a:xfrm>
            <a:custGeom>
              <a:avLst/>
              <a:pathLst>
                <a:path w="1049" h="8293">
                  <a:moveTo>
                    <a:pt x="0" y="0"/>
                  </a:moveTo>
                  <a:lnTo>
                    <a:pt x="1049" y="82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l3781"/>
            <p:cNvSpPr/>
            <p:nvPr/>
          </p:nvSpPr>
          <p:spPr>
            <a:xfrm>
              <a:off x="4148443" y="3637603"/>
              <a:ext cx="908" cy="8310"/>
            </a:xfrm>
            <a:custGeom>
              <a:avLst/>
              <a:pathLst>
                <a:path w="908" h="8310">
                  <a:moveTo>
                    <a:pt x="0" y="0"/>
                  </a:moveTo>
                  <a:lnTo>
                    <a:pt x="908" y="8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l3782"/>
            <p:cNvSpPr/>
            <p:nvPr/>
          </p:nvSpPr>
          <p:spPr>
            <a:xfrm>
              <a:off x="4150216" y="3641614"/>
              <a:ext cx="1401" cy="12452"/>
            </a:xfrm>
            <a:custGeom>
              <a:avLst/>
              <a:pathLst>
                <a:path w="1401" h="12452">
                  <a:moveTo>
                    <a:pt x="0" y="0"/>
                  </a:moveTo>
                  <a:lnTo>
                    <a:pt x="1401" y="12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l3783"/>
            <p:cNvSpPr/>
            <p:nvPr/>
          </p:nvSpPr>
          <p:spPr>
            <a:xfrm>
              <a:off x="4152230" y="3647693"/>
              <a:ext cx="1687" cy="14512"/>
            </a:xfrm>
            <a:custGeom>
              <a:avLst/>
              <a:pathLst>
                <a:path w="1687" h="14512">
                  <a:moveTo>
                    <a:pt x="0" y="0"/>
                  </a:moveTo>
                  <a:lnTo>
                    <a:pt x="1687" y="14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l3784"/>
            <p:cNvSpPr/>
            <p:nvPr/>
          </p:nvSpPr>
          <p:spPr>
            <a:xfrm>
              <a:off x="4146733" y="3620970"/>
              <a:ext cx="837" cy="8317"/>
            </a:xfrm>
            <a:custGeom>
              <a:avLst/>
              <a:pathLst>
                <a:path w="837" h="8317">
                  <a:moveTo>
                    <a:pt x="0" y="0"/>
                  </a:moveTo>
                  <a:lnTo>
                    <a:pt x="837" y="8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l3785"/>
            <p:cNvSpPr/>
            <p:nvPr/>
          </p:nvSpPr>
          <p:spPr>
            <a:xfrm>
              <a:off x="4143739" y="3587665"/>
              <a:ext cx="695" cy="8331"/>
            </a:xfrm>
            <a:custGeom>
              <a:avLst/>
              <a:pathLst>
                <a:path w="695" h="8331">
                  <a:moveTo>
                    <a:pt x="0" y="0"/>
                  </a:moveTo>
                  <a:lnTo>
                    <a:pt x="695" y="8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l3786"/>
            <p:cNvSpPr/>
            <p:nvPr/>
          </p:nvSpPr>
          <p:spPr>
            <a:xfrm>
              <a:off x="4145409" y="3591720"/>
              <a:ext cx="1081" cy="12484"/>
            </a:xfrm>
            <a:custGeom>
              <a:avLst/>
              <a:pathLst>
                <a:path w="1081" h="12484">
                  <a:moveTo>
                    <a:pt x="0" y="0"/>
                  </a:moveTo>
                  <a:lnTo>
                    <a:pt x="1081" y="12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l3787"/>
            <p:cNvSpPr/>
            <p:nvPr/>
          </p:nvSpPr>
          <p:spPr>
            <a:xfrm>
              <a:off x="4147267" y="3597849"/>
              <a:ext cx="1315" cy="14550"/>
            </a:xfrm>
            <a:custGeom>
              <a:avLst/>
              <a:pathLst>
                <a:path w="1315" h="14550">
                  <a:moveTo>
                    <a:pt x="0" y="0"/>
                  </a:moveTo>
                  <a:lnTo>
                    <a:pt x="1315" y="14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l3788"/>
            <p:cNvSpPr/>
            <p:nvPr/>
          </p:nvSpPr>
          <p:spPr>
            <a:xfrm>
              <a:off x="4150563" y="3604885"/>
              <a:ext cx="1882" cy="19711"/>
            </a:xfrm>
            <a:custGeom>
              <a:avLst/>
              <a:pathLst>
                <a:path w="1882" h="19711">
                  <a:moveTo>
                    <a:pt x="0" y="0"/>
                  </a:moveTo>
                  <a:lnTo>
                    <a:pt x="1882" y="197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l3789"/>
            <p:cNvSpPr/>
            <p:nvPr/>
          </p:nvSpPr>
          <p:spPr>
            <a:xfrm>
              <a:off x="4141868" y="3562655"/>
              <a:ext cx="588" cy="8339"/>
            </a:xfrm>
            <a:custGeom>
              <a:avLst/>
              <a:pathLst>
                <a:path w="588" h="8339">
                  <a:moveTo>
                    <a:pt x="0" y="0"/>
                  </a:moveTo>
                  <a:lnTo>
                    <a:pt x="588" y="8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l3790"/>
            <p:cNvSpPr/>
            <p:nvPr/>
          </p:nvSpPr>
          <p:spPr>
            <a:xfrm>
              <a:off x="4143486" y="3566732"/>
              <a:ext cx="921" cy="12497"/>
            </a:xfrm>
            <a:custGeom>
              <a:avLst/>
              <a:pathLst>
                <a:path w="921" h="12497">
                  <a:moveTo>
                    <a:pt x="0" y="0"/>
                  </a:moveTo>
                  <a:lnTo>
                    <a:pt x="921" y="12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l3791"/>
            <p:cNvSpPr/>
            <p:nvPr/>
          </p:nvSpPr>
          <p:spPr>
            <a:xfrm>
              <a:off x="4139871" y="3529275"/>
              <a:ext cx="445" cy="8348"/>
            </a:xfrm>
            <a:custGeom>
              <a:avLst/>
              <a:pathLst>
                <a:path w="445" h="8348">
                  <a:moveTo>
                    <a:pt x="0" y="0"/>
                  </a:moveTo>
                  <a:lnTo>
                    <a:pt x="445" y="8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l3792"/>
            <p:cNvSpPr/>
            <p:nvPr/>
          </p:nvSpPr>
          <p:spPr>
            <a:xfrm>
              <a:off x="4141419" y="3533379"/>
              <a:ext cx="708" cy="12511"/>
            </a:xfrm>
            <a:custGeom>
              <a:avLst/>
              <a:pathLst>
                <a:path w="708" h="12511">
                  <a:moveTo>
                    <a:pt x="0" y="0"/>
                  </a:moveTo>
                  <a:lnTo>
                    <a:pt x="708" y="12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l3793"/>
            <p:cNvSpPr/>
            <p:nvPr/>
          </p:nvSpPr>
          <p:spPr>
            <a:xfrm>
              <a:off x="4143092" y="3539560"/>
              <a:ext cx="880" cy="14583"/>
            </a:xfrm>
            <a:custGeom>
              <a:avLst/>
              <a:pathLst>
                <a:path w="880" h="14583">
                  <a:moveTo>
                    <a:pt x="0" y="0"/>
                  </a:moveTo>
                  <a:lnTo>
                    <a:pt x="880" y="14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l3794"/>
            <p:cNvSpPr/>
            <p:nvPr/>
          </p:nvSpPr>
          <p:spPr>
            <a:xfrm>
              <a:off x="4139086" y="3512574"/>
              <a:ext cx="374" cy="8351"/>
            </a:xfrm>
            <a:custGeom>
              <a:avLst/>
              <a:pathLst>
                <a:path w="374" h="8351">
                  <a:moveTo>
                    <a:pt x="0" y="0"/>
                  </a:moveTo>
                  <a:lnTo>
                    <a:pt x="374" y="8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l3795"/>
            <p:cNvSpPr/>
            <p:nvPr/>
          </p:nvSpPr>
          <p:spPr>
            <a:xfrm>
              <a:off x="4138176" y="3487511"/>
              <a:ext cx="267" cy="8355"/>
            </a:xfrm>
            <a:custGeom>
              <a:avLst/>
              <a:pathLst>
                <a:path w="267" h="8355">
                  <a:moveTo>
                    <a:pt x="0" y="0"/>
                  </a:moveTo>
                  <a:lnTo>
                    <a:pt x="267" y="8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l3796"/>
            <p:cNvSpPr/>
            <p:nvPr/>
          </p:nvSpPr>
          <p:spPr>
            <a:xfrm>
              <a:off x="4137748" y="3470796"/>
              <a:ext cx="196" cy="8357"/>
            </a:xfrm>
            <a:custGeom>
              <a:avLst/>
              <a:pathLst>
                <a:path w="196" h="8357">
                  <a:moveTo>
                    <a:pt x="0" y="0"/>
                  </a:moveTo>
                  <a:lnTo>
                    <a:pt x="196" y="8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l3797"/>
            <p:cNvSpPr/>
            <p:nvPr/>
          </p:nvSpPr>
          <p:spPr>
            <a:xfrm>
              <a:off x="4137463" y="3454079"/>
              <a:ext cx="124" cy="8359"/>
            </a:xfrm>
            <a:custGeom>
              <a:avLst/>
              <a:pathLst>
                <a:path w="124" h="8359">
                  <a:moveTo>
                    <a:pt x="0" y="0"/>
                  </a:moveTo>
                  <a:lnTo>
                    <a:pt x="124" y="8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l3798"/>
            <p:cNvSpPr/>
            <p:nvPr/>
          </p:nvSpPr>
          <p:spPr>
            <a:xfrm>
              <a:off x="4137302" y="3428999"/>
              <a:ext cx="17" cy="8359"/>
            </a:xfrm>
            <a:custGeom>
              <a:avLst/>
              <a:pathLst>
                <a:path w="17" h="8359">
                  <a:moveTo>
                    <a:pt x="0" y="0"/>
                  </a:moveTo>
                  <a:lnTo>
                    <a:pt x="17" y="8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l3799"/>
            <p:cNvSpPr/>
            <p:nvPr/>
          </p:nvSpPr>
          <p:spPr>
            <a:xfrm>
              <a:off x="4138638" y="3433177"/>
              <a:ext cx="66" cy="12531"/>
            </a:xfrm>
            <a:custGeom>
              <a:avLst/>
              <a:pathLst>
                <a:path w="66" h="12531">
                  <a:moveTo>
                    <a:pt x="0" y="0"/>
                  </a:moveTo>
                  <a:lnTo>
                    <a:pt x="66" y="12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l3800"/>
            <p:cNvSpPr/>
            <p:nvPr/>
          </p:nvSpPr>
          <p:spPr>
            <a:xfrm>
              <a:off x="4141324" y="3439428"/>
              <a:ext cx="190" cy="18770"/>
            </a:xfrm>
            <a:custGeom>
              <a:avLst/>
              <a:pathLst>
                <a:path w="190" h="18770">
                  <a:moveTo>
                    <a:pt x="0" y="0"/>
                  </a:moveTo>
                  <a:lnTo>
                    <a:pt x="190" y="18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l3801"/>
            <p:cNvSpPr/>
            <p:nvPr/>
          </p:nvSpPr>
          <p:spPr>
            <a:xfrm>
              <a:off x="4144059" y="3448787"/>
              <a:ext cx="437" cy="26032"/>
            </a:xfrm>
            <a:custGeom>
              <a:avLst/>
              <a:pathLst>
                <a:path w="437" h="26032">
                  <a:moveTo>
                    <a:pt x="0" y="0"/>
                  </a:moveTo>
                  <a:lnTo>
                    <a:pt x="437" y="260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l3802"/>
            <p:cNvSpPr/>
            <p:nvPr/>
          </p:nvSpPr>
          <p:spPr>
            <a:xfrm>
              <a:off x="4146897" y="3461759"/>
              <a:ext cx="723" cy="29631"/>
            </a:xfrm>
            <a:custGeom>
              <a:avLst/>
              <a:pathLst>
                <a:path w="723" h="29631">
                  <a:moveTo>
                    <a:pt x="0" y="0"/>
                  </a:moveTo>
                  <a:lnTo>
                    <a:pt x="723" y="29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l3803"/>
            <p:cNvSpPr/>
            <p:nvPr/>
          </p:nvSpPr>
          <p:spPr>
            <a:xfrm>
              <a:off x="4148534" y="3476543"/>
              <a:ext cx="856" cy="27268"/>
            </a:xfrm>
            <a:custGeom>
              <a:avLst/>
              <a:pathLst>
                <a:path w="856" h="27268">
                  <a:moveTo>
                    <a:pt x="0" y="0"/>
                  </a:moveTo>
                  <a:lnTo>
                    <a:pt x="856" y="27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l3804"/>
            <p:cNvSpPr/>
            <p:nvPr/>
          </p:nvSpPr>
          <p:spPr>
            <a:xfrm>
              <a:off x="4151576" y="3490095"/>
              <a:ext cx="993" cy="26057"/>
            </a:xfrm>
            <a:custGeom>
              <a:avLst/>
              <a:pathLst>
                <a:path w="993" h="26057">
                  <a:moveTo>
                    <a:pt x="0" y="0"/>
                  </a:moveTo>
                  <a:lnTo>
                    <a:pt x="993" y="26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l3805"/>
            <p:cNvSpPr/>
            <p:nvPr/>
          </p:nvSpPr>
          <p:spPr>
            <a:xfrm>
              <a:off x="4157351" y="3502923"/>
              <a:ext cx="2115" cy="42966"/>
            </a:xfrm>
            <a:custGeom>
              <a:avLst/>
              <a:pathLst>
                <a:path w="2115" h="42966">
                  <a:moveTo>
                    <a:pt x="0" y="0"/>
                  </a:moveTo>
                  <a:lnTo>
                    <a:pt x="2115" y="42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l3806"/>
            <p:cNvSpPr/>
            <p:nvPr/>
          </p:nvSpPr>
          <p:spPr>
            <a:xfrm>
              <a:off x="4162279" y="3524216"/>
              <a:ext cx="2902" cy="47198"/>
            </a:xfrm>
            <a:custGeom>
              <a:avLst/>
              <a:pathLst>
                <a:path w="2902" h="47198">
                  <a:moveTo>
                    <a:pt x="0" y="0"/>
                  </a:moveTo>
                  <a:lnTo>
                    <a:pt x="2902" y="47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l3807"/>
            <p:cNvSpPr/>
            <p:nvPr/>
          </p:nvSpPr>
          <p:spPr>
            <a:xfrm>
              <a:off x="4171560" y="3547333"/>
              <a:ext cx="2276" cy="32523"/>
            </a:xfrm>
            <a:custGeom>
              <a:avLst/>
              <a:pathLst>
                <a:path w="2276" h="32523">
                  <a:moveTo>
                    <a:pt x="0" y="0"/>
                  </a:moveTo>
                  <a:lnTo>
                    <a:pt x="2276" y="32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l3808"/>
            <p:cNvSpPr/>
            <p:nvPr/>
          </p:nvSpPr>
          <p:spPr>
            <a:xfrm>
              <a:off x="4173836" y="3579857"/>
              <a:ext cx="2825" cy="32480"/>
            </a:xfrm>
            <a:custGeom>
              <a:avLst/>
              <a:pathLst>
                <a:path w="2825" h="32480">
                  <a:moveTo>
                    <a:pt x="0" y="0"/>
                  </a:moveTo>
                  <a:lnTo>
                    <a:pt x="2825" y="324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l3809"/>
            <p:cNvSpPr/>
            <p:nvPr/>
          </p:nvSpPr>
          <p:spPr>
            <a:xfrm>
              <a:off x="4179146" y="3579440"/>
              <a:ext cx="3153" cy="35864"/>
            </a:xfrm>
            <a:custGeom>
              <a:avLst/>
              <a:pathLst>
                <a:path w="3153" h="35864">
                  <a:moveTo>
                    <a:pt x="0" y="0"/>
                  </a:moveTo>
                  <a:lnTo>
                    <a:pt x="3153" y="358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l3810"/>
            <p:cNvSpPr/>
            <p:nvPr/>
          </p:nvSpPr>
          <p:spPr>
            <a:xfrm>
              <a:off x="4182299" y="3615305"/>
              <a:ext cx="3824" cy="35799"/>
            </a:xfrm>
            <a:custGeom>
              <a:avLst/>
              <a:pathLst>
                <a:path w="3824" h="35799">
                  <a:moveTo>
                    <a:pt x="0" y="0"/>
                  </a:moveTo>
                  <a:lnTo>
                    <a:pt x="3824" y="35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l3811"/>
            <p:cNvSpPr/>
            <p:nvPr/>
          </p:nvSpPr>
          <p:spPr>
            <a:xfrm>
              <a:off x="4184949" y="3615047"/>
              <a:ext cx="6165" cy="55071"/>
            </a:xfrm>
            <a:custGeom>
              <a:avLst/>
              <a:pathLst>
                <a:path w="6165" h="55071">
                  <a:moveTo>
                    <a:pt x="0" y="0"/>
                  </a:moveTo>
                  <a:lnTo>
                    <a:pt x="6165" y="55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l3812"/>
            <p:cNvSpPr/>
            <p:nvPr/>
          </p:nvSpPr>
          <p:spPr>
            <a:xfrm>
              <a:off x="4207681" y="3640383"/>
              <a:ext cx="5262" cy="42638"/>
            </a:xfrm>
            <a:custGeom>
              <a:avLst/>
              <a:pathLst>
                <a:path w="5262" h="42638">
                  <a:moveTo>
                    <a:pt x="0" y="0"/>
                  </a:moveTo>
                  <a:lnTo>
                    <a:pt x="5262" y="426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l3813"/>
            <p:cNvSpPr/>
            <p:nvPr/>
          </p:nvSpPr>
          <p:spPr>
            <a:xfrm>
              <a:off x="4212943" y="3683022"/>
              <a:ext cx="6225" cy="42508"/>
            </a:xfrm>
            <a:custGeom>
              <a:avLst/>
              <a:pathLst>
                <a:path w="6225" h="42508">
                  <a:moveTo>
                    <a:pt x="0" y="0"/>
                  </a:moveTo>
                  <a:lnTo>
                    <a:pt x="6225" y="42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l3814"/>
            <p:cNvSpPr/>
            <p:nvPr/>
          </p:nvSpPr>
          <p:spPr>
            <a:xfrm>
              <a:off x="4219168" y="3725531"/>
              <a:ext cx="7184" cy="42357"/>
            </a:xfrm>
            <a:custGeom>
              <a:avLst/>
              <a:pathLst>
                <a:path w="7184" h="42357">
                  <a:moveTo>
                    <a:pt x="0" y="0"/>
                  </a:moveTo>
                  <a:lnTo>
                    <a:pt x="7184" y="42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l3815"/>
            <p:cNvSpPr/>
            <p:nvPr/>
          </p:nvSpPr>
          <p:spPr>
            <a:xfrm>
              <a:off x="4222522" y="3703330"/>
              <a:ext cx="6279" cy="39908"/>
            </a:xfrm>
            <a:custGeom>
              <a:avLst/>
              <a:pathLst>
                <a:path w="6279" h="39908">
                  <a:moveTo>
                    <a:pt x="0" y="0"/>
                  </a:moveTo>
                  <a:lnTo>
                    <a:pt x="6279" y="39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l3816"/>
            <p:cNvSpPr/>
            <p:nvPr/>
          </p:nvSpPr>
          <p:spPr>
            <a:xfrm>
              <a:off x="4228802" y="3743238"/>
              <a:ext cx="7129" cy="39765"/>
            </a:xfrm>
            <a:custGeom>
              <a:avLst/>
              <a:pathLst>
                <a:path w="7129" h="39765">
                  <a:moveTo>
                    <a:pt x="0" y="0"/>
                  </a:moveTo>
                  <a:lnTo>
                    <a:pt x="7129" y="39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l3817"/>
            <p:cNvSpPr/>
            <p:nvPr/>
          </p:nvSpPr>
          <p:spPr>
            <a:xfrm>
              <a:off x="4235932" y="3783003"/>
              <a:ext cx="7976" cy="39603"/>
            </a:xfrm>
            <a:custGeom>
              <a:avLst/>
              <a:pathLst>
                <a:path w="7976" h="39603">
                  <a:moveTo>
                    <a:pt x="0" y="0"/>
                  </a:moveTo>
                  <a:lnTo>
                    <a:pt x="7976" y="3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l3818"/>
            <p:cNvSpPr/>
            <p:nvPr/>
          </p:nvSpPr>
          <p:spPr>
            <a:xfrm>
              <a:off x="4241435" y="3761494"/>
              <a:ext cx="7039" cy="37113"/>
            </a:xfrm>
            <a:custGeom>
              <a:avLst/>
              <a:pathLst>
                <a:path w="7039" h="37113">
                  <a:moveTo>
                    <a:pt x="0" y="0"/>
                  </a:moveTo>
                  <a:lnTo>
                    <a:pt x="7039" y="371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l3819"/>
            <p:cNvSpPr/>
            <p:nvPr/>
          </p:nvSpPr>
          <p:spPr>
            <a:xfrm>
              <a:off x="4248474" y="3798608"/>
              <a:ext cx="7781" cy="36964"/>
            </a:xfrm>
            <a:custGeom>
              <a:avLst/>
              <a:pathLst>
                <a:path w="7781" h="36964">
                  <a:moveTo>
                    <a:pt x="0" y="0"/>
                  </a:moveTo>
                  <a:lnTo>
                    <a:pt x="7781" y="36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l3820"/>
            <p:cNvSpPr/>
            <p:nvPr/>
          </p:nvSpPr>
          <p:spPr>
            <a:xfrm>
              <a:off x="4256256" y="3835573"/>
              <a:ext cx="8521" cy="36801"/>
            </a:xfrm>
            <a:custGeom>
              <a:avLst/>
              <a:pathLst>
                <a:path w="8521" h="36801">
                  <a:moveTo>
                    <a:pt x="0" y="0"/>
                  </a:moveTo>
                  <a:lnTo>
                    <a:pt x="8521" y="36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l3821"/>
            <p:cNvSpPr/>
            <p:nvPr/>
          </p:nvSpPr>
          <p:spPr>
            <a:xfrm>
              <a:off x="4256181" y="3816287"/>
              <a:ext cx="9268" cy="41671"/>
            </a:xfrm>
            <a:custGeom>
              <a:avLst/>
              <a:pathLst>
                <a:path w="9268" h="41671">
                  <a:moveTo>
                    <a:pt x="0" y="0"/>
                  </a:moveTo>
                  <a:lnTo>
                    <a:pt x="9268" y="416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l3822"/>
            <p:cNvSpPr/>
            <p:nvPr/>
          </p:nvSpPr>
          <p:spPr>
            <a:xfrm>
              <a:off x="4265449" y="3857959"/>
              <a:ext cx="10211" cy="41450"/>
            </a:xfrm>
            <a:custGeom>
              <a:avLst/>
              <a:pathLst>
                <a:path w="10211" h="41450">
                  <a:moveTo>
                    <a:pt x="0" y="0"/>
                  </a:moveTo>
                  <a:lnTo>
                    <a:pt x="10211" y="4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l3823"/>
            <p:cNvSpPr/>
            <p:nvPr/>
          </p:nvSpPr>
          <p:spPr>
            <a:xfrm>
              <a:off x="4288783" y="3852490"/>
              <a:ext cx="11897" cy="47891"/>
            </a:xfrm>
            <a:custGeom>
              <a:avLst/>
              <a:pathLst>
                <a:path w="11897" h="47891">
                  <a:moveTo>
                    <a:pt x="0" y="0"/>
                  </a:moveTo>
                  <a:lnTo>
                    <a:pt x="11897" y="47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l3824"/>
            <p:cNvSpPr/>
            <p:nvPr/>
          </p:nvSpPr>
          <p:spPr>
            <a:xfrm>
              <a:off x="4300680" y="3900382"/>
              <a:ext cx="13166" cy="47558"/>
            </a:xfrm>
            <a:custGeom>
              <a:avLst/>
              <a:pathLst>
                <a:path w="13166" h="47558">
                  <a:moveTo>
                    <a:pt x="0" y="0"/>
                  </a:moveTo>
                  <a:lnTo>
                    <a:pt x="13166" y="47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l3825"/>
            <p:cNvSpPr/>
            <p:nvPr/>
          </p:nvSpPr>
          <p:spPr>
            <a:xfrm>
              <a:off x="4313846" y="3947941"/>
              <a:ext cx="14426" cy="47191"/>
            </a:xfrm>
            <a:custGeom>
              <a:avLst/>
              <a:pathLst>
                <a:path w="14426" h="47191">
                  <a:moveTo>
                    <a:pt x="0" y="0"/>
                  </a:moveTo>
                  <a:lnTo>
                    <a:pt x="14426" y="471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l3826"/>
            <p:cNvSpPr/>
            <p:nvPr/>
          </p:nvSpPr>
          <p:spPr>
            <a:xfrm>
              <a:off x="4321220" y="3920298"/>
              <a:ext cx="12689" cy="43726"/>
            </a:xfrm>
            <a:custGeom>
              <a:avLst/>
              <a:pathLst>
                <a:path w="12689" h="43726">
                  <a:moveTo>
                    <a:pt x="0" y="0"/>
                  </a:moveTo>
                  <a:lnTo>
                    <a:pt x="12689" y="4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l3827"/>
            <p:cNvSpPr/>
            <p:nvPr/>
          </p:nvSpPr>
          <p:spPr>
            <a:xfrm>
              <a:off x="4333910" y="3964024"/>
              <a:ext cx="13766" cy="43399"/>
            </a:xfrm>
            <a:custGeom>
              <a:avLst/>
              <a:pathLst>
                <a:path w="13766" h="43399">
                  <a:moveTo>
                    <a:pt x="0" y="0"/>
                  </a:moveTo>
                  <a:lnTo>
                    <a:pt x="13766" y="43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l3828"/>
            <p:cNvSpPr/>
            <p:nvPr/>
          </p:nvSpPr>
          <p:spPr>
            <a:xfrm>
              <a:off x="4347676" y="4007423"/>
              <a:ext cx="14835" cy="43045"/>
            </a:xfrm>
            <a:custGeom>
              <a:avLst/>
              <a:pathLst>
                <a:path w="14835" h="43045">
                  <a:moveTo>
                    <a:pt x="0" y="0"/>
                  </a:moveTo>
                  <a:lnTo>
                    <a:pt x="14835" y="43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l3829"/>
            <p:cNvSpPr/>
            <p:nvPr/>
          </p:nvSpPr>
          <p:spPr>
            <a:xfrm>
              <a:off x="4362512" y="4050469"/>
              <a:ext cx="15895" cy="42665"/>
            </a:xfrm>
            <a:custGeom>
              <a:avLst/>
              <a:pathLst>
                <a:path w="15895" h="42665">
                  <a:moveTo>
                    <a:pt x="0" y="0"/>
                  </a:moveTo>
                  <a:lnTo>
                    <a:pt x="15895" y="42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l3830"/>
            <p:cNvSpPr/>
            <p:nvPr/>
          </p:nvSpPr>
          <p:spPr>
            <a:xfrm>
              <a:off x="4137320" y="3412280"/>
              <a:ext cx="53" cy="8359"/>
            </a:xfrm>
            <a:custGeom>
              <a:avLst/>
              <a:pathLst>
                <a:path w="53" h="8359">
                  <a:moveTo>
                    <a:pt x="53" y="0"/>
                  </a:moveTo>
                  <a:lnTo>
                    <a:pt x="0" y="8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l3831"/>
            <p:cNvSpPr/>
            <p:nvPr/>
          </p:nvSpPr>
          <p:spPr>
            <a:xfrm>
              <a:off x="4137587" y="3387203"/>
              <a:ext cx="160" cy="8358"/>
            </a:xfrm>
            <a:custGeom>
              <a:avLst/>
              <a:pathLst>
                <a:path w="160" h="8358">
                  <a:moveTo>
                    <a:pt x="160" y="0"/>
                  </a:moveTo>
                  <a:lnTo>
                    <a:pt x="0" y="8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l3832"/>
            <p:cNvSpPr/>
            <p:nvPr/>
          </p:nvSpPr>
          <p:spPr>
            <a:xfrm>
              <a:off x="4138794" y="3391407"/>
              <a:ext cx="200" cy="12529"/>
            </a:xfrm>
            <a:custGeom>
              <a:avLst/>
              <a:pathLst>
                <a:path w="200" h="12529">
                  <a:moveTo>
                    <a:pt x="200" y="0"/>
                  </a:moveTo>
                  <a:lnTo>
                    <a:pt x="0" y="125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l3833"/>
            <p:cNvSpPr/>
            <p:nvPr/>
          </p:nvSpPr>
          <p:spPr>
            <a:xfrm>
              <a:off x="4138176" y="3362133"/>
              <a:ext cx="267" cy="8355"/>
            </a:xfrm>
            <a:custGeom>
              <a:avLst/>
              <a:pathLst>
                <a:path w="267" h="8355">
                  <a:moveTo>
                    <a:pt x="267" y="0"/>
                  </a:moveTo>
                  <a:lnTo>
                    <a:pt x="0" y="8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l3834"/>
            <p:cNvSpPr/>
            <p:nvPr/>
          </p:nvSpPr>
          <p:spPr>
            <a:xfrm>
              <a:off x="4139275" y="3366353"/>
              <a:ext cx="361" cy="12526"/>
            </a:xfrm>
            <a:custGeom>
              <a:avLst/>
              <a:pathLst>
                <a:path w="361" h="12526">
                  <a:moveTo>
                    <a:pt x="361" y="0"/>
                  </a:moveTo>
                  <a:lnTo>
                    <a:pt x="0" y="12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l3835"/>
            <p:cNvSpPr/>
            <p:nvPr/>
          </p:nvSpPr>
          <p:spPr>
            <a:xfrm>
              <a:off x="4142878" y="3372731"/>
              <a:ext cx="560" cy="25005"/>
            </a:xfrm>
            <a:custGeom>
              <a:avLst/>
              <a:pathLst>
                <a:path w="560" h="25005">
                  <a:moveTo>
                    <a:pt x="560" y="0"/>
                  </a:moveTo>
                  <a:lnTo>
                    <a:pt x="0" y="250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l3836"/>
            <p:cNvSpPr/>
            <p:nvPr/>
          </p:nvSpPr>
          <p:spPr>
            <a:xfrm>
              <a:off x="4139086" y="3337073"/>
              <a:ext cx="374" cy="8351"/>
            </a:xfrm>
            <a:custGeom>
              <a:avLst/>
              <a:pathLst>
                <a:path w="374" h="8351">
                  <a:moveTo>
                    <a:pt x="374" y="0"/>
                  </a:moveTo>
                  <a:lnTo>
                    <a:pt x="0" y="8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l3837"/>
            <p:cNvSpPr/>
            <p:nvPr/>
          </p:nvSpPr>
          <p:spPr>
            <a:xfrm>
              <a:off x="4140077" y="3341309"/>
              <a:ext cx="521" cy="12520"/>
            </a:xfrm>
            <a:custGeom>
              <a:avLst/>
              <a:pathLst>
                <a:path w="521" h="12520">
                  <a:moveTo>
                    <a:pt x="521" y="0"/>
                  </a:moveTo>
                  <a:lnTo>
                    <a:pt x="0" y="125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l3838"/>
            <p:cNvSpPr/>
            <p:nvPr/>
          </p:nvSpPr>
          <p:spPr>
            <a:xfrm>
              <a:off x="4140317" y="3312029"/>
              <a:ext cx="481" cy="8346"/>
            </a:xfrm>
            <a:custGeom>
              <a:avLst/>
              <a:pathLst>
                <a:path w="481" h="8346">
                  <a:moveTo>
                    <a:pt x="481" y="0"/>
                  </a:moveTo>
                  <a:lnTo>
                    <a:pt x="0" y="8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l3839"/>
            <p:cNvSpPr/>
            <p:nvPr/>
          </p:nvSpPr>
          <p:spPr>
            <a:xfrm>
              <a:off x="4142456" y="3278668"/>
              <a:ext cx="623" cy="8336"/>
            </a:xfrm>
            <a:custGeom>
              <a:avLst/>
              <a:pathLst>
                <a:path w="623" h="8336">
                  <a:moveTo>
                    <a:pt x="623" y="0"/>
                  </a:moveTo>
                  <a:lnTo>
                    <a:pt x="0" y="83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l3840"/>
            <p:cNvSpPr/>
            <p:nvPr/>
          </p:nvSpPr>
          <p:spPr>
            <a:xfrm>
              <a:off x="4144435" y="3253675"/>
              <a:ext cx="730" cy="8327"/>
            </a:xfrm>
            <a:custGeom>
              <a:avLst/>
              <a:pathLst>
                <a:path w="730" h="8327">
                  <a:moveTo>
                    <a:pt x="730" y="0"/>
                  </a:moveTo>
                  <a:lnTo>
                    <a:pt x="0" y="8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l3841"/>
            <p:cNvSpPr/>
            <p:nvPr/>
          </p:nvSpPr>
          <p:spPr>
            <a:xfrm>
              <a:off x="4145067" y="3257955"/>
              <a:ext cx="1055" cy="12486"/>
            </a:xfrm>
            <a:custGeom>
              <a:avLst/>
              <a:pathLst>
                <a:path w="1055" h="12486">
                  <a:moveTo>
                    <a:pt x="1055" y="0"/>
                  </a:moveTo>
                  <a:lnTo>
                    <a:pt x="0" y="124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l3842"/>
            <p:cNvSpPr/>
            <p:nvPr/>
          </p:nvSpPr>
          <p:spPr>
            <a:xfrm>
              <a:off x="4146747" y="3264422"/>
              <a:ext cx="1490" cy="18712"/>
            </a:xfrm>
            <a:custGeom>
              <a:avLst/>
              <a:pathLst>
                <a:path w="1490" h="18712">
                  <a:moveTo>
                    <a:pt x="1490" y="0"/>
                  </a:moveTo>
                  <a:lnTo>
                    <a:pt x="0" y="18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l3843"/>
            <p:cNvSpPr/>
            <p:nvPr/>
          </p:nvSpPr>
          <p:spPr>
            <a:xfrm>
              <a:off x="4147181" y="3273882"/>
              <a:ext cx="1615" cy="21825"/>
            </a:xfrm>
            <a:custGeom>
              <a:avLst/>
              <a:pathLst>
                <a:path w="1615" h="21825">
                  <a:moveTo>
                    <a:pt x="1615" y="0"/>
                  </a:moveTo>
                  <a:lnTo>
                    <a:pt x="0" y="21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l3844"/>
            <p:cNvSpPr/>
            <p:nvPr/>
          </p:nvSpPr>
          <p:spPr>
            <a:xfrm>
              <a:off x="4147959" y="3284890"/>
              <a:ext cx="1327" cy="19220"/>
            </a:xfrm>
            <a:custGeom>
              <a:avLst/>
              <a:pathLst>
                <a:path w="1327" h="19220">
                  <a:moveTo>
                    <a:pt x="1327" y="0"/>
                  </a:moveTo>
                  <a:lnTo>
                    <a:pt x="0" y="19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l3845"/>
            <p:cNvSpPr/>
            <p:nvPr/>
          </p:nvSpPr>
          <p:spPr>
            <a:xfrm>
              <a:off x="4149857" y="3294683"/>
              <a:ext cx="1397" cy="22056"/>
            </a:xfrm>
            <a:custGeom>
              <a:avLst/>
              <a:pathLst>
                <a:path w="1397" h="22056">
                  <a:moveTo>
                    <a:pt x="1397" y="0"/>
                  </a:moveTo>
                  <a:lnTo>
                    <a:pt x="0" y="2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l3846"/>
            <p:cNvSpPr/>
            <p:nvPr/>
          </p:nvSpPr>
          <p:spPr>
            <a:xfrm>
              <a:off x="4150508" y="3305793"/>
              <a:ext cx="1345" cy="23475"/>
            </a:xfrm>
            <a:custGeom>
              <a:avLst/>
              <a:pathLst>
                <a:path w="1345" h="23475">
                  <a:moveTo>
                    <a:pt x="1345" y="0"/>
                  </a:moveTo>
                  <a:lnTo>
                    <a:pt x="0" y="234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l3847"/>
            <p:cNvSpPr/>
            <p:nvPr/>
          </p:nvSpPr>
          <p:spPr>
            <a:xfrm>
              <a:off x="4153631" y="3317757"/>
              <a:ext cx="1502" cy="30365"/>
            </a:xfrm>
            <a:custGeom>
              <a:avLst/>
              <a:pathLst>
                <a:path w="1502" h="30365">
                  <a:moveTo>
                    <a:pt x="1502" y="0"/>
                  </a:moveTo>
                  <a:lnTo>
                    <a:pt x="0" y="30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l3848"/>
            <p:cNvSpPr/>
            <p:nvPr/>
          </p:nvSpPr>
          <p:spPr>
            <a:xfrm>
              <a:off x="4160423" y="3333332"/>
              <a:ext cx="1879" cy="52288"/>
            </a:xfrm>
            <a:custGeom>
              <a:avLst/>
              <a:pathLst>
                <a:path w="1879" h="52288">
                  <a:moveTo>
                    <a:pt x="1879" y="0"/>
                  </a:moveTo>
                  <a:lnTo>
                    <a:pt x="0" y="52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l3849"/>
            <p:cNvSpPr/>
            <p:nvPr/>
          </p:nvSpPr>
          <p:spPr>
            <a:xfrm>
              <a:off x="4146733" y="3228711"/>
              <a:ext cx="837" cy="8317"/>
            </a:xfrm>
            <a:custGeom>
              <a:avLst/>
              <a:pathLst>
                <a:path w="837" h="8317">
                  <a:moveTo>
                    <a:pt x="837" y="0"/>
                  </a:moveTo>
                  <a:lnTo>
                    <a:pt x="0" y="8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l3850"/>
            <p:cNvSpPr/>
            <p:nvPr/>
          </p:nvSpPr>
          <p:spPr>
            <a:xfrm>
              <a:off x="4147257" y="3233002"/>
              <a:ext cx="1214" cy="12472"/>
            </a:xfrm>
            <a:custGeom>
              <a:avLst/>
              <a:pathLst>
                <a:path w="1214" h="12472">
                  <a:moveTo>
                    <a:pt x="1214" y="0"/>
                  </a:moveTo>
                  <a:lnTo>
                    <a:pt x="0" y="12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l3851"/>
            <p:cNvSpPr/>
            <p:nvPr/>
          </p:nvSpPr>
          <p:spPr>
            <a:xfrm>
              <a:off x="4150295" y="3195477"/>
              <a:ext cx="979" cy="8302"/>
            </a:xfrm>
            <a:custGeom>
              <a:avLst/>
              <a:pathLst>
                <a:path w="979" h="8302">
                  <a:moveTo>
                    <a:pt x="979" y="0"/>
                  </a:moveTo>
                  <a:lnTo>
                    <a:pt x="0" y="8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l3852"/>
            <p:cNvSpPr/>
            <p:nvPr/>
          </p:nvSpPr>
          <p:spPr>
            <a:xfrm>
              <a:off x="4153338" y="3170596"/>
              <a:ext cx="1085" cy="8289"/>
            </a:xfrm>
            <a:custGeom>
              <a:avLst/>
              <a:pathLst>
                <a:path w="1085" h="8289">
                  <a:moveTo>
                    <a:pt x="1085" y="0"/>
                  </a:moveTo>
                  <a:lnTo>
                    <a:pt x="0" y="8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l3853"/>
            <p:cNvSpPr/>
            <p:nvPr/>
          </p:nvSpPr>
          <p:spPr>
            <a:xfrm>
              <a:off x="4153609" y="3174912"/>
              <a:ext cx="1587" cy="12430"/>
            </a:xfrm>
            <a:custGeom>
              <a:avLst/>
              <a:pathLst>
                <a:path w="1587" h="12430">
                  <a:moveTo>
                    <a:pt x="1587" y="0"/>
                  </a:moveTo>
                  <a:lnTo>
                    <a:pt x="0" y="12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l3854"/>
            <p:cNvSpPr/>
            <p:nvPr/>
          </p:nvSpPr>
          <p:spPr>
            <a:xfrm>
              <a:off x="4157891" y="3137487"/>
              <a:ext cx="1226" cy="8269"/>
            </a:xfrm>
            <a:custGeom>
              <a:avLst/>
              <a:pathLst>
                <a:path w="1226" h="8269">
                  <a:moveTo>
                    <a:pt x="1226" y="0"/>
                  </a:moveTo>
                  <a:lnTo>
                    <a:pt x="0" y="82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l3855"/>
            <p:cNvSpPr/>
            <p:nvPr/>
          </p:nvSpPr>
          <p:spPr>
            <a:xfrm>
              <a:off x="4158018" y="3141817"/>
              <a:ext cx="1799" cy="12401"/>
            </a:xfrm>
            <a:custGeom>
              <a:avLst/>
              <a:pathLst>
                <a:path w="1799" h="12401">
                  <a:moveTo>
                    <a:pt x="1799" y="0"/>
                  </a:moveTo>
                  <a:lnTo>
                    <a:pt x="0" y="12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l3856"/>
            <p:cNvSpPr/>
            <p:nvPr/>
          </p:nvSpPr>
          <p:spPr>
            <a:xfrm>
              <a:off x="4158182" y="3148207"/>
              <a:ext cx="2043" cy="14466"/>
            </a:xfrm>
            <a:custGeom>
              <a:avLst/>
              <a:pathLst>
                <a:path w="2043" h="14466">
                  <a:moveTo>
                    <a:pt x="2043" y="0"/>
                  </a:moveTo>
                  <a:lnTo>
                    <a:pt x="0" y="144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l3857"/>
            <p:cNvSpPr/>
            <p:nvPr/>
          </p:nvSpPr>
          <p:spPr>
            <a:xfrm>
              <a:off x="4159676" y="3155997"/>
              <a:ext cx="3469" cy="25803"/>
            </a:xfrm>
            <a:custGeom>
              <a:avLst/>
              <a:pathLst>
                <a:path w="3469" h="25803">
                  <a:moveTo>
                    <a:pt x="3469" y="0"/>
                  </a:moveTo>
                  <a:lnTo>
                    <a:pt x="0" y="25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l3858"/>
            <p:cNvSpPr/>
            <p:nvPr/>
          </p:nvSpPr>
          <p:spPr>
            <a:xfrm>
              <a:off x="4160036" y="3169248"/>
              <a:ext cx="3971" cy="31470"/>
            </a:xfrm>
            <a:custGeom>
              <a:avLst/>
              <a:pathLst>
                <a:path w="3971" h="31470">
                  <a:moveTo>
                    <a:pt x="3971" y="0"/>
                  </a:moveTo>
                  <a:lnTo>
                    <a:pt x="0" y="31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l3859"/>
            <p:cNvSpPr/>
            <p:nvPr/>
          </p:nvSpPr>
          <p:spPr>
            <a:xfrm>
              <a:off x="4159937" y="3185142"/>
              <a:ext cx="3341" cy="28123"/>
            </a:xfrm>
            <a:custGeom>
              <a:avLst/>
              <a:pathLst>
                <a:path w="3341" h="28123">
                  <a:moveTo>
                    <a:pt x="3341" y="0"/>
                  </a:moveTo>
                  <a:lnTo>
                    <a:pt x="0" y="281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l3860"/>
            <p:cNvSpPr/>
            <p:nvPr/>
          </p:nvSpPr>
          <p:spPr>
            <a:xfrm>
              <a:off x="4160380" y="3120964"/>
              <a:ext cx="1297" cy="8258"/>
            </a:xfrm>
            <a:custGeom>
              <a:avLst/>
              <a:pathLst>
                <a:path w="1297" h="8258">
                  <a:moveTo>
                    <a:pt x="1297" y="0"/>
                  </a:moveTo>
                  <a:lnTo>
                    <a:pt x="0" y="8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l3861"/>
            <p:cNvSpPr/>
            <p:nvPr/>
          </p:nvSpPr>
          <p:spPr>
            <a:xfrm>
              <a:off x="4165780" y="3087987"/>
              <a:ext cx="1438" cy="8235"/>
            </a:xfrm>
            <a:custGeom>
              <a:avLst/>
              <a:pathLst>
                <a:path w="1438" h="8235">
                  <a:moveTo>
                    <a:pt x="1438" y="0"/>
                  </a:moveTo>
                  <a:lnTo>
                    <a:pt x="0" y="8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l3862"/>
            <p:cNvSpPr/>
            <p:nvPr/>
          </p:nvSpPr>
          <p:spPr>
            <a:xfrm>
              <a:off x="4170200" y="3063319"/>
              <a:ext cx="1543" cy="8216"/>
            </a:xfrm>
            <a:custGeom>
              <a:avLst/>
              <a:pathLst>
                <a:path w="1543" h="8216">
                  <a:moveTo>
                    <a:pt x="1543" y="0"/>
                  </a:moveTo>
                  <a:lnTo>
                    <a:pt x="0" y="8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l3863"/>
            <p:cNvSpPr/>
            <p:nvPr/>
          </p:nvSpPr>
          <p:spPr>
            <a:xfrm>
              <a:off x="4170001" y="3067672"/>
              <a:ext cx="2274" cy="12323"/>
            </a:xfrm>
            <a:custGeom>
              <a:avLst/>
              <a:pathLst>
                <a:path w="2274" h="12323">
                  <a:moveTo>
                    <a:pt x="2274" y="0"/>
                  </a:moveTo>
                  <a:lnTo>
                    <a:pt x="0" y="12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l3864"/>
            <p:cNvSpPr/>
            <p:nvPr/>
          </p:nvSpPr>
          <p:spPr>
            <a:xfrm>
              <a:off x="4170430" y="3074315"/>
              <a:ext cx="3317" cy="18476"/>
            </a:xfrm>
            <a:custGeom>
              <a:avLst/>
              <a:pathLst>
                <a:path w="3317" h="18476">
                  <a:moveTo>
                    <a:pt x="3317" y="0"/>
                  </a:moveTo>
                  <a:lnTo>
                    <a:pt x="0" y="1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l3865"/>
            <p:cNvSpPr/>
            <p:nvPr/>
          </p:nvSpPr>
          <p:spPr>
            <a:xfrm>
              <a:off x="4169629" y="3083784"/>
              <a:ext cx="3747" cy="21561"/>
            </a:xfrm>
            <a:custGeom>
              <a:avLst/>
              <a:pathLst>
                <a:path w="3747" h="21561">
                  <a:moveTo>
                    <a:pt x="3747" y="0"/>
                  </a:moveTo>
                  <a:lnTo>
                    <a:pt x="0" y="21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l3866"/>
            <p:cNvSpPr/>
            <p:nvPr/>
          </p:nvSpPr>
          <p:spPr>
            <a:xfrm>
              <a:off x="4169579" y="3094788"/>
              <a:ext cx="3205" cy="18998"/>
            </a:xfrm>
            <a:custGeom>
              <a:avLst/>
              <a:pathLst>
                <a:path w="3205" h="18998">
                  <a:moveTo>
                    <a:pt x="3205" y="0"/>
                  </a:moveTo>
                  <a:lnTo>
                    <a:pt x="0" y="189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l3867"/>
            <p:cNvSpPr/>
            <p:nvPr/>
          </p:nvSpPr>
          <p:spPr>
            <a:xfrm>
              <a:off x="4170231" y="3104726"/>
              <a:ext cx="3553" cy="21812"/>
            </a:xfrm>
            <a:custGeom>
              <a:avLst/>
              <a:pathLst>
                <a:path w="3553" h="21812">
                  <a:moveTo>
                    <a:pt x="3553" y="0"/>
                  </a:moveTo>
                  <a:lnTo>
                    <a:pt x="0" y="21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l3868"/>
            <p:cNvSpPr/>
            <p:nvPr/>
          </p:nvSpPr>
          <p:spPr>
            <a:xfrm>
              <a:off x="4178267" y="3022340"/>
              <a:ext cx="1718" cy="8181"/>
            </a:xfrm>
            <a:custGeom>
              <a:avLst/>
              <a:pathLst>
                <a:path w="1718" h="8181">
                  <a:moveTo>
                    <a:pt x="1718" y="0"/>
                  </a:moveTo>
                  <a:lnTo>
                    <a:pt x="0" y="8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l3869"/>
            <p:cNvSpPr/>
            <p:nvPr/>
          </p:nvSpPr>
          <p:spPr>
            <a:xfrm>
              <a:off x="4177888" y="3026704"/>
              <a:ext cx="2536" cy="12272"/>
            </a:xfrm>
            <a:custGeom>
              <a:avLst/>
              <a:pathLst>
                <a:path w="2536" h="12272">
                  <a:moveTo>
                    <a:pt x="2536" y="0"/>
                  </a:moveTo>
                  <a:lnTo>
                    <a:pt x="0" y="122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l3870"/>
            <p:cNvSpPr/>
            <p:nvPr/>
          </p:nvSpPr>
          <p:spPr>
            <a:xfrm>
              <a:off x="4177547" y="3033107"/>
              <a:ext cx="2903" cy="14318"/>
            </a:xfrm>
            <a:custGeom>
              <a:avLst/>
              <a:pathLst>
                <a:path w="2903" h="14318">
                  <a:moveTo>
                    <a:pt x="2903" y="0"/>
                  </a:moveTo>
                  <a:lnTo>
                    <a:pt x="0" y="14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l3871"/>
            <p:cNvSpPr/>
            <p:nvPr/>
          </p:nvSpPr>
          <p:spPr>
            <a:xfrm>
              <a:off x="4177242" y="3040528"/>
              <a:ext cx="3047" cy="15343"/>
            </a:xfrm>
            <a:custGeom>
              <a:avLst/>
              <a:pathLst>
                <a:path w="3047" h="15343">
                  <a:moveTo>
                    <a:pt x="3047" y="0"/>
                  </a:moveTo>
                  <a:lnTo>
                    <a:pt x="0" y="153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l3872"/>
            <p:cNvSpPr/>
            <p:nvPr/>
          </p:nvSpPr>
          <p:spPr>
            <a:xfrm>
              <a:off x="4187207" y="2981547"/>
              <a:ext cx="1892" cy="8142"/>
            </a:xfrm>
            <a:custGeom>
              <a:avLst/>
              <a:pathLst>
                <a:path w="1892" h="8142">
                  <a:moveTo>
                    <a:pt x="1892" y="0"/>
                  </a:moveTo>
                  <a:lnTo>
                    <a:pt x="0" y="8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l3873"/>
            <p:cNvSpPr/>
            <p:nvPr/>
          </p:nvSpPr>
          <p:spPr>
            <a:xfrm>
              <a:off x="4186648" y="2985919"/>
              <a:ext cx="2797" cy="12215"/>
            </a:xfrm>
            <a:custGeom>
              <a:avLst/>
              <a:pathLst>
                <a:path w="2797" h="12215">
                  <a:moveTo>
                    <a:pt x="2797" y="0"/>
                  </a:moveTo>
                  <a:lnTo>
                    <a:pt x="0" y="12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l3874"/>
            <p:cNvSpPr/>
            <p:nvPr/>
          </p:nvSpPr>
          <p:spPr>
            <a:xfrm>
              <a:off x="4192989" y="2957168"/>
              <a:ext cx="1996" cy="8118"/>
            </a:xfrm>
            <a:custGeom>
              <a:avLst/>
              <a:pathLst>
                <a:path w="1996" h="8118">
                  <a:moveTo>
                    <a:pt x="1996" y="0"/>
                  </a:moveTo>
                  <a:lnTo>
                    <a:pt x="0" y="8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l3875"/>
            <p:cNvSpPr/>
            <p:nvPr/>
          </p:nvSpPr>
          <p:spPr>
            <a:xfrm>
              <a:off x="4192322" y="2961544"/>
              <a:ext cx="2954" cy="12178"/>
            </a:xfrm>
            <a:custGeom>
              <a:avLst/>
              <a:pathLst>
                <a:path w="2954" h="12178">
                  <a:moveTo>
                    <a:pt x="2954" y="0"/>
                  </a:moveTo>
                  <a:lnTo>
                    <a:pt x="0" y="121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l3876"/>
            <p:cNvSpPr/>
            <p:nvPr/>
          </p:nvSpPr>
          <p:spPr>
            <a:xfrm>
              <a:off x="4191931" y="2968572"/>
              <a:ext cx="5740" cy="24343"/>
            </a:xfrm>
            <a:custGeom>
              <a:avLst/>
              <a:pathLst>
                <a:path w="5740" h="24343">
                  <a:moveTo>
                    <a:pt x="5740" y="0"/>
                  </a:moveTo>
                  <a:lnTo>
                    <a:pt x="0" y="243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l3877"/>
            <p:cNvSpPr/>
            <p:nvPr/>
          </p:nvSpPr>
          <p:spPr>
            <a:xfrm>
              <a:off x="4190027" y="2981040"/>
              <a:ext cx="6031" cy="26397"/>
            </a:xfrm>
            <a:custGeom>
              <a:avLst/>
              <a:pathLst>
                <a:path w="6031" h="26397">
                  <a:moveTo>
                    <a:pt x="6031" y="0"/>
                  </a:moveTo>
                  <a:lnTo>
                    <a:pt x="0" y="263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l3878"/>
            <p:cNvSpPr/>
            <p:nvPr/>
          </p:nvSpPr>
          <p:spPr>
            <a:xfrm>
              <a:off x="4189546" y="2994525"/>
              <a:ext cx="4748" cy="21333"/>
            </a:xfrm>
            <a:custGeom>
              <a:avLst/>
              <a:pathLst>
                <a:path w="4748" h="21333">
                  <a:moveTo>
                    <a:pt x="4748" y="0"/>
                  </a:moveTo>
                  <a:lnTo>
                    <a:pt x="0" y="21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l3879"/>
            <p:cNvSpPr/>
            <p:nvPr/>
          </p:nvSpPr>
          <p:spPr>
            <a:xfrm>
              <a:off x="4189198" y="3006631"/>
              <a:ext cx="9190" cy="43640"/>
            </a:xfrm>
            <a:custGeom>
              <a:avLst/>
              <a:pathLst>
                <a:path w="9190" h="43640">
                  <a:moveTo>
                    <a:pt x="9190" y="0"/>
                  </a:moveTo>
                  <a:lnTo>
                    <a:pt x="0" y="43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l3880"/>
            <p:cNvSpPr/>
            <p:nvPr/>
          </p:nvSpPr>
          <p:spPr>
            <a:xfrm>
              <a:off x="4199083" y="2932866"/>
              <a:ext cx="2100" cy="8091"/>
            </a:xfrm>
            <a:custGeom>
              <a:avLst/>
              <a:pathLst>
                <a:path w="2100" h="8091">
                  <a:moveTo>
                    <a:pt x="2100" y="0"/>
                  </a:moveTo>
                  <a:lnTo>
                    <a:pt x="0" y="80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l3881"/>
            <p:cNvSpPr/>
            <p:nvPr/>
          </p:nvSpPr>
          <p:spPr>
            <a:xfrm>
              <a:off x="4207692" y="2900590"/>
              <a:ext cx="2238" cy="8054"/>
            </a:xfrm>
            <a:custGeom>
              <a:avLst/>
              <a:pathLst>
                <a:path w="2238" h="8054">
                  <a:moveTo>
                    <a:pt x="2238" y="0"/>
                  </a:moveTo>
                  <a:lnTo>
                    <a:pt x="0" y="80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l3882"/>
            <p:cNvSpPr/>
            <p:nvPr/>
          </p:nvSpPr>
          <p:spPr>
            <a:xfrm>
              <a:off x="4206773" y="2904973"/>
              <a:ext cx="3316" cy="12084"/>
            </a:xfrm>
            <a:custGeom>
              <a:avLst/>
              <a:pathLst>
                <a:path w="3316" h="12084">
                  <a:moveTo>
                    <a:pt x="3316" y="0"/>
                  </a:moveTo>
                  <a:lnTo>
                    <a:pt x="0" y="120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l3883"/>
            <p:cNvSpPr/>
            <p:nvPr/>
          </p:nvSpPr>
          <p:spPr>
            <a:xfrm>
              <a:off x="4205892" y="2911365"/>
              <a:ext cx="3813" cy="14103"/>
            </a:xfrm>
            <a:custGeom>
              <a:avLst/>
              <a:pathLst>
                <a:path w="3813" h="14103">
                  <a:moveTo>
                    <a:pt x="3813" y="0"/>
                  </a:moveTo>
                  <a:lnTo>
                    <a:pt x="0" y="1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l3884"/>
            <p:cNvSpPr/>
            <p:nvPr/>
          </p:nvSpPr>
          <p:spPr>
            <a:xfrm>
              <a:off x="4205284" y="2919108"/>
              <a:ext cx="5072" cy="19140"/>
            </a:xfrm>
            <a:custGeom>
              <a:avLst/>
              <a:pathLst>
                <a:path w="5072" h="19140">
                  <a:moveTo>
                    <a:pt x="5072" y="0"/>
                  </a:moveTo>
                  <a:lnTo>
                    <a:pt x="0" y="191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l3885"/>
            <p:cNvSpPr/>
            <p:nvPr/>
          </p:nvSpPr>
          <p:spPr>
            <a:xfrm>
              <a:off x="4203471" y="2929013"/>
              <a:ext cx="5611" cy="21676"/>
            </a:xfrm>
            <a:custGeom>
              <a:avLst/>
              <a:pathLst>
                <a:path w="5611" h="21676">
                  <a:moveTo>
                    <a:pt x="5611" y="0"/>
                  </a:moveTo>
                  <a:lnTo>
                    <a:pt x="0" y="21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l3886"/>
            <p:cNvSpPr/>
            <p:nvPr/>
          </p:nvSpPr>
          <p:spPr>
            <a:xfrm>
              <a:off x="4219227" y="2860464"/>
              <a:ext cx="2409" cy="8005"/>
            </a:xfrm>
            <a:custGeom>
              <a:avLst/>
              <a:pathLst>
                <a:path w="2409" h="8005">
                  <a:moveTo>
                    <a:pt x="2409" y="0"/>
                  </a:moveTo>
                  <a:lnTo>
                    <a:pt x="0" y="80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l3887"/>
            <p:cNvSpPr/>
            <p:nvPr/>
          </p:nvSpPr>
          <p:spPr>
            <a:xfrm>
              <a:off x="4218128" y="2864849"/>
              <a:ext cx="3573" cy="12011"/>
            </a:xfrm>
            <a:custGeom>
              <a:avLst/>
              <a:pathLst>
                <a:path w="3573" h="12011">
                  <a:moveTo>
                    <a:pt x="3573" y="0"/>
                  </a:moveTo>
                  <a:lnTo>
                    <a:pt x="0" y="12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l3888"/>
            <p:cNvSpPr/>
            <p:nvPr/>
          </p:nvSpPr>
          <p:spPr>
            <a:xfrm>
              <a:off x="4217068" y="2871231"/>
              <a:ext cx="4114" cy="14018"/>
            </a:xfrm>
            <a:custGeom>
              <a:avLst/>
              <a:pathLst>
                <a:path w="4114" h="14018">
                  <a:moveTo>
                    <a:pt x="4114" y="0"/>
                  </a:moveTo>
                  <a:lnTo>
                    <a:pt x="0" y="140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l3889"/>
            <p:cNvSpPr/>
            <p:nvPr/>
          </p:nvSpPr>
          <p:spPr>
            <a:xfrm>
              <a:off x="4216044" y="2878612"/>
              <a:ext cx="4344" cy="15027"/>
            </a:xfrm>
            <a:custGeom>
              <a:avLst/>
              <a:pathLst>
                <a:path w="4344" h="15027">
                  <a:moveTo>
                    <a:pt x="4344" y="0"/>
                  </a:moveTo>
                  <a:lnTo>
                    <a:pt x="0" y="150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l3890"/>
            <p:cNvSpPr/>
            <p:nvPr/>
          </p:nvSpPr>
          <p:spPr>
            <a:xfrm>
              <a:off x="4226558" y="2836511"/>
              <a:ext cx="2512" cy="7973"/>
            </a:xfrm>
            <a:custGeom>
              <a:avLst/>
              <a:pathLst>
                <a:path w="2512" h="7973">
                  <a:moveTo>
                    <a:pt x="2512" y="0"/>
                  </a:moveTo>
                  <a:lnTo>
                    <a:pt x="0" y="79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l3891"/>
            <p:cNvSpPr/>
            <p:nvPr/>
          </p:nvSpPr>
          <p:spPr>
            <a:xfrm>
              <a:off x="4239458" y="2796808"/>
              <a:ext cx="2681" cy="7918"/>
            </a:xfrm>
            <a:custGeom>
              <a:avLst/>
              <a:pathLst>
                <a:path w="2681" h="7918">
                  <a:moveTo>
                    <a:pt x="2681" y="0"/>
                  </a:moveTo>
                  <a:lnTo>
                    <a:pt x="0" y="7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l3892"/>
            <p:cNvSpPr/>
            <p:nvPr/>
          </p:nvSpPr>
          <p:spPr>
            <a:xfrm>
              <a:off x="4238074" y="2801192"/>
              <a:ext cx="3981" cy="11882"/>
            </a:xfrm>
            <a:custGeom>
              <a:avLst/>
              <a:pathLst>
                <a:path w="3981" h="11882">
                  <a:moveTo>
                    <a:pt x="3981" y="0"/>
                  </a:moveTo>
                  <a:lnTo>
                    <a:pt x="0" y="11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l3893"/>
            <p:cNvSpPr/>
            <p:nvPr/>
          </p:nvSpPr>
          <p:spPr>
            <a:xfrm>
              <a:off x="4236727" y="2807553"/>
              <a:ext cx="4590" cy="13870"/>
            </a:xfrm>
            <a:custGeom>
              <a:avLst/>
              <a:pathLst>
                <a:path w="4590" h="13870">
                  <a:moveTo>
                    <a:pt x="4590" y="0"/>
                  </a:moveTo>
                  <a:lnTo>
                    <a:pt x="0" y="13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l3894"/>
            <p:cNvSpPr/>
            <p:nvPr/>
          </p:nvSpPr>
          <p:spPr>
            <a:xfrm>
              <a:off x="4235418" y="2814902"/>
              <a:ext cx="4855" cy="14870"/>
            </a:xfrm>
            <a:custGeom>
              <a:avLst/>
              <a:pathLst>
                <a:path w="4855" h="14870">
                  <a:moveTo>
                    <a:pt x="4855" y="0"/>
                  </a:moveTo>
                  <a:lnTo>
                    <a:pt x="0" y="14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l3895"/>
            <p:cNvSpPr/>
            <p:nvPr/>
          </p:nvSpPr>
          <p:spPr>
            <a:xfrm>
              <a:off x="4234159" y="2823159"/>
              <a:ext cx="6202" cy="19337"/>
            </a:xfrm>
            <a:custGeom>
              <a:avLst/>
              <a:pathLst>
                <a:path w="6202" h="19337">
                  <a:moveTo>
                    <a:pt x="6202" y="0"/>
                  </a:moveTo>
                  <a:lnTo>
                    <a:pt x="0" y="19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l3896"/>
            <p:cNvSpPr/>
            <p:nvPr/>
          </p:nvSpPr>
          <p:spPr>
            <a:xfrm>
              <a:off x="4231715" y="2833227"/>
              <a:ext cx="6788" cy="21593"/>
            </a:xfrm>
            <a:custGeom>
              <a:avLst/>
              <a:pathLst>
                <a:path w="6788" h="21593">
                  <a:moveTo>
                    <a:pt x="6788" y="0"/>
                  </a:moveTo>
                  <a:lnTo>
                    <a:pt x="0" y="21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l3897"/>
            <p:cNvSpPr/>
            <p:nvPr/>
          </p:nvSpPr>
          <p:spPr>
            <a:xfrm>
              <a:off x="4228434" y="2846010"/>
              <a:ext cx="12994" cy="43069"/>
            </a:xfrm>
            <a:custGeom>
              <a:avLst/>
              <a:pathLst>
                <a:path w="12994" h="43069">
                  <a:moveTo>
                    <a:pt x="12994" y="0"/>
                  </a:moveTo>
                  <a:lnTo>
                    <a:pt x="0" y="430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l3898"/>
            <p:cNvSpPr/>
            <p:nvPr/>
          </p:nvSpPr>
          <p:spPr>
            <a:xfrm>
              <a:off x="4232999" y="2870200"/>
              <a:ext cx="10730" cy="36887"/>
            </a:xfrm>
            <a:custGeom>
              <a:avLst/>
              <a:pathLst>
                <a:path w="10730" h="36887">
                  <a:moveTo>
                    <a:pt x="10730" y="0"/>
                  </a:moveTo>
                  <a:lnTo>
                    <a:pt x="0" y="36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l3899"/>
            <p:cNvSpPr/>
            <p:nvPr/>
          </p:nvSpPr>
          <p:spPr>
            <a:xfrm>
              <a:off x="4223002" y="2907087"/>
              <a:ext cx="9996" cy="37093"/>
            </a:xfrm>
            <a:custGeom>
              <a:avLst/>
              <a:pathLst>
                <a:path w="9996" h="37093">
                  <a:moveTo>
                    <a:pt x="9996" y="0"/>
                  </a:moveTo>
                  <a:lnTo>
                    <a:pt x="0" y="37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l3900"/>
            <p:cNvSpPr/>
            <p:nvPr/>
          </p:nvSpPr>
          <p:spPr>
            <a:xfrm>
              <a:off x="4238796" y="2911757"/>
              <a:ext cx="10869" cy="40497"/>
            </a:xfrm>
            <a:custGeom>
              <a:avLst/>
              <a:pathLst>
                <a:path w="10869" h="40497">
                  <a:moveTo>
                    <a:pt x="10869" y="0"/>
                  </a:moveTo>
                  <a:lnTo>
                    <a:pt x="0" y="40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l3901"/>
            <p:cNvSpPr/>
            <p:nvPr/>
          </p:nvSpPr>
          <p:spPr>
            <a:xfrm>
              <a:off x="4228814" y="2952254"/>
              <a:ext cx="9981" cy="40725"/>
            </a:xfrm>
            <a:custGeom>
              <a:avLst/>
              <a:pathLst>
                <a:path w="9981" h="40725">
                  <a:moveTo>
                    <a:pt x="9981" y="0"/>
                  </a:moveTo>
                  <a:lnTo>
                    <a:pt x="0" y="40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l3902"/>
            <p:cNvSpPr/>
            <p:nvPr/>
          </p:nvSpPr>
          <p:spPr>
            <a:xfrm>
              <a:off x="4219725" y="2992979"/>
              <a:ext cx="9088" cy="40933"/>
            </a:xfrm>
            <a:custGeom>
              <a:avLst/>
              <a:pathLst>
                <a:path w="9088" h="40933">
                  <a:moveTo>
                    <a:pt x="9088" y="0"/>
                  </a:moveTo>
                  <a:lnTo>
                    <a:pt x="0" y="409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l3903"/>
            <p:cNvSpPr/>
            <p:nvPr/>
          </p:nvSpPr>
          <p:spPr>
            <a:xfrm>
              <a:off x="4244855" y="2781006"/>
              <a:ext cx="2749" cy="7895"/>
            </a:xfrm>
            <a:custGeom>
              <a:avLst/>
              <a:pathLst>
                <a:path w="2749" h="7895">
                  <a:moveTo>
                    <a:pt x="2749" y="0"/>
                  </a:moveTo>
                  <a:lnTo>
                    <a:pt x="0" y="7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l3904"/>
            <p:cNvSpPr/>
            <p:nvPr/>
          </p:nvSpPr>
          <p:spPr>
            <a:xfrm>
              <a:off x="4250387" y="2765251"/>
              <a:ext cx="2816" cy="7871"/>
            </a:xfrm>
            <a:custGeom>
              <a:avLst/>
              <a:pathLst>
                <a:path w="2816" h="7871">
                  <a:moveTo>
                    <a:pt x="2816" y="0"/>
                  </a:moveTo>
                  <a:lnTo>
                    <a:pt x="0" y="7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l3905"/>
            <p:cNvSpPr/>
            <p:nvPr/>
          </p:nvSpPr>
          <p:spPr>
            <a:xfrm>
              <a:off x="4256053" y="2749545"/>
              <a:ext cx="2883" cy="7846"/>
            </a:xfrm>
            <a:custGeom>
              <a:avLst/>
              <a:pathLst>
                <a:path w="2883" h="7846">
                  <a:moveTo>
                    <a:pt x="2883" y="0"/>
                  </a:moveTo>
                  <a:lnTo>
                    <a:pt x="0" y="7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l3906"/>
            <p:cNvSpPr/>
            <p:nvPr/>
          </p:nvSpPr>
          <p:spPr>
            <a:xfrm>
              <a:off x="4264804" y="2726079"/>
              <a:ext cx="2983" cy="7809"/>
            </a:xfrm>
            <a:custGeom>
              <a:avLst/>
              <a:pathLst>
                <a:path w="2983" h="7809">
                  <a:moveTo>
                    <a:pt x="2983" y="0"/>
                  </a:moveTo>
                  <a:lnTo>
                    <a:pt x="0" y="7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l3907"/>
            <p:cNvSpPr/>
            <p:nvPr/>
          </p:nvSpPr>
          <p:spPr>
            <a:xfrm>
              <a:off x="4263100" y="2730457"/>
              <a:ext cx="4435" cy="11720"/>
            </a:xfrm>
            <a:custGeom>
              <a:avLst/>
              <a:pathLst>
                <a:path w="4435" h="11720">
                  <a:moveTo>
                    <a:pt x="4435" y="0"/>
                  </a:moveTo>
                  <a:lnTo>
                    <a:pt x="0" y="117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l3908"/>
            <p:cNvSpPr/>
            <p:nvPr/>
          </p:nvSpPr>
          <p:spPr>
            <a:xfrm>
              <a:off x="4273855" y="2702728"/>
              <a:ext cx="3083" cy="7770"/>
            </a:xfrm>
            <a:custGeom>
              <a:avLst/>
              <a:pathLst>
                <a:path w="3083" h="7770">
                  <a:moveTo>
                    <a:pt x="3083" y="0"/>
                  </a:moveTo>
                  <a:lnTo>
                    <a:pt x="0" y="7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l3909"/>
            <p:cNvSpPr/>
            <p:nvPr/>
          </p:nvSpPr>
          <p:spPr>
            <a:xfrm>
              <a:off x="4272045" y="2707103"/>
              <a:ext cx="4584" cy="11662"/>
            </a:xfrm>
            <a:custGeom>
              <a:avLst/>
              <a:pathLst>
                <a:path w="4584" h="11662">
                  <a:moveTo>
                    <a:pt x="4584" y="0"/>
                  </a:moveTo>
                  <a:lnTo>
                    <a:pt x="0" y="11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l3910"/>
            <p:cNvSpPr/>
            <p:nvPr/>
          </p:nvSpPr>
          <p:spPr>
            <a:xfrm>
              <a:off x="4280055" y="2687227"/>
              <a:ext cx="3149" cy="7743"/>
            </a:xfrm>
            <a:custGeom>
              <a:avLst/>
              <a:pathLst>
                <a:path w="3149" h="7743">
                  <a:moveTo>
                    <a:pt x="3149" y="0"/>
                  </a:moveTo>
                  <a:lnTo>
                    <a:pt x="0" y="7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l3911"/>
            <p:cNvSpPr/>
            <p:nvPr/>
          </p:nvSpPr>
          <p:spPr>
            <a:xfrm>
              <a:off x="4286387" y="2671780"/>
              <a:ext cx="3215" cy="7716"/>
            </a:xfrm>
            <a:custGeom>
              <a:avLst/>
              <a:pathLst>
                <a:path w="3215" h="7716">
                  <a:moveTo>
                    <a:pt x="3215" y="0"/>
                  </a:moveTo>
                  <a:lnTo>
                    <a:pt x="0" y="7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l3912"/>
            <p:cNvSpPr/>
            <p:nvPr/>
          </p:nvSpPr>
          <p:spPr>
            <a:xfrm>
              <a:off x="4296133" y="2648713"/>
              <a:ext cx="3314" cy="7674"/>
            </a:xfrm>
            <a:custGeom>
              <a:avLst/>
              <a:pathLst>
                <a:path w="3314" h="7674">
                  <a:moveTo>
                    <a:pt x="3314" y="0"/>
                  </a:moveTo>
                  <a:lnTo>
                    <a:pt x="0" y="7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l3913"/>
            <p:cNvSpPr/>
            <p:nvPr/>
          </p:nvSpPr>
          <p:spPr>
            <a:xfrm>
              <a:off x="4294077" y="2653077"/>
              <a:ext cx="4931" cy="11520"/>
            </a:xfrm>
            <a:custGeom>
              <a:avLst/>
              <a:pathLst>
                <a:path w="4931" h="11520">
                  <a:moveTo>
                    <a:pt x="4931" y="0"/>
                  </a:moveTo>
                  <a:lnTo>
                    <a:pt x="0" y="115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l3914"/>
            <p:cNvSpPr/>
            <p:nvPr/>
          </p:nvSpPr>
          <p:spPr>
            <a:xfrm>
              <a:off x="4291678" y="2659881"/>
              <a:ext cx="7303" cy="17292"/>
            </a:xfrm>
            <a:custGeom>
              <a:avLst/>
              <a:pathLst>
                <a:path w="7303" h="17292">
                  <a:moveTo>
                    <a:pt x="7303" y="0"/>
                  </a:moveTo>
                  <a:lnTo>
                    <a:pt x="0" y="17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l3915"/>
            <p:cNvSpPr/>
            <p:nvPr/>
          </p:nvSpPr>
          <p:spPr>
            <a:xfrm>
              <a:off x="4287792" y="2669554"/>
              <a:ext cx="9969" cy="24051"/>
            </a:xfrm>
            <a:custGeom>
              <a:avLst/>
              <a:pathLst>
                <a:path w="9969" h="24051">
                  <a:moveTo>
                    <a:pt x="9969" y="0"/>
                  </a:moveTo>
                  <a:lnTo>
                    <a:pt x="0" y="24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l3916"/>
            <p:cNvSpPr/>
            <p:nvPr/>
          </p:nvSpPr>
          <p:spPr>
            <a:xfrm>
              <a:off x="4283002" y="2683093"/>
              <a:ext cx="13424" cy="33247"/>
            </a:xfrm>
            <a:custGeom>
              <a:avLst/>
              <a:pathLst>
                <a:path w="13424" h="33247">
                  <a:moveTo>
                    <a:pt x="13424" y="0"/>
                  </a:moveTo>
                  <a:lnTo>
                    <a:pt x="0" y="33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l3917"/>
            <p:cNvSpPr/>
            <p:nvPr/>
          </p:nvSpPr>
          <p:spPr>
            <a:xfrm>
              <a:off x="4277761" y="2701181"/>
              <a:ext cx="15580" cy="39844"/>
            </a:xfrm>
            <a:custGeom>
              <a:avLst/>
              <a:pathLst>
                <a:path w="15580" h="39844">
                  <a:moveTo>
                    <a:pt x="15580" y="0"/>
                  </a:moveTo>
                  <a:lnTo>
                    <a:pt x="0" y="39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l3918"/>
            <p:cNvSpPr/>
            <p:nvPr/>
          </p:nvSpPr>
          <p:spPr>
            <a:xfrm>
              <a:off x="4273737" y="2722031"/>
              <a:ext cx="14184" cy="37406"/>
            </a:xfrm>
            <a:custGeom>
              <a:avLst/>
              <a:pathLst>
                <a:path w="14184" h="37406">
                  <a:moveTo>
                    <a:pt x="14184" y="0"/>
                  </a:moveTo>
                  <a:lnTo>
                    <a:pt x="0" y="37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l3919"/>
            <p:cNvSpPr/>
            <p:nvPr/>
          </p:nvSpPr>
          <p:spPr>
            <a:xfrm>
              <a:off x="4306174" y="2625774"/>
              <a:ext cx="3412" cy="7631"/>
            </a:xfrm>
            <a:custGeom>
              <a:avLst/>
              <a:pathLst>
                <a:path w="3412" h="7631">
                  <a:moveTo>
                    <a:pt x="3412" y="0"/>
                  </a:moveTo>
                  <a:lnTo>
                    <a:pt x="0" y="7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l3920"/>
            <p:cNvSpPr/>
            <p:nvPr/>
          </p:nvSpPr>
          <p:spPr>
            <a:xfrm>
              <a:off x="4304013" y="2630132"/>
              <a:ext cx="5078" cy="11456"/>
            </a:xfrm>
            <a:custGeom>
              <a:avLst/>
              <a:pathLst>
                <a:path w="5078" h="11456">
                  <a:moveTo>
                    <a:pt x="5078" y="0"/>
                  </a:moveTo>
                  <a:lnTo>
                    <a:pt x="0" y="1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l3921"/>
            <p:cNvSpPr/>
            <p:nvPr/>
          </p:nvSpPr>
          <p:spPr>
            <a:xfrm>
              <a:off x="4330741" y="2572768"/>
              <a:ext cx="3638" cy="7526"/>
            </a:xfrm>
            <a:custGeom>
              <a:avLst/>
              <a:pathLst>
                <a:path w="3638" h="7526">
                  <a:moveTo>
                    <a:pt x="3638" y="0"/>
                  </a:moveTo>
                  <a:lnTo>
                    <a:pt x="0" y="7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l3922"/>
            <p:cNvSpPr/>
            <p:nvPr/>
          </p:nvSpPr>
          <p:spPr>
            <a:xfrm>
              <a:off x="4328337" y="2577109"/>
              <a:ext cx="5418" cy="11299"/>
            </a:xfrm>
            <a:custGeom>
              <a:avLst/>
              <a:pathLst>
                <a:path w="5418" h="11299">
                  <a:moveTo>
                    <a:pt x="5418" y="0"/>
                  </a:moveTo>
                  <a:lnTo>
                    <a:pt x="0" y="1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l3923"/>
            <p:cNvSpPr/>
            <p:nvPr/>
          </p:nvSpPr>
          <p:spPr>
            <a:xfrm>
              <a:off x="4325970" y="2583330"/>
              <a:ext cx="6267" cy="13197"/>
            </a:xfrm>
            <a:custGeom>
              <a:avLst/>
              <a:pathLst>
                <a:path w="6267" h="13197">
                  <a:moveTo>
                    <a:pt x="6267" y="0"/>
                  </a:moveTo>
                  <a:lnTo>
                    <a:pt x="0" y="13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l3924"/>
            <p:cNvSpPr/>
            <p:nvPr/>
          </p:nvSpPr>
          <p:spPr>
            <a:xfrm>
              <a:off x="4338051" y="2557762"/>
              <a:ext cx="3702" cy="7495"/>
            </a:xfrm>
            <a:custGeom>
              <a:avLst/>
              <a:pathLst>
                <a:path w="3702" h="7495">
                  <a:moveTo>
                    <a:pt x="3702" y="0"/>
                  </a:moveTo>
                  <a:lnTo>
                    <a:pt x="0" y="74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l3925"/>
            <p:cNvSpPr/>
            <p:nvPr/>
          </p:nvSpPr>
          <p:spPr>
            <a:xfrm>
              <a:off x="4349255" y="2535372"/>
              <a:ext cx="3798" cy="7447"/>
            </a:xfrm>
            <a:custGeom>
              <a:avLst/>
              <a:pathLst>
                <a:path w="3798" h="7447">
                  <a:moveTo>
                    <a:pt x="3798" y="0"/>
                  </a:moveTo>
                  <a:lnTo>
                    <a:pt x="0" y="7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l3926"/>
            <p:cNvSpPr/>
            <p:nvPr/>
          </p:nvSpPr>
          <p:spPr>
            <a:xfrm>
              <a:off x="4346678" y="2539699"/>
              <a:ext cx="5658" cy="11181"/>
            </a:xfrm>
            <a:custGeom>
              <a:avLst/>
              <a:pathLst>
                <a:path w="5658" h="11181">
                  <a:moveTo>
                    <a:pt x="5658" y="0"/>
                  </a:moveTo>
                  <a:lnTo>
                    <a:pt x="0" y="11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l3927"/>
            <p:cNvSpPr/>
            <p:nvPr/>
          </p:nvSpPr>
          <p:spPr>
            <a:xfrm>
              <a:off x="4343479" y="2546487"/>
              <a:ext cx="8395" cy="16789"/>
            </a:xfrm>
            <a:custGeom>
              <a:avLst/>
              <a:pathLst>
                <a:path w="8395" h="16789">
                  <a:moveTo>
                    <a:pt x="8395" y="0"/>
                  </a:moveTo>
                  <a:lnTo>
                    <a:pt x="0" y="167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l3928"/>
            <p:cNvSpPr/>
            <p:nvPr/>
          </p:nvSpPr>
          <p:spPr>
            <a:xfrm>
              <a:off x="4335105" y="2557254"/>
              <a:ext cx="17315" cy="35525"/>
            </a:xfrm>
            <a:custGeom>
              <a:avLst/>
              <a:pathLst>
                <a:path w="17315" h="35525">
                  <a:moveTo>
                    <a:pt x="17315" y="0"/>
                  </a:moveTo>
                  <a:lnTo>
                    <a:pt x="0" y="35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l3929"/>
            <p:cNvSpPr/>
            <p:nvPr/>
          </p:nvSpPr>
          <p:spPr>
            <a:xfrm>
              <a:off x="4329676" y="2575556"/>
              <a:ext cx="15193" cy="31903"/>
            </a:xfrm>
            <a:custGeom>
              <a:avLst/>
              <a:pathLst>
                <a:path w="15193" h="31903">
                  <a:moveTo>
                    <a:pt x="15193" y="0"/>
                  </a:moveTo>
                  <a:lnTo>
                    <a:pt x="0" y="31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l3930"/>
            <p:cNvSpPr/>
            <p:nvPr/>
          </p:nvSpPr>
          <p:spPr>
            <a:xfrm>
              <a:off x="4327395" y="2592045"/>
              <a:ext cx="11007" cy="23516"/>
            </a:xfrm>
            <a:custGeom>
              <a:avLst/>
              <a:pathLst>
                <a:path w="11007" h="23516">
                  <a:moveTo>
                    <a:pt x="11007" y="0"/>
                  </a:moveTo>
                  <a:lnTo>
                    <a:pt x="0" y="235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l3931"/>
            <p:cNvSpPr/>
            <p:nvPr/>
          </p:nvSpPr>
          <p:spPr>
            <a:xfrm>
              <a:off x="4325151" y="2604350"/>
              <a:ext cx="8914" cy="19319"/>
            </a:xfrm>
            <a:custGeom>
              <a:avLst/>
              <a:pathLst>
                <a:path w="8914" h="19319">
                  <a:moveTo>
                    <a:pt x="8914" y="0"/>
                  </a:moveTo>
                  <a:lnTo>
                    <a:pt x="0" y="193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l3932"/>
            <p:cNvSpPr/>
            <p:nvPr/>
          </p:nvSpPr>
          <p:spPr>
            <a:xfrm>
              <a:off x="4321150" y="2615671"/>
              <a:ext cx="12058" cy="26659"/>
            </a:xfrm>
            <a:custGeom>
              <a:avLst/>
              <a:pathLst>
                <a:path w="12058" h="26659">
                  <a:moveTo>
                    <a:pt x="12058" y="0"/>
                  </a:moveTo>
                  <a:lnTo>
                    <a:pt x="0" y="26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l3933"/>
            <p:cNvSpPr/>
            <p:nvPr/>
          </p:nvSpPr>
          <p:spPr>
            <a:xfrm>
              <a:off x="4329255" y="2637208"/>
              <a:ext cx="16070" cy="36536"/>
            </a:xfrm>
            <a:custGeom>
              <a:avLst/>
              <a:pathLst>
                <a:path w="16070" h="36536">
                  <a:moveTo>
                    <a:pt x="16070" y="0"/>
                  </a:moveTo>
                  <a:lnTo>
                    <a:pt x="0" y="36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l3934"/>
            <p:cNvSpPr/>
            <p:nvPr/>
          </p:nvSpPr>
          <p:spPr>
            <a:xfrm>
              <a:off x="4313946" y="2673745"/>
              <a:ext cx="15308" cy="36862"/>
            </a:xfrm>
            <a:custGeom>
              <a:avLst/>
              <a:pathLst>
                <a:path w="15308" h="36862">
                  <a:moveTo>
                    <a:pt x="15308" y="0"/>
                  </a:moveTo>
                  <a:lnTo>
                    <a:pt x="0" y="36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l3935"/>
            <p:cNvSpPr/>
            <p:nvPr/>
          </p:nvSpPr>
          <p:spPr>
            <a:xfrm>
              <a:off x="4299407" y="2710607"/>
              <a:ext cx="14539" cy="37172"/>
            </a:xfrm>
            <a:custGeom>
              <a:avLst/>
              <a:pathLst>
                <a:path w="14539" h="37172">
                  <a:moveTo>
                    <a:pt x="14539" y="0"/>
                  </a:moveTo>
                  <a:lnTo>
                    <a:pt x="0" y="37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l3936"/>
            <p:cNvSpPr/>
            <p:nvPr/>
          </p:nvSpPr>
          <p:spPr>
            <a:xfrm>
              <a:off x="4306122" y="2693157"/>
              <a:ext cx="17841" cy="44526"/>
            </a:xfrm>
            <a:custGeom>
              <a:avLst/>
              <a:pathLst>
                <a:path w="17841" h="44526">
                  <a:moveTo>
                    <a:pt x="17841" y="0"/>
                  </a:moveTo>
                  <a:lnTo>
                    <a:pt x="0" y="44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l3937"/>
            <p:cNvSpPr/>
            <p:nvPr/>
          </p:nvSpPr>
          <p:spPr>
            <a:xfrm>
              <a:off x="4289399" y="2737683"/>
              <a:ext cx="16723" cy="44958"/>
            </a:xfrm>
            <a:custGeom>
              <a:avLst/>
              <a:pathLst>
                <a:path w="16723" h="44958">
                  <a:moveTo>
                    <a:pt x="16723" y="0"/>
                  </a:moveTo>
                  <a:lnTo>
                    <a:pt x="0" y="44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l3938"/>
            <p:cNvSpPr/>
            <p:nvPr/>
          </p:nvSpPr>
          <p:spPr>
            <a:xfrm>
              <a:off x="4297281" y="2738643"/>
              <a:ext cx="11325" cy="30066"/>
            </a:xfrm>
            <a:custGeom>
              <a:avLst/>
              <a:pathLst>
                <a:path w="11325" h="30066">
                  <a:moveTo>
                    <a:pt x="11325" y="0"/>
                  </a:moveTo>
                  <a:lnTo>
                    <a:pt x="0" y="300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l3939"/>
            <p:cNvSpPr/>
            <p:nvPr/>
          </p:nvSpPr>
          <p:spPr>
            <a:xfrm>
              <a:off x="4286462" y="2768710"/>
              <a:ext cx="10819" cy="30252"/>
            </a:xfrm>
            <a:custGeom>
              <a:avLst/>
              <a:pathLst>
                <a:path w="10819" h="30252">
                  <a:moveTo>
                    <a:pt x="10819" y="0"/>
                  </a:moveTo>
                  <a:lnTo>
                    <a:pt x="0" y="30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l3940"/>
            <p:cNvSpPr/>
            <p:nvPr/>
          </p:nvSpPr>
          <p:spPr>
            <a:xfrm>
              <a:off x="4356884" y="2520527"/>
              <a:ext cx="3861" cy="7414"/>
            </a:xfrm>
            <a:custGeom>
              <a:avLst/>
              <a:pathLst>
                <a:path w="3861" h="7414">
                  <a:moveTo>
                    <a:pt x="3861" y="0"/>
                  </a:moveTo>
                  <a:lnTo>
                    <a:pt x="0" y="7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l3941"/>
            <p:cNvSpPr/>
            <p:nvPr/>
          </p:nvSpPr>
          <p:spPr>
            <a:xfrm>
              <a:off x="4368565" y="2498383"/>
              <a:ext cx="3956" cy="7364"/>
            </a:xfrm>
            <a:custGeom>
              <a:avLst/>
              <a:pathLst>
                <a:path w="3956" h="7364">
                  <a:moveTo>
                    <a:pt x="3956" y="0"/>
                  </a:moveTo>
                  <a:lnTo>
                    <a:pt x="0" y="73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l3942"/>
            <p:cNvSpPr/>
            <p:nvPr/>
          </p:nvSpPr>
          <p:spPr>
            <a:xfrm>
              <a:off x="4365816" y="2502694"/>
              <a:ext cx="5895" cy="11058"/>
            </a:xfrm>
            <a:custGeom>
              <a:avLst/>
              <a:pathLst>
                <a:path w="5895" h="11058">
                  <a:moveTo>
                    <a:pt x="5895" y="0"/>
                  </a:moveTo>
                  <a:lnTo>
                    <a:pt x="0" y="11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l3943"/>
            <p:cNvSpPr/>
            <p:nvPr/>
          </p:nvSpPr>
          <p:spPr>
            <a:xfrm>
              <a:off x="4380528" y="2476392"/>
              <a:ext cx="4050" cy="7313"/>
            </a:xfrm>
            <a:custGeom>
              <a:avLst/>
              <a:pathLst>
                <a:path w="4050" h="7313">
                  <a:moveTo>
                    <a:pt x="4050" y="0"/>
                  </a:moveTo>
                  <a:lnTo>
                    <a:pt x="0" y="7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l3944"/>
            <p:cNvSpPr/>
            <p:nvPr/>
          </p:nvSpPr>
          <p:spPr>
            <a:xfrm>
              <a:off x="4377678" y="2480692"/>
              <a:ext cx="6036" cy="10981"/>
            </a:xfrm>
            <a:custGeom>
              <a:avLst/>
              <a:pathLst>
                <a:path w="6036" h="10981">
                  <a:moveTo>
                    <a:pt x="6036" y="0"/>
                  </a:moveTo>
                  <a:lnTo>
                    <a:pt x="0" y="109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l3945"/>
            <p:cNvSpPr/>
            <p:nvPr/>
          </p:nvSpPr>
          <p:spPr>
            <a:xfrm>
              <a:off x="4372280" y="2488102"/>
              <a:ext cx="11907" cy="21995"/>
            </a:xfrm>
            <a:custGeom>
              <a:avLst/>
              <a:pathLst>
                <a:path w="11907" h="21995">
                  <a:moveTo>
                    <a:pt x="11907" y="0"/>
                  </a:moveTo>
                  <a:lnTo>
                    <a:pt x="0" y="21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l3946"/>
            <p:cNvSpPr/>
            <p:nvPr/>
          </p:nvSpPr>
          <p:spPr>
            <a:xfrm>
              <a:off x="4388661" y="2461818"/>
              <a:ext cx="4112" cy="7278"/>
            </a:xfrm>
            <a:custGeom>
              <a:avLst/>
              <a:pathLst>
                <a:path w="4112" h="7278">
                  <a:moveTo>
                    <a:pt x="4112" y="0"/>
                  </a:moveTo>
                  <a:lnTo>
                    <a:pt x="0" y="72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l3947"/>
            <p:cNvSpPr/>
            <p:nvPr/>
          </p:nvSpPr>
          <p:spPr>
            <a:xfrm>
              <a:off x="4401092" y="2440090"/>
              <a:ext cx="4205" cy="7225"/>
            </a:xfrm>
            <a:custGeom>
              <a:avLst/>
              <a:pathLst>
                <a:path w="4205" h="7225">
                  <a:moveTo>
                    <a:pt x="4205" y="0"/>
                  </a:moveTo>
                  <a:lnTo>
                    <a:pt x="0" y="7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l3948"/>
            <p:cNvSpPr/>
            <p:nvPr/>
          </p:nvSpPr>
          <p:spPr>
            <a:xfrm>
              <a:off x="4409535" y="2425694"/>
              <a:ext cx="4267" cy="7188"/>
            </a:xfrm>
            <a:custGeom>
              <a:avLst/>
              <a:pathLst>
                <a:path w="4267" h="7188">
                  <a:moveTo>
                    <a:pt x="4267" y="0"/>
                  </a:moveTo>
                  <a:lnTo>
                    <a:pt x="0" y="71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l3949"/>
            <p:cNvSpPr/>
            <p:nvPr/>
          </p:nvSpPr>
          <p:spPr>
            <a:xfrm>
              <a:off x="4431176" y="2390026"/>
              <a:ext cx="4419" cy="7096"/>
            </a:xfrm>
            <a:custGeom>
              <a:avLst/>
              <a:pathLst>
                <a:path w="4419" h="7096">
                  <a:moveTo>
                    <a:pt x="4419" y="0"/>
                  </a:moveTo>
                  <a:lnTo>
                    <a:pt x="0" y="7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l3950"/>
            <p:cNvSpPr/>
            <p:nvPr/>
          </p:nvSpPr>
          <p:spPr>
            <a:xfrm>
              <a:off x="4427922" y="2394276"/>
              <a:ext cx="6590" cy="10658"/>
            </a:xfrm>
            <a:custGeom>
              <a:avLst/>
              <a:pathLst>
                <a:path w="6590" h="10658">
                  <a:moveTo>
                    <a:pt x="6590" y="0"/>
                  </a:moveTo>
                  <a:lnTo>
                    <a:pt x="0" y="106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l3951"/>
            <p:cNvSpPr/>
            <p:nvPr/>
          </p:nvSpPr>
          <p:spPr>
            <a:xfrm>
              <a:off x="4424703" y="2400300"/>
              <a:ext cx="7637" cy="12454"/>
            </a:xfrm>
            <a:custGeom>
              <a:avLst/>
              <a:pathLst>
                <a:path w="7637" h="12454">
                  <a:moveTo>
                    <a:pt x="7637" y="0"/>
                  </a:moveTo>
                  <a:lnTo>
                    <a:pt x="0" y="12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l3952"/>
            <p:cNvSpPr/>
            <p:nvPr/>
          </p:nvSpPr>
          <p:spPr>
            <a:xfrm>
              <a:off x="4421521" y="2407216"/>
              <a:ext cx="8124" cy="13367"/>
            </a:xfrm>
            <a:custGeom>
              <a:avLst/>
              <a:pathLst>
                <a:path w="8124" h="13367">
                  <a:moveTo>
                    <a:pt x="8124" y="0"/>
                  </a:moveTo>
                  <a:lnTo>
                    <a:pt x="0" y="133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l3953"/>
            <p:cNvSpPr/>
            <p:nvPr/>
          </p:nvSpPr>
          <p:spPr>
            <a:xfrm>
              <a:off x="4417389" y="2415275"/>
              <a:ext cx="10456" cy="17409"/>
            </a:xfrm>
            <a:custGeom>
              <a:avLst/>
              <a:pathLst>
                <a:path w="10456" h="17409">
                  <a:moveTo>
                    <a:pt x="10456" y="0"/>
                  </a:moveTo>
                  <a:lnTo>
                    <a:pt x="0" y="17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l3954"/>
            <p:cNvSpPr/>
            <p:nvPr/>
          </p:nvSpPr>
          <p:spPr>
            <a:xfrm>
              <a:off x="4411246" y="2425337"/>
              <a:ext cx="13631" cy="23051"/>
            </a:xfrm>
            <a:custGeom>
              <a:avLst/>
              <a:pathLst>
                <a:path w="13631" h="23051">
                  <a:moveTo>
                    <a:pt x="13631" y="0"/>
                  </a:moveTo>
                  <a:lnTo>
                    <a:pt x="0" y="23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l3955"/>
            <p:cNvSpPr/>
            <p:nvPr/>
          </p:nvSpPr>
          <p:spPr>
            <a:xfrm>
              <a:off x="4406157" y="2437517"/>
              <a:ext cx="13011" cy="22340"/>
            </a:xfrm>
            <a:custGeom>
              <a:avLst/>
              <a:pathLst>
                <a:path w="13011" h="22340">
                  <a:moveTo>
                    <a:pt x="13011" y="0"/>
                  </a:moveTo>
                  <a:lnTo>
                    <a:pt x="0" y="22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l3956"/>
            <p:cNvSpPr/>
            <p:nvPr/>
          </p:nvSpPr>
          <p:spPr>
            <a:xfrm>
              <a:off x="4440046" y="2375891"/>
              <a:ext cx="4480" cy="7058"/>
            </a:xfrm>
            <a:custGeom>
              <a:avLst/>
              <a:pathLst>
                <a:path w="4480" h="7058">
                  <a:moveTo>
                    <a:pt x="4480" y="0"/>
                  </a:moveTo>
                  <a:lnTo>
                    <a:pt x="0" y="7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l3957"/>
            <p:cNvSpPr/>
            <p:nvPr/>
          </p:nvSpPr>
          <p:spPr>
            <a:xfrm>
              <a:off x="4449036" y="2361832"/>
              <a:ext cx="4540" cy="7019"/>
            </a:xfrm>
            <a:custGeom>
              <a:avLst/>
              <a:pathLst>
                <a:path w="4540" h="7019">
                  <a:moveTo>
                    <a:pt x="4540" y="0"/>
                  </a:moveTo>
                  <a:lnTo>
                    <a:pt x="0" y="7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l3958"/>
            <p:cNvSpPr/>
            <p:nvPr/>
          </p:nvSpPr>
          <p:spPr>
            <a:xfrm>
              <a:off x="4462747" y="2340890"/>
              <a:ext cx="4629" cy="6960"/>
            </a:xfrm>
            <a:custGeom>
              <a:avLst/>
              <a:pathLst>
                <a:path w="4629" h="6960">
                  <a:moveTo>
                    <a:pt x="4629" y="0"/>
                  </a:moveTo>
                  <a:lnTo>
                    <a:pt x="0" y="69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l3959"/>
            <p:cNvSpPr/>
            <p:nvPr/>
          </p:nvSpPr>
          <p:spPr>
            <a:xfrm>
              <a:off x="4459260" y="2345105"/>
              <a:ext cx="6906" cy="10456"/>
            </a:xfrm>
            <a:custGeom>
              <a:avLst/>
              <a:pathLst>
                <a:path w="6906" h="10456">
                  <a:moveTo>
                    <a:pt x="6906" y="0"/>
                  </a:moveTo>
                  <a:lnTo>
                    <a:pt x="0" y="10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l3960"/>
            <p:cNvSpPr/>
            <p:nvPr/>
          </p:nvSpPr>
          <p:spPr>
            <a:xfrm>
              <a:off x="4476725" y="2320127"/>
              <a:ext cx="4718" cy="6901"/>
            </a:xfrm>
            <a:custGeom>
              <a:avLst/>
              <a:pathLst>
                <a:path w="4718" h="6901">
                  <a:moveTo>
                    <a:pt x="4718" y="0"/>
                  </a:moveTo>
                  <a:lnTo>
                    <a:pt x="0" y="6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l3961"/>
            <p:cNvSpPr/>
            <p:nvPr/>
          </p:nvSpPr>
          <p:spPr>
            <a:xfrm>
              <a:off x="4473140" y="2324326"/>
              <a:ext cx="7039" cy="10367"/>
            </a:xfrm>
            <a:custGeom>
              <a:avLst/>
              <a:pathLst>
                <a:path w="7039" h="10367">
                  <a:moveTo>
                    <a:pt x="7039" y="0"/>
                  </a:moveTo>
                  <a:lnTo>
                    <a:pt x="0" y="103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4490968" y="2299545"/>
              <a:ext cx="4806" cy="6840"/>
            </a:xfrm>
            <a:custGeom>
              <a:avLst/>
              <a:pathLst>
                <a:path w="4806" h="6840">
                  <a:moveTo>
                    <a:pt x="4806" y="0"/>
                  </a:moveTo>
                  <a:lnTo>
                    <a:pt x="0" y="6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4487285" y="2303728"/>
              <a:ext cx="7171" cy="10276"/>
            </a:xfrm>
            <a:custGeom>
              <a:avLst/>
              <a:pathLst>
                <a:path w="7171" h="10276">
                  <a:moveTo>
                    <a:pt x="7171" y="0"/>
                  </a:moveTo>
                  <a:lnTo>
                    <a:pt x="0" y="10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4479956" y="2311146"/>
              <a:ext cx="14182" cy="20601"/>
            </a:xfrm>
            <a:custGeom>
              <a:avLst/>
              <a:pathLst>
                <a:path w="14182" h="20601">
                  <a:moveTo>
                    <a:pt x="14182" y="0"/>
                  </a:moveTo>
                  <a:lnTo>
                    <a:pt x="0" y="20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4469371" y="2323690"/>
              <a:ext cx="20933" cy="31041"/>
            </a:xfrm>
            <a:custGeom>
              <a:avLst/>
              <a:pathLst>
                <a:path w="20933" h="31041">
                  <a:moveTo>
                    <a:pt x="20933" y="0"/>
                  </a:moveTo>
                  <a:lnTo>
                    <a:pt x="0" y="310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l3966"/>
            <p:cNvSpPr/>
            <p:nvPr/>
          </p:nvSpPr>
          <p:spPr>
            <a:xfrm>
              <a:off x="4461365" y="2340649"/>
              <a:ext cx="20606" cy="31198"/>
            </a:xfrm>
            <a:custGeom>
              <a:avLst/>
              <a:pathLst>
                <a:path w="20606" h="31198">
                  <a:moveTo>
                    <a:pt x="20606" y="0"/>
                  </a:moveTo>
                  <a:lnTo>
                    <a:pt x="0" y="31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l3967"/>
            <p:cNvSpPr/>
            <p:nvPr/>
          </p:nvSpPr>
          <p:spPr>
            <a:xfrm>
              <a:off x="4454648" y="2357666"/>
              <a:ext cx="19167" cy="29599"/>
            </a:xfrm>
            <a:custGeom>
              <a:avLst/>
              <a:pathLst>
                <a:path w="19167" h="29599">
                  <a:moveTo>
                    <a:pt x="19167" y="0"/>
                  </a:moveTo>
                  <a:lnTo>
                    <a:pt x="0" y="29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l3968"/>
            <p:cNvSpPr/>
            <p:nvPr/>
          </p:nvSpPr>
          <p:spPr>
            <a:xfrm>
              <a:off x="4451002" y="2379659"/>
              <a:ext cx="24337" cy="38576"/>
            </a:xfrm>
            <a:custGeom>
              <a:avLst/>
              <a:pathLst>
                <a:path w="24337" h="38576">
                  <a:moveTo>
                    <a:pt x="24337" y="0"/>
                  </a:moveTo>
                  <a:lnTo>
                    <a:pt x="0" y="385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l3969"/>
            <p:cNvSpPr/>
            <p:nvPr/>
          </p:nvSpPr>
          <p:spPr>
            <a:xfrm>
              <a:off x="4427582" y="2418236"/>
              <a:ext cx="23419" cy="39140"/>
            </a:xfrm>
            <a:custGeom>
              <a:avLst/>
              <a:pathLst>
                <a:path w="23419" h="39140">
                  <a:moveTo>
                    <a:pt x="23419" y="0"/>
                  </a:moveTo>
                  <a:lnTo>
                    <a:pt x="0" y="391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l3970"/>
            <p:cNvSpPr/>
            <p:nvPr/>
          </p:nvSpPr>
          <p:spPr>
            <a:xfrm>
              <a:off x="4435043" y="2419630"/>
              <a:ext cx="18227" cy="30280"/>
            </a:xfrm>
            <a:custGeom>
              <a:avLst/>
              <a:pathLst>
                <a:path w="18227" h="30280">
                  <a:moveTo>
                    <a:pt x="18227" y="0"/>
                  </a:moveTo>
                  <a:lnTo>
                    <a:pt x="0" y="30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l3971"/>
            <p:cNvSpPr/>
            <p:nvPr/>
          </p:nvSpPr>
          <p:spPr>
            <a:xfrm>
              <a:off x="4417374" y="2449911"/>
              <a:ext cx="17669" cy="30609"/>
            </a:xfrm>
            <a:custGeom>
              <a:avLst/>
              <a:pathLst>
                <a:path w="17669" h="30609">
                  <a:moveTo>
                    <a:pt x="17669" y="0"/>
                  </a:moveTo>
                  <a:lnTo>
                    <a:pt x="0" y="30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l3972"/>
            <p:cNvSpPr/>
            <p:nvPr/>
          </p:nvSpPr>
          <p:spPr>
            <a:xfrm>
              <a:off x="4515291" y="2265656"/>
              <a:ext cx="4951" cy="6735"/>
            </a:xfrm>
            <a:custGeom>
              <a:avLst/>
              <a:pathLst>
                <a:path w="4951" h="6735">
                  <a:moveTo>
                    <a:pt x="4951" y="0"/>
                  </a:moveTo>
                  <a:lnTo>
                    <a:pt x="0" y="6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l3973"/>
            <p:cNvSpPr/>
            <p:nvPr/>
          </p:nvSpPr>
          <p:spPr>
            <a:xfrm>
              <a:off x="4511446" y="2269810"/>
              <a:ext cx="7389" cy="10120"/>
            </a:xfrm>
            <a:custGeom>
              <a:avLst/>
              <a:pathLst>
                <a:path w="7389" h="10120">
                  <a:moveTo>
                    <a:pt x="7389" y="0"/>
                  </a:moveTo>
                  <a:lnTo>
                    <a:pt x="0" y="10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l3974"/>
            <p:cNvSpPr/>
            <p:nvPr/>
          </p:nvSpPr>
          <p:spPr>
            <a:xfrm>
              <a:off x="4507637" y="2275649"/>
              <a:ext cx="8571" cy="11831"/>
            </a:xfrm>
            <a:custGeom>
              <a:avLst/>
              <a:pathLst>
                <a:path w="8571" h="11831">
                  <a:moveTo>
                    <a:pt x="8571" y="0"/>
                  </a:moveTo>
                  <a:lnTo>
                    <a:pt x="0" y="118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l3975"/>
            <p:cNvSpPr/>
            <p:nvPr/>
          </p:nvSpPr>
          <p:spPr>
            <a:xfrm>
              <a:off x="4503864" y="2282338"/>
              <a:ext cx="9126" cy="12704"/>
            </a:xfrm>
            <a:custGeom>
              <a:avLst/>
              <a:pathLst>
                <a:path w="9126" h="12704">
                  <a:moveTo>
                    <a:pt x="9126" y="0"/>
                  </a:moveTo>
                  <a:lnTo>
                    <a:pt x="0" y="12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l3976"/>
            <p:cNvSpPr/>
            <p:nvPr/>
          </p:nvSpPr>
          <p:spPr>
            <a:xfrm>
              <a:off x="4525223" y="2252247"/>
              <a:ext cx="5008" cy="6693"/>
            </a:xfrm>
            <a:custGeom>
              <a:avLst/>
              <a:pathLst>
                <a:path w="5008" h="6693">
                  <a:moveTo>
                    <a:pt x="5008" y="0"/>
                  </a:moveTo>
                  <a:lnTo>
                    <a:pt x="0" y="66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l3977"/>
            <p:cNvSpPr/>
            <p:nvPr/>
          </p:nvSpPr>
          <p:spPr>
            <a:xfrm>
              <a:off x="4540334" y="2232296"/>
              <a:ext cx="5093" cy="6628"/>
            </a:xfrm>
            <a:custGeom>
              <a:avLst/>
              <a:pathLst>
                <a:path w="5093" h="6628">
                  <a:moveTo>
                    <a:pt x="5093" y="0"/>
                  </a:moveTo>
                  <a:lnTo>
                    <a:pt x="0" y="6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l3978"/>
            <p:cNvSpPr/>
            <p:nvPr/>
          </p:nvSpPr>
          <p:spPr>
            <a:xfrm>
              <a:off x="4536329" y="2236419"/>
              <a:ext cx="7603" cy="9960"/>
            </a:xfrm>
            <a:custGeom>
              <a:avLst/>
              <a:pathLst>
                <a:path w="7603" h="9960">
                  <a:moveTo>
                    <a:pt x="7603" y="0"/>
                  </a:moveTo>
                  <a:lnTo>
                    <a:pt x="0" y="99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l3979"/>
            <p:cNvSpPr/>
            <p:nvPr/>
          </p:nvSpPr>
          <p:spPr>
            <a:xfrm>
              <a:off x="4560879" y="2206000"/>
              <a:ext cx="5206" cy="6540"/>
            </a:xfrm>
            <a:custGeom>
              <a:avLst/>
              <a:pathLst>
                <a:path w="5206" h="6540">
                  <a:moveTo>
                    <a:pt x="5206" y="0"/>
                  </a:moveTo>
                  <a:lnTo>
                    <a:pt x="0" y="6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l3980"/>
            <p:cNvSpPr/>
            <p:nvPr/>
          </p:nvSpPr>
          <p:spPr>
            <a:xfrm>
              <a:off x="4556747" y="2210097"/>
              <a:ext cx="7772" cy="9829"/>
            </a:xfrm>
            <a:custGeom>
              <a:avLst/>
              <a:pathLst>
                <a:path w="7772" h="9829">
                  <a:moveTo>
                    <a:pt x="7772" y="0"/>
                  </a:moveTo>
                  <a:lnTo>
                    <a:pt x="0" y="9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l3981"/>
            <p:cNvSpPr/>
            <p:nvPr/>
          </p:nvSpPr>
          <p:spPr>
            <a:xfrm>
              <a:off x="4552651" y="2215831"/>
              <a:ext cx="9019" cy="11493"/>
            </a:xfrm>
            <a:custGeom>
              <a:avLst/>
              <a:pathLst>
                <a:path w="9019" h="11493">
                  <a:moveTo>
                    <a:pt x="9019" y="0"/>
                  </a:moveTo>
                  <a:lnTo>
                    <a:pt x="0" y="11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l3982"/>
            <p:cNvSpPr/>
            <p:nvPr/>
          </p:nvSpPr>
          <p:spPr>
            <a:xfrm>
              <a:off x="4544356" y="2224036"/>
              <a:ext cx="15935" cy="20589"/>
            </a:xfrm>
            <a:custGeom>
              <a:avLst/>
              <a:pathLst>
                <a:path w="15935" h="20589">
                  <a:moveTo>
                    <a:pt x="15935" y="0"/>
                  </a:moveTo>
                  <a:lnTo>
                    <a:pt x="0" y="20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l3983"/>
            <p:cNvSpPr/>
            <p:nvPr/>
          </p:nvSpPr>
          <p:spPr>
            <a:xfrm>
              <a:off x="4535185" y="2235934"/>
              <a:ext cx="19210" cy="25241"/>
            </a:xfrm>
            <a:custGeom>
              <a:avLst/>
              <a:pathLst>
                <a:path w="19210" h="25241">
                  <a:moveTo>
                    <a:pt x="19210" y="0"/>
                  </a:moveTo>
                  <a:lnTo>
                    <a:pt x="0" y="25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l3984"/>
            <p:cNvSpPr/>
            <p:nvPr/>
          </p:nvSpPr>
          <p:spPr>
            <a:xfrm>
              <a:off x="4518146" y="2252547"/>
              <a:ext cx="31890" cy="43125"/>
            </a:xfrm>
            <a:custGeom>
              <a:avLst/>
              <a:pathLst>
                <a:path w="31890" h="43125">
                  <a:moveTo>
                    <a:pt x="31890" y="0"/>
                  </a:moveTo>
                  <a:lnTo>
                    <a:pt x="0" y="43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l3985"/>
            <p:cNvSpPr/>
            <p:nvPr/>
          </p:nvSpPr>
          <p:spPr>
            <a:xfrm>
              <a:off x="4587189" y="2173632"/>
              <a:ext cx="5344" cy="6428"/>
            </a:xfrm>
            <a:custGeom>
              <a:avLst/>
              <a:pathLst>
                <a:path w="5344" h="6428">
                  <a:moveTo>
                    <a:pt x="5344" y="0"/>
                  </a:moveTo>
                  <a:lnTo>
                    <a:pt x="0" y="6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l3986"/>
            <p:cNvSpPr/>
            <p:nvPr/>
          </p:nvSpPr>
          <p:spPr>
            <a:xfrm>
              <a:off x="4582900" y="2177695"/>
              <a:ext cx="7980" cy="9661"/>
            </a:xfrm>
            <a:custGeom>
              <a:avLst/>
              <a:pathLst>
                <a:path w="7980" h="9661">
                  <a:moveTo>
                    <a:pt x="7980" y="0"/>
                  </a:moveTo>
                  <a:lnTo>
                    <a:pt x="0" y="9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l3987"/>
            <p:cNvSpPr/>
            <p:nvPr/>
          </p:nvSpPr>
          <p:spPr>
            <a:xfrm>
              <a:off x="4578647" y="2183367"/>
              <a:ext cx="9262" cy="11298"/>
            </a:xfrm>
            <a:custGeom>
              <a:avLst/>
              <a:pathLst>
                <a:path w="9262" h="11298">
                  <a:moveTo>
                    <a:pt x="9262" y="0"/>
                  </a:moveTo>
                  <a:lnTo>
                    <a:pt x="0" y="11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l3988"/>
            <p:cNvSpPr/>
            <p:nvPr/>
          </p:nvSpPr>
          <p:spPr>
            <a:xfrm>
              <a:off x="4574429" y="2189852"/>
              <a:ext cx="9868" cy="12137"/>
            </a:xfrm>
            <a:custGeom>
              <a:avLst/>
              <a:pathLst>
                <a:path w="9868" h="12137">
                  <a:moveTo>
                    <a:pt x="9868" y="0"/>
                  </a:moveTo>
                  <a:lnTo>
                    <a:pt x="0" y="1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l3989"/>
            <p:cNvSpPr/>
            <p:nvPr/>
          </p:nvSpPr>
          <p:spPr>
            <a:xfrm>
              <a:off x="4608732" y="2148149"/>
              <a:ext cx="5453" cy="6336"/>
            </a:xfrm>
            <a:custGeom>
              <a:avLst/>
              <a:pathLst>
                <a:path w="5453" h="6336">
                  <a:moveTo>
                    <a:pt x="5453" y="0"/>
                  </a:moveTo>
                  <a:lnTo>
                    <a:pt x="0" y="63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l3990"/>
            <p:cNvSpPr/>
            <p:nvPr/>
          </p:nvSpPr>
          <p:spPr>
            <a:xfrm>
              <a:off x="4604320" y="2152183"/>
              <a:ext cx="8144" cy="9523"/>
            </a:xfrm>
            <a:custGeom>
              <a:avLst/>
              <a:pathLst>
                <a:path w="8144" h="9523">
                  <a:moveTo>
                    <a:pt x="8144" y="0"/>
                  </a:moveTo>
                  <a:lnTo>
                    <a:pt x="0" y="9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l3991"/>
            <p:cNvSpPr/>
            <p:nvPr/>
          </p:nvSpPr>
          <p:spPr>
            <a:xfrm>
              <a:off x="4599942" y="2157804"/>
              <a:ext cx="9454" cy="11138"/>
            </a:xfrm>
            <a:custGeom>
              <a:avLst/>
              <a:pathLst>
                <a:path w="9454" h="11138">
                  <a:moveTo>
                    <a:pt x="9454" y="0"/>
                  </a:moveTo>
                  <a:lnTo>
                    <a:pt x="0" y="1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l3992"/>
            <p:cNvSpPr/>
            <p:nvPr/>
          </p:nvSpPr>
          <p:spPr>
            <a:xfrm>
              <a:off x="4619666" y="2135547"/>
              <a:ext cx="5507" cy="6289"/>
            </a:xfrm>
            <a:custGeom>
              <a:avLst/>
              <a:pathLst>
                <a:path w="5507" h="6289">
                  <a:moveTo>
                    <a:pt x="5507" y="0"/>
                  </a:moveTo>
                  <a:lnTo>
                    <a:pt x="0" y="6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4630708" y="2123039"/>
              <a:ext cx="5561" cy="6242"/>
            </a:xfrm>
            <a:custGeom>
              <a:avLst/>
              <a:pathLst>
                <a:path w="5561" h="6242">
                  <a:moveTo>
                    <a:pt x="5561" y="0"/>
                  </a:moveTo>
                  <a:lnTo>
                    <a:pt x="0" y="62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4641857" y="2110627"/>
              <a:ext cx="5614" cy="6194"/>
            </a:xfrm>
            <a:custGeom>
              <a:avLst/>
              <a:pathLst>
                <a:path w="5614" h="6194">
                  <a:moveTo>
                    <a:pt x="5614" y="0"/>
                  </a:moveTo>
                  <a:lnTo>
                    <a:pt x="0" y="6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4635474" y="2115509"/>
              <a:ext cx="11160" cy="12419"/>
            </a:xfrm>
            <a:custGeom>
              <a:avLst/>
              <a:pathLst>
                <a:path w="11160" h="12419">
                  <a:moveTo>
                    <a:pt x="11160" y="0"/>
                  </a:moveTo>
                  <a:lnTo>
                    <a:pt x="0" y="12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4626423" y="2123487"/>
              <a:ext cx="16598" cy="18710"/>
            </a:xfrm>
            <a:custGeom>
              <a:avLst/>
              <a:pathLst>
                <a:path w="16598" h="18710">
                  <a:moveTo>
                    <a:pt x="16598" y="0"/>
                  </a:moveTo>
                  <a:lnTo>
                    <a:pt x="0" y="187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4610749" y="2136350"/>
              <a:ext cx="27926" cy="32183"/>
            </a:xfrm>
            <a:custGeom>
              <a:avLst/>
              <a:pathLst>
                <a:path w="27926" h="32183">
                  <a:moveTo>
                    <a:pt x="27926" y="0"/>
                  </a:moveTo>
                  <a:lnTo>
                    <a:pt x="0" y="321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4609477" y="2156728"/>
              <a:ext cx="20176" cy="23630"/>
            </a:xfrm>
            <a:custGeom>
              <a:avLst/>
              <a:pathLst>
                <a:path w="20176" h="23630">
                  <a:moveTo>
                    <a:pt x="20176" y="0"/>
                  </a:moveTo>
                  <a:lnTo>
                    <a:pt x="0" y="2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4589681" y="2180359"/>
              <a:ext cx="19795" cy="23950"/>
            </a:xfrm>
            <a:custGeom>
              <a:avLst/>
              <a:pathLst>
                <a:path w="19795" h="23950">
                  <a:moveTo>
                    <a:pt x="19795" y="0"/>
                  </a:moveTo>
                  <a:lnTo>
                    <a:pt x="0" y="23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4598524" y="2192349"/>
              <a:ext cx="25224" cy="30665"/>
            </a:xfrm>
            <a:custGeom>
              <a:avLst/>
              <a:pathLst>
                <a:path w="25224" h="30665">
                  <a:moveTo>
                    <a:pt x="25224" y="0"/>
                  </a:moveTo>
                  <a:lnTo>
                    <a:pt x="0" y="30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4573938" y="2223014"/>
              <a:ext cx="24586" cy="31179"/>
            </a:xfrm>
            <a:custGeom>
              <a:avLst/>
              <a:pathLst>
                <a:path w="24586" h="31179">
                  <a:moveTo>
                    <a:pt x="24586" y="0"/>
                  </a:moveTo>
                  <a:lnTo>
                    <a:pt x="0" y="3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4550001" y="2254194"/>
              <a:ext cx="23937" cy="31680"/>
            </a:xfrm>
            <a:custGeom>
              <a:avLst/>
              <a:pathLst>
                <a:path w="23937" h="31680">
                  <a:moveTo>
                    <a:pt x="23937" y="0"/>
                  </a:moveTo>
                  <a:lnTo>
                    <a:pt x="0" y="316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4581239" y="2259151"/>
              <a:ext cx="31048" cy="40487"/>
            </a:xfrm>
            <a:custGeom>
              <a:avLst/>
              <a:pathLst>
                <a:path w="31048" h="40487">
                  <a:moveTo>
                    <a:pt x="31048" y="0"/>
                  </a:moveTo>
                  <a:lnTo>
                    <a:pt x="0" y="40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4551295" y="2299638"/>
              <a:ext cx="29943" cy="41310"/>
            </a:xfrm>
            <a:custGeom>
              <a:avLst/>
              <a:pathLst>
                <a:path w="29943" h="41310">
                  <a:moveTo>
                    <a:pt x="29943" y="0"/>
                  </a:moveTo>
                  <a:lnTo>
                    <a:pt x="0" y="4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l4005"/>
            <p:cNvSpPr/>
            <p:nvPr/>
          </p:nvSpPr>
          <p:spPr>
            <a:xfrm>
              <a:off x="4522478" y="2340949"/>
              <a:ext cx="28817" cy="42104"/>
            </a:xfrm>
            <a:custGeom>
              <a:avLst/>
              <a:pathLst>
                <a:path w="28817" h="42104">
                  <a:moveTo>
                    <a:pt x="28817" y="0"/>
                  </a:moveTo>
                  <a:lnTo>
                    <a:pt x="0" y="42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l4006"/>
            <p:cNvSpPr/>
            <p:nvPr/>
          </p:nvSpPr>
          <p:spPr>
            <a:xfrm>
              <a:off x="4494808" y="2383054"/>
              <a:ext cx="27670" cy="42867"/>
            </a:xfrm>
            <a:custGeom>
              <a:avLst/>
              <a:pathLst>
                <a:path w="27670" h="42867">
                  <a:moveTo>
                    <a:pt x="27670" y="0"/>
                  </a:moveTo>
                  <a:lnTo>
                    <a:pt x="0" y="42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l4007"/>
            <p:cNvSpPr/>
            <p:nvPr/>
          </p:nvSpPr>
          <p:spPr>
            <a:xfrm>
              <a:off x="4468305" y="2425921"/>
              <a:ext cx="26502" cy="43598"/>
            </a:xfrm>
            <a:custGeom>
              <a:avLst/>
              <a:pathLst>
                <a:path w="26502" h="43598">
                  <a:moveTo>
                    <a:pt x="26502" y="0"/>
                  </a:moveTo>
                  <a:lnTo>
                    <a:pt x="0" y="435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l4008"/>
            <p:cNvSpPr/>
            <p:nvPr/>
          </p:nvSpPr>
          <p:spPr>
            <a:xfrm>
              <a:off x="4516240" y="2366416"/>
              <a:ext cx="27096" cy="40715"/>
            </a:xfrm>
            <a:custGeom>
              <a:avLst/>
              <a:pathLst>
                <a:path w="27096" h="40715">
                  <a:moveTo>
                    <a:pt x="27096" y="0"/>
                  </a:moveTo>
                  <a:lnTo>
                    <a:pt x="0" y="40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l4009"/>
            <p:cNvSpPr/>
            <p:nvPr/>
          </p:nvSpPr>
          <p:spPr>
            <a:xfrm>
              <a:off x="4490211" y="2407132"/>
              <a:ext cx="26029" cy="41406"/>
            </a:xfrm>
            <a:custGeom>
              <a:avLst/>
              <a:pathLst>
                <a:path w="26029" h="41406">
                  <a:moveTo>
                    <a:pt x="26029" y="0"/>
                  </a:moveTo>
                  <a:lnTo>
                    <a:pt x="0" y="4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l4010"/>
            <p:cNvSpPr/>
            <p:nvPr/>
          </p:nvSpPr>
          <p:spPr>
            <a:xfrm>
              <a:off x="4465267" y="2448538"/>
              <a:ext cx="24944" cy="42069"/>
            </a:xfrm>
            <a:custGeom>
              <a:avLst/>
              <a:pathLst>
                <a:path w="24944" h="42069">
                  <a:moveTo>
                    <a:pt x="24944" y="0"/>
                  </a:moveTo>
                  <a:lnTo>
                    <a:pt x="0" y="420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l4011"/>
            <p:cNvSpPr/>
            <p:nvPr/>
          </p:nvSpPr>
          <p:spPr>
            <a:xfrm>
              <a:off x="4441425" y="2490607"/>
              <a:ext cx="23842" cy="42703"/>
            </a:xfrm>
            <a:custGeom>
              <a:avLst/>
              <a:pathLst>
                <a:path w="23842" h="42703">
                  <a:moveTo>
                    <a:pt x="23842" y="0"/>
                  </a:moveTo>
                  <a:lnTo>
                    <a:pt x="0" y="42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l4012"/>
            <p:cNvSpPr/>
            <p:nvPr/>
          </p:nvSpPr>
          <p:spPr>
            <a:xfrm>
              <a:off x="4470705" y="2449926"/>
              <a:ext cx="21779" cy="36592"/>
            </a:xfrm>
            <a:custGeom>
              <a:avLst/>
              <a:pathLst>
                <a:path w="21779" h="36592">
                  <a:moveTo>
                    <a:pt x="21779" y="0"/>
                  </a:moveTo>
                  <a:lnTo>
                    <a:pt x="0" y="36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l4013"/>
            <p:cNvSpPr/>
            <p:nvPr/>
          </p:nvSpPr>
          <p:spPr>
            <a:xfrm>
              <a:off x="4449760" y="2486518"/>
              <a:ext cx="20944" cy="37076"/>
            </a:xfrm>
            <a:custGeom>
              <a:avLst/>
              <a:pathLst>
                <a:path w="20944" h="37076">
                  <a:moveTo>
                    <a:pt x="20944" y="0"/>
                  </a:moveTo>
                  <a:lnTo>
                    <a:pt x="0" y="370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l4014"/>
            <p:cNvSpPr/>
            <p:nvPr/>
          </p:nvSpPr>
          <p:spPr>
            <a:xfrm>
              <a:off x="4429662" y="2523595"/>
              <a:ext cx="20098" cy="37541"/>
            </a:xfrm>
            <a:custGeom>
              <a:avLst/>
              <a:pathLst>
                <a:path w="20098" h="37541">
                  <a:moveTo>
                    <a:pt x="20098" y="0"/>
                  </a:moveTo>
                  <a:lnTo>
                    <a:pt x="0" y="375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l4015"/>
            <p:cNvSpPr/>
            <p:nvPr/>
          </p:nvSpPr>
          <p:spPr>
            <a:xfrm>
              <a:off x="4475729" y="2527262"/>
              <a:ext cx="23813" cy="43520"/>
            </a:xfrm>
            <a:custGeom>
              <a:avLst/>
              <a:pathLst>
                <a:path w="23813" h="43520">
                  <a:moveTo>
                    <a:pt x="23813" y="0"/>
                  </a:moveTo>
                  <a:lnTo>
                    <a:pt x="0" y="435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l4016"/>
            <p:cNvSpPr/>
            <p:nvPr/>
          </p:nvSpPr>
          <p:spPr>
            <a:xfrm>
              <a:off x="4453102" y="2570783"/>
              <a:ext cx="22627" cy="44149"/>
            </a:xfrm>
            <a:custGeom>
              <a:avLst/>
              <a:pathLst>
                <a:path w="22627" h="44149">
                  <a:moveTo>
                    <a:pt x="22627" y="0"/>
                  </a:moveTo>
                  <a:lnTo>
                    <a:pt x="0" y="44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l4017"/>
            <p:cNvSpPr/>
            <p:nvPr/>
          </p:nvSpPr>
          <p:spPr>
            <a:xfrm>
              <a:off x="4431677" y="2614932"/>
              <a:ext cx="21424" cy="44745"/>
            </a:xfrm>
            <a:custGeom>
              <a:avLst/>
              <a:pathLst>
                <a:path w="21424" h="44745">
                  <a:moveTo>
                    <a:pt x="21424" y="0"/>
                  </a:moveTo>
                  <a:lnTo>
                    <a:pt x="0" y="44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l4018"/>
            <p:cNvSpPr/>
            <p:nvPr/>
          </p:nvSpPr>
          <p:spPr>
            <a:xfrm>
              <a:off x="4411471" y="2659677"/>
              <a:ext cx="20205" cy="45308"/>
            </a:xfrm>
            <a:custGeom>
              <a:avLst/>
              <a:pathLst>
                <a:path w="20205" h="45308">
                  <a:moveTo>
                    <a:pt x="20205" y="0"/>
                  </a:moveTo>
                  <a:lnTo>
                    <a:pt x="0" y="45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l4019"/>
            <p:cNvSpPr/>
            <p:nvPr/>
          </p:nvSpPr>
          <p:spPr>
            <a:xfrm>
              <a:off x="4392499" y="2704985"/>
              <a:ext cx="18972" cy="45838"/>
            </a:xfrm>
            <a:custGeom>
              <a:avLst/>
              <a:pathLst>
                <a:path w="18972" h="45838">
                  <a:moveTo>
                    <a:pt x="18972" y="0"/>
                  </a:moveTo>
                  <a:lnTo>
                    <a:pt x="0" y="45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l4020"/>
            <p:cNvSpPr/>
            <p:nvPr/>
          </p:nvSpPr>
          <p:spPr>
            <a:xfrm>
              <a:off x="4374773" y="2750824"/>
              <a:ext cx="17725" cy="46335"/>
            </a:xfrm>
            <a:custGeom>
              <a:avLst/>
              <a:pathLst>
                <a:path w="17725" h="46335">
                  <a:moveTo>
                    <a:pt x="17725" y="0"/>
                  </a:moveTo>
                  <a:lnTo>
                    <a:pt x="0" y="46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l4021"/>
            <p:cNvSpPr/>
            <p:nvPr/>
          </p:nvSpPr>
          <p:spPr>
            <a:xfrm>
              <a:off x="4451510" y="2678114"/>
              <a:ext cx="20049" cy="44984"/>
            </a:xfrm>
            <a:custGeom>
              <a:avLst/>
              <a:pathLst>
                <a:path w="20049" h="44984">
                  <a:moveTo>
                    <a:pt x="20049" y="0"/>
                  </a:moveTo>
                  <a:lnTo>
                    <a:pt x="0" y="44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l4022"/>
            <p:cNvSpPr/>
            <p:nvPr/>
          </p:nvSpPr>
          <p:spPr>
            <a:xfrm>
              <a:off x="4432707" y="2723099"/>
              <a:ext cx="18803" cy="45519"/>
            </a:xfrm>
            <a:custGeom>
              <a:avLst/>
              <a:pathLst>
                <a:path w="18803" h="45519">
                  <a:moveTo>
                    <a:pt x="18803" y="0"/>
                  </a:moveTo>
                  <a:lnTo>
                    <a:pt x="0" y="45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l4023"/>
            <p:cNvSpPr/>
            <p:nvPr/>
          </p:nvSpPr>
          <p:spPr>
            <a:xfrm>
              <a:off x="4415163" y="2768618"/>
              <a:ext cx="17543" cy="46019"/>
            </a:xfrm>
            <a:custGeom>
              <a:avLst/>
              <a:pathLst>
                <a:path w="17543" h="46019">
                  <a:moveTo>
                    <a:pt x="17543" y="0"/>
                  </a:moveTo>
                  <a:lnTo>
                    <a:pt x="0" y="46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l4024"/>
            <p:cNvSpPr/>
            <p:nvPr/>
          </p:nvSpPr>
          <p:spPr>
            <a:xfrm>
              <a:off x="4398892" y="2814638"/>
              <a:ext cx="16270" cy="46485"/>
            </a:xfrm>
            <a:custGeom>
              <a:avLst/>
              <a:pathLst>
                <a:path w="16270" h="46485">
                  <a:moveTo>
                    <a:pt x="16270" y="0"/>
                  </a:moveTo>
                  <a:lnTo>
                    <a:pt x="0" y="464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l4025"/>
            <p:cNvSpPr/>
            <p:nvPr/>
          </p:nvSpPr>
          <p:spPr>
            <a:xfrm>
              <a:off x="4383907" y="2861123"/>
              <a:ext cx="14985" cy="46915"/>
            </a:xfrm>
            <a:custGeom>
              <a:avLst/>
              <a:pathLst>
                <a:path w="14985" h="46915">
                  <a:moveTo>
                    <a:pt x="14985" y="0"/>
                  </a:moveTo>
                  <a:lnTo>
                    <a:pt x="0" y="46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l4026"/>
            <p:cNvSpPr/>
            <p:nvPr/>
          </p:nvSpPr>
          <p:spPr>
            <a:xfrm>
              <a:off x="4370218" y="2908038"/>
              <a:ext cx="13688" cy="47309"/>
            </a:xfrm>
            <a:custGeom>
              <a:avLst/>
              <a:pathLst>
                <a:path w="13688" h="47309">
                  <a:moveTo>
                    <a:pt x="13688" y="0"/>
                  </a:moveTo>
                  <a:lnTo>
                    <a:pt x="0" y="47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l4027"/>
            <p:cNvSpPr/>
            <p:nvPr/>
          </p:nvSpPr>
          <p:spPr>
            <a:xfrm>
              <a:off x="4357837" y="2955348"/>
              <a:ext cx="12381" cy="47668"/>
            </a:xfrm>
            <a:custGeom>
              <a:avLst/>
              <a:pathLst>
                <a:path w="12381" h="47668">
                  <a:moveTo>
                    <a:pt x="12381" y="0"/>
                  </a:moveTo>
                  <a:lnTo>
                    <a:pt x="0" y="47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l4028"/>
            <p:cNvSpPr/>
            <p:nvPr/>
          </p:nvSpPr>
          <p:spPr>
            <a:xfrm>
              <a:off x="4401746" y="2841783"/>
              <a:ext cx="16431" cy="49238"/>
            </a:xfrm>
            <a:custGeom>
              <a:avLst/>
              <a:pathLst>
                <a:path w="16431" h="49238">
                  <a:moveTo>
                    <a:pt x="16431" y="0"/>
                  </a:moveTo>
                  <a:lnTo>
                    <a:pt x="0" y="49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l4029"/>
            <p:cNvSpPr/>
            <p:nvPr/>
          </p:nvSpPr>
          <p:spPr>
            <a:xfrm>
              <a:off x="4386760" y="2891021"/>
              <a:ext cx="14986" cy="49696"/>
            </a:xfrm>
            <a:custGeom>
              <a:avLst/>
              <a:pathLst>
                <a:path w="14986" h="49696">
                  <a:moveTo>
                    <a:pt x="14986" y="0"/>
                  </a:moveTo>
                  <a:lnTo>
                    <a:pt x="0" y="49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l4030"/>
            <p:cNvSpPr/>
            <p:nvPr/>
          </p:nvSpPr>
          <p:spPr>
            <a:xfrm>
              <a:off x="4373231" y="2940718"/>
              <a:ext cx="13528" cy="50113"/>
            </a:xfrm>
            <a:custGeom>
              <a:avLst/>
              <a:pathLst>
                <a:path w="13528" h="50113">
                  <a:moveTo>
                    <a:pt x="13528" y="0"/>
                  </a:moveTo>
                  <a:lnTo>
                    <a:pt x="0" y="501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l4031"/>
            <p:cNvSpPr/>
            <p:nvPr/>
          </p:nvSpPr>
          <p:spPr>
            <a:xfrm>
              <a:off x="4361171" y="2990831"/>
              <a:ext cx="12059" cy="50486"/>
            </a:xfrm>
            <a:custGeom>
              <a:avLst/>
              <a:pathLst>
                <a:path w="12059" h="50486">
                  <a:moveTo>
                    <a:pt x="12059" y="0"/>
                  </a:moveTo>
                  <a:lnTo>
                    <a:pt x="0" y="504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l4032"/>
            <p:cNvSpPr/>
            <p:nvPr/>
          </p:nvSpPr>
          <p:spPr>
            <a:xfrm>
              <a:off x="4350590" y="3041318"/>
              <a:ext cx="10580" cy="50817"/>
            </a:xfrm>
            <a:custGeom>
              <a:avLst/>
              <a:pathLst>
                <a:path w="10580" h="50817">
                  <a:moveTo>
                    <a:pt x="10580" y="0"/>
                  </a:moveTo>
                  <a:lnTo>
                    <a:pt x="0" y="508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l4033"/>
            <p:cNvSpPr/>
            <p:nvPr/>
          </p:nvSpPr>
          <p:spPr>
            <a:xfrm>
              <a:off x="4341498" y="3092135"/>
              <a:ext cx="9092" cy="51104"/>
            </a:xfrm>
            <a:custGeom>
              <a:avLst/>
              <a:pathLst>
                <a:path w="9092" h="51104">
                  <a:moveTo>
                    <a:pt x="9092" y="0"/>
                  </a:moveTo>
                  <a:lnTo>
                    <a:pt x="0" y="51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l4034"/>
            <p:cNvSpPr/>
            <p:nvPr/>
          </p:nvSpPr>
          <p:spPr>
            <a:xfrm>
              <a:off x="4375342" y="2994113"/>
              <a:ext cx="10792" cy="44880"/>
            </a:xfrm>
            <a:custGeom>
              <a:avLst/>
              <a:pathLst>
                <a:path w="10792" h="44880">
                  <a:moveTo>
                    <a:pt x="10792" y="0"/>
                  </a:moveTo>
                  <a:lnTo>
                    <a:pt x="0" y="44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l4035"/>
            <p:cNvSpPr/>
            <p:nvPr/>
          </p:nvSpPr>
          <p:spPr>
            <a:xfrm>
              <a:off x="4365727" y="3038993"/>
              <a:ext cx="9614" cy="45147"/>
            </a:xfrm>
            <a:custGeom>
              <a:avLst/>
              <a:pathLst>
                <a:path w="9614" h="45147">
                  <a:moveTo>
                    <a:pt x="9614" y="0"/>
                  </a:moveTo>
                  <a:lnTo>
                    <a:pt x="0" y="45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4357297" y="3084141"/>
              <a:ext cx="8430" cy="45383"/>
            </a:xfrm>
            <a:custGeom>
              <a:avLst/>
              <a:pathLst>
                <a:path w="8430" h="45383">
                  <a:moveTo>
                    <a:pt x="8430" y="0"/>
                  </a:moveTo>
                  <a:lnTo>
                    <a:pt x="0" y="453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4350057" y="3129524"/>
              <a:ext cx="7240" cy="45588"/>
            </a:xfrm>
            <a:custGeom>
              <a:avLst/>
              <a:pathLst>
                <a:path w="7240" h="45588">
                  <a:moveTo>
                    <a:pt x="7240" y="0"/>
                  </a:moveTo>
                  <a:lnTo>
                    <a:pt x="0" y="455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4344012" y="3175112"/>
              <a:ext cx="6044" cy="45762"/>
            </a:xfrm>
            <a:custGeom>
              <a:avLst/>
              <a:pathLst>
                <a:path w="6044" h="45762">
                  <a:moveTo>
                    <a:pt x="6044" y="0"/>
                  </a:moveTo>
                  <a:lnTo>
                    <a:pt x="0" y="45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4354985" y="3107048"/>
              <a:ext cx="7687" cy="44558"/>
            </a:xfrm>
            <a:custGeom>
              <a:avLst/>
              <a:pathLst>
                <a:path w="7687" h="44558">
                  <a:moveTo>
                    <a:pt x="7687" y="0"/>
                  </a:moveTo>
                  <a:lnTo>
                    <a:pt x="0" y="44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4348443" y="3151607"/>
              <a:ext cx="6541" cy="44741"/>
            </a:xfrm>
            <a:custGeom>
              <a:avLst/>
              <a:pathLst>
                <a:path w="6541" h="44741">
                  <a:moveTo>
                    <a:pt x="6541" y="0"/>
                  </a:moveTo>
                  <a:lnTo>
                    <a:pt x="0" y="447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4343051" y="3196348"/>
              <a:ext cx="5392" cy="44894"/>
            </a:xfrm>
            <a:custGeom>
              <a:avLst/>
              <a:pathLst>
                <a:path w="5392" h="44894">
                  <a:moveTo>
                    <a:pt x="5392" y="0"/>
                  </a:moveTo>
                  <a:lnTo>
                    <a:pt x="0" y="44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4349909" y="3174534"/>
              <a:ext cx="5613" cy="41907"/>
            </a:xfrm>
            <a:custGeom>
              <a:avLst/>
              <a:pathLst>
                <a:path w="5613" h="41907">
                  <a:moveTo>
                    <a:pt x="5613" y="0"/>
                  </a:moveTo>
                  <a:lnTo>
                    <a:pt x="0" y="41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4345304" y="3216442"/>
              <a:ext cx="4604" cy="42030"/>
            </a:xfrm>
            <a:custGeom>
              <a:avLst/>
              <a:pathLst>
                <a:path w="4604" h="42030">
                  <a:moveTo>
                    <a:pt x="4604" y="0"/>
                  </a:moveTo>
                  <a:lnTo>
                    <a:pt x="0" y="42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4369764" y="3219499"/>
              <a:ext cx="5256" cy="48963"/>
            </a:xfrm>
            <a:custGeom>
              <a:avLst/>
              <a:pathLst>
                <a:path w="5256" h="48963">
                  <a:moveTo>
                    <a:pt x="5256" y="0"/>
                  </a:moveTo>
                  <a:lnTo>
                    <a:pt x="0" y="48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l4045"/>
            <p:cNvSpPr/>
            <p:nvPr/>
          </p:nvSpPr>
          <p:spPr>
            <a:xfrm>
              <a:off x="4365901" y="3268462"/>
              <a:ext cx="3863" cy="49093"/>
            </a:xfrm>
            <a:custGeom>
              <a:avLst/>
              <a:pathLst>
                <a:path w="3863" h="49093">
                  <a:moveTo>
                    <a:pt x="3863" y="0"/>
                  </a:moveTo>
                  <a:lnTo>
                    <a:pt x="0" y="49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l4046"/>
            <p:cNvSpPr/>
            <p:nvPr/>
          </p:nvSpPr>
          <p:spPr>
            <a:xfrm>
              <a:off x="4363433" y="3317555"/>
              <a:ext cx="2467" cy="49182"/>
            </a:xfrm>
            <a:custGeom>
              <a:avLst/>
              <a:pathLst>
                <a:path w="2467" h="49182">
                  <a:moveTo>
                    <a:pt x="2467" y="0"/>
                  </a:moveTo>
                  <a:lnTo>
                    <a:pt x="0" y="49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l4047"/>
            <p:cNvSpPr/>
            <p:nvPr/>
          </p:nvSpPr>
          <p:spPr>
            <a:xfrm>
              <a:off x="4653112" y="2098310"/>
              <a:ext cx="5666" cy="6146"/>
            </a:xfrm>
            <a:custGeom>
              <a:avLst/>
              <a:pathLst>
                <a:path w="5666" h="6146">
                  <a:moveTo>
                    <a:pt x="5666" y="0"/>
                  </a:moveTo>
                  <a:lnTo>
                    <a:pt x="0" y="6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l4048"/>
            <p:cNvSpPr/>
            <p:nvPr/>
          </p:nvSpPr>
          <p:spPr>
            <a:xfrm>
              <a:off x="4664472" y="2086091"/>
              <a:ext cx="5719" cy="6097"/>
            </a:xfrm>
            <a:custGeom>
              <a:avLst/>
              <a:pathLst>
                <a:path w="5719" h="6097">
                  <a:moveTo>
                    <a:pt x="5719" y="0"/>
                  </a:moveTo>
                  <a:lnTo>
                    <a:pt x="0" y="60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l4049"/>
            <p:cNvSpPr/>
            <p:nvPr/>
          </p:nvSpPr>
          <p:spPr>
            <a:xfrm>
              <a:off x="4687504" y="2061946"/>
              <a:ext cx="5822" cy="5999"/>
            </a:xfrm>
            <a:custGeom>
              <a:avLst/>
              <a:pathLst>
                <a:path w="5822" h="5999">
                  <a:moveTo>
                    <a:pt x="5822" y="0"/>
                  </a:moveTo>
                  <a:lnTo>
                    <a:pt x="0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l4050"/>
            <p:cNvSpPr/>
            <p:nvPr/>
          </p:nvSpPr>
          <p:spPr>
            <a:xfrm>
              <a:off x="4699174" y="2050023"/>
              <a:ext cx="5873" cy="5949"/>
            </a:xfrm>
            <a:custGeom>
              <a:avLst/>
              <a:pathLst>
                <a:path w="5873" h="5949">
                  <a:moveTo>
                    <a:pt x="5873" y="0"/>
                  </a:moveTo>
                  <a:lnTo>
                    <a:pt x="0" y="59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l4051"/>
            <p:cNvSpPr/>
            <p:nvPr/>
          </p:nvSpPr>
          <p:spPr>
            <a:xfrm>
              <a:off x="4716871" y="2032327"/>
              <a:ext cx="5949" cy="5873"/>
            </a:xfrm>
            <a:custGeom>
              <a:avLst/>
              <a:pathLst>
                <a:path w="5949" h="5873">
                  <a:moveTo>
                    <a:pt x="5949" y="0"/>
                  </a:moveTo>
                  <a:lnTo>
                    <a:pt x="0" y="5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l4052"/>
            <p:cNvSpPr/>
            <p:nvPr/>
          </p:nvSpPr>
          <p:spPr>
            <a:xfrm>
              <a:off x="4711888" y="2036208"/>
              <a:ext cx="8889" cy="8832"/>
            </a:xfrm>
            <a:custGeom>
              <a:avLst/>
              <a:pathLst>
                <a:path w="8889" h="8832">
                  <a:moveTo>
                    <a:pt x="8889" y="0"/>
                  </a:moveTo>
                  <a:lnTo>
                    <a:pt x="0" y="8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l4053"/>
            <p:cNvSpPr/>
            <p:nvPr/>
          </p:nvSpPr>
          <p:spPr>
            <a:xfrm>
              <a:off x="4704950" y="2042506"/>
              <a:ext cx="13252" cy="13294"/>
            </a:xfrm>
            <a:custGeom>
              <a:avLst/>
              <a:pathLst>
                <a:path w="13252" h="13294">
                  <a:moveTo>
                    <a:pt x="13252" y="0"/>
                  </a:moveTo>
                  <a:lnTo>
                    <a:pt x="0" y="13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l4054"/>
            <p:cNvSpPr/>
            <p:nvPr/>
          </p:nvSpPr>
          <p:spPr>
            <a:xfrm>
              <a:off x="4695189" y="2051017"/>
              <a:ext cx="18257" cy="18561"/>
            </a:xfrm>
            <a:custGeom>
              <a:avLst/>
              <a:pathLst>
                <a:path w="18257" h="18561">
                  <a:moveTo>
                    <a:pt x="18257" y="0"/>
                  </a:moveTo>
                  <a:lnTo>
                    <a:pt x="0" y="18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l4055"/>
            <p:cNvSpPr/>
            <p:nvPr/>
          </p:nvSpPr>
          <p:spPr>
            <a:xfrm>
              <a:off x="4687475" y="2061201"/>
              <a:ext cx="17760" cy="18294"/>
            </a:xfrm>
            <a:custGeom>
              <a:avLst/>
              <a:pathLst>
                <a:path w="17760" h="18294">
                  <a:moveTo>
                    <a:pt x="17760" y="0"/>
                  </a:moveTo>
                  <a:lnTo>
                    <a:pt x="0" y="18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l4056"/>
            <p:cNvSpPr/>
            <p:nvPr/>
          </p:nvSpPr>
          <p:spPr>
            <a:xfrm>
              <a:off x="4740817" y="2009089"/>
              <a:ext cx="6048" cy="5771"/>
            </a:xfrm>
            <a:custGeom>
              <a:avLst/>
              <a:pathLst>
                <a:path w="6048" h="5771">
                  <a:moveTo>
                    <a:pt x="6048" y="0"/>
                  </a:moveTo>
                  <a:lnTo>
                    <a:pt x="0" y="5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l4057"/>
            <p:cNvSpPr/>
            <p:nvPr/>
          </p:nvSpPr>
          <p:spPr>
            <a:xfrm>
              <a:off x="4752938" y="1997624"/>
              <a:ext cx="6097" cy="5719"/>
            </a:xfrm>
            <a:custGeom>
              <a:avLst/>
              <a:pathLst>
                <a:path w="6097" h="5719">
                  <a:moveTo>
                    <a:pt x="6097" y="0"/>
                  </a:moveTo>
                  <a:lnTo>
                    <a:pt x="0" y="5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l4058"/>
            <p:cNvSpPr/>
            <p:nvPr/>
          </p:nvSpPr>
          <p:spPr>
            <a:xfrm>
              <a:off x="4745676" y="2002423"/>
              <a:ext cx="12129" cy="11474"/>
            </a:xfrm>
            <a:custGeom>
              <a:avLst/>
              <a:pathLst>
                <a:path w="12129" h="11474">
                  <a:moveTo>
                    <a:pt x="12129" y="0"/>
                  </a:moveTo>
                  <a:lnTo>
                    <a:pt x="0" y="114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l4059"/>
            <p:cNvSpPr/>
            <p:nvPr/>
          </p:nvSpPr>
          <p:spPr>
            <a:xfrm>
              <a:off x="4783669" y="1969422"/>
              <a:ext cx="6218" cy="5587"/>
            </a:xfrm>
            <a:custGeom>
              <a:avLst/>
              <a:pathLst>
                <a:path w="6218" h="5587">
                  <a:moveTo>
                    <a:pt x="6218" y="0"/>
                  </a:moveTo>
                  <a:lnTo>
                    <a:pt x="0" y="5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l4060"/>
            <p:cNvSpPr/>
            <p:nvPr/>
          </p:nvSpPr>
          <p:spPr>
            <a:xfrm>
              <a:off x="4778371" y="1973203"/>
              <a:ext cx="9294" cy="8405"/>
            </a:xfrm>
            <a:custGeom>
              <a:avLst/>
              <a:pathLst>
                <a:path w="9294" h="8405">
                  <a:moveTo>
                    <a:pt x="9294" y="0"/>
                  </a:moveTo>
                  <a:lnTo>
                    <a:pt x="0" y="8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l4061"/>
            <p:cNvSpPr/>
            <p:nvPr/>
          </p:nvSpPr>
          <p:spPr>
            <a:xfrm>
              <a:off x="4773105" y="1978386"/>
              <a:ext cx="10799" cy="9840"/>
            </a:xfrm>
            <a:custGeom>
              <a:avLst/>
              <a:pathLst>
                <a:path w="10799" h="9840">
                  <a:moveTo>
                    <a:pt x="10799" y="0"/>
                  </a:moveTo>
                  <a:lnTo>
                    <a:pt x="0" y="9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l4062"/>
            <p:cNvSpPr/>
            <p:nvPr/>
          </p:nvSpPr>
          <p:spPr>
            <a:xfrm>
              <a:off x="4767872" y="1984280"/>
              <a:ext cx="11520" cy="10582"/>
            </a:xfrm>
            <a:custGeom>
              <a:avLst/>
              <a:pathLst>
                <a:path w="11520" h="10582">
                  <a:moveTo>
                    <a:pt x="11520" y="0"/>
                  </a:moveTo>
                  <a:lnTo>
                    <a:pt x="0" y="105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l4063"/>
            <p:cNvSpPr/>
            <p:nvPr/>
          </p:nvSpPr>
          <p:spPr>
            <a:xfrm>
              <a:off x="4756304" y="1993482"/>
              <a:ext cx="20920" cy="19501"/>
            </a:xfrm>
            <a:custGeom>
              <a:avLst/>
              <a:pathLst>
                <a:path w="20920" h="19501">
                  <a:moveTo>
                    <a:pt x="20920" y="0"/>
                  </a:moveTo>
                  <a:lnTo>
                    <a:pt x="0" y="195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l4064"/>
            <p:cNvSpPr/>
            <p:nvPr/>
          </p:nvSpPr>
          <p:spPr>
            <a:xfrm>
              <a:off x="4742195" y="2004168"/>
              <a:ext cx="25441" cy="24147"/>
            </a:xfrm>
            <a:custGeom>
              <a:avLst/>
              <a:pathLst>
                <a:path w="25441" h="24147">
                  <a:moveTo>
                    <a:pt x="25441" y="0"/>
                  </a:moveTo>
                  <a:lnTo>
                    <a:pt x="0" y="24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l4065"/>
            <p:cNvSpPr/>
            <p:nvPr/>
          </p:nvSpPr>
          <p:spPr>
            <a:xfrm>
              <a:off x="4737158" y="2017150"/>
              <a:ext cx="18619" cy="17909"/>
            </a:xfrm>
            <a:custGeom>
              <a:avLst/>
              <a:pathLst>
                <a:path w="18619" h="17909">
                  <a:moveTo>
                    <a:pt x="18619" y="0"/>
                  </a:moveTo>
                  <a:lnTo>
                    <a:pt x="0" y="17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l4066"/>
            <p:cNvSpPr/>
            <p:nvPr/>
          </p:nvSpPr>
          <p:spPr>
            <a:xfrm>
              <a:off x="4730128" y="2033751"/>
              <a:ext cx="23694" cy="23184"/>
            </a:xfrm>
            <a:custGeom>
              <a:avLst/>
              <a:pathLst>
                <a:path w="23694" h="23184">
                  <a:moveTo>
                    <a:pt x="23694" y="0"/>
                  </a:moveTo>
                  <a:lnTo>
                    <a:pt x="0" y="231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l4067"/>
            <p:cNvSpPr/>
            <p:nvPr/>
          </p:nvSpPr>
          <p:spPr>
            <a:xfrm>
              <a:off x="4706834" y="2056935"/>
              <a:ext cx="23293" cy="23586"/>
            </a:xfrm>
            <a:custGeom>
              <a:avLst/>
              <a:pathLst>
                <a:path w="23293" h="23586">
                  <a:moveTo>
                    <a:pt x="23293" y="0"/>
                  </a:moveTo>
                  <a:lnTo>
                    <a:pt x="0" y="23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l4068"/>
            <p:cNvSpPr/>
            <p:nvPr/>
          </p:nvSpPr>
          <p:spPr>
            <a:xfrm>
              <a:off x="4693311" y="2057879"/>
              <a:ext cx="37756" cy="38645"/>
            </a:xfrm>
            <a:custGeom>
              <a:avLst/>
              <a:pathLst>
                <a:path w="37756" h="38645">
                  <a:moveTo>
                    <a:pt x="37756" y="0"/>
                  </a:moveTo>
                  <a:lnTo>
                    <a:pt x="0" y="386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l4069"/>
            <p:cNvSpPr/>
            <p:nvPr/>
          </p:nvSpPr>
          <p:spPr>
            <a:xfrm>
              <a:off x="4808684" y="1947338"/>
              <a:ext cx="6312" cy="5480"/>
            </a:xfrm>
            <a:custGeom>
              <a:avLst/>
              <a:pathLst>
                <a:path w="6312" h="5480">
                  <a:moveTo>
                    <a:pt x="6312" y="0"/>
                  </a:moveTo>
                  <a:lnTo>
                    <a:pt x="0" y="54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l4070"/>
            <p:cNvSpPr/>
            <p:nvPr/>
          </p:nvSpPr>
          <p:spPr>
            <a:xfrm>
              <a:off x="4803274" y="1951080"/>
              <a:ext cx="9436" cy="8245"/>
            </a:xfrm>
            <a:custGeom>
              <a:avLst/>
              <a:pathLst>
                <a:path w="9436" h="8245">
                  <a:moveTo>
                    <a:pt x="9436" y="0"/>
                  </a:moveTo>
                  <a:lnTo>
                    <a:pt x="0" y="8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l4071"/>
            <p:cNvSpPr/>
            <p:nvPr/>
          </p:nvSpPr>
          <p:spPr>
            <a:xfrm>
              <a:off x="4846908" y="1915024"/>
              <a:ext cx="6451" cy="5317"/>
            </a:xfrm>
            <a:custGeom>
              <a:avLst/>
              <a:pathLst>
                <a:path w="6451" h="5317">
                  <a:moveTo>
                    <a:pt x="6451" y="0"/>
                  </a:moveTo>
                  <a:lnTo>
                    <a:pt x="0" y="5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l4072"/>
            <p:cNvSpPr/>
            <p:nvPr/>
          </p:nvSpPr>
          <p:spPr>
            <a:xfrm>
              <a:off x="4841333" y="1918706"/>
              <a:ext cx="9644" cy="8001"/>
            </a:xfrm>
            <a:custGeom>
              <a:avLst/>
              <a:pathLst>
                <a:path w="9644" h="8001">
                  <a:moveTo>
                    <a:pt x="9644" y="0"/>
                  </a:moveTo>
                  <a:lnTo>
                    <a:pt x="0" y="8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l4073"/>
            <p:cNvSpPr/>
            <p:nvPr/>
          </p:nvSpPr>
          <p:spPr>
            <a:xfrm>
              <a:off x="4859833" y="1904472"/>
              <a:ext cx="6496" cy="5262"/>
            </a:xfrm>
            <a:custGeom>
              <a:avLst/>
              <a:pathLst>
                <a:path w="6496" h="5262">
                  <a:moveTo>
                    <a:pt x="6496" y="0"/>
                  </a:moveTo>
                  <a:lnTo>
                    <a:pt x="0" y="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l4074"/>
            <p:cNvSpPr/>
            <p:nvPr/>
          </p:nvSpPr>
          <p:spPr>
            <a:xfrm>
              <a:off x="4879389" y="1888853"/>
              <a:ext cx="6563" cy="5178"/>
            </a:xfrm>
            <a:custGeom>
              <a:avLst/>
              <a:pathLst>
                <a:path w="6563" h="5178">
                  <a:moveTo>
                    <a:pt x="6563" y="0"/>
                  </a:moveTo>
                  <a:lnTo>
                    <a:pt x="0" y="51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l4075"/>
            <p:cNvSpPr/>
            <p:nvPr/>
          </p:nvSpPr>
          <p:spPr>
            <a:xfrm>
              <a:off x="4873679" y="1892484"/>
              <a:ext cx="9812" cy="7793"/>
            </a:xfrm>
            <a:custGeom>
              <a:avLst/>
              <a:pathLst>
                <a:path w="9812" h="7793">
                  <a:moveTo>
                    <a:pt x="9812" y="0"/>
                  </a:moveTo>
                  <a:lnTo>
                    <a:pt x="0" y="77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l4076"/>
            <p:cNvSpPr/>
            <p:nvPr/>
          </p:nvSpPr>
          <p:spPr>
            <a:xfrm>
              <a:off x="4892537" y="1878580"/>
              <a:ext cx="6606" cy="5122"/>
            </a:xfrm>
            <a:custGeom>
              <a:avLst/>
              <a:pathLst>
                <a:path w="6606" h="5122">
                  <a:moveTo>
                    <a:pt x="6606" y="0"/>
                  </a:moveTo>
                  <a:lnTo>
                    <a:pt x="0" y="5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l4077"/>
            <p:cNvSpPr/>
            <p:nvPr/>
          </p:nvSpPr>
          <p:spPr>
            <a:xfrm>
              <a:off x="4932503" y="1848444"/>
              <a:ext cx="6735" cy="4951"/>
            </a:xfrm>
            <a:custGeom>
              <a:avLst/>
              <a:pathLst>
                <a:path w="6735" h="4951">
                  <a:moveTo>
                    <a:pt x="6735" y="0"/>
                  </a:moveTo>
                  <a:lnTo>
                    <a:pt x="0" y="49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l4078"/>
            <p:cNvSpPr/>
            <p:nvPr/>
          </p:nvSpPr>
          <p:spPr>
            <a:xfrm>
              <a:off x="4926584" y="1851988"/>
              <a:ext cx="10073" cy="7454"/>
            </a:xfrm>
            <a:custGeom>
              <a:avLst/>
              <a:pathLst>
                <a:path w="10073" h="7454">
                  <a:moveTo>
                    <a:pt x="10073" y="0"/>
                  </a:moveTo>
                  <a:lnTo>
                    <a:pt x="0" y="7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l4079"/>
            <p:cNvSpPr/>
            <p:nvPr/>
          </p:nvSpPr>
          <p:spPr>
            <a:xfrm>
              <a:off x="4920695" y="1856778"/>
              <a:ext cx="11711" cy="8734"/>
            </a:xfrm>
            <a:custGeom>
              <a:avLst/>
              <a:pathLst>
                <a:path w="11711" h="8734">
                  <a:moveTo>
                    <a:pt x="11711" y="0"/>
                  </a:moveTo>
                  <a:lnTo>
                    <a:pt x="0" y="8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l4080"/>
            <p:cNvSpPr/>
            <p:nvPr/>
          </p:nvSpPr>
          <p:spPr>
            <a:xfrm>
              <a:off x="4914836" y="1862201"/>
              <a:ext cx="12502" cy="9402"/>
            </a:xfrm>
            <a:custGeom>
              <a:avLst/>
              <a:pathLst>
                <a:path w="12502" h="9402">
                  <a:moveTo>
                    <a:pt x="12502" y="0"/>
                  </a:moveTo>
                  <a:lnTo>
                    <a:pt x="0" y="9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l4081"/>
            <p:cNvSpPr/>
            <p:nvPr/>
          </p:nvSpPr>
          <p:spPr>
            <a:xfrm>
              <a:off x="4909008" y="1867954"/>
              <a:ext cx="12869" cy="9762"/>
            </a:xfrm>
            <a:custGeom>
              <a:avLst/>
              <a:pathLst>
                <a:path w="12869" h="9762">
                  <a:moveTo>
                    <a:pt x="12869" y="0"/>
                  </a:moveTo>
                  <a:lnTo>
                    <a:pt x="0" y="9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l4082"/>
            <p:cNvSpPr/>
            <p:nvPr/>
          </p:nvSpPr>
          <p:spPr>
            <a:xfrm>
              <a:off x="4900732" y="1874943"/>
              <a:ext cx="16310" cy="12508"/>
            </a:xfrm>
            <a:custGeom>
              <a:avLst/>
              <a:pathLst>
                <a:path w="16310" h="12508">
                  <a:moveTo>
                    <a:pt x="16310" y="0"/>
                  </a:moveTo>
                  <a:lnTo>
                    <a:pt x="0" y="12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l4083"/>
            <p:cNvSpPr/>
            <p:nvPr/>
          </p:nvSpPr>
          <p:spPr>
            <a:xfrm>
              <a:off x="4885204" y="1884345"/>
              <a:ext cx="26097" cy="20368"/>
            </a:xfrm>
            <a:custGeom>
              <a:avLst/>
              <a:pathLst>
                <a:path w="26097" h="20368">
                  <a:moveTo>
                    <a:pt x="26097" y="0"/>
                  </a:moveTo>
                  <a:lnTo>
                    <a:pt x="0" y="20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l4084"/>
            <p:cNvSpPr/>
            <p:nvPr/>
          </p:nvSpPr>
          <p:spPr>
            <a:xfrm>
              <a:off x="4872297" y="1896573"/>
              <a:ext cx="27551" cy="21906"/>
            </a:xfrm>
            <a:custGeom>
              <a:avLst/>
              <a:pathLst>
                <a:path w="27551" h="21906">
                  <a:moveTo>
                    <a:pt x="27551" y="0"/>
                  </a:moveTo>
                  <a:lnTo>
                    <a:pt x="0" y="21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l4085"/>
            <p:cNvSpPr/>
            <p:nvPr/>
          </p:nvSpPr>
          <p:spPr>
            <a:xfrm>
              <a:off x="4857201" y="1910591"/>
              <a:ext cx="31307" cy="25429"/>
            </a:xfrm>
            <a:custGeom>
              <a:avLst/>
              <a:pathLst>
                <a:path w="31307" h="25429">
                  <a:moveTo>
                    <a:pt x="31307" y="0"/>
                  </a:moveTo>
                  <a:lnTo>
                    <a:pt x="0" y="25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l4086"/>
            <p:cNvSpPr/>
            <p:nvPr/>
          </p:nvSpPr>
          <p:spPr>
            <a:xfrm>
              <a:off x="4846941" y="1924258"/>
              <a:ext cx="26687" cy="22074"/>
            </a:xfrm>
            <a:custGeom>
              <a:avLst/>
              <a:pathLst>
                <a:path w="26687" h="22074">
                  <a:moveTo>
                    <a:pt x="26687" y="0"/>
                  </a:moveTo>
                  <a:lnTo>
                    <a:pt x="0" y="220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l4087"/>
            <p:cNvSpPr/>
            <p:nvPr/>
          </p:nvSpPr>
          <p:spPr>
            <a:xfrm>
              <a:off x="4841486" y="1936261"/>
              <a:ext cx="19598" cy="16430"/>
            </a:xfrm>
            <a:custGeom>
              <a:avLst/>
              <a:pathLst>
                <a:path w="19598" h="16430">
                  <a:moveTo>
                    <a:pt x="19598" y="0"/>
                  </a:moveTo>
                  <a:lnTo>
                    <a:pt x="0" y="16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l4088"/>
            <p:cNvSpPr/>
            <p:nvPr/>
          </p:nvSpPr>
          <p:spPr>
            <a:xfrm>
              <a:off x="4836062" y="1945465"/>
              <a:ext cx="16051" cy="13605"/>
            </a:xfrm>
            <a:custGeom>
              <a:avLst/>
              <a:pathLst>
                <a:path w="16051" h="13605">
                  <a:moveTo>
                    <a:pt x="16051" y="0"/>
                  </a:moveTo>
                  <a:lnTo>
                    <a:pt x="0" y="13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l4089"/>
            <p:cNvSpPr/>
            <p:nvPr/>
          </p:nvSpPr>
          <p:spPr>
            <a:xfrm>
              <a:off x="4824631" y="1955293"/>
              <a:ext cx="22020" cy="18952"/>
            </a:xfrm>
            <a:custGeom>
              <a:avLst/>
              <a:pathLst>
                <a:path w="22020" h="18952">
                  <a:moveTo>
                    <a:pt x="22020" y="0"/>
                  </a:moveTo>
                  <a:lnTo>
                    <a:pt x="0" y="189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l4090"/>
            <p:cNvSpPr/>
            <p:nvPr/>
          </p:nvSpPr>
          <p:spPr>
            <a:xfrm>
              <a:off x="4945996" y="1838627"/>
              <a:ext cx="6778" cy="4893"/>
            </a:xfrm>
            <a:custGeom>
              <a:avLst/>
              <a:pathLst>
                <a:path w="6778" h="4893">
                  <a:moveTo>
                    <a:pt x="6778" y="0"/>
                  </a:moveTo>
                  <a:lnTo>
                    <a:pt x="0" y="4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l4091"/>
            <p:cNvSpPr/>
            <p:nvPr/>
          </p:nvSpPr>
          <p:spPr>
            <a:xfrm>
              <a:off x="4966393" y="1824121"/>
              <a:ext cx="6840" cy="4806"/>
            </a:xfrm>
            <a:custGeom>
              <a:avLst/>
              <a:pathLst>
                <a:path w="6840" h="4806">
                  <a:moveTo>
                    <a:pt x="6840" y="0"/>
                  </a:moveTo>
                  <a:lnTo>
                    <a:pt x="0" y="4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l4092"/>
            <p:cNvSpPr/>
            <p:nvPr/>
          </p:nvSpPr>
          <p:spPr>
            <a:xfrm>
              <a:off x="4986974" y="1809877"/>
              <a:ext cx="6901" cy="4718"/>
            </a:xfrm>
            <a:custGeom>
              <a:avLst/>
              <a:pathLst>
                <a:path w="6901" h="4718">
                  <a:moveTo>
                    <a:pt x="6901" y="0"/>
                  </a:moveTo>
                  <a:lnTo>
                    <a:pt x="0" y="4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l4093"/>
            <p:cNvSpPr/>
            <p:nvPr/>
          </p:nvSpPr>
          <p:spPr>
            <a:xfrm>
              <a:off x="4980852" y="1813332"/>
              <a:ext cx="10321" cy="7105"/>
            </a:xfrm>
            <a:custGeom>
              <a:avLst/>
              <a:pathLst>
                <a:path w="10321" h="7105">
                  <a:moveTo>
                    <a:pt x="10321" y="0"/>
                  </a:moveTo>
                  <a:lnTo>
                    <a:pt x="0" y="7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l4094"/>
            <p:cNvSpPr/>
            <p:nvPr/>
          </p:nvSpPr>
          <p:spPr>
            <a:xfrm>
              <a:off x="5007738" y="1795899"/>
              <a:ext cx="6960" cy="4629"/>
            </a:xfrm>
            <a:custGeom>
              <a:avLst/>
              <a:pathLst>
                <a:path w="6960" h="4629">
                  <a:moveTo>
                    <a:pt x="6960" y="0"/>
                  </a:moveTo>
                  <a:lnTo>
                    <a:pt x="0" y="4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l4095"/>
            <p:cNvSpPr/>
            <p:nvPr/>
          </p:nvSpPr>
          <p:spPr>
            <a:xfrm>
              <a:off x="5021679" y="1786729"/>
              <a:ext cx="7000" cy="4570"/>
            </a:xfrm>
            <a:custGeom>
              <a:avLst/>
              <a:pathLst>
                <a:path w="7000" h="4570">
                  <a:moveTo>
                    <a:pt x="7000" y="0"/>
                  </a:moveTo>
                  <a:lnTo>
                    <a:pt x="0" y="45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l4096"/>
            <p:cNvSpPr/>
            <p:nvPr/>
          </p:nvSpPr>
          <p:spPr>
            <a:xfrm>
              <a:off x="5012690" y="1791240"/>
              <a:ext cx="13942" cy="9187"/>
            </a:xfrm>
            <a:custGeom>
              <a:avLst/>
              <a:pathLst>
                <a:path w="13942" h="9187">
                  <a:moveTo>
                    <a:pt x="13942" y="0"/>
                  </a:moveTo>
                  <a:lnTo>
                    <a:pt x="0" y="9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l4097"/>
            <p:cNvSpPr/>
            <p:nvPr/>
          </p:nvSpPr>
          <p:spPr>
            <a:xfrm>
              <a:off x="5003030" y="1796931"/>
              <a:ext cx="17354" cy="11569"/>
            </a:xfrm>
            <a:custGeom>
              <a:avLst/>
              <a:pathLst>
                <a:path w="17354" h="11569">
                  <a:moveTo>
                    <a:pt x="17354" y="0"/>
                  </a:moveTo>
                  <a:lnTo>
                    <a:pt x="0" y="11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l4098"/>
            <p:cNvSpPr/>
            <p:nvPr/>
          </p:nvSpPr>
          <p:spPr>
            <a:xfrm>
              <a:off x="4989782" y="1806016"/>
              <a:ext cx="24125" cy="16344"/>
            </a:xfrm>
            <a:custGeom>
              <a:avLst/>
              <a:pathLst>
                <a:path w="24125" h="16344">
                  <a:moveTo>
                    <a:pt x="24125" y="0"/>
                  </a:moveTo>
                  <a:lnTo>
                    <a:pt x="0" y="16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l4099"/>
            <p:cNvSpPr/>
            <p:nvPr/>
          </p:nvSpPr>
          <p:spPr>
            <a:xfrm>
              <a:off x="4975934" y="1816347"/>
              <a:ext cx="27373" cy="18888"/>
            </a:xfrm>
            <a:custGeom>
              <a:avLst/>
              <a:pathLst>
                <a:path w="27373" h="18888">
                  <a:moveTo>
                    <a:pt x="27373" y="0"/>
                  </a:moveTo>
                  <a:lnTo>
                    <a:pt x="0" y="188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l4100"/>
            <p:cNvSpPr/>
            <p:nvPr/>
          </p:nvSpPr>
          <p:spPr>
            <a:xfrm>
              <a:off x="5035699" y="1777679"/>
              <a:ext cx="7038" cy="4510"/>
            </a:xfrm>
            <a:custGeom>
              <a:avLst/>
              <a:pathLst>
                <a:path w="7038" h="4510">
                  <a:moveTo>
                    <a:pt x="7038" y="0"/>
                  </a:moveTo>
                  <a:lnTo>
                    <a:pt x="0" y="45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l4101"/>
            <p:cNvSpPr/>
            <p:nvPr/>
          </p:nvSpPr>
          <p:spPr>
            <a:xfrm>
              <a:off x="5078218" y="1751252"/>
              <a:ext cx="7152" cy="4328"/>
            </a:xfrm>
            <a:custGeom>
              <a:avLst/>
              <a:pathLst>
                <a:path w="7152" h="4328">
                  <a:moveTo>
                    <a:pt x="7152" y="0"/>
                  </a:moveTo>
                  <a:lnTo>
                    <a:pt x="0" y="43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l4102"/>
            <p:cNvSpPr/>
            <p:nvPr/>
          </p:nvSpPr>
          <p:spPr>
            <a:xfrm>
              <a:off x="5106937" y="1734245"/>
              <a:ext cx="7225" cy="4205"/>
            </a:xfrm>
            <a:custGeom>
              <a:avLst/>
              <a:pathLst>
                <a:path w="7225" h="4205">
                  <a:moveTo>
                    <a:pt x="7225" y="0"/>
                  </a:moveTo>
                  <a:lnTo>
                    <a:pt x="0" y="4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l4103"/>
            <p:cNvSpPr/>
            <p:nvPr/>
          </p:nvSpPr>
          <p:spPr>
            <a:xfrm>
              <a:off x="5121405" y="1725926"/>
              <a:ext cx="7260" cy="4143"/>
            </a:xfrm>
            <a:custGeom>
              <a:avLst/>
              <a:pathLst>
                <a:path w="7260" h="4143">
                  <a:moveTo>
                    <a:pt x="7260" y="0"/>
                  </a:moveTo>
                  <a:lnTo>
                    <a:pt x="0" y="4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l4104"/>
            <p:cNvSpPr/>
            <p:nvPr/>
          </p:nvSpPr>
          <p:spPr>
            <a:xfrm>
              <a:off x="5135944" y="1717731"/>
              <a:ext cx="7295" cy="4081"/>
            </a:xfrm>
            <a:custGeom>
              <a:avLst/>
              <a:pathLst>
                <a:path w="7295" h="4081">
                  <a:moveTo>
                    <a:pt x="7295" y="0"/>
                  </a:moveTo>
                  <a:lnTo>
                    <a:pt x="0" y="40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l4105"/>
            <p:cNvSpPr/>
            <p:nvPr/>
          </p:nvSpPr>
          <p:spPr>
            <a:xfrm>
              <a:off x="5126353" y="1722092"/>
              <a:ext cx="14536" cy="8214"/>
            </a:xfrm>
            <a:custGeom>
              <a:avLst/>
              <a:pathLst>
                <a:path w="14536" h="8214">
                  <a:moveTo>
                    <a:pt x="14536" y="0"/>
                  </a:moveTo>
                  <a:lnTo>
                    <a:pt x="0" y="8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l4106"/>
            <p:cNvSpPr/>
            <p:nvPr/>
          </p:nvSpPr>
          <p:spPr>
            <a:xfrm>
              <a:off x="5113227" y="1728502"/>
              <a:ext cx="21696" cy="12444"/>
            </a:xfrm>
            <a:custGeom>
              <a:avLst/>
              <a:pathLst>
                <a:path w="21696" h="12444">
                  <a:moveTo>
                    <a:pt x="21696" y="0"/>
                  </a:moveTo>
                  <a:lnTo>
                    <a:pt x="0" y="12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l4107"/>
            <p:cNvSpPr/>
            <p:nvPr/>
          </p:nvSpPr>
          <p:spPr>
            <a:xfrm>
              <a:off x="5103116" y="1735845"/>
              <a:ext cx="21601" cy="12574"/>
            </a:xfrm>
            <a:custGeom>
              <a:avLst/>
              <a:pathLst>
                <a:path w="21601" h="12574">
                  <a:moveTo>
                    <a:pt x="21601" y="0"/>
                  </a:moveTo>
                  <a:lnTo>
                    <a:pt x="0" y="12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l4108"/>
            <p:cNvSpPr/>
            <p:nvPr/>
          </p:nvSpPr>
          <p:spPr>
            <a:xfrm>
              <a:off x="5096634" y="1743248"/>
              <a:ext cx="17932" cy="10567"/>
            </a:xfrm>
            <a:custGeom>
              <a:avLst/>
              <a:pathLst>
                <a:path w="17932" h="10567">
                  <a:moveTo>
                    <a:pt x="17932" y="0"/>
                  </a:moveTo>
                  <a:lnTo>
                    <a:pt x="0" y="105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l4109"/>
            <p:cNvSpPr/>
            <p:nvPr/>
          </p:nvSpPr>
          <p:spPr>
            <a:xfrm>
              <a:off x="5172595" y="1697792"/>
              <a:ext cx="7381" cy="3925"/>
            </a:xfrm>
            <a:custGeom>
              <a:avLst/>
              <a:pathLst>
                <a:path w="7381" h="3925">
                  <a:moveTo>
                    <a:pt x="7381" y="0"/>
                  </a:moveTo>
                  <a:lnTo>
                    <a:pt x="0" y="39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l4110"/>
            <p:cNvSpPr/>
            <p:nvPr/>
          </p:nvSpPr>
          <p:spPr>
            <a:xfrm>
              <a:off x="5165864" y="1700926"/>
              <a:ext cx="11045" cy="5919"/>
            </a:xfrm>
            <a:custGeom>
              <a:avLst/>
              <a:pathLst>
                <a:path w="11045" h="5919">
                  <a:moveTo>
                    <a:pt x="11045" y="0"/>
                  </a:moveTo>
                  <a:lnTo>
                    <a:pt x="0" y="5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l4111"/>
            <p:cNvSpPr/>
            <p:nvPr/>
          </p:nvSpPr>
          <p:spPr>
            <a:xfrm>
              <a:off x="5159159" y="1705050"/>
              <a:ext cx="12851" cy="6948"/>
            </a:xfrm>
            <a:custGeom>
              <a:avLst/>
              <a:pathLst>
                <a:path w="12851" h="6948">
                  <a:moveTo>
                    <a:pt x="12851" y="0"/>
                  </a:moveTo>
                  <a:lnTo>
                    <a:pt x="0" y="69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l4112"/>
            <p:cNvSpPr/>
            <p:nvPr/>
          </p:nvSpPr>
          <p:spPr>
            <a:xfrm>
              <a:off x="5152481" y="1709684"/>
              <a:ext cx="13730" cy="7495"/>
            </a:xfrm>
            <a:custGeom>
              <a:avLst/>
              <a:pathLst>
                <a:path w="13730" h="7495">
                  <a:moveTo>
                    <a:pt x="13730" y="0"/>
                  </a:moveTo>
                  <a:lnTo>
                    <a:pt x="0" y="74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l4113"/>
            <p:cNvSpPr/>
            <p:nvPr/>
          </p:nvSpPr>
          <p:spPr>
            <a:xfrm>
              <a:off x="5202220" y="1682407"/>
              <a:ext cx="7447" cy="3798"/>
            </a:xfrm>
            <a:custGeom>
              <a:avLst/>
              <a:pathLst>
                <a:path w="7447" h="3798">
                  <a:moveTo>
                    <a:pt x="7447" y="0"/>
                  </a:moveTo>
                  <a:lnTo>
                    <a:pt x="0" y="37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l4114"/>
            <p:cNvSpPr/>
            <p:nvPr/>
          </p:nvSpPr>
          <p:spPr>
            <a:xfrm>
              <a:off x="5217130" y="1674906"/>
              <a:ext cx="7479" cy="3734"/>
            </a:xfrm>
            <a:custGeom>
              <a:avLst/>
              <a:pathLst>
                <a:path w="7479" h="3734">
                  <a:moveTo>
                    <a:pt x="7479" y="0"/>
                  </a:moveTo>
                  <a:lnTo>
                    <a:pt x="0" y="3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l4115"/>
            <p:cNvSpPr/>
            <p:nvPr/>
          </p:nvSpPr>
          <p:spPr>
            <a:xfrm>
              <a:off x="5207151" y="1679152"/>
              <a:ext cx="14906" cy="7523"/>
            </a:xfrm>
            <a:custGeom>
              <a:avLst/>
              <a:pathLst>
                <a:path w="14906" h="7523">
                  <a:moveTo>
                    <a:pt x="14906" y="0"/>
                  </a:moveTo>
                  <a:lnTo>
                    <a:pt x="0" y="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l4116"/>
            <p:cNvSpPr/>
            <p:nvPr/>
          </p:nvSpPr>
          <p:spPr>
            <a:xfrm>
              <a:off x="5196627" y="1684086"/>
              <a:ext cx="18569" cy="9496"/>
            </a:xfrm>
            <a:custGeom>
              <a:avLst/>
              <a:pathLst>
                <a:path w="18569" h="9496">
                  <a:moveTo>
                    <a:pt x="18569" y="0"/>
                  </a:moveTo>
                  <a:lnTo>
                    <a:pt x="0" y="94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l4117"/>
            <p:cNvSpPr/>
            <p:nvPr/>
          </p:nvSpPr>
          <p:spPr>
            <a:xfrm>
              <a:off x="5189845" y="1689995"/>
              <a:ext cx="16660" cy="8621"/>
            </a:xfrm>
            <a:custGeom>
              <a:avLst/>
              <a:pathLst>
                <a:path w="16660" h="8621">
                  <a:moveTo>
                    <a:pt x="16660" y="0"/>
                  </a:moveTo>
                  <a:lnTo>
                    <a:pt x="0" y="8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l4118"/>
            <p:cNvSpPr/>
            <p:nvPr/>
          </p:nvSpPr>
          <p:spPr>
            <a:xfrm>
              <a:off x="5163166" y="1700198"/>
              <a:ext cx="38057" cy="20231"/>
            </a:xfrm>
            <a:custGeom>
              <a:avLst/>
              <a:pathLst>
                <a:path w="38057" h="20231">
                  <a:moveTo>
                    <a:pt x="38057" y="0"/>
                  </a:moveTo>
                  <a:lnTo>
                    <a:pt x="0" y="202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l4119"/>
            <p:cNvSpPr/>
            <p:nvPr/>
          </p:nvSpPr>
          <p:spPr>
            <a:xfrm>
              <a:off x="5149852" y="1719614"/>
              <a:ext cx="37286" cy="20349"/>
            </a:xfrm>
            <a:custGeom>
              <a:avLst/>
              <a:pathLst>
                <a:path w="37286" h="20349">
                  <a:moveTo>
                    <a:pt x="37286" y="0"/>
                  </a:moveTo>
                  <a:lnTo>
                    <a:pt x="0" y="20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l4120"/>
            <p:cNvSpPr/>
            <p:nvPr/>
          </p:nvSpPr>
          <p:spPr>
            <a:xfrm>
              <a:off x="5113021" y="1739963"/>
              <a:ext cx="36831" cy="21162"/>
            </a:xfrm>
            <a:custGeom>
              <a:avLst/>
              <a:pathLst>
                <a:path w="36831" h="21162">
                  <a:moveTo>
                    <a:pt x="36831" y="0"/>
                  </a:moveTo>
                  <a:lnTo>
                    <a:pt x="0" y="211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l4121"/>
            <p:cNvSpPr/>
            <p:nvPr/>
          </p:nvSpPr>
          <p:spPr>
            <a:xfrm>
              <a:off x="5122884" y="1742286"/>
              <a:ext cx="28269" cy="16147"/>
            </a:xfrm>
            <a:custGeom>
              <a:avLst/>
              <a:pathLst>
                <a:path w="28269" h="16147">
                  <a:moveTo>
                    <a:pt x="28269" y="0"/>
                  </a:moveTo>
                  <a:lnTo>
                    <a:pt x="0" y="16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l4122"/>
            <p:cNvSpPr/>
            <p:nvPr/>
          </p:nvSpPr>
          <p:spPr>
            <a:xfrm>
              <a:off x="5094890" y="1758434"/>
              <a:ext cx="27993" cy="16621"/>
            </a:xfrm>
            <a:custGeom>
              <a:avLst/>
              <a:pathLst>
                <a:path w="27993" h="16621">
                  <a:moveTo>
                    <a:pt x="27993" y="0"/>
                  </a:moveTo>
                  <a:lnTo>
                    <a:pt x="0" y="16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l4123"/>
            <p:cNvSpPr/>
            <p:nvPr/>
          </p:nvSpPr>
          <p:spPr>
            <a:xfrm>
              <a:off x="5085018" y="1759584"/>
              <a:ext cx="38536" cy="23048"/>
            </a:xfrm>
            <a:custGeom>
              <a:avLst/>
              <a:pathLst>
                <a:path w="38536" h="23048">
                  <a:moveTo>
                    <a:pt x="38536" y="0"/>
                  </a:moveTo>
                  <a:lnTo>
                    <a:pt x="0" y="23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l4124"/>
            <p:cNvSpPr/>
            <p:nvPr/>
          </p:nvSpPr>
          <p:spPr>
            <a:xfrm>
              <a:off x="5078701" y="1772139"/>
              <a:ext cx="26201" cy="15954"/>
            </a:xfrm>
            <a:custGeom>
              <a:avLst/>
              <a:pathLst>
                <a:path w="26201" h="15954">
                  <a:moveTo>
                    <a:pt x="26201" y="0"/>
                  </a:moveTo>
                  <a:lnTo>
                    <a:pt x="0" y="159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l4125"/>
            <p:cNvSpPr/>
            <p:nvPr/>
          </p:nvSpPr>
          <p:spPr>
            <a:xfrm>
              <a:off x="5072412" y="1781202"/>
              <a:ext cx="20050" cy="12377"/>
            </a:xfrm>
            <a:custGeom>
              <a:avLst/>
              <a:pathLst>
                <a:path w="20050" h="12377">
                  <a:moveTo>
                    <a:pt x="20050" y="0"/>
                  </a:moveTo>
                  <a:lnTo>
                    <a:pt x="0" y="12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l4126"/>
            <p:cNvSpPr/>
            <p:nvPr/>
          </p:nvSpPr>
          <p:spPr>
            <a:xfrm>
              <a:off x="5066152" y="1788493"/>
              <a:ext cx="16965" cy="10595"/>
            </a:xfrm>
            <a:custGeom>
              <a:avLst/>
              <a:pathLst>
                <a:path w="16965" h="10595">
                  <a:moveTo>
                    <a:pt x="16965" y="0"/>
                  </a:moveTo>
                  <a:lnTo>
                    <a:pt x="0" y="10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l4127"/>
            <p:cNvSpPr/>
            <p:nvPr/>
          </p:nvSpPr>
          <p:spPr>
            <a:xfrm>
              <a:off x="5057174" y="1796027"/>
              <a:ext cx="18857" cy="11929"/>
            </a:xfrm>
            <a:custGeom>
              <a:avLst/>
              <a:pathLst>
                <a:path w="18857" h="11929">
                  <a:moveTo>
                    <a:pt x="18857" y="0"/>
                  </a:moveTo>
                  <a:lnTo>
                    <a:pt x="0" y="11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l4128"/>
            <p:cNvSpPr/>
            <p:nvPr/>
          </p:nvSpPr>
          <p:spPr>
            <a:xfrm>
              <a:off x="5041640" y="1813216"/>
              <a:ext cx="32063" cy="20734"/>
            </a:xfrm>
            <a:custGeom>
              <a:avLst/>
              <a:pathLst>
                <a:path w="32063" h="20734">
                  <a:moveTo>
                    <a:pt x="32063" y="0"/>
                  </a:moveTo>
                  <a:lnTo>
                    <a:pt x="0" y="20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l4129"/>
            <p:cNvSpPr/>
            <p:nvPr/>
          </p:nvSpPr>
          <p:spPr>
            <a:xfrm>
              <a:off x="5009997" y="1833951"/>
              <a:ext cx="31643" cy="21370"/>
            </a:xfrm>
            <a:custGeom>
              <a:avLst/>
              <a:pathLst>
                <a:path w="31643" h="21370">
                  <a:moveTo>
                    <a:pt x="31643" y="0"/>
                  </a:moveTo>
                  <a:lnTo>
                    <a:pt x="0" y="21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l4130"/>
            <p:cNvSpPr/>
            <p:nvPr/>
          </p:nvSpPr>
          <p:spPr>
            <a:xfrm>
              <a:off x="5014713" y="1835062"/>
              <a:ext cx="27661" cy="18630"/>
            </a:xfrm>
            <a:custGeom>
              <a:avLst/>
              <a:pathLst>
                <a:path w="27661" h="18630">
                  <a:moveTo>
                    <a:pt x="27661" y="0"/>
                  </a:moveTo>
                  <a:lnTo>
                    <a:pt x="0" y="18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l4131"/>
            <p:cNvSpPr/>
            <p:nvPr/>
          </p:nvSpPr>
          <p:spPr>
            <a:xfrm>
              <a:off x="4987381" y="1853692"/>
              <a:ext cx="27331" cy="19110"/>
            </a:xfrm>
            <a:custGeom>
              <a:avLst/>
              <a:pathLst>
                <a:path w="27331" h="19110">
                  <a:moveTo>
                    <a:pt x="27331" y="0"/>
                  </a:moveTo>
                  <a:lnTo>
                    <a:pt x="0" y="19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l4132"/>
            <p:cNvSpPr/>
            <p:nvPr/>
          </p:nvSpPr>
          <p:spPr>
            <a:xfrm>
              <a:off x="5239616" y="1663893"/>
              <a:ext cx="7526" cy="3638"/>
            </a:xfrm>
            <a:custGeom>
              <a:avLst/>
              <a:pathLst>
                <a:path w="7526" h="3638">
                  <a:moveTo>
                    <a:pt x="7526" y="0"/>
                  </a:moveTo>
                  <a:lnTo>
                    <a:pt x="0" y="36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l4133"/>
            <p:cNvSpPr/>
            <p:nvPr/>
          </p:nvSpPr>
          <p:spPr>
            <a:xfrm>
              <a:off x="5232692" y="1666908"/>
              <a:ext cx="11264" cy="5490"/>
            </a:xfrm>
            <a:custGeom>
              <a:avLst/>
              <a:pathLst>
                <a:path w="11264" h="5490">
                  <a:moveTo>
                    <a:pt x="11264" y="0"/>
                  </a:moveTo>
                  <a:lnTo>
                    <a:pt x="0" y="54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l4134"/>
            <p:cNvSpPr/>
            <p:nvPr/>
          </p:nvSpPr>
          <p:spPr>
            <a:xfrm>
              <a:off x="5262242" y="1653170"/>
              <a:ext cx="7572" cy="3542"/>
            </a:xfrm>
            <a:custGeom>
              <a:avLst/>
              <a:pathLst>
                <a:path w="7572" h="3542">
                  <a:moveTo>
                    <a:pt x="7572" y="0"/>
                  </a:moveTo>
                  <a:lnTo>
                    <a:pt x="0" y="3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l4135"/>
            <p:cNvSpPr/>
            <p:nvPr/>
          </p:nvSpPr>
          <p:spPr>
            <a:xfrm>
              <a:off x="5285004" y="1642739"/>
              <a:ext cx="7617" cy="3444"/>
            </a:xfrm>
            <a:custGeom>
              <a:avLst/>
              <a:pathLst>
                <a:path w="7617" h="3444">
                  <a:moveTo>
                    <a:pt x="7617" y="0"/>
                  </a:moveTo>
                  <a:lnTo>
                    <a:pt x="0" y="3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l4136"/>
            <p:cNvSpPr/>
            <p:nvPr/>
          </p:nvSpPr>
          <p:spPr>
            <a:xfrm>
              <a:off x="5277958" y="1645670"/>
              <a:ext cx="11401" cy="5200"/>
            </a:xfrm>
            <a:custGeom>
              <a:avLst/>
              <a:pathLst>
                <a:path w="11401" h="5200">
                  <a:moveTo>
                    <a:pt x="11401" y="0"/>
                  </a:moveTo>
                  <a:lnTo>
                    <a:pt x="0" y="5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l4137"/>
            <p:cNvSpPr/>
            <p:nvPr/>
          </p:nvSpPr>
          <p:spPr>
            <a:xfrm>
              <a:off x="5267718" y="1650684"/>
              <a:ext cx="17041" cy="7871"/>
            </a:xfrm>
            <a:custGeom>
              <a:avLst/>
              <a:pathLst>
                <a:path w="17041" h="7871">
                  <a:moveTo>
                    <a:pt x="17041" y="0"/>
                  </a:moveTo>
                  <a:lnTo>
                    <a:pt x="0" y="7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l4138"/>
            <p:cNvSpPr/>
            <p:nvPr/>
          </p:nvSpPr>
          <p:spPr>
            <a:xfrm>
              <a:off x="5256972" y="1655808"/>
              <a:ext cx="19816" cy="9288"/>
            </a:xfrm>
            <a:custGeom>
              <a:avLst/>
              <a:pathLst>
                <a:path w="19816" h="9288">
                  <a:moveTo>
                    <a:pt x="19816" y="0"/>
                  </a:moveTo>
                  <a:lnTo>
                    <a:pt x="0" y="9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l4139"/>
            <p:cNvSpPr/>
            <p:nvPr/>
          </p:nvSpPr>
          <p:spPr>
            <a:xfrm>
              <a:off x="5241820" y="1664041"/>
              <a:ext cx="26742" cy="12783"/>
            </a:xfrm>
            <a:custGeom>
              <a:avLst/>
              <a:pathLst>
                <a:path w="26742" h="12783">
                  <a:moveTo>
                    <a:pt x="26742" y="0"/>
                  </a:moveTo>
                  <a:lnTo>
                    <a:pt x="0" y="12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l4140"/>
            <p:cNvSpPr/>
            <p:nvPr/>
          </p:nvSpPr>
          <p:spPr>
            <a:xfrm>
              <a:off x="5323236" y="1626004"/>
              <a:ext cx="7689" cy="3281"/>
            </a:xfrm>
            <a:custGeom>
              <a:avLst/>
              <a:pathLst>
                <a:path w="7689" h="3281">
                  <a:moveTo>
                    <a:pt x="7689" y="0"/>
                  </a:moveTo>
                  <a:lnTo>
                    <a:pt x="0" y="3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l4141"/>
            <p:cNvSpPr/>
            <p:nvPr/>
          </p:nvSpPr>
          <p:spPr>
            <a:xfrm>
              <a:off x="5316091" y="1628865"/>
              <a:ext cx="11509" cy="4955"/>
            </a:xfrm>
            <a:custGeom>
              <a:avLst/>
              <a:pathLst>
                <a:path w="11509" h="4955">
                  <a:moveTo>
                    <a:pt x="11509" y="0"/>
                  </a:moveTo>
                  <a:lnTo>
                    <a:pt x="0" y="4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l4142"/>
            <p:cNvSpPr/>
            <p:nvPr/>
          </p:nvSpPr>
          <p:spPr>
            <a:xfrm>
              <a:off x="5346344" y="1616357"/>
              <a:ext cx="7730" cy="3182"/>
            </a:xfrm>
            <a:custGeom>
              <a:avLst/>
              <a:pathLst>
                <a:path w="7730" h="3182">
                  <a:moveTo>
                    <a:pt x="7730" y="0"/>
                  </a:moveTo>
                  <a:lnTo>
                    <a:pt x="0" y="3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l4143"/>
            <p:cNvSpPr/>
            <p:nvPr/>
          </p:nvSpPr>
          <p:spPr>
            <a:xfrm>
              <a:off x="5339142" y="1619175"/>
              <a:ext cx="11572" cy="4807"/>
            </a:xfrm>
            <a:custGeom>
              <a:avLst/>
              <a:pathLst>
                <a:path w="11572" h="4807">
                  <a:moveTo>
                    <a:pt x="11572" y="0"/>
                  </a:moveTo>
                  <a:lnTo>
                    <a:pt x="0" y="4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l4144"/>
            <p:cNvSpPr/>
            <p:nvPr/>
          </p:nvSpPr>
          <p:spPr>
            <a:xfrm>
              <a:off x="5323422" y="1625259"/>
              <a:ext cx="23035" cy="9743"/>
            </a:xfrm>
            <a:custGeom>
              <a:avLst/>
              <a:pathLst>
                <a:path w="23035" h="9743">
                  <a:moveTo>
                    <a:pt x="23035" y="0"/>
                  </a:moveTo>
                  <a:lnTo>
                    <a:pt x="0" y="9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l4145"/>
            <p:cNvSpPr/>
            <p:nvPr/>
          </p:nvSpPr>
          <p:spPr>
            <a:xfrm>
              <a:off x="5310578" y="1631320"/>
              <a:ext cx="24864" cy="10721"/>
            </a:xfrm>
            <a:custGeom>
              <a:avLst/>
              <a:pathLst>
                <a:path w="24864" h="10721">
                  <a:moveTo>
                    <a:pt x="24864" y="0"/>
                  </a:moveTo>
                  <a:lnTo>
                    <a:pt x="0" y="10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l4146"/>
            <p:cNvSpPr/>
            <p:nvPr/>
          </p:nvSpPr>
          <p:spPr>
            <a:xfrm>
              <a:off x="5303499" y="1637860"/>
              <a:ext cx="20020" cy="8765"/>
            </a:xfrm>
            <a:custGeom>
              <a:avLst/>
              <a:pathLst>
                <a:path w="20020" h="8765">
                  <a:moveTo>
                    <a:pt x="20020" y="0"/>
                  </a:moveTo>
                  <a:lnTo>
                    <a:pt x="0" y="8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l4147"/>
            <p:cNvSpPr/>
            <p:nvPr/>
          </p:nvSpPr>
          <p:spPr>
            <a:xfrm>
              <a:off x="5369576" y="1607007"/>
              <a:ext cx="7770" cy="3083"/>
            </a:xfrm>
            <a:custGeom>
              <a:avLst/>
              <a:pathLst>
                <a:path w="7770" h="3083">
                  <a:moveTo>
                    <a:pt x="7770" y="0"/>
                  </a:moveTo>
                  <a:lnTo>
                    <a:pt x="0" y="3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l4148"/>
            <p:cNvSpPr/>
            <p:nvPr/>
          </p:nvSpPr>
          <p:spPr>
            <a:xfrm>
              <a:off x="5362318" y="1609782"/>
              <a:ext cx="11633" cy="4659"/>
            </a:xfrm>
            <a:custGeom>
              <a:avLst/>
              <a:pathLst>
                <a:path w="11633" h="4659">
                  <a:moveTo>
                    <a:pt x="11633" y="0"/>
                  </a:moveTo>
                  <a:lnTo>
                    <a:pt x="0" y="4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l4149"/>
            <p:cNvSpPr/>
            <p:nvPr/>
          </p:nvSpPr>
          <p:spPr>
            <a:xfrm>
              <a:off x="5385130" y="1600940"/>
              <a:ext cx="7796" cy="3017"/>
            </a:xfrm>
            <a:custGeom>
              <a:avLst/>
              <a:pathLst>
                <a:path w="7796" h="3017">
                  <a:moveTo>
                    <a:pt x="7796" y="0"/>
                  </a:moveTo>
                  <a:lnTo>
                    <a:pt x="0" y="3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l4150"/>
            <p:cNvSpPr/>
            <p:nvPr/>
          </p:nvSpPr>
          <p:spPr>
            <a:xfrm>
              <a:off x="5400736" y="1595006"/>
              <a:ext cx="7822" cy="2950"/>
            </a:xfrm>
            <a:custGeom>
              <a:avLst/>
              <a:pathLst>
                <a:path w="7822" h="2950">
                  <a:moveTo>
                    <a:pt x="7822" y="0"/>
                  </a:moveTo>
                  <a:lnTo>
                    <a:pt x="0" y="2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l4151"/>
            <p:cNvSpPr/>
            <p:nvPr/>
          </p:nvSpPr>
          <p:spPr>
            <a:xfrm>
              <a:off x="5416393" y="1589205"/>
              <a:ext cx="7846" cy="2883"/>
            </a:xfrm>
            <a:custGeom>
              <a:avLst/>
              <a:pathLst>
                <a:path w="7846" h="2883">
                  <a:moveTo>
                    <a:pt x="7846" y="0"/>
                  </a:moveTo>
                  <a:lnTo>
                    <a:pt x="0" y="28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l4152"/>
            <p:cNvSpPr/>
            <p:nvPr/>
          </p:nvSpPr>
          <p:spPr>
            <a:xfrm>
              <a:off x="5405585" y="1593142"/>
              <a:ext cx="15647" cy="5825"/>
            </a:xfrm>
            <a:custGeom>
              <a:avLst/>
              <a:pathLst>
                <a:path w="15647" h="5825">
                  <a:moveTo>
                    <a:pt x="15647" y="0"/>
                  </a:moveTo>
                  <a:lnTo>
                    <a:pt x="0" y="5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l4153"/>
            <p:cNvSpPr/>
            <p:nvPr/>
          </p:nvSpPr>
          <p:spPr>
            <a:xfrm>
              <a:off x="5390949" y="1598534"/>
              <a:ext cx="23383" cy="8876"/>
            </a:xfrm>
            <a:custGeom>
              <a:avLst/>
              <a:pathLst>
                <a:path w="23383" h="8876">
                  <a:moveTo>
                    <a:pt x="23383" y="0"/>
                  </a:moveTo>
                  <a:lnTo>
                    <a:pt x="0" y="8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l4154"/>
            <p:cNvSpPr/>
            <p:nvPr/>
          </p:nvSpPr>
          <p:spPr>
            <a:xfrm>
              <a:off x="5371101" y="1606669"/>
              <a:ext cx="32943" cy="12849"/>
            </a:xfrm>
            <a:custGeom>
              <a:avLst/>
              <a:pathLst>
                <a:path w="32943" h="12849">
                  <a:moveTo>
                    <a:pt x="32943" y="0"/>
                  </a:moveTo>
                  <a:lnTo>
                    <a:pt x="0" y="12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l4155"/>
            <p:cNvSpPr/>
            <p:nvPr/>
          </p:nvSpPr>
          <p:spPr>
            <a:xfrm>
              <a:off x="5354704" y="1622943"/>
              <a:ext cx="36709" cy="14751"/>
            </a:xfrm>
            <a:custGeom>
              <a:avLst/>
              <a:pathLst>
                <a:path w="36709" h="14751">
                  <a:moveTo>
                    <a:pt x="36709" y="0"/>
                  </a:moveTo>
                  <a:lnTo>
                    <a:pt x="0" y="14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l4156"/>
            <p:cNvSpPr/>
            <p:nvPr/>
          </p:nvSpPr>
          <p:spPr>
            <a:xfrm>
              <a:off x="5318303" y="1637694"/>
              <a:ext cx="36401" cy="15497"/>
            </a:xfrm>
            <a:custGeom>
              <a:avLst/>
              <a:pathLst>
                <a:path w="36401" h="15497">
                  <a:moveTo>
                    <a:pt x="36401" y="0"/>
                  </a:moveTo>
                  <a:lnTo>
                    <a:pt x="0" y="15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l4157"/>
            <p:cNvSpPr/>
            <p:nvPr/>
          </p:nvSpPr>
          <p:spPr>
            <a:xfrm>
              <a:off x="5447854" y="1578007"/>
              <a:ext cx="7895" cy="2749"/>
            </a:xfrm>
            <a:custGeom>
              <a:avLst/>
              <a:pathLst>
                <a:path w="7895" h="2749">
                  <a:moveTo>
                    <a:pt x="7895" y="0"/>
                  </a:moveTo>
                  <a:lnTo>
                    <a:pt x="0" y="27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l4158"/>
            <p:cNvSpPr/>
            <p:nvPr/>
          </p:nvSpPr>
          <p:spPr>
            <a:xfrm>
              <a:off x="5440416" y="1580635"/>
              <a:ext cx="11821" cy="4158"/>
            </a:xfrm>
            <a:custGeom>
              <a:avLst/>
              <a:pathLst>
                <a:path w="11821" h="4158">
                  <a:moveTo>
                    <a:pt x="11821" y="0"/>
                  </a:moveTo>
                  <a:lnTo>
                    <a:pt x="0" y="4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l4159"/>
            <p:cNvSpPr/>
            <p:nvPr/>
          </p:nvSpPr>
          <p:spPr>
            <a:xfrm>
              <a:off x="5471573" y="1569962"/>
              <a:ext cx="7929" cy="2647"/>
            </a:xfrm>
            <a:custGeom>
              <a:avLst/>
              <a:pathLst>
                <a:path w="7929" h="2647">
                  <a:moveTo>
                    <a:pt x="7929" y="0"/>
                  </a:moveTo>
                  <a:lnTo>
                    <a:pt x="0" y="2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l4160"/>
            <p:cNvSpPr/>
            <p:nvPr/>
          </p:nvSpPr>
          <p:spPr>
            <a:xfrm>
              <a:off x="5464085" y="1572545"/>
              <a:ext cx="11873" cy="4006"/>
            </a:xfrm>
            <a:custGeom>
              <a:avLst/>
              <a:pathLst>
                <a:path w="11873" h="4006">
                  <a:moveTo>
                    <a:pt x="11873" y="0"/>
                  </a:moveTo>
                  <a:lnTo>
                    <a:pt x="0" y="4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l4161"/>
            <p:cNvSpPr/>
            <p:nvPr/>
          </p:nvSpPr>
          <p:spPr>
            <a:xfrm>
              <a:off x="5495396" y="1562222"/>
              <a:ext cx="7962" cy="2546"/>
            </a:xfrm>
            <a:custGeom>
              <a:avLst/>
              <a:pathLst>
                <a:path w="7962" h="2546">
                  <a:moveTo>
                    <a:pt x="7962" y="0"/>
                  </a:moveTo>
                  <a:lnTo>
                    <a:pt x="0" y="2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l4162"/>
            <p:cNvSpPr/>
            <p:nvPr/>
          </p:nvSpPr>
          <p:spPr>
            <a:xfrm>
              <a:off x="5487858" y="1564759"/>
              <a:ext cx="11923" cy="3854"/>
            </a:xfrm>
            <a:custGeom>
              <a:avLst/>
              <a:pathLst>
                <a:path w="11923" h="3854">
                  <a:moveTo>
                    <a:pt x="11923" y="0"/>
                  </a:moveTo>
                  <a:lnTo>
                    <a:pt x="0" y="38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l4163"/>
            <p:cNvSpPr/>
            <p:nvPr/>
          </p:nvSpPr>
          <p:spPr>
            <a:xfrm>
              <a:off x="5471296" y="1570478"/>
              <a:ext cx="23749" cy="7845"/>
            </a:xfrm>
            <a:custGeom>
              <a:avLst/>
              <a:pathLst>
                <a:path w="23749" h="7845">
                  <a:moveTo>
                    <a:pt x="23749" y="0"/>
                  </a:moveTo>
                  <a:lnTo>
                    <a:pt x="0" y="7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l4164"/>
            <p:cNvSpPr/>
            <p:nvPr/>
          </p:nvSpPr>
          <p:spPr>
            <a:xfrm>
              <a:off x="5535317" y="1550003"/>
              <a:ext cx="8015" cy="2375"/>
            </a:xfrm>
            <a:custGeom>
              <a:avLst/>
              <a:pathLst>
                <a:path w="8015" h="2375">
                  <a:moveTo>
                    <a:pt x="8015" y="0"/>
                  </a:moveTo>
                  <a:lnTo>
                    <a:pt x="0" y="2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l4165"/>
            <p:cNvSpPr/>
            <p:nvPr/>
          </p:nvSpPr>
          <p:spPr>
            <a:xfrm>
              <a:off x="5527698" y="1552464"/>
              <a:ext cx="12003" cy="3599"/>
            </a:xfrm>
            <a:custGeom>
              <a:avLst/>
              <a:pathLst>
                <a:path w="12003" h="3599">
                  <a:moveTo>
                    <a:pt x="12003" y="0"/>
                  </a:moveTo>
                  <a:lnTo>
                    <a:pt x="0" y="3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l4166"/>
            <p:cNvSpPr/>
            <p:nvPr/>
          </p:nvSpPr>
          <p:spPr>
            <a:xfrm>
              <a:off x="5520101" y="1555529"/>
              <a:ext cx="13978" cy="4248"/>
            </a:xfrm>
            <a:custGeom>
              <a:avLst/>
              <a:pathLst>
                <a:path w="13978" h="4248">
                  <a:moveTo>
                    <a:pt x="13978" y="0"/>
                  </a:moveTo>
                  <a:lnTo>
                    <a:pt x="0" y="4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l4167"/>
            <p:cNvSpPr/>
            <p:nvPr/>
          </p:nvSpPr>
          <p:spPr>
            <a:xfrm>
              <a:off x="5559393" y="1543083"/>
              <a:ext cx="8045" cy="2272"/>
            </a:xfrm>
            <a:custGeom>
              <a:avLst/>
              <a:pathLst>
                <a:path w="8045" h="2272">
                  <a:moveTo>
                    <a:pt x="8045" y="0"/>
                  </a:moveTo>
                  <a:lnTo>
                    <a:pt x="0" y="22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l4168"/>
            <p:cNvSpPr/>
            <p:nvPr/>
          </p:nvSpPr>
          <p:spPr>
            <a:xfrm>
              <a:off x="5551728" y="1545496"/>
              <a:ext cx="12048" cy="3445"/>
            </a:xfrm>
            <a:custGeom>
              <a:avLst/>
              <a:pathLst>
                <a:path w="12048" h="3445">
                  <a:moveTo>
                    <a:pt x="12048" y="0"/>
                  </a:moveTo>
                  <a:lnTo>
                    <a:pt x="0" y="3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l4169"/>
            <p:cNvSpPr/>
            <p:nvPr/>
          </p:nvSpPr>
          <p:spPr>
            <a:xfrm>
              <a:off x="5575493" y="1538640"/>
              <a:ext cx="8064" cy="2203"/>
            </a:xfrm>
            <a:custGeom>
              <a:avLst/>
              <a:pathLst>
                <a:path w="8064" h="2203">
                  <a:moveTo>
                    <a:pt x="8064" y="0"/>
                  </a:moveTo>
                  <a:lnTo>
                    <a:pt x="0" y="2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l4170"/>
            <p:cNvSpPr/>
            <p:nvPr/>
          </p:nvSpPr>
          <p:spPr>
            <a:xfrm>
              <a:off x="5599713" y="1532235"/>
              <a:ext cx="8091" cy="2100"/>
            </a:xfrm>
            <a:custGeom>
              <a:avLst/>
              <a:pathLst>
                <a:path w="8091" h="2100">
                  <a:moveTo>
                    <a:pt x="8091" y="0"/>
                  </a:moveTo>
                  <a:lnTo>
                    <a:pt x="0" y="21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l4171"/>
            <p:cNvSpPr/>
            <p:nvPr/>
          </p:nvSpPr>
          <p:spPr>
            <a:xfrm>
              <a:off x="5591973" y="1534570"/>
              <a:ext cx="12119" cy="3187"/>
            </a:xfrm>
            <a:custGeom>
              <a:avLst/>
              <a:pathLst>
                <a:path w="12119" h="3187">
                  <a:moveTo>
                    <a:pt x="12119" y="0"/>
                  </a:moveTo>
                  <a:lnTo>
                    <a:pt x="0" y="3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l4172"/>
            <p:cNvSpPr/>
            <p:nvPr/>
          </p:nvSpPr>
          <p:spPr>
            <a:xfrm>
              <a:off x="5580577" y="1538729"/>
              <a:ext cx="18131" cy="4861"/>
            </a:xfrm>
            <a:custGeom>
              <a:avLst/>
              <a:pathLst>
                <a:path w="18131" h="4861">
                  <a:moveTo>
                    <a:pt x="18131" y="0"/>
                  </a:moveTo>
                  <a:lnTo>
                    <a:pt x="0" y="48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l4173"/>
            <p:cNvSpPr/>
            <p:nvPr/>
          </p:nvSpPr>
          <p:spPr>
            <a:xfrm>
              <a:off x="5559579" y="1544996"/>
              <a:ext cx="31091" cy="8613"/>
            </a:xfrm>
            <a:custGeom>
              <a:avLst/>
              <a:pathLst>
                <a:path w="31091" h="8613">
                  <a:moveTo>
                    <a:pt x="31091" y="0"/>
                  </a:moveTo>
                  <a:lnTo>
                    <a:pt x="0" y="8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l4174"/>
            <p:cNvSpPr/>
            <p:nvPr/>
          </p:nvSpPr>
          <p:spPr>
            <a:xfrm>
              <a:off x="5530183" y="1554371"/>
              <a:ext cx="46345" cy="13460"/>
            </a:xfrm>
            <a:custGeom>
              <a:avLst/>
              <a:pathLst>
                <a:path w="46345" h="13460">
                  <a:moveTo>
                    <a:pt x="46345" y="0"/>
                  </a:moveTo>
                  <a:lnTo>
                    <a:pt x="0" y="134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l4175"/>
            <p:cNvSpPr/>
            <p:nvPr/>
          </p:nvSpPr>
          <p:spPr>
            <a:xfrm>
              <a:off x="5615906" y="1528138"/>
              <a:ext cx="8109" cy="2031"/>
            </a:xfrm>
            <a:custGeom>
              <a:avLst/>
              <a:pathLst>
                <a:path w="8109" h="2031">
                  <a:moveTo>
                    <a:pt x="8109" y="0"/>
                  </a:moveTo>
                  <a:lnTo>
                    <a:pt x="0" y="20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l4176"/>
            <p:cNvSpPr/>
            <p:nvPr/>
          </p:nvSpPr>
          <p:spPr>
            <a:xfrm>
              <a:off x="5640260" y="1522252"/>
              <a:ext cx="8134" cy="1927"/>
            </a:xfrm>
            <a:custGeom>
              <a:avLst/>
              <a:pathLst>
                <a:path w="8134" h="1927">
                  <a:moveTo>
                    <a:pt x="8134" y="0"/>
                  </a:moveTo>
                  <a:lnTo>
                    <a:pt x="0" y="19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l4177"/>
            <p:cNvSpPr/>
            <p:nvPr/>
          </p:nvSpPr>
          <p:spPr>
            <a:xfrm>
              <a:off x="5632449" y="1524507"/>
              <a:ext cx="12184" cy="2928"/>
            </a:xfrm>
            <a:custGeom>
              <a:avLst/>
              <a:pathLst>
                <a:path w="12184" h="2928">
                  <a:moveTo>
                    <a:pt x="12184" y="0"/>
                  </a:moveTo>
                  <a:lnTo>
                    <a:pt x="0" y="2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l4178"/>
            <p:cNvSpPr/>
            <p:nvPr/>
          </p:nvSpPr>
          <p:spPr>
            <a:xfrm>
              <a:off x="5620930" y="1528551"/>
              <a:ext cx="18230" cy="4473"/>
            </a:xfrm>
            <a:custGeom>
              <a:avLst/>
              <a:pathLst>
                <a:path w="18230" h="4473">
                  <a:moveTo>
                    <a:pt x="18230" y="0"/>
                  </a:moveTo>
                  <a:lnTo>
                    <a:pt x="0" y="44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l4179"/>
            <p:cNvSpPr/>
            <p:nvPr/>
          </p:nvSpPr>
          <p:spPr>
            <a:xfrm>
              <a:off x="5664688" y="1516679"/>
              <a:ext cx="8158" cy="1822"/>
            </a:xfrm>
            <a:custGeom>
              <a:avLst/>
              <a:pathLst>
                <a:path w="8158" h="1822">
                  <a:moveTo>
                    <a:pt x="8158" y="0"/>
                  </a:moveTo>
                  <a:lnTo>
                    <a:pt x="0" y="18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l4180"/>
            <p:cNvSpPr/>
            <p:nvPr/>
          </p:nvSpPr>
          <p:spPr>
            <a:xfrm>
              <a:off x="5681014" y="1513138"/>
              <a:ext cx="8174" cy="1753"/>
            </a:xfrm>
            <a:custGeom>
              <a:avLst/>
              <a:pathLst>
                <a:path w="8174" h="1753">
                  <a:moveTo>
                    <a:pt x="8174" y="0"/>
                  </a:moveTo>
                  <a:lnTo>
                    <a:pt x="0" y="1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l4181"/>
            <p:cNvSpPr/>
            <p:nvPr/>
          </p:nvSpPr>
          <p:spPr>
            <a:xfrm>
              <a:off x="5669348" y="1516613"/>
              <a:ext cx="16310" cy="3571"/>
            </a:xfrm>
            <a:custGeom>
              <a:avLst/>
              <a:pathLst>
                <a:path w="16310" h="3571">
                  <a:moveTo>
                    <a:pt x="16310" y="0"/>
                  </a:moveTo>
                  <a:lnTo>
                    <a:pt x="0" y="3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l4182"/>
            <p:cNvSpPr/>
            <p:nvPr/>
          </p:nvSpPr>
          <p:spPr>
            <a:xfrm>
              <a:off x="5657433" y="1519682"/>
              <a:ext cx="20350" cy="4569"/>
            </a:xfrm>
            <a:custGeom>
              <a:avLst/>
              <a:pathLst>
                <a:path w="20350" h="4569">
                  <a:moveTo>
                    <a:pt x="20350" y="0"/>
                  </a:moveTo>
                  <a:lnTo>
                    <a:pt x="0" y="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l4183"/>
            <p:cNvSpPr/>
            <p:nvPr/>
          </p:nvSpPr>
          <p:spPr>
            <a:xfrm>
              <a:off x="5697369" y="1509736"/>
              <a:ext cx="8188" cy="1683"/>
            </a:xfrm>
            <a:custGeom>
              <a:avLst/>
              <a:pathLst>
                <a:path w="8188" h="1683">
                  <a:moveTo>
                    <a:pt x="8188" y="0"/>
                  </a:moveTo>
                  <a:lnTo>
                    <a:pt x="0" y="1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l4184"/>
            <p:cNvSpPr/>
            <p:nvPr/>
          </p:nvSpPr>
          <p:spPr>
            <a:xfrm>
              <a:off x="5730166" y="1503352"/>
              <a:ext cx="8216" cy="1543"/>
            </a:xfrm>
            <a:custGeom>
              <a:avLst/>
              <a:pathLst>
                <a:path w="8216" h="1543">
                  <a:moveTo>
                    <a:pt x="8216" y="0"/>
                  </a:moveTo>
                  <a:lnTo>
                    <a:pt x="0" y="15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l4185"/>
            <p:cNvSpPr/>
            <p:nvPr/>
          </p:nvSpPr>
          <p:spPr>
            <a:xfrm>
              <a:off x="5722211" y="1505428"/>
              <a:ext cx="12308" cy="2352"/>
            </a:xfrm>
            <a:custGeom>
              <a:avLst/>
              <a:pathLst>
                <a:path w="12308" h="2352">
                  <a:moveTo>
                    <a:pt x="12308" y="0"/>
                  </a:moveTo>
                  <a:lnTo>
                    <a:pt x="0" y="23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l4186"/>
            <p:cNvSpPr/>
            <p:nvPr/>
          </p:nvSpPr>
          <p:spPr>
            <a:xfrm>
              <a:off x="5714273" y="1507902"/>
              <a:ext cx="14339" cy="2796"/>
            </a:xfrm>
            <a:custGeom>
              <a:avLst/>
              <a:pathLst>
                <a:path w="14339" h="2796">
                  <a:moveTo>
                    <a:pt x="14339" y="0"/>
                  </a:moveTo>
                  <a:lnTo>
                    <a:pt x="0" y="2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l4187"/>
            <p:cNvSpPr/>
            <p:nvPr/>
          </p:nvSpPr>
          <p:spPr>
            <a:xfrm>
              <a:off x="5702535" y="1511901"/>
              <a:ext cx="19415" cy="3888"/>
            </a:xfrm>
            <a:custGeom>
              <a:avLst/>
              <a:pathLst>
                <a:path w="19415" h="3888">
                  <a:moveTo>
                    <a:pt x="19415" y="0"/>
                  </a:moveTo>
                  <a:lnTo>
                    <a:pt x="0" y="38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l4188"/>
            <p:cNvSpPr/>
            <p:nvPr/>
          </p:nvSpPr>
          <p:spPr>
            <a:xfrm>
              <a:off x="5669353" y="1520348"/>
              <a:ext cx="44192" cy="9386"/>
            </a:xfrm>
            <a:custGeom>
              <a:avLst/>
              <a:pathLst>
                <a:path w="44192" h="9386">
                  <a:moveTo>
                    <a:pt x="44192" y="0"/>
                  </a:moveTo>
                  <a:lnTo>
                    <a:pt x="0" y="9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l4189"/>
            <p:cNvSpPr/>
            <p:nvPr/>
          </p:nvSpPr>
          <p:spPr>
            <a:xfrm>
              <a:off x="5663115" y="1531425"/>
              <a:ext cx="29690" cy="6549"/>
            </a:xfrm>
            <a:custGeom>
              <a:avLst/>
              <a:pathLst>
                <a:path w="29690" h="6549">
                  <a:moveTo>
                    <a:pt x="29690" y="0"/>
                  </a:moveTo>
                  <a:lnTo>
                    <a:pt x="0" y="6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l4190"/>
            <p:cNvSpPr/>
            <p:nvPr/>
          </p:nvSpPr>
          <p:spPr>
            <a:xfrm>
              <a:off x="5633530" y="1537975"/>
              <a:ext cx="29584" cy="7014"/>
            </a:xfrm>
            <a:custGeom>
              <a:avLst/>
              <a:pathLst>
                <a:path w="29584" h="7014">
                  <a:moveTo>
                    <a:pt x="29584" y="0"/>
                  </a:moveTo>
                  <a:lnTo>
                    <a:pt x="0" y="7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l4191"/>
            <p:cNvSpPr/>
            <p:nvPr/>
          </p:nvSpPr>
          <p:spPr>
            <a:xfrm>
              <a:off x="5612766" y="1553550"/>
              <a:ext cx="53912" cy="13158"/>
            </a:xfrm>
            <a:custGeom>
              <a:avLst/>
              <a:pathLst>
                <a:path w="53912" h="13158">
                  <a:moveTo>
                    <a:pt x="53912" y="0"/>
                  </a:moveTo>
                  <a:lnTo>
                    <a:pt x="0" y="13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l4192"/>
            <p:cNvSpPr/>
            <p:nvPr/>
          </p:nvSpPr>
          <p:spPr>
            <a:xfrm>
              <a:off x="5559256" y="1566708"/>
              <a:ext cx="53510" cy="14707"/>
            </a:xfrm>
            <a:custGeom>
              <a:avLst/>
              <a:pathLst>
                <a:path w="53510" h="14707">
                  <a:moveTo>
                    <a:pt x="53510" y="0"/>
                  </a:moveTo>
                  <a:lnTo>
                    <a:pt x="0" y="147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l4193"/>
            <p:cNvSpPr/>
            <p:nvPr/>
          </p:nvSpPr>
          <p:spPr>
            <a:xfrm>
              <a:off x="5567421" y="1567996"/>
              <a:ext cx="45680" cy="12451"/>
            </a:xfrm>
            <a:custGeom>
              <a:avLst/>
              <a:pathLst>
                <a:path w="45680" h="12451">
                  <a:moveTo>
                    <a:pt x="45680" y="0"/>
                  </a:moveTo>
                  <a:lnTo>
                    <a:pt x="0" y="12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l4194"/>
            <p:cNvSpPr/>
            <p:nvPr/>
          </p:nvSpPr>
          <p:spPr>
            <a:xfrm>
              <a:off x="5522061" y="1580448"/>
              <a:ext cx="45359" cy="13572"/>
            </a:xfrm>
            <a:custGeom>
              <a:avLst/>
              <a:pathLst>
                <a:path w="45359" h="13572">
                  <a:moveTo>
                    <a:pt x="45359" y="0"/>
                  </a:moveTo>
                  <a:lnTo>
                    <a:pt x="0" y="135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l4195"/>
            <p:cNvSpPr/>
            <p:nvPr/>
          </p:nvSpPr>
          <p:spPr>
            <a:xfrm>
              <a:off x="5532327" y="1588129"/>
              <a:ext cx="37289" cy="11070"/>
            </a:xfrm>
            <a:custGeom>
              <a:avLst/>
              <a:pathLst>
                <a:path w="37289" h="11070">
                  <a:moveTo>
                    <a:pt x="37289" y="0"/>
                  </a:moveTo>
                  <a:lnTo>
                    <a:pt x="0" y="110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l4196"/>
            <p:cNvSpPr/>
            <p:nvPr/>
          </p:nvSpPr>
          <p:spPr>
            <a:xfrm>
              <a:off x="5495270" y="1599200"/>
              <a:ext cx="37057" cy="11825"/>
            </a:xfrm>
            <a:custGeom>
              <a:avLst/>
              <a:pathLst>
                <a:path w="37057" h="11825">
                  <a:moveTo>
                    <a:pt x="37057" y="0"/>
                  </a:moveTo>
                  <a:lnTo>
                    <a:pt x="0" y="11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l4197"/>
            <p:cNvSpPr/>
            <p:nvPr/>
          </p:nvSpPr>
          <p:spPr>
            <a:xfrm>
              <a:off x="5754835" y="1498933"/>
              <a:ext cx="8235" cy="1438"/>
            </a:xfrm>
            <a:custGeom>
              <a:avLst/>
              <a:pathLst>
                <a:path w="8235" h="1438">
                  <a:moveTo>
                    <a:pt x="8235" y="0"/>
                  </a:moveTo>
                  <a:lnTo>
                    <a:pt x="0" y="1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l4198"/>
            <p:cNvSpPr/>
            <p:nvPr/>
          </p:nvSpPr>
          <p:spPr>
            <a:xfrm>
              <a:off x="5779559" y="1494830"/>
              <a:ext cx="8253" cy="1332"/>
            </a:xfrm>
            <a:custGeom>
              <a:avLst/>
              <a:pathLst>
                <a:path w="8253" h="1332">
                  <a:moveTo>
                    <a:pt x="8253" y="0"/>
                  </a:moveTo>
                  <a:lnTo>
                    <a:pt x="0" y="13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l4199"/>
            <p:cNvSpPr/>
            <p:nvPr/>
          </p:nvSpPr>
          <p:spPr>
            <a:xfrm>
              <a:off x="5771532" y="1496806"/>
              <a:ext cx="12364" cy="2036"/>
            </a:xfrm>
            <a:custGeom>
              <a:avLst/>
              <a:pathLst>
                <a:path w="12364" h="2036">
                  <a:moveTo>
                    <a:pt x="12364" y="0"/>
                  </a:moveTo>
                  <a:lnTo>
                    <a:pt x="0" y="2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l4200"/>
            <p:cNvSpPr/>
            <p:nvPr/>
          </p:nvSpPr>
          <p:spPr>
            <a:xfrm>
              <a:off x="5759639" y="1500442"/>
              <a:ext cx="18507" cy="3140"/>
            </a:xfrm>
            <a:custGeom>
              <a:avLst/>
              <a:pathLst>
                <a:path w="18507" h="3140">
                  <a:moveTo>
                    <a:pt x="18507" y="0"/>
                  </a:moveTo>
                  <a:lnTo>
                    <a:pt x="0" y="31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l4201"/>
            <p:cNvSpPr/>
            <p:nvPr/>
          </p:nvSpPr>
          <p:spPr>
            <a:xfrm>
              <a:off x="5747555" y="1503302"/>
              <a:ext cx="21555" cy="3781"/>
            </a:xfrm>
            <a:custGeom>
              <a:avLst/>
              <a:pathLst>
                <a:path w="21555" h="3781">
                  <a:moveTo>
                    <a:pt x="21555" y="0"/>
                  </a:moveTo>
                  <a:lnTo>
                    <a:pt x="0" y="37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l4202"/>
            <p:cNvSpPr/>
            <p:nvPr/>
          </p:nvSpPr>
          <p:spPr>
            <a:xfrm>
              <a:off x="5804335" y="1491044"/>
              <a:ext cx="8269" cy="1226"/>
            </a:xfrm>
            <a:custGeom>
              <a:avLst/>
              <a:pathLst>
                <a:path w="8269" h="1226">
                  <a:moveTo>
                    <a:pt x="8269" y="0"/>
                  </a:moveTo>
                  <a:lnTo>
                    <a:pt x="0" y="12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l4203"/>
            <p:cNvSpPr/>
            <p:nvPr/>
          </p:nvSpPr>
          <p:spPr>
            <a:xfrm>
              <a:off x="5796274" y="1492970"/>
              <a:ext cx="12389" cy="1878"/>
            </a:xfrm>
            <a:custGeom>
              <a:avLst/>
              <a:pathLst>
                <a:path w="12389" h="1878">
                  <a:moveTo>
                    <a:pt x="12389" y="0"/>
                  </a:moveTo>
                  <a:lnTo>
                    <a:pt x="0" y="18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l4204"/>
            <p:cNvSpPr/>
            <p:nvPr/>
          </p:nvSpPr>
          <p:spPr>
            <a:xfrm>
              <a:off x="5820879" y="1488696"/>
              <a:ext cx="8279" cy="1156"/>
            </a:xfrm>
            <a:custGeom>
              <a:avLst/>
              <a:pathLst>
                <a:path w="8279" h="1156">
                  <a:moveTo>
                    <a:pt x="8279" y="0"/>
                  </a:moveTo>
                  <a:lnTo>
                    <a:pt x="0" y="11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l4205"/>
            <p:cNvSpPr/>
            <p:nvPr/>
          </p:nvSpPr>
          <p:spPr>
            <a:xfrm>
              <a:off x="5845732" y="1485441"/>
              <a:ext cx="8293" cy="1049"/>
            </a:xfrm>
            <a:custGeom>
              <a:avLst/>
              <a:pathLst>
                <a:path w="8293" h="1049">
                  <a:moveTo>
                    <a:pt x="8293" y="0"/>
                  </a:moveTo>
                  <a:lnTo>
                    <a:pt x="0" y="10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l4206"/>
            <p:cNvSpPr/>
            <p:nvPr/>
          </p:nvSpPr>
          <p:spPr>
            <a:xfrm>
              <a:off x="5837619" y="1487282"/>
              <a:ext cx="12427" cy="1613"/>
            </a:xfrm>
            <a:custGeom>
              <a:avLst/>
              <a:pathLst>
                <a:path w="12427" h="1613">
                  <a:moveTo>
                    <a:pt x="12427" y="0"/>
                  </a:moveTo>
                  <a:lnTo>
                    <a:pt x="0" y="1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l4207"/>
            <p:cNvSpPr/>
            <p:nvPr/>
          </p:nvSpPr>
          <p:spPr>
            <a:xfrm>
              <a:off x="5825570" y="1490719"/>
              <a:ext cx="18603" cy="2506"/>
            </a:xfrm>
            <a:custGeom>
              <a:avLst/>
              <a:pathLst>
                <a:path w="18603" h="2506">
                  <a:moveTo>
                    <a:pt x="18603" y="0"/>
                  </a:moveTo>
                  <a:lnTo>
                    <a:pt x="0" y="2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l4208"/>
            <p:cNvSpPr/>
            <p:nvPr/>
          </p:nvSpPr>
          <p:spPr>
            <a:xfrm>
              <a:off x="5803466" y="1495909"/>
              <a:ext cx="31936" cy="4572"/>
            </a:xfrm>
            <a:custGeom>
              <a:avLst/>
              <a:pathLst>
                <a:path w="31936" h="4572">
                  <a:moveTo>
                    <a:pt x="31936" y="0"/>
                  </a:moveTo>
                  <a:lnTo>
                    <a:pt x="0" y="45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l4209"/>
            <p:cNvSpPr/>
            <p:nvPr/>
          </p:nvSpPr>
          <p:spPr>
            <a:xfrm>
              <a:off x="5790325" y="1506037"/>
              <a:ext cx="30232" cy="4571"/>
            </a:xfrm>
            <a:custGeom>
              <a:avLst/>
              <a:pathLst>
                <a:path w="30232" h="4571">
                  <a:moveTo>
                    <a:pt x="30232" y="0"/>
                  </a:moveTo>
                  <a:lnTo>
                    <a:pt x="0" y="4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l4210"/>
            <p:cNvSpPr/>
            <p:nvPr/>
          </p:nvSpPr>
          <p:spPr>
            <a:xfrm>
              <a:off x="5760168" y="1510608"/>
              <a:ext cx="30156" cy="5046"/>
            </a:xfrm>
            <a:custGeom>
              <a:avLst/>
              <a:pathLst>
                <a:path w="30156" h="5046">
                  <a:moveTo>
                    <a:pt x="30156" y="0"/>
                  </a:moveTo>
                  <a:lnTo>
                    <a:pt x="0" y="50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l4211"/>
            <p:cNvSpPr/>
            <p:nvPr/>
          </p:nvSpPr>
          <p:spPr>
            <a:xfrm>
              <a:off x="5862324" y="1483447"/>
              <a:ext cx="8302" cy="979"/>
            </a:xfrm>
            <a:custGeom>
              <a:avLst/>
              <a:pathLst>
                <a:path w="8302" h="979">
                  <a:moveTo>
                    <a:pt x="8302" y="0"/>
                  </a:moveTo>
                  <a:lnTo>
                    <a:pt x="0" y="9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l4212"/>
            <p:cNvSpPr/>
            <p:nvPr/>
          </p:nvSpPr>
          <p:spPr>
            <a:xfrm>
              <a:off x="5887244" y="1480723"/>
              <a:ext cx="8314" cy="872"/>
            </a:xfrm>
            <a:custGeom>
              <a:avLst/>
              <a:pathLst>
                <a:path w="8314" h="872">
                  <a:moveTo>
                    <a:pt x="8314" y="0"/>
                  </a:moveTo>
                  <a:lnTo>
                    <a:pt x="0" y="8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l4213"/>
            <p:cNvSpPr/>
            <p:nvPr/>
          </p:nvSpPr>
          <p:spPr>
            <a:xfrm>
              <a:off x="5879081" y="1482479"/>
              <a:ext cx="12458" cy="1348"/>
            </a:xfrm>
            <a:custGeom>
              <a:avLst/>
              <a:pathLst>
                <a:path w="12458" h="1348">
                  <a:moveTo>
                    <a:pt x="12458" y="0"/>
                  </a:moveTo>
                  <a:lnTo>
                    <a:pt x="0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l4214"/>
            <p:cNvSpPr/>
            <p:nvPr/>
          </p:nvSpPr>
          <p:spPr>
            <a:xfrm>
              <a:off x="5866943" y="1485790"/>
              <a:ext cx="18652" cy="2108"/>
            </a:xfrm>
            <a:custGeom>
              <a:avLst/>
              <a:pathLst>
                <a:path w="18652" h="2108">
                  <a:moveTo>
                    <a:pt x="18652" y="0"/>
                  </a:moveTo>
                  <a:lnTo>
                    <a:pt x="0" y="2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l4215"/>
            <p:cNvSpPr/>
            <p:nvPr/>
          </p:nvSpPr>
          <p:spPr>
            <a:xfrm>
              <a:off x="5903876" y="1479084"/>
              <a:ext cx="8321" cy="801"/>
            </a:xfrm>
            <a:custGeom>
              <a:avLst/>
              <a:pathLst>
                <a:path w="8321" h="801">
                  <a:moveTo>
                    <a:pt x="8321" y="0"/>
                  </a:moveTo>
                  <a:lnTo>
                    <a:pt x="0" y="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l4216"/>
            <p:cNvSpPr/>
            <p:nvPr/>
          </p:nvSpPr>
          <p:spPr>
            <a:xfrm>
              <a:off x="5920522" y="1477587"/>
              <a:ext cx="8327" cy="730"/>
            </a:xfrm>
            <a:custGeom>
              <a:avLst/>
              <a:pathLst>
                <a:path w="8327" h="730">
                  <a:moveTo>
                    <a:pt x="8327" y="0"/>
                  </a:moveTo>
                  <a:lnTo>
                    <a:pt x="0" y="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l4217"/>
            <p:cNvSpPr/>
            <p:nvPr/>
          </p:nvSpPr>
          <p:spPr>
            <a:xfrm>
              <a:off x="5937181" y="1476232"/>
              <a:ext cx="8333" cy="659"/>
            </a:xfrm>
            <a:custGeom>
              <a:avLst/>
              <a:pathLst>
                <a:path w="8333" h="659">
                  <a:moveTo>
                    <a:pt x="8333" y="0"/>
                  </a:moveTo>
                  <a:lnTo>
                    <a:pt x="0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l4218"/>
            <p:cNvSpPr/>
            <p:nvPr/>
          </p:nvSpPr>
          <p:spPr>
            <a:xfrm>
              <a:off x="5924919" y="1479212"/>
              <a:ext cx="16639" cy="1388"/>
            </a:xfrm>
            <a:custGeom>
              <a:avLst/>
              <a:pathLst>
                <a:path w="16639" h="1388">
                  <a:moveTo>
                    <a:pt x="16639" y="0"/>
                  </a:moveTo>
                  <a:lnTo>
                    <a:pt x="0" y="13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l4219"/>
            <p:cNvSpPr/>
            <p:nvPr/>
          </p:nvSpPr>
          <p:spPr>
            <a:xfrm>
              <a:off x="5908547" y="1482542"/>
              <a:ext cx="24911" cy="2238"/>
            </a:xfrm>
            <a:custGeom>
              <a:avLst/>
              <a:pathLst>
                <a:path w="24911" h="2238">
                  <a:moveTo>
                    <a:pt x="24911" y="0"/>
                  </a:moveTo>
                  <a:lnTo>
                    <a:pt x="0" y="2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l4220"/>
            <p:cNvSpPr/>
            <p:nvPr/>
          </p:nvSpPr>
          <p:spPr>
            <a:xfrm>
              <a:off x="5877164" y="1490252"/>
              <a:ext cx="44430" cy="4507"/>
            </a:xfrm>
            <a:custGeom>
              <a:avLst/>
              <a:pathLst>
                <a:path w="44430" h="4507">
                  <a:moveTo>
                    <a:pt x="44430" y="0"/>
                  </a:moveTo>
                  <a:lnTo>
                    <a:pt x="0" y="45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l4221"/>
            <p:cNvSpPr/>
            <p:nvPr/>
          </p:nvSpPr>
          <p:spPr>
            <a:xfrm>
              <a:off x="5970533" y="1473950"/>
              <a:ext cx="8343" cy="517"/>
            </a:xfrm>
            <a:custGeom>
              <a:avLst/>
              <a:pathLst>
                <a:path w="8343" h="517">
                  <a:moveTo>
                    <a:pt x="8343" y="0"/>
                  </a:moveTo>
                  <a:lnTo>
                    <a:pt x="0" y="5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l4222"/>
            <p:cNvSpPr/>
            <p:nvPr/>
          </p:nvSpPr>
          <p:spPr>
            <a:xfrm>
              <a:off x="5962282" y="1475533"/>
              <a:ext cx="12504" cy="815"/>
            </a:xfrm>
            <a:custGeom>
              <a:avLst/>
              <a:pathLst>
                <a:path w="12504" h="815">
                  <a:moveTo>
                    <a:pt x="12504" y="0"/>
                  </a:moveTo>
                  <a:lnTo>
                    <a:pt x="0" y="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l4223"/>
            <p:cNvSpPr/>
            <p:nvPr/>
          </p:nvSpPr>
          <p:spPr>
            <a:xfrm>
              <a:off x="5954045" y="1477260"/>
              <a:ext cx="14575" cy="1004"/>
            </a:xfrm>
            <a:custGeom>
              <a:avLst/>
              <a:pathLst>
                <a:path w="14575" h="1004">
                  <a:moveTo>
                    <a:pt x="14575" y="0"/>
                  </a:moveTo>
                  <a:lnTo>
                    <a:pt x="0" y="1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l4224"/>
            <p:cNvSpPr/>
            <p:nvPr/>
          </p:nvSpPr>
          <p:spPr>
            <a:xfrm>
              <a:off x="6012273" y="1471899"/>
              <a:ext cx="8353" cy="338"/>
            </a:xfrm>
            <a:custGeom>
              <a:avLst/>
              <a:pathLst>
                <a:path w="8353" h="338">
                  <a:moveTo>
                    <a:pt x="8353" y="0"/>
                  </a:moveTo>
                  <a:lnTo>
                    <a:pt x="0" y="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l4225"/>
            <p:cNvSpPr/>
            <p:nvPr/>
          </p:nvSpPr>
          <p:spPr>
            <a:xfrm>
              <a:off x="6003984" y="1473395"/>
              <a:ext cx="12519" cy="548"/>
            </a:xfrm>
            <a:custGeom>
              <a:avLst/>
              <a:pathLst>
                <a:path w="12519" h="548">
                  <a:moveTo>
                    <a:pt x="12519" y="0"/>
                  </a:moveTo>
                  <a:lnTo>
                    <a:pt x="0" y="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l4226"/>
            <p:cNvSpPr/>
            <p:nvPr/>
          </p:nvSpPr>
          <p:spPr>
            <a:xfrm>
              <a:off x="5995707" y="1474989"/>
              <a:ext cx="14593" cy="693"/>
            </a:xfrm>
            <a:custGeom>
              <a:avLst/>
              <a:pathLst>
                <a:path w="14593" h="693">
                  <a:moveTo>
                    <a:pt x="14593" y="0"/>
                  </a:moveTo>
                  <a:lnTo>
                    <a:pt x="0" y="6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l4227"/>
            <p:cNvSpPr/>
            <p:nvPr/>
          </p:nvSpPr>
          <p:spPr>
            <a:xfrm>
              <a:off x="5987445" y="1476652"/>
              <a:ext cx="15622" cy="805"/>
            </a:xfrm>
            <a:custGeom>
              <a:avLst/>
              <a:pathLst>
                <a:path w="15622" h="805">
                  <a:moveTo>
                    <a:pt x="15622" y="0"/>
                  </a:moveTo>
                  <a:lnTo>
                    <a:pt x="0" y="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l4228"/>
            <p:cNvSpPr/>
            <p:nvPr/>
          </p:nvSpPr>
          <p:spPr>
            <a:xfrm>
              <a:off x="6028980" y="1471329"/>
              <a:ext cx="8355" cy="267"/>
            </a:xfrm>
            <a:custGeom>
              <a:avLst/>
              <a:pathLst>
                <a:path w="8355" h="267">
                  <a:moveTo>
                    <a:pt x="8355" y="0"/>
                  </a:moveTo>
                  <a:lnTo>
                    <a:pt x="0" y="2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l4229"/>
            <p:cNvSpPr/>
            <p:nvPr/>
          </p:nvSpPr>
          <p:spPr>
            <a:xfrm>
              <a:off x="6079127" y="1470472"/>
              <a:ext cx="8359" cy="53"/>
            </a:xfrm>
            <a:custGeom>
              <a:avLst/>
              <a:pathLst>
                <a:path w="8359" h="53">
                  <a:moveTo>
                    <a:pt x="8359" y="0"/>
                  </a:moveTo>
                  <a:lnTo>
                    <a:pt x="0" y="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l4230"/>
            <p:cNvSpPr/>
            <p:nvPr/>
          </p:nvSpPr>
          <p:spPr>
            <a:xfrm>
              <a:off x="6070785" y="1471826"/>
              <a:ext cx="12530" cy="120"/>
            </a:xfrm>
            <a:custGeom>
              <a:avLst/>
              <a:pathLst>
                <a:path w="12530" h="120">
                  <a:moveTo>
                    <a:pt x="12530" y="0"/>
                  </a:moveTo>
                  <a:lnTo>
                    <a:pt x="0" y="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l4231"/>
            <p:cNvSpPr/>
            <p:nvPr/>
          </p:nvSpPr>
          <p:spPr>
            <a:xfrm>
              <a:off x="6062454" y="1473207"/>
              <a:ext cx="14608" cy="194"/>
            </a:xfrm>
            <a:custGeom>
              <a:avLst/>
              <a:pathLst>
                <a:path w="14608" h="194">
                  <a:moveTo>
                    <a:pt x="14608" y="0"/>
                  </a:moveTo>
                  <a:lnTo>
                    <a:pt x="0" y="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l4232"/>
            <p:cNvSpPr/>
            <p:nvPr/>
          </p:nvSpPr>
          <p:spPr>
            <a:xfrm>
              <a:off x="6054136" y="1474623"/>
              <a:ext cx="15640" cy="271"/>
            </a:xfrm>
            <a:custGeom>
              <a:avLst/>
              <a:pathLst>
                <a:path w="15640" h="271">
                  <a:moveTo>
                    <a:pt x="15640" y="0"/>
                  </a:moveTo>
                  <a:lnTo>
                    <a:pt x="0" y="2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l4233"/>
            <p:cNvSpPr/>
            <p:nvPr/>
          </p:nvSpPr>
          <p:spPr>
            <a:xfrm>
              <a:off x="6045829" y="1476074"/>
              <a:ext cx="16149" cy="346"/>
            </a:xfrm>
            <a:custGeom>
              <a:avLst/>
              <a:pathLst>
                <a:path w="16149" h="346">
                  <a:moveTo>
                    <a:pt x="16149" y="0"/>
                  </a:moveTo>
                  <a:lnTo>
                    <a:pt x="0" y="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l4234"/>
            <p:cNvSpPr/>
            <p:nvPr/>
          </p:nvSpPr>
          <p:spPr>
            <a:xfrm>
              <a:off x="6033414" y="1478893"/>
              <a:ext cx="20547" cy="549"/>
            </a:xfrm>
            <a:custGeom>
              <a:avLst/>
              <a:pathLst>
                <a:path w="20547" h="549">
                  <a:moveTo>
                    <a:pt x="20547" y="0"/>
                  </a:moveTo>
                  <a:lnTo>
                    <a:pt x="0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l4235"/>
            <p:cNvSpPr/>
            <p:nvPr/>
          </p:nvSpPr>
          <p:spPr>
            <a:xfrm>
              <a:off x="5995803" y="1485795"/>
              <a:ext cx="48061" cy="1880"/>
            </a:xfrm>
            <a:custGeom>
              <a:avLst/>
              <a:pathLst>
                <a:path w="48061" h="1880">
                  <a:moveTo>
                    <a:pt x="48061" y="0"/>
                  </a:moveTo>
                  <a:lnTo>
                    <a:pt x="0" y="1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l4236"/>
            <p:cNvSpPr/>
            <p:nvPr/>
          </p:nvSpPr>
          <p:spPr>
            <a:xfrm>
              <a:off x="5962522" y="1491909"/>
              <a:ext cx="57513" cy="3107"/>
            </a:xfrm>
            <a:custGeom>
              <a:avLst/>
              <a:pathLst>
                <a:path w="57513" h="3107">
                  <a:moveTo>
                    <a:pt x="57513" y="0"/>
                  </a:moveTo>
                  <a:lnTo>
                    <a:pt x="0" y="31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l4237"/>
            <p:cNvSpPr/>
            <p:nvPr/>
          </p:nvSpPr>
          <p:spPr>
            <a:xfrm>
              <a:off x="5946813" y="1507873"/>
              <a:ext cx="45244" cy="2979"/>
            </a:xfrm>
            <a:custGeom>
              <a:avLst/>
              <a:pathLst>
                <a:path w="45244" h="2979">
                  <a:moveTo>
                    <a:pt x="45244" y="0"/>
                  </a:moveTo>
                  <a:lnTo>
                    <a:pt x="0" y="29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l4238"/>
            <p:cNvSpPr/>
            <p:nvPr/>
          </p:nvSpPr>
          <p:spPr>
            <a:xfrm>
              <a:off x="5901651" y="1510853"/>
              <a:ext cx="45161" cy="4044"/>
            </a:xfrm>
            <a:custGeom>
              <a:avLst/>
              <a:pathLst>
                <a:path w="45161" h="4044">
                  <a:moveTo>
                    <a:pt x="45161" y="0"/>
                  </a:moveTo>
                  <a:lnTo>
                    <a:pt x="0" y="40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l4239"/>
            <p:cNvSpPr/>
            <p:nvPr/>
          </p:nvSpPr>
          <p:spPr>
            <a:xfrm>
              <a:off x="5897413" y="1529437"/>
              <a:ext cx="50844" cy="4636"/>
            </a:xfrm>
            <a:custGeom>
              <a:avLst/>
              <a:pathLst>
                <a:path w="50844" h="4636">
                  <a:moveTo>
                    <a:pt x="50844" y="0"/>
                  </a:moveTo>
                  <a:lnTo>
                    <a:pt x="0" y="46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l4240"/>
            <p:cNvSpPr/>
            <p:nvPr/>
          </p:nvSpPr>
          <p:spPr>
            <a:xfrm>
              <a:off x="5846711" y="1534073"/>
              <a:ext cx="50701" cy="5997"/>
            </a:xfrm>
            <a:custGeom>
              <a:avLst/>
              <a:pathLst>
                <a:path w="50701" h="5997">
                  <a:moveTo>
                    <a:pt x="50701" y="0"/>
                  </a:moveTo>
                  <a:lnTo>
                    <a:pt x="0" y="5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l4241"/>
            <p:cNvSpPr/>
            <p:nvPr/>
          </p:nvSpPr>
          <p:spPr>
            <a:xfrm>
              <a:off x="5796188" y="1540071"/>
              <a:ext cx="50522" cy="7353"/>
            </a:xfrm>
            <a:custGeom>
              <a:avLst/>
              <a:pathLst>
                <a:path w="50522" h="7353">
                  <a:moveTo>
                    <a:pt x="50522" y="0"/>
                  </a:moveTo>
                  <a:lnTo>
                    <a:pt x="0" y="7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l4242"/>
            <p:cNvSpPr/>
            <p:nvPr/>
          </p:nvSpPr>
          <p:spPr>
            <a:xfrm>
              <a:off x="5829863" y="1583180"/>
              <a:ext cx="47652" cy="6262"/>
            </a:xfrm>
            <a:custGeom>
              <a:avLst/>
              <a:pathLst>
                <a:path w="47652" h="6262">
                  <a:moveTo>
                    <a:pt x="47652" y="0"/>
                  </a:moveTo>
                  <a:lnTo>
                    <a:pt x="0" y="6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l4243"/>
            <p:cNvSpPr/>
            <p:nvPr/>
          </p:nvSpPr>
          <p:spPr>
            <a:xfrm>
              <a:off x="5782388" y="1589442"/>
              <a:ext cx="47475" cy="7492"/>
            </a:xfrm>
            <a:custGeom>
              <a:avLst/>
              <a:pathLst>
                <a:path w="47475" h="7492">
                  <a:moveTo>
                    <a:pt x="47475" y="0"/>
                  </a:moveTo>
                  <a:lnTo>
                    <a:pt x="0" y="74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l4244"/>
            <p:cNvSpPr/>
            <p:nvPr/>
          </p:nvSpPr>
          <p:spPr>
            <a:xfrm>
              <a:off x="5735122" y="1596935"/>
              <a:ext cx="47265" cy="8717"/>
            </a:xfrm>
            <a:custGeom>
              <a:avLst/>
              <a:pathLst>
                <a:path w="47265" h="8717">
                  <a:moveTo>
                    <a:pt x="47265" y="0"/>
                  </a:moveTo>
                  <a:lnTo>
                    <a:pt x="0" y="87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l4245"/>
            <p:cNvSpPr/>
            <p:nvPr/>
          </p:nvSpPr>
          <p:spPr>
            <a:xfrm>
              <a:off x="5688098" y="1605652"/>
              <a:ext cx="47024" cy="9936"/>
            </a:xfrm>
            <a:custGeom>
              <a:avLst/>
              <a:pathLst>
                <a:path w="47024" h="9936">
                  <a:moveTo>
                    <a:pt x="47024" y="0"/>
                  </a:moveTo>
                  <a:lnTo>
                    <a:pt x="0" y="99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l4246"/>
            <p:cNvSpPr/>
            <p:nvPr/>
          </p:nvSpPr>
          <p:spPr>
            <a:xfrm>
              <a:off x="5641346" y="1615589"/>
              <a:ext cx="46751" cy="11149"/>
            </a:xfrm>
            <a:custGeom>
              <a:avLst/>
              <a:pathLst>
                <a:path w="46751" h="11149">
                  <a:moveTo>
                    <a:pt x="46751" y="0"/>
                  </a:moveTo>
                  <a:lnTo>
                    <a:pt x="0" y="1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l4247"/>
            <p:cNvSpPr/>
            <p:nvPr/>
          </p:nvSpPr>
          <p:spPr>
            <a:xfrm>
              <a:off x="5594898" y="1626738"/>
              <a:ext cx="46447" cy="12354"/>
            </a:xfrm>
            <a:custGeom>
              <a:avLst/>
              <a:pathLst>
                <a:path w="46447" h="12354">
                  <a:moveTo>
                    <a:pt x="46447" y="0"/>
                  </a:moveTo>
                  <a:lnTo>
                    <a:pt x="0" y="12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l4248"/>
            <p:cNvSpPr/>
            <p:nvPr/>
          </p:nvSpPr>
          <p:spPr>
            <a:xfrm>
              <a:off x="5548786" y="1639092"/>
              <a:ext cx="46112" cy="13551"/>
            </a:xfrm>
            <a:custGeom>
              <a:avLst/>
              <a:pathLst>
                <a:path w="46112" h="13551">
                  <a:moveTo>
                    <a:pt x="46112" y="0"/>
                  </a:moveTo>
                  <a:lnTo>
                    <a:pt x="0" y="13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l4249"/>
            <p:cNvSpPr/>
            <p:nvPr/>
          </p:nvSpPr>
          <p:spPr>
            <a:xfrm>
              <a:off x="5665347" y="1614376"/>
              <a:ext cx="47056" cy="10584"/>
            </a:xfrm>
            <a:custGeom>
              <a:avLst/>
              <a:pathLst>
                <a:path w="47056" h="10584">
                  <a:moveTo>
                    <a:pt x="47056" y="0"/>
                  </a:moveTo>
                  <a:lnTo>
                    <a:pt x="0" y="105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l4250"/>
            <p:cNvSpPr/>
            <p:nvPr/>
          </p:nvSpPr>
          <p:spPr>
            <a:xfrm>
              <a:off x="5618581" y="1624961"/>
              <a:ext cx="46765" cy="11804"/>
            </a:xfrm>
            <a:custGeom>
              <a:avLst/>
              <a:pathLst>
                <a:path w="46765" h="11804">
                  <a:moveTo>
                    <a:pt x="46765" y="0"/>
                  </a:moveTo>
                  <a:lnTo>
                    <a:pt x="0" y="11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l4251"/>
            <p:cNvSpPr/>
            <p:nvPr/>
          </p:nvSpPr>
          <p:spPr>
            <a:xfrm>
              <a:off x="5572138" y="1636765"/>
              <a:ext cx="46442" cy="13016"/>
            </a:xfrm>
            <a:custGeom>
              <a:avLst/>
              <a:pathLst>
                <a:path w="46442" h="13016">
                  <a:moveTo>
                    <a:pt x="46442" y="0"/>
                  </a:moveTo>
                  <a:lnTo>
                    <a:pt x="0" y="130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l4252"/>
            <p:cNvSpPr/>
            <p:nvPr/>
          </p:nvSpPr>
          <p:spPr>
            <a:xfrm>
              <a:off x="5526049" y="1649782"/>
              <a:ext cx="46088" cy="14219"/>
            </a:xfrm>
            <a:custGeom>
              <a:avLst/>
              <a:pathLst>
                <a:path w="46088" h="14219">
                  <a:moveTo>
                    <a:pt x="46088" y="0"/>
                  </a:moveTo>
                  <a:lnTo>
                    <a:pt x="0" y="14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l4253"/>
            <p:cNvSpPr/>
            <p:nvPr/>
          </p:nvSpPr>
          <p:spPr>
            <a:xfrm>
              <a:off x="5480346" y="1664002"/>
              <a:ext cx="45703" cy="15413"/>
            </a:xfrm>
            <a:custGeom>
              <a:avLst/>
              <a:pathLst>
                <a:path w="45703" h="15413">
                  <a:moveTo>
                    <a:pt x="45703" y="0"/>
                  </a:moveTo>
                  <a:lnTo>
                    <a:pt x="0" y="154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l4254"/>
            <p:cNvSpPr/>
            <p:nvPr/>
          </p:nvSpPr>
          <p:spPr>
            <a:xfrm>
              <a:off x="5552708" y="1644405"/>
              <a:ext cx="42969" cy="12604"/>
            </a:xfrm>
            <a:custGeom>
              <a:avLst/>
              <a:pathLst>
                <a:path w="42969" h="12604">
                  <a:moveTo>
                    <a:pt x="42969" y="0"/>
                  </a:moveTo>
                  <a:lnTo>
                    <a:pt x="0" y="12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l4255"/>
            <p:cNvSpPr/>
            <p:nvPr/>
          </p:nvSpPr>
          <p:spPr>
            <a:xfrm>
              <a:off x="5510056" y="1657010"/>
              <a:ext cx="42652" cy="13639"/>
            </a:xfrm>
            <a:custGeom>
              <a:avLst/>
              <a:pathLst>
                <a:path w="42652" h="13639">
                  <a:moveTo>
                    <a:pt x="42652" y="0"/>
                  </a:moveTo>
                  <a:lnTo>
                    <a:pt x="0" y="136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l4256"/>
            <p:cNvSpPr/>
            <p:nvPr/>
          </p:nvSpPr>
          <p:spPr>
            <a:xfrm>
              <a:off x="5467746" y="1670649"/>
              <a:ext cx="42310" cy="14665"/>
            </a:xfrm>
            <a:custGeom>
              <a:avLst/>
              <a:pathLst>
                <a:path w="42310" h="14665">
                  <a:moveTo>
                    <a:pt x="42310" y="0"/>
                  </a:moveTo>
                  <a:lnTo>
                    <a:pt x="0" y="14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l4257"/>
            <p:cNvSpPr/>
            <p:nvPr/>
          </p:nvSpPr>
          <p:spPr>
            <a:xfrm>
              <a:off x="5490328" y="1685259"/>
              <a:ext cx="47906" cy="16051"/>
            </a:xfrm>
            <a:custGeom>
              <a:avLst/>
              <a:pathLst>
                <a:path w="47906" h="16051">
                  <a:moveTo>
                    <a:pt x="47906" y="0"/>
                  </a:moveTo>
                  <a:lnTo>
                    <a:pt x="0" y="16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l4258"/>
            <p:cNvSpPr/>
            <p:nvPr/>
          </p:nvSpPr>
          <p:spPr>
            <a:xfrm>
              <a:off x="5442883" y="1701311"/>
              <a:ext cx="47445" cy="17367"/>
            </a:xfrm>
            <a:custGeom>
              <a:avLst/>
              <a:pathLst>
                <a:path w="47445" h="17367">
                  <a:moveTo>
                    <a:pt x="47445" y="0"/>
                  </a:moveTo>
                  <a:lnTo>
                    <a:pt x="0" y="173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l4259"/>
            <p:cNvSpPr/>
            <p:nvPr/>
          </p:nvSpPr>
          <p:spPr>
            <a:xfrm>
              <a:off x="5395935" y="1718678"/>
              <a:ext cx="46947" cy="18669"/>
            </a:xfrm>
            <a:custGeom>
              <a:avLst/>
              <a:pathLst>
                <a:path w="46947" h="18669">
                  <a:moveTo>
                    <a:pt x="46947" y="0"/>
                  </a:moveTo>
                  <a:lnTo>
                    <a:pt x="0" y="186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l4260"/>
            <p:cNvSpPr/>
            <p:nvPr/>
          </p:nvSpPr>
          <p:spPr>
            <a:xfrm>
              <a:off x="5430273" y="1721083"/>
              <a:ext cx="40391" cy="15331"/>
            </a:xfrm>
            <a:custGeom>
              <a:avLst/>
              <a:pathLst>
                <a:path w="40391" h="15331">
                  <a:moveTo>
                    <a:pt x="40391" y="0"/>
                  </a:moveTo>
                  <a:lnTo>
                    <a:pt x="0" y="15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l4261"/>
            <p:cNvSpPr/>
            <p:nvPr/>
          </p:nvSpPr>
          <p:spPr>
            <a:xfrm>
              <a:off x="5390257" y="1736415"/>
              <a:ext cx="40016" cy="16286"/>
            </a:xfrm>
            <a:custGeom>
              <a:avLst/>
              <a:pathLst>
                <a:path w="40016" h="16286">
                  <a:moveTo>
                    <a:pt x="40016" y="0"/>
                  </a:moveTo>
                  <a:lnTo>
                    <a:pt x="0" y="162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l4262"/>
            <p:cNvSpPr/>
            <p:nvPr/>
          </p:nvSpPr>
          <p:spPr>
            <a:xfrm>
              <a:off x="5350639" y="1752702"/>
              <a:ext cx="39617" cy="17232"/>
            </a:xfrm>
            <a:custGeom>
              <a:avLst/>
              <a:pathLst>
                <a:path w="39617" h="17232">
                  <a:moveTo>
                    <a:pt x="39617" y="0"/>
                  </a:moveTo>
                  <a:lnTo>
                    <a:pt x="0" y="17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l4263"/>
            <p:cNvSpPr/>
            <p:nvPr/>
          </p:nvSpPr>
          <p:spPr>
            <a:xfrm>
              <a:off x="5311442" y="1769935"/>
              <a:ext cx="39197" cy="18168"/>
            </a:xfrm>
            <a:custGeom>
              <a:avLst/>
              <a:pathLst>
                <a:path w="39197" h="18168">
                  <a:moveTo>
                    <a:pt x="39197" y="0"/>
                  </a:moveTo>
                  <a:lnTo>
                    <a:pt x="0" y="181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l4264"/>
            <p:cNvSpPr/>
            <p:nvPr/>
          </p:nvSpPr>
          <p:spPr>
            <a:xfrm>
              <a:off x="5362906" y="1799334"/>
              <a:ext cx="46979" cy="20581"/>
            </a:xfrm>
            <a:custGeom>
              <a:avLst/>
              <a:pathLst>
                <a:path w="46979" h="20581">
                  <a:moveTo>
                    <a:pt x="46979" y="0"/>
                  </a:moveTo>
                  <a:lnTo>
                    <a:pt x="0" y="20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l4265"/>
            <p:cNvSpPr/>
            <p:nvPr/>
          </p:nvSpPr>
          <p:spPr>
            <a:xfrm>
              <a:off x="5316544" y="1819916"/>
              <a:ext cx="46362" cy="21935"/>
            </a:xfrm>
            <a:custGeom>
              <a:avLst/>
              <a:pathLst>
                <a:path w="46362" h="21935">
                  <a:moveTo>
                    <a:pt x="46362" y="0"/>
                  </a:moveTo>
                  <a:lnTo>
                    <a:pt x="0" y="21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l4266"/>
            <p:cNvSpPr/>
            <p:nvPr/>
          </p:nvSpPr>
          <p:spPr>
            <a:xfrm>
              <a:off x="5270837" y="1841852"/>
              <a:ext cx="45706" cy="23271"/>
            </a:xfrm>
            <a:custGeom>
              <a:avLst/>
              <a:pathLst>
                <a:path w="45706" h="23271">
                  <a:moveTo>
                    <a:pt x="45706" y="0"/>
                  </a:moveTo>
                  <a:lnTo>
                    <a:pt x="0" y="232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l4267"/>
            <p:cNvSpPr/>
            <p:nvPr/>
          </p:nvSpPr>
          <p:spPr>
            <a:xfrm>
              <a:off x="5225824" y="1865123"/>
              <a:ext cx="45012" cy="24587"/>
            </a:xfrm>
            <a:custGeom>
              <a:avLst/>
              <a:pathLst>
                <a:path w="45012" h="24587">
                  <a:moveTo>
                    <a:pt x="45012" y="0"/>
                  </a:moveTo>
                  <a:lnTo>
                    <a:pt x="0" y="24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l4268"/>
            <p:cNvSpPr/>
            <p:nvPr/>
          </p:nvSpPr>
          <p:spPr>
            <a:xfrm>
              <a:off x="5181544" y="1889710"/>
              <a:ext cx="44280" cy="25882"/>
            </a:xfrm>
            <a:custGeom>
              <a:avLst/>
              <a:pathLst>
                <a:path w="44280" h="25882">
                  <a:moveTo>
                    <a:pt x="44280" y="0"/>
                  </a:moveTo>
                  <a:lnTo>
                    <a:pt x="0" y="25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l4269"/>
            <p:cNvSpPr/>
            <p:nvPr/>
          </p:nvSpPr>
          <p:spPr>
            <a:xfrm>
              <a:off x="5138032" y="1915592"/>
              <a:ext cx="43511" cy="27155"/>
            </a:xfrm>
            <a:custGeom>
              <a:avLst/>
              <a:pathLst>
                <a:path w="43511" h="27155">
                  <a:moveTo>
                    <a:pt x="43511" y="0"/>
                  </a:moveTo>
                  <a:lnTo>
                    <a:pt x="0" y="27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l4270"/>
            <p:cNvSpPr/>
            <p:nvPr/>
          </p:nvSpPr>
          <p:spPr>
            <a:xfrm>
              <a:off x="5095327" y="1942748"/>
              <a:ext cx="42705" cy="28406"/>
            </a:xfrm>
            <a:custGeom>
              <a:avLst/>
              <a:pathLst>
                <a:path w="42705" h="28406">
                  <a:moveTo>
                    <a:pt x="42705" y="0"/>
                  </a:moveTo>
                  <a:lnTo>
                    <a:pt x="0" y="28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l4271"/>
            <p:cNvSpPr/>
            <p:nvPr/>
          </p:nvSpPr>
          <p:spPr>
            <a:xfrm>
              <a:off x="5210932" y="1879590"/>
              <a:ext cx="38585" cy="21708"/>
            </a:xfrm>
            <a:custGeom>
              <a:avLst/>
              <a:pathLst>
                <a:path w="38585" h="21708">
                  <a:moveTo>
                    <a:pt x="38585" y="0"/>
                  </a:moveTo>
                  <a:lnTo>
                    <a:pt x="0" y="21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l4272"/>
            <p:cNvSpPr/>
            <p:nvPr/>
          </p:nvSpPr>
          <p:spPr>
            <a:xfrm>
              <a:off x="5172903" y="1901299"/>
              <a:ext cx="38029" cy="22669"/>
            </a:xfrm>
            <a:custGeom>
              <a:avLst/>
              <a:pathLst>
                <a:path w="38029" h="22669">
                  <a:moveTo>
                    <a:pt x="38029" y="0"/>
                  </a:moveTo>
                  <a:lnTo>
                    <a:pt x="0" y="226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l4273"/>
            <p:cNvSpPr/>
            <p:nvPr/>
          </p:nvSpPr>
          <p:spPr>
            <a:xfrm>
              <a:off x="5135455" y="1923969"/>
              <a:ext cx="37448" cy="23616"/>
            </a:xfrm>
            <a:custGeom>
              <a:avLst/>
              <a:pathLst>
                <a:path w="37448" h="23616">
                  <a:moveTo>
                    <a:pt x="37448" y="0"/>
                  </a:moveTo>
                  <a:lnTo>
                    <a:pt x="0" y="23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l4274"/>
            <p:cNvSpPr/>
            <p:nvPr/>
          </p:nvSpPr>
          <p:spPr>
            <a:xfrm>
              <a:off x="5098610" y="1947585"/>
              <a:ext cx="36844" cy="24547"/>
            </a:xfrm>
            <a:custGeom>
              <a:avLst/>
              <a:pathLst>
                <a:path w="36844" h="24547">
                  <a:moveTo>
                    <a:pt x="36844" y="0"/>
                  </a:moveTo>
                  <a:lnTo>
                    <a:pt x="0" y="245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l4275"/>
            <p:cNvSpPr/>
            <p:nvPr/>
          </p:nvSpPr>
          <p:spPr>
            <a:xfrm>
              <a:off x="5062392" y="1972133"/>
              <a:ext cx="36217" cy="25463"/>
            </a:xfrm>
            <a:custGeom>
              <a:avLst/>
              <a:pathLst>
                <a:path w="36217" h="25463">
                  <a:moveTo>
                    <a:pt x="36217" y="0"/>
                  </a:moveTo>
                  <a:lnTo>
                    <a:pt x="0" y="254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l4276"/>
            <p:cNvSpPr/>
            <p:nvPr/>
          </p:nvSpPr>
          <p:spPr>
            <a:xfrm>
              <a:off x="5126668" y="1960436"/>
              <a:ext cx="43061" cy="28055"/>
            </a:xfrm>
            <a:custGeom>
              <a:avLst/>
              <a:pathLst>
                <a:path w="43061" h="28055">
                  <a:moveTo>
                    <a:pt x="43061" y="0"/>
                  </a:moveTo>
                  <a:lnTo>
                    <a:pt x="0" y="28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l4277"/>
            <p:cNvSpPr/>
            <p:nvPr/>
          </p:nvSpPr>
          <p:spPr>
            <a:xfrm>
              <a:off x="5084456" y="1988491"/>
              <a:ext cx="42212" cy="29317"/>
            </a:xfrm>
            <a:custGeom>
              <a:avLst/>
              <a:pathLst>
                <a:path w="42212" h="29317">
                  <a:moveTo>
                    <a:pt x="42212" y="0"/>
                  </a:moveTo>
                  <a:lnTo>
                    <a:pt x="0" y="29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l4278"/>
            <p:cNvSpPr/>
            <p:nvPr/>
          </p:nvSpPr>
          <p:spPr>
            <a:xfrm>
              <a:off x="5043130" y="2017808"/>
              <a:ext cx="41326" cy="30553"/>
            </a:xfrm>
            <a:custGeom>
              <a:avLst/>
              <a:pathLst>
                <a:path w="41326" h="30553">
                  <a:moveTo>
                    <a:pt x="41326" y="0"/>
                  </a:moveTo>
                  <a:lnTo>
                    <a:pt x="0" y="30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l4279"/>
            <p:cNvSpPr/>
            <p:nvPr/>
          </p:nvSpPr>
          <p:spPr>
            <a:xfrm>
              <a:off x="5002726" y="2048362"/>
              <a:ext cx="40403" cy="31763"/>
            </a:xfrm>
            <a:custGeom>
              <a:avLst/>
              <a:pathLst>
                <a:path w="40403" h="31763">
                  <a:moveTo>
                    <a:pt x="40403" y="0"/>
                  </a:moveTo>
                  <a:lnTo>
                    <a:pt x="0" y="31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l4280"/>
            <p:cNvSpPr/>
            <p:nvPr/>
          </p:nvSpPr>
          <p:spPr>
            <a:xfrm>
              <a:off x="4963280" y="2080126"/>
              <a:ext cx="39445" cy="32945"/>
            </a:xfrm>
            <a:custGeom>
              <a:avLst/>
              <a:pathLst>
                <a:path w="39445" h="32945">
                  <a:moveTo>
                    <a:pt x="39445" y="0"/>
                  </a:moveTo>
                  <a:lnTo>
                    <a:pt x="0" y="329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l4281"/>
            <p:cNvSpPr/>
            <p:nvPr/>
          </p:nvSpPr>
          <p:spPr>
            <a:xfrm>
              <a:off x="5023548" y="2034003"/>
              <a:ext cx="40923" cy="31205"/>
            </a:xfrm>
            <a:custGeom>
              <a:avLst/>
              <a:pathLst>
                <a:path w="40923" h="31205">
                  <a:moveTo>
                    <a:pt x="40923" y="0"/>
                  </a:moveTo>
                  <a:lnTo>
                    <a:pt x="0" y="31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l4282"/>
            <p:cNvSpPr/>
            <p:nvPr/>
          </p:nvSpPr>
          <p:spPr>
            <a:xfrm>
              <a:off x="4983568" y="2065208"/>
              <a:ext cx="39979" cy="32405"/>
            </a:xfrm>
            <a:custGeom>
              <a:avLst/>
              <a:pathLst>
                <a:path w="39979" h="32405">
                  <a:moveTo>
                    <a:pt x="39979" y="0"/>
                  </a:moveTo>
                  <a:lnTo>
                    <a:pt x="0" y="32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l4283"/>
            <p:cNvSpPr/>
            <p:nvPr/>
          </p:nvSpPr>
          <p:spPr>
            <a:xfrm>
              <a:off x="4944567" y="2097614"/>
              <a:ext cx="39000" cy="33577"/>
            </a:xfrm>
            <a:custGeom>
              <a:avLst/>
              <a:pathLst>
                <a:path w="39000" h="33577">
                  <a:moveTo>
                    <a:pt x="39000" y="0"/>
                  </a:moveTo>
                  <a:lnTo>
                    <a:pt x="0" y="33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l4284"/>
            <p:cNvSpPr/>
            <p:nvPr/>
          </p:nvSpPr>
          <p:spPr>
            <a:xfrm>
              <a:off x="4982210" y="2101950"/>
              <a:ext cx="37995" cy="31720"/>
            </a:xfrm>
            <a:custGeom>
              <a:avLst/>
              <a:pathLst>
                <a:path w="37995" h="31720">
                  <a:moveTo>
                    <a:pt x="37995" y="0"/>
                  </a:moveTo>
                  <a:lnTo>
                    <a:pt x="0" y="317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l4285"/>
            <p:cNvSpPr/>
            <p:nvPr/>
          </p:nvSpPr>
          <p:spPr>
            <a:xfrm>
              <a:off x="4945150" y="2133670"/>
              <a:ext cx="37060" cy="32807"/>
            </a:xfrm>
            <a:custGeom>
              <a:avLst/>
              <a:pathLst>
                <a:path w="37060" h="32807">
                  <a:moveTo>
                    <a:pt x="37060" y="0"/>
                  </a:moveTo>
                  <a:lnTo>
                    <a:pt x="0" y="32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l4286"/>
            <p:cNvSpPr/>
            <p:nvPr/>
          </p:nvSpPr>
          <p:spPr>
            <a:xfrm>
              <a:off x="4909055" y="2166478"/>
              <a:ext cx="36094" cy="33867"/>
            </a:xfrm>
            <a:custGeom>
              <a:avLst/>
              <a:pathLst>
                <a:path w="36094" h="33867">
                  <a:moveTo>
                    <a:pt x="36094" y="0"/>
                  </a:moveTo>
                  <a:lnTo>
                    <a:pt x="0" y="33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l4287"/>
            <p:cNvSpPr/>
            <p:nvPr/>
          </p:nvSpPr>
          <p:spPr>
            <a:xfrm>
              <a:off x="4873957" y="2200345"/>
              <a:ext cx="35098" cy="34899"/>
            </a:xfrm>
            <a:custGeom>
              <a:avLst/>
              <a:pathLst>
                <a:path w="35098" h="34899">
                  <a:moveTo>
                    <a:pt x="35098" y="0"/>
                  </a:moveTo>
                  <a:lnTo>
                    <a:pt x="0" y="34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l4288"/>
            <p:cNvSpPr/>
            <p:nvPr/>
          </p:nvSpPr>
          <p:spPr>
            <a:xfrm>
              <a:off x="4914430" y="2168446"/>
              <a:ext cx="32513" cy="30419"/>
            </a:xfrm>
            <a:custGeom>
              <a:avLst/>
              <a:pathLst>
                <a:path w="32513" h="30419">
                  <a:moveTo>
                    <a:pt x="32513" y="0"/>
                  </a:moveTo>
                  <a:lnTo>
                    <a:pt x="0" y="30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l4289"/>
            <p:cNvSpPr/>
            <p:nvPr/>
          </p:nvSpPr>
          <p:spPr>
            <a:xfrm>
              <a:off x="4882722" y="2198865"/>
              <a:ext cx="31707" cy="31257"/>
            </a:xfrm>
            <a:custGeom>
              <a:avLst/>
              <a:pathLst>
                <a:path w="31707" h="31257">
                  <a:moveTo>
                    <a:pt x="31707" y="0"/>
                  </a:moveTo>
                  <a:lnTo>
                    <a:pt x="0" y="312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l4290"/>
            <p:cNvSpPr/>
            <p:nvPr/>
          </p:nvSpPr>
          <p:spPr>
            <a:xfrm>
              <a:off x="4851841" y="2230123"/>
              <a:ext cx="30881" cy="32074"/>
            </a:xfrm>
            <a:custGeom>
              <a:avLst/>
              <a:pathLst>
                <a:path w="30881" h="32074">
                  <a:moveTo>
                    <a:pt x="30881" y="0"/>
                  </a:moveTo>
                  <a:lnTo>
                    <a:pt x="0" y="320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l4291"/>
            <p:cNvSpPr/>
            <p:nvPr/>
          </p:nvSpPr>
          <p:spPr>
            <a:xfrm>
              <a:off x="4871766" y="2216287"/>
              <a:ext cx="28578" cy="28852"/>
            </a:xfrm>
            <a:custGeom>
              <a:avLst/>
              <a:pathLst>
                <a:path w="28578" h="28852">
                  <a:moveTo>
                    <a:pt x="28578" y="0"/>
                  </a:moveTo>
                  <a:lnTo>
                    <a:pt x="0" y="288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l4292"/>
            <p:cNvSpPr/>
            <p:nvPr/>
          </p:nvSpPr>
          <p:spPr>
            <a:xfrm>
              <a:off x="4843883" y="2245140"/>
              <a:ext cx="27882" cy="29525"/>
            </a:xfrm>
            <a:custGeom>
              <a:avLst/>
              <a:pathLst>
                <a:path w="27882" h="29525">
                  <a:moveTo>
                    <a:pt x="27882" y="0"/>
                  </a:moveTo>
                  <a:lnTo>
                    <a:pt x="0" y="29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l4293"/>
            <p:cNvSpPr/>
            <p:nvPr/>
          </p:nvSpPr>
          <p:spPr>
            <a:xfrm>
              <a:off x="5006373" y="2403420"/>
              <a:ext cx="29049" cy="30914"/>
            </a:xfrm>
            <a:custGeom>
              <a:avLst/>
              <a:pathLst>
                <a:path w="29049" h="30914">
                  <a:moveTo>
                    <a:pt x="29049" y="0"/>
                  </a:moveTo>
                  <a:lnTo>
                    <a:pt x="0" y="30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l4294"/>
            <p:cNvSpPr/>
            <p:nvPr/>
          </p:nvSpPr>
          <p:spPr>
            <a:xfrm>
              <a:off x="4978224" y="2434334"/>
              <a:ext cx="28148" cy="31736"/>
            </a:xfrm>
            <a:custGeom>
              <a:avLst/>
              <a:pathLst>
                <a:path w="28148" h="31736">
                  <a:moveTo>
                    <a:pt x="28148" y="0"/>
                  </a:moveTo>
                  <a:lnTo>
                    <a:pt x="0" y="317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l4295"/>
            <p:cNvSpPr/>
            <p:nvPr/>
          </p:nvSpPr>
          <p:spPr>
            <a:xfrm>
              <a:off x="4951000" y="2466070"/>
              <a:ext cx="27224" cy="32532"/>
            </a:xfrm>
            <a:custGeom>
              <a:avLst/>
              <a:pathLst>
                <a:path w="27224" h="32532">
                  <a:moveTo>
                    <a:pt x="27224" y="0"/>
                  </a:moveTo>
                  <a:lnTo>
                    <a:pt x="0" y="325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l4296"/>
            <p:cNvSpPr/>
            <p:nvPr/>
          </p:nvSpPr>
          <p:spPr>
            <a:xfrm>
              <a:off x="4924722" y="2498603"/>
              <a:ext cx="26278" cy="33302"/>
            </a:xfrm>
            <a:custGeom>
              <a:avLst/>
              <a:pathLst>
                <a:path w="26278" h="33302">
                  <a:moveTo>
                    <a:pt x="26278" y="0"/>
                  </a:moveTo>
                  <a:lnTo>
                    <a:pt x="0" y="33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l4297"/>
            <p:cNvSpPr/>
            <p:nvPr/>
          </p:nvSpPr>
          <p:spPr>
            <a:xfrm>
              <a:off x="4899412" y="2531905"/>
              <a:ext cx="25309" cy="34043"/>
            </a:xfrm>
            <a:custGeom>
              <a:avLst/>
              <a:pathLst>
                <a:path w="25309" h="34043">
                  <a:moveTo>
                    <a:pt x="25309" y="0"/>
                  </a:moveTo>
                  <a:lnTo>
                    <a:pt x="0" y="34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l4298"/>
            <p:cNvSpPr/>
            <p:nvPr/>
          </p:nvSpPr>
          <p:spPr>
            <a:xfrm>
              <a:off x="4875092" y="2565949"/>
              <a:ext cx="24320" cy="34757"/>
            </a:xfrm>
            <a:custGeom>
              <a:avLst/>
              <a:pathLst>
                <a:path w="24320" h="34757">
                  <a:moveTo>
                    <a:pt x="24320" y="0"/>
                  </a:moveTo>
                  <a:lnTo>
                    <a:pt x="0" y="34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l4299"/>
            <p:cNvSpPr/>
            <p:nvPr/>
          </p:nvSpPr>
          <p:spPr>
            <a:xfrm>
              <a:off x="4851781" y="2600707"/>
              <a:ext cx="23310" cy="35442"/>
            </a:xfrm>
            <a:custGeom>
              <a:avLst/>
              <a:pathLst>
                <a:path w="23310" h="35442">
                  <a:moveTo>
                    <a:pt x="23310" y="0"/>
                  </a:moveTo>
                  <a:lnTo>
                    <a:pt x="0" y="35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l4300"/>
            <p:cNvSpPr/>
            <p:nvPr/>
          </p:nvSpPr>
          <p:spPr>
            <a:xfrm>
              <a:off x="4829498" y="2636149"/>
              <a:ext cx="22282" cy="36098"/>
            </a:xfrm>
            <a:custGeom>
              <a:avLst/>
              <a:pathLst>
                <a:path w="22282" h="36098">
                  <a:moveTo>
                    <a:pt x="22282" y="0"/>
                  </a:moveTo>
                  <a:lnTo>
                    <a:pt x="0" y="36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l4301"/>
            <p:cNvSpPr/>
            <p:nvPr/>
          </p:nvSpPr>
          <p:spPr>
            <a:xfrm>
              <a:off x="4808263" y="2672247"/>
              <a:ext cx="21235" cy="36723"/>
            </a:xfrm>
            <a:custGeom>
              <a:avLst/>
              <a:pathLst>
                <a:path w="21235" h="36723">
                  <a:moveTo>
                    <a:pt x="21235" y="0"/>
                  </a:moveTo>
                  <a:lnTo>
                    <a:pt x="0" y="36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l4302"/>
            <p:cNvSpPr/>
            <p:nvPr/>
          </p:nvSpPr>
          <p:spPr>
            <a:xfrm>
              <a:off x="4788093" y="2708971"/>
              <a:ext cx="20170" cy="37319"/>
            </a:xfrm>
            <a:custGeom>
              <a:avLst/>
              <a:pathLst>
                <a:path w="20170" h="37319">
                  <a:moveTo>
                    <a:pt x="20170" y="0"/>
                  </a:moveTo>
                  <a:lnTo>
                    <a:pt x="0" y="373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l4303"/>
            <p:cNvSpPr/>
            <p:nvPr/>
          </p:nvSpPr>
          <p:spPr>
            <a:xfrm>
              <a:off x="4769004" y="2746290"/>
              <a:ext cx="19089" cy="37883"/>
            </a:xfrm>
            <a:custGeom>
              <a:avLst/>
              <a:pathLst>
                <a:path w="19089" h="37883">
                  <a:moveTo>
                    <a:pt x="19089" y="0"/>
                  </a:moveTo>
                  <a:lnTo>
                    <a:pt x="0" y="378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l4304"/>
            <p:cNvSpPr/>
            <p:nvPr/>
          </p:nvSpPr>
          <p:spPr>
            <a:xfrm>
              <a:off x="4751012" y="2784174"/>
              <a:ext cx="17991" cy="38416"/>
            </a:xfrm>
            <a:custGeom>
              <a:avLst/>
              <a:pathLst>
                <a:path w="17991" h="38416">
                  <a:moveTo>
                    <a:pt x="17991" y="0"/>
                  </a:moveTo>
                  <a:lnTo>
                    <a:pt x="0" y="384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l4305"/>
            <p:cNvSpPr/>
            <p:nvPr/>
          </p:nvSpPr>
          <p:spPr>
            <a:xfrm>
              <a:off x="4734132" y="2822591"/>
              <a:ext cx="16879" cy="38918"/>
            </a:xfrm>
            <a:custGeom>
              <a:avLst/>
              <a:pathLst>
                <a:path w="16879" h="38918">
                  <a:moveTo>
                    <a:pt x="16879" y="0"/>
                  </a:moveTo>
                  <a:lnTo>
                    <a:pt x="0" y="38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l4306"/>
            <p:cNvSpPr/>
            <p:nvPr/>
          </p:nvSpPr>
          <p:spPr>
            <a:xfrm>
              <a:off x="4718378" y="2861510"/>
              <a:ext cx="15753" cy="39387"/>
            </a:xfrm>
            <a:custGeom>
              <a:avLst/>
              <a:pathLst>
                <a:path w="15753" h="39387">
                  <a:moveTo>
                    <a:pt x="15753" y="0"/>
                  </a:moveTo>
                  <a:lnTo>
                    <a:pt x="0" y="39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l4307"/>
            <p:cNvSpPr/>
            <p:nvPr/>
          </p:nvSpPr>
          <p:spPr>
            <a:xfrm>
              <a:off x="4703763" y="2900897"/>
              <a:ext cx="14614" cy="39824"/>
            </a:xfrm>
            <a:custGeom>
              <a:avLst/>
              <a:pathLst>
                <a:path w="14614" h="39824">
                  <a:moveTo>
                    <a:pt x="14614" y="0"/>
                  </a:moveTo>
                  <a:lnTo>
                    <a:pt x="0" y="39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l4308"/>
            <p:cNvSpPr/>
            <p:nvPr/>
          </p:nvSpPr>
          <p:spPr>
            <a:xfrm>
              <a:off x="4690299" y="2940721"/>
              <a:ext cx="13463" cy="40228"/>
            </a:xfrm>
            <a:custGeom>
              <a:avLst/>
              <a:pathLst>
                <a:path w="13463" h="40228">
                  <a:moveTo>
                    <a:pt x="13463" y="0"/>
                  </a:moveTo>
                  <a:lnTo>
                    <a:pt x="0" y="40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l4309"/>
            <p:cNvSpPr/>
            <p:nvPr/>
          </p:nvSpPr>
          <p:spPr>
            <a:xfrm>
              <a:off x="4677998" y="2980950"/>
              <a:ext cx="12301" cy="40598"/>
            </a:xfrm>
            <a:custGeom>
              <a:avLst/>
              <a:pathLst>
                <a:path w="12301" h="40598">
                  <a:moveTo>
                    <a:pt x="12301" y="0"/>
                  </a:moveTo>
                  <a:lnTo>
                    <a:pt x="0" y="405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l4310"/>
            <p:cNvSpPr/>
            <p:nvPr/>
          </p:nvSpPr>
          <p:spPr>
            <a:xfrm>
              <a:off x="4666869" y="3021548"/>
              <a:ext cx="11129" cy="40935"/>
            </a:xfrm>
            <a:custGeom>
              <a:avLst/>
              <a:pathLst>
                <a:path w="11129" h="40935">
                  <a:moveTo>
                    <a:pt x="11129" y="0"/>
                  </a:moveTo>
                  <a:lnTo>
                    <a:pt x="0" y="40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l4311"/>
            <p:cNvSpPr/>
            <p:nvPr/>
          </p:nvSpPr>
          <p:spPr>
            <a:xfrm>
              <a:off x="4656921" y="3062484"/>
              <a:ext cx="9947" cy="41238"/>
            </a:xfrm>
            <a:custGeom>
              <a:avLst/>
              <a:pathLst>
                <a:path w="9947" h="41238">
                  <a:moveTo>
                    <a:pt x="9947" y="0"/>
                  </a:moveTo>
                  <a:lnTo>
                    <a:pt x="0" y="41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l4312"/>
            <p:cNvSpPr/>
            <p:nvPr/>
          </p:nvSpPr>
          <p:spPr>
            <a:xfrm>
              <a:off x="4648164" y="3103722"/>
              <a:ext cx="8757" cy="41507"/>
            </a:xfrm>
            <a:custGeom>
              <a:avLst/>
              <a:pathLst>
                <a:path w="8757" h="41507">
                  <a:moveTo>
                    <a:pt x="8757" y="0"/>
                  </a:moveTo>
                  <a:lnTo>
                    <a:pt x="0" y="415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l4313"/>
            <p:cNvSpPr/>
            <p:nvPr/>
          </p:nvSpPr>
          <p:spPr>
            <a:xfrm>
              <a:off x="4640603" y="3145230"/>
              <a:ext cx="7560" cy="41742"/>
            </a:xfrm>
            <a:custGeom>
              <a:avLst/>
              <a:pathLst>
                <a:path w="7560" h="41742">
                  <a:moveTo>
                    <a:pt x="7560" y="0"/>
                  </a:moveTo>
                  <a:lnTo>
                    <a:pt x="0" y="41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l4314"/>
            <p:cNvSpPr/>
            <p:nvPr/>
          </p:nvSpPr>
          <p:spPr>
            <a:xfrm>
              <a:off x="4634246" y="3186972"/>
              <a:ext cx="6357" cy="41942"/>
            </a:xfrm>
            <a:custGeom>
              <a:avLst/>
              <a:pathLst>
                <a:path w="6357" h="41942">
                  <a:moveTo>
                    <a:pt x="6357" y="0"/>
                  </a:moveTo>
                  <a:lnTo>
                    <a:pt x="0" y="419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l4315"/>
            <p:cNvSpPr/>
            <p:nvPr/>
          </p:nvSpPr>
          <p:spPr>
            <a:xfrm>
              <a:off x="4629097" y="3228914"/>
              <a:ext cx="5148" cy="42107"/>
            </a:xfrm>
            <a:custGeom>
              <a:avLst/>
              <a:pathLst>
                <a:path w="5148" h="42107">
                  <a:moveTo>
                    <a:pt x="5148" y="0"/>
                  </a:moveTo>
                  <a:lnTo>
                    <a:pt x="0" y="421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l4316"/>
            <p:cNvSpPr/>
            <p:nvPr/>
          </p:nvSpPr>
          <p:spPr>
            <a:xfrm>
              <a:off x="4625161" y="3271022"/>
              <a:ext cx="3935" cy="42238"/>
            </a:xfrm>
            <a:custGeom>
              <a:avLst/>
              <a:pathLst>
                <a:path w="3935" h="42238">
                  <a:moveTo>
                    <a:pt x="3935" y="0"/>
                  </a:moveTo>
                  <a:lnTo>
                    <a:pt x="0" y="42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l4317"/>
            <p:cNvSpPr/>
            <p:nvPr/>
          </p:nvSpPr>
          <p:spPr>
            <a:xfrm>
              <a:off x="4735999" y="2823686"/>
              <a:ext cx="17440" cy="40267"/>
            </a:xfrm>
            <a:custGeom>
              <a:avLst/>
              <a:pathLst>
                <a:path w="17440" h="40267">
                  <a:moveTo>
                    <a:pt x="17440" y="0"/>
                  </a:moveTo>
                  <a:lnTo>
                    <a:pt x="0" y="402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l4318"/>
            <p:cNvSpPr/>
            <p:nvPr/>
          </p:nvSpPr>
          <p:spPr>
            <a:xfrm>
              <a:off x="4719767" y="2863954"/>
              <a:ext cx="16232" cy="40769"/>
            </a:xfrm>
            <a:custGeom>
              <a:avLst/>
              <a:pathLst>
                <a:path w="16232" h="40769">
                  <a:moveTo>
                    <a:pt x="16232" y="0"/>
                  </a:moveTo>
                  <a:lnTo>
                    <a:pt x="0" y="40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l4319"/>
            <p:cNvSpPr/>
            <p:nvPr/>
          </p:nvSpPr>
          <p:spPr>
            <a:xfrm>
              <a:off x="4704756" y="2904723"/>
              <a:ext cx="15010" cy="41235"/>
            </a:xfrm>
            <a:custGeom>
              <a:avLst/>
              <a:pathLst>
                <a:path w="15010" h="41235">
                  <a:moveTo>
                    <a:pt x="15010" y="0"/>
                  </a:moveTo>
                  <a:lnTo>
                    <a:pt x="0" y="41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l4320"/>
            <p:cNvSpPr/>
            <p:nvPr/>
          </p:nvSpPr>
          <p:spPr>
            <a:xfrm>
              <a:off x="4690981" y="2945958"/>
              <a:ext cx="13775" cy="41664"/>
            </a:xfrm>
            <a:custGeom>
              <a:avLst/>
              <a:pathLst>
                <a:path w="13775" h="41664">
                  <a:moveTo>
                    <a:pt x="13775" y="0"/>
                  </a:moveTo>
                  <a:lnTo>
                    <a:pt x="0" y="416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l4321"/>
            <p:cNvSpPr/>
            <p:nvPr/>
          </p:nvSpPr>
          <p:spPr>
            <a:xfrm>
              <a:off x="4678453" y="2987623"/>
              <a:ext cx="12527" cy="42056"/>
            </a:xfrm>
            <a:custGeom>
              <a:avLst/>
              <a:pathLst>
                <a:path w="12527" h="42056">
                  <a:moveTo>
                    <a:pt x="12527" y="0"/>
                  </a:moveTo>
                  <a:lnTo>
                    <a:pt x="0" y="4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l4322"/>
            <p:cNvSpPr/>
            <p:nvPr/>
          </p:nvSpPr>
          <p:spPr>
            <a:xfrm>
              <a:off x="4667184" y="3029679"/>
              <a:ext cx="11269" cy="42410"/>
            </a:xfrm>
            <a:custGeom>
              <a:avLst/>
              <a:pathLst>
                <a:path w="11269" h="42410">
                  <a:moveTo>
                    <a:pt x="11269" y="0"/>
                  </a:moveTo>
                  <a:lnTo>
                    <a:pt x="0" y="424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l4323"/>
            <p:cNvSpPr/>
            <p:nvPr/>
          </p:nvSpPr>
          <p:spPr>
            <a:xfrm>
              <a:off x="4657184" y="3072089"/>
              <a:ext cx="10000" cy="42727"/>
            </a:xfrm>
            <a:custGeom>
              <a:avLst/>
              <a:pathLst>
                <a:path w="10000" h="42727">
                  <a:moveTo>
                    <a:pt x="10000" y="0"/>
                  </a:moveTo>
                  <a:lnTo>
                    <a:pt x="0" y="42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l4324"/>
            <p:cNvSpPr/>
            <p:nvPr/>
          </p:nvSpPr>
          <p:spPr>
            <a:xfrm>
              <a:off x="4648461" y="3114817"/>
              <a:ext cx="8722" cy="43006"/>
            </a:xfrm>
            <a:custGeom>
              <a:avLst/>
              <a:pathLst>
                <a:path w="8722" h="43006">
                  <a:moveTo>
                    <a:pt x="8722" y="0"/>
                  </a:moveTo>
                  <a:lnTo>
                    <a:pt x="0" y="4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l4325"/>
            <p:cNvSpPr/>
            <p:nvPr/>
          </p:nvSpPr>
          <p:spPr>
            <a:xfrm>
              <a:off x="4641023" y="3157824"/>
              <a:ext cx="7437" cy="43247"/>
            </a:xfrm>
            <a:custGeom>
              <a:avLst/>
              <a:pathLst>
                <a:path w="7437" h="43247">
                  <a:moveTo>
                    <a:pt x="7437" y="0"/>
                  </a:moveTo>
                  <a:lnTo>
                    <a:pt x="0" y="43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l4326"/>
            <p:cNvSpPr/>
            <p:nvPr/>
          </p:nvSpPr>
          <p:spPr>
            <a:xfrm>
              <a:off x="4634878" y="3201071"/>
              <a:ext cx="6145" cy="43449"/>
            </a:xfrm>
            <a:custGeom>
              <a:avLst/>
              <a:pathLst>
                <a:path w="6145" h="43449">
                  <a:moveTo>
                    <a:pt x="6145" y="0"/>
                  </a:moveTo>
                  <a:lnTo>
                    <a:pt x="0" y="43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l4327"/>
            <p:cNvSpPr/>
            <p:nvPr/>
          </p:nvSpPr>
          <p:spPr>
            <a:xfrm>
              <a:off x="4630030" y="3244521"/>
              <a:ext cx="4848" cy="43613"/>
            </a:xfrm>
            <a:custGeom>
              <a:avLst/>
              <a:pathLst>
                <a:path w="4848" h="43613">
                  <a:moveTo>
                    <a:pt x="4848" y="0"/>
                  </a:moveTo>
                  <a:lnTo>
                    <a:pt x="0" y="43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l4328"/>
            <p:cNvSpPr/>
            <p:nvPr/>
          </p:nvSpPr>
          <p:spPr>
            <a:xfrm>
              <a:off x="4626483" y="3288135"/>
              <a:ext cx="3546" cy="43738"/>
            </a:xfrm>
            <a:custGeom>
              <a:avLst/>
              <a:pathLst>
                <a:path w="3546" h="43738">
                  <a:moveTo>
                    <a:pt x="3546" y="0"/>
                  </a:moveTo>
                  <a:lnTo>
                    <a:pt x="0" y="43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l4329"/>
            <p:cNvSpPr/>
            <p:nvPr/>
          </p:nvSpPr>
          <p:spPr>
            <a:xfrm>
              <a:off x="4624242" y="3331874"/>
              <a:ext cx="2241" cy="43825"/>
            </a:xfrm>
            <a:custGeom>
              <a:avLst/>
              <a:pathLst>
                <a:path w="2241" h="43825">
                  <a:moveTo>
                    <a:pt x="2241" y="0"/>
                  </a:moveTo>
                  <a:lnTo>
                    <a:pt x="0" y="43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l4330"/>
            <p:cNvSpPr/>
            <p:nvPr/>
          </p:nvSpPr>
          <p:spPr>
            <a:xfrm>
              <a:off x="4623307" y="3375699"/>
              <a:ext cx="934" cy="43872"/>
            </a:xfrm>
            <a:custGeom>
              <a:avLst/>
              <a:pathLst>
                <a:path w="934" h="43872">
                  <a:moveTo>
                    <a:pt x="934" y="0"/>
                  </a:moveTo>
                  <a:lnTo>
                    <a:pt x="0" y="438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l4331"/>
            <p:cNvSpPr/>
            <p:nvPr/>
          </p:nvSpPr>
          <p:spPr>
            <a:xfrm>
              <a:off x="6104207" y="1470472"/>
              <a:ext cx="8359" cy="53"/>
            </a:xfrm>
            <a:custGeom>
              <a:avLst/>
              <a:pathLst>
                <a:path w="8359" h="53">
                  <a:moveTo>
                    <a:pt x="8359" y="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l4332"/>
            <p:cNvSpPr/>
            <p:nvPr/>
          </p:nvSpPr>
          <p:spPr>
            <a:xfrm>
              <a:off x="6095847" y="1471786"/>
              <a:ext cx="12531" cy="40"/>
            </a:xfrm>
            <a:custGeom>
              <a:avLst/>
              <a:pathLst>
                <a:path w="12531" h="40">
                  <a:moveTo>
                    <a:pt x="12531" y="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l4333"/>
            <p:cNvSpPr/>
            <p:nvPr/>
          </p:nvSpPr>
          <p:spPr>
            <a:xfrm>
              <a:off x="6154358" y="1471329"/>
              <a:ext cx="8355" cy="267"/>
            </a:xfrm>
            <a:custGeom>
              <a:avLst/>
              <a:pathLst>
                <a:path w="8355" h="267">
                  <a:moveTo>
                    <a:pt x="8355" y="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l4334"/>
            <p:cNvSpPr/>
            <p:nvPr/>
          </p:nvSpPr>
          <p:spPr>
            <a:xfrm>
              <a:off x="6145967" y="1472428"/>
              <a:ext cx="12526" cy="361"/>
            </a:xfrm>
            <a:custGeom>
              <a:avLst/>
              <a:pathLst>
                <a:path w="12526" h="361">
                  <a:moveTo>
                    <a:pt x="12526" y="3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l4335"/>
            <p:cNvSpPr/>
            <p:nvPr/>
          </p:nvSpPr>
          <p:spPr>
            <a:xfrm>
              <a:off x="6137587" y="1473563"/>
              <a:ext cx="14605" cy="366"/>
            </a:xfrm>
            <a:custGeom>
              <a:avLst/>
              <a:pathLst>
                <a:path w="14605" h="366">
                  <a:moveTo>
                    <a:pt x="14605" y="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l4336"/>
            <p:cNvSpPr/>
            <p:nvPr/>
          </p:nvSpPr>
          <p:spPr>
            <a:xfrm>
              <a:off x="6187773" y="1472613"/>
              <a:ext cx="8349" cy="410"/>
            </a:xfrm>
            <a:custGeom>
              <a:avLst/>
              <a:pathLst>
                <a:path w="8349" h="410">
                  <a:moveTo>
                    <a:pt x="8349" y="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l4337"/>
            <p:cNvSpPr/>
            <p:nvPr/>
          </p:nvSpPr>
          <p:spPr>
            <a:xfrm>
              <a:off x="6179365" y="1473569"/>
              <a:ext cx="12518" cy="574"/>
            </a:xfrm>
            <a:custGeom>
              <a:avLst/>
              <a:pathLst>
                <a:path w="12518" h="574">
                  <a:moveTo>
                    <a:pt x="12518" y="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l4338"/>
            <p:cNvSpPr/>
            <p:nvPr/>
          </p:nvSpPr>
          <p:spPr>
            <a:xfrm>
              <a:off x="6221161" y="1474468"/>
              <a:ext cx="8341" cy="552"/>
            </a:xfrm>
            <a:custGeom>
              <a:avLst/>
              <a:pathLst>
                <a:path w="8341" h="552">
                  <a:moveTo>
                    <a:pt x="8341" y="5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l4339"/>
            <p:cNvSpPr/>
            <p:nvPr/>
          </p:nvSpPr>
          <p:spPr>
            <a:xfrm>
              <a:off x="6212738" y="1475279"/>
              <a:ext cx="12506" cy="788"/>
            </a:xfrm>
            <a:custGeom>
              <a:avLst/>
              <a:pathLst>
                <a:path w="12506" h="788">
                  <a:moveTo>
                    <a:pt x="12506" y="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l4340"/>
            <p:cNvSpPr/>
            <p:nvPr/>
          </p:nvSpPr>
          <p:spPr>
            <a:xfrm>
              <a:off x="6204323" y="1476128"/>
              <a:ext cx="14584" cy="864"/>
            </a:xfrm>
            <a:custGeom>
              <a:avLst/>
              <a:pathLst>
                <a:path w="14584" h="864">
                  <a:moveTo>
                    <a:pt x="14584" y="8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l4341"/>
            <p:cNvSpPr/>
            <p:nvPr/>
          </p:nvSpPr>
          <p:spPr>
            <a:xfrm>
              <a:off x="6185380" y="1479166"/>
              <a:ext cx="26000" cy="1367"/>
            </a:xfrm>
            <a:custGeom>
              <a:avLst/>
              <a:pathLst>
                <a:path w="26000" h="1367">
                  <a:moveTo>
                    <a:pt x="26000" y="13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l4342"/>
            <p:cNvSpPr/>
            <p:nvPr/>
          </p:nvSpPr>
          <p:spPr>
            <a:xfrm>
              <a:off x="6170762" y="1479882"/>
              <a:ext cx="27550" cy="1254"/>
            </a:xfrm>
            <a:custGeom>
              <a:avLst/>
              <a:pathLst>
                <a:path w="27550" h="1254">
                  <a:moveTo>
                    <a:pt x="27550" y="12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l4343"/>
            <p:cNvSpPr/>
            <p:nvPr/>
          </p:nvSpPr>
          <p:spPr>
            <a:xfrm>
              <a:off x="6254513" y="1476892"/>
              <a:ext cx="8331" cy="695"/>
            </a:xfrm>
            <a:custGeom>
              <a:avLst/>
              <a:pathLst>
                <a:path w="8331" h="695">
                  <a:moveTo>
                    <a:pt x="8331" y="6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l4344"/>
            <p:cNvSpPr/>
            <p:nvPr/>
          </p:nvSpPr>
          <p:spPr>
            <a:xfrm>
              <a:off x="6304450" y="1481595"/>
              <a:ext cx="8310" cy="908"/>
            </a:xfrm>
            <a:custGeom>
              <a:avLst/>
              <a:pathLst>
                <a:path w="8310" h="908">
                  <a:moveTo>
                    <a:pt x="8310" y="9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l4345"/>
            <p:cNvSpPr/>
            <p:nvPr/>
          </p:nvSpPr>
          <p:spPr>
            <a:xfrm>
              <a:off x="6296000" y="1482047"/>
              <a:ext cx="12461" cy="1321"/>
            </a:xfrm>
            <a:custGeom>
              <a:avLst/>
              <a:pathLst>
                <a:path w="12461" h="1321">
                  <a:moveTo>
                    <a:pt x="12461" y="13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l4346"/>
            <p:cNvSpPr/>
            <p:nvPr/>
          </p:nvSpPr>
          <p:spPr>
            <a:xfrm>
              <a:off x="6287557" y="1482535"/>
              <a:ext cx="14534" cy="1486"/>
            </a:xfrm>
            <a:custGeom>
              <a:avLst/>
              <a:pathLst>
                <a:path w="14534" h="1486">
                  <a:moveTo>
                    <a:pt x="14534" y="14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l4347"/>
            <p:cNvSpPr/>
            <p:nvPr/>
          </p:nvSpPr>
          <p:spPr>
            <a:xfrm>
              <a:off x="6279122" y="1483060"/>
              <a:ext cx="15568" cy="1529"/>
            </a:xfrm>
            <a:custGeom>
              <a:avLst/>
              <a:pathLst>
                <a:path w="15568" h="1529">
                  <a:moveTo>
                    <a:pt x="15568" y="15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l4348"/>
            <p:cNvSpPr/>
            <p:nvPr/>
          </p:nvSpPr>
          <p:spPr>
            <a:xfrm>
              <a:off x="6270695" y="1483622"/>
              <a:ext cx="16082" cy="1512"/>
            </a:xfrm>
            <a:custGeom>
              <a:avLst/>
              <a:pathLst>
                <a:path w="16082" h="1512">
                  <a:moveTo>
                    <a:pt x="16082" y="15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l4349"/>
            <p:cNvSpPr/>
            <p:nvPr/>
          </p:nvSpPr>
          <p:spPr>
            <a:xfrm>
              <a:off x="6258015" y="1485196"/>
              <a:ext cx="20473" cy="1816"/>
            </a:xfrm>
            <a:custGeom>
              <a:avLst/>
              <a:pathLst>
                <a:path w="20473" h="1816">
                  <a:moveTo>
                    <a:pt x="20473" y="1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l4350"/>
            <p:cNvSpPr/>
            <p:nvPr/>
          </p:nvSpPr>
          <p:spPr>
            <a:xfrm>
              <a:off x="6245463" y="1485525"/>
              <a:ext cx="22672" cy="1878"/>
            </a:xfrm>
            <a:custGeom>
              <a:avLst/>
              <a:pathLst>
                <a:path w="22672" h="1878">
                  <a:moveTo>
                    <a:pt x="22672" y="18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l4351"/>
            <p:cNvSpPr/>
            <p:nvPr/>
          </p:nvSpPr>
          <p:spPr>
            <a:xfrm>
              <a:off x="6237070" y="1486232"/>
              <a:ext cx="19622" cy="1526"/>
            </a:xfrm>
            <a:custGeom>
              <a:avLst/>
              <a:pathLst>
                <a:path w="19622" h="1526">
                  <a:moveTo>
                    <a:pt x="19622" y="1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l4352"/>
            <p:cNvSpPr/>
            <p:nvPr/>
          </p:nvSpPr>
          <p:spPr>
            <a:xfrm>
              <a:off x="6215011" y="1495426"/>
              <a:ext cx="31046" cy="2163"/>
            </a:xfrm>
            <a:custGeom>
              <a:avLst/>
              <a:pathLst>
                <a:path w="31046" h="2163">
                  <a:moveTo>
                    <a:pt x="31046" y="21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l4353"/>
            <p:cNvSpPr/>
            <p:nvPr/>
          </p:nvSpPr>
          <p:spPr>
            <a:xfrm>
              <a:off x="6183934" y="1493761"/>
              <a:ext cx="31077" cy="1664"/>
            </a:xfrm>
            <a:custGeom>
              <a:avLst/>
              <a:pathLst>
                <a:path w="31077" h="1664">
                  <a:moveTo>
                    <a:pt x="31077" y="16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l4354"/>
            <p:cNvSpPr/>
            <p:nvPr/>
          </p:nvSpPr>
          <p:spPr>
            <a:xfrm>
              <a:off x="6179500" y="1498895"/>
              <a:ext cx="35183" cy="1846"/>
            </a:xfrm>
            <a:custGeom>
              <a:avLst/>
              <a:pathLst>
                <a:path w="35183" h="1846">
                  <a:moveTo>
                    <a:pt x="35183" y="18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l4355"/>
            <p:cNvSpPr/>
            <p:nvPr/>
          </p:nvSpPr>
          <p:spPr>
            <a:xfrm>
              <a:off x="6144289" y="1497691"/>
              <a:ext cx="35211" cy="1204"/>
            </a:xfrm>
            <a:custGeom>
              <a:avLst/>
              <a:pathLst>
                <a:path w="35211" h="1204">
                  <a:moveTo>
                    <a:pt x="35211" y="1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l4356"/>
            <p:cNvSpPr/>
            <p:nvPr/>
          </p:nvSpPr>
          <p:spPr>
            <a:xfrm>
              <a:off x="6128808" y="1498696"/>
              <a:ext cx="50634" cy="1529"/>
            </a:xfrm>
            <a:custGeom>
              <a:avLst/>
              <a:pathLst>
                <a:path w="50634" h="1529">
                  <a:moveTo>
                    <a:pt x="50634" y="15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l4357"/>
            <p:cNvSpPr/>
            <p:nvPr/>
          </p:nvSpPr>
          <p:spPr>
            <a:xfrm>
              <a:off x="6120551" y="1499904"/>
              <a:ext cx="33538" cy="721"/>
            </a:xfrm>
            <a:custGeom>
              <a:avLst/>
              <a:pathLst>
                <a:path w="33538" h="721">
                  <a:moveTo>
                    <a:pt x="33538" y="7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l4358"/>
            <p:cNvSpPr/>
            <p:nvPr/>
          </p:nvSpPr>
          <p:spPr>
            <a:xfrm>
              <a:off x="6102011" y="1503750"/>
              <a:ext cx="35225" cy="435"/>
            </a:xfrm>
            <a:custGeom>
              <a:avLst/>
              <a:pathLst>
                <a:path w="35225" h="435">
                  <a:moveTo>
                    <a:pt x="35225" y="4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l4359"/>
            <p:cNvSpPr/>
            <p:nvPr/>
          </p:nvSpPr>
          <p:spPr>
            <a:xfrm>
              <a:off x="6354251" y="1487576"/>
              <a:ext cx="8284" cy="1120"/>
            </a:xfrm>
            <a:custGeom>
              <a:avLst/>
              <a:pathLst>
                <a:path w="8284" h="1120">
                  <a:moveTo>
                    <a:pt x="8284" y="1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l4360"/>
            <p:cNvSpPr/>
            <p:nvPr/>
          </p:nvSpPr>
          <p:spPr>
            <a:xfrm>
              <a:off x="6345792" y="1487811"/>
              <a:ext cx="12423" cy="1640"/>
            </a:xfrm>
            <a:custGeom>
              <a:avLst/>
              <a:pathLst>
                <a:path w="12423" h="1640">
                  <a:moveTo>
                    <a:pt x="12423" y="16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l4361"/>
            <p:cNvSpPr/>
            <p:nvPr/>
          </p:nvSpPr>
          <p:spPr>
            <a:xfrm>
              <a:off x="6337339" y="1488083"/>
              <a:ext cx="14491" cy="1858"/>
            </a:xfrm>
            <a:custGeom>
              <a:avLst/>
              <a:pathLst>
                <a:path w="14491" h="1858">
                  <a:moveTo>
                    <a:pt x="14491" y="1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l4362"/>
            <p:cNvSpPr/>
            <p:nvPr/>
          </p:nvSpPr>
          <p:spPr>
            <a:xfrm>
              <a:off x="6387359" y="1492270"/>
              <a:ext cx="8264" cy="1261"/>
            </a:xfrm>
            <a:custGeom>
              <a:avLst/>
              <a:pathLst>
                <a:path w="8264" h="1261">
                  <a:moveTo>
                    <a:pt x="8264" y="1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l4363"/>
            <p:cNvSpPr/>
            <p:nvPr/>
          </p:nvSpPr>
          <p:spPr>
            <a:xfrm>
              <a:off x="6378897" y="1492361"/>
              <a:ext cx="12393" cy="1851"/>
            </a:xfrm>
            <a:custGeom>
              <a:avLst/>
              <a:pathLst>
                <a:path w="12393" h="1851">
                  <a:moveTo>
                    <a:pt x="12393" y="1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l4364"/>
            <p:cNvSpPr/>
            <p:nvPr/>
          </p:nvSpPr>
          <p:spPr>
            <a:xfrm>
              <a:off x="6370441" y="1492489"/>
              <a:ext cx="14457" cy="2105"/>
            </a:xfrm>
            <a:custGeom>
              <a:avLst/>
              <a:pathLst>
                <a:path w="14457" h="2105">
                  <a:moveTo>
                    <a:pt x="14457" y="2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l4365"/>
            <p:cNvSpPr/>
            <p:nvPr/>
          </p:nvSpPr>
          <p:spPr>
            <a:xfrm>
              <a:off x="6403882" y="1494830"/>
              <a:ext cx="8253" cy="1332"/>
            </a:xfrm>
            <a:custGeom>
              <a:avLst/>
              <a:pathLst>
                <a:path w="8253" h="1332">
                  <a:moveTo>
                    <a:pt x="8253" y="1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l4366"/>
            <p:cNvSpPr/>
            <p:nvPr/>
          </p:nvSpPr>
          <p:spPr>
            <a:xfrm>
              <a:off x="6428624" y="1498933"/>
              <a:ext cx="8235" cy="1438"/>
            </a:xfrm>
            <a:custGeom>
              <a:avLst/>
              <a:pathLst>
                <a:path w="8235" h="1438">
                  <a:moveTo>
                    <a:pt x="8235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l4367"/>
            <p:cNvSpPr/>
            <p:nvPr/>
          </p:nvSpPr>
          <p:spPr>
            <a:xfrm>
              <a:off x="6445089" y="1501844"/>
              <a:ext cx="8222" cy="1508"/>
            </a:xfrm>
            <a:custGeom>
              <a:avLst/>
              <a:pathLst>
                <a:path w="8222" h="1508">
                  <a:moveTo>
                    <a:pt x="8222" y="15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l4368"/>
            <p:cNvSpPr/>
            <p:nvPr/>
          </p:nvSpPr>
          <p:spPr>
            <a:xfrm>
              <a:off x="6432285" y="1502270"/>
              <a:ext cx="16435" cy="2942"/>
            </a:xfrm>
            <a:custGeom>
              <a:avLst/>
              <a:pathLst>
                <a:path w="16435" h="2942">
                  <a:moveTo>
                    <a:pt x="16435" y="29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l4369"/>
            <p:cNvSpPr/>
            <p:nvPr/>
          </p:nvSpPr>
          <p:spPr>
            <a:xfrm>
              <a:off x="6419721" y="1501469"/>
              <a:ext cx="20550" cy="3565"/>
            </a:xfrm>
            <a:custGeom>
              <a:avLst/>
              <a:pathLst>
                <a:path w="20550" h="3565">
                  <a:moveTo>
                    <a:pt x="20550" y="35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l4370"/>
            <p:cNvSpPr/>
            <p:nvPr/>
          </p:nvSpPr>
          <p:spPr>
            <a:xfrm>
              <a:off x="6406949" y="1502064"/>
              <a:ext cx="22596" cy="3784"/>
            </a:xfrm>
            <a:custGeom>
              <a:avLst/>
              <a:pathLst>
                <a:path w="22596" h="3784">
                  <a:moveTo>
                    <a:pt x="22596" y="3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l4371"/>
            <p:cNvSpPr/>
            <p:nvPr/>
          </p:nvSpPr>
          <p:spPr>
            <a:xfrm>
              <a:off x="6376329" y="1502751"/>
              <a:ext cx="41043" cy="6424"/>
            </a:xfrm>
            <a:custGeom>
              <a:avLst/>
              <a:pathLst>
                <a:path w="41043" h="6424">
                  <a:moveTo>
                    <a:pt x="41043" y="6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l4372"/>
            <p:cNvSpPr/>
            <p:nvPr/>
          </p:nvSpPr>
          <p:spPr>
            <a:xfrm>
              <a:off x="6342724" y="1503525"/>
              <a:ext cx="53320" cy="7589"/>
            </a:xfrm>
            <a:custGeom>
              <a:avLst/>
              <a:pathLst>
                <a:path w="53320" h="7589">
                  <a:moveTo>
                    <a:pt x="53320" y="75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l4373"/>
            <p:cNvSpPr/>
            <p:nvPr/>
          </p:nvSpPr>
          <p:spPr>
            <a:xfrm>
              <a:off x="6327147" y="1502933"/>
              <a:ext cx="42075" cy="5520"/>
            </a:xfrm>
            <a:custGeom>
              <a:avLst/>
              <a:pathLst>
                <a:path w="42075" h="5520">
                  <a:moveTo>
                    <a:pt x="42075" y="5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l4374"/>
            <p:cNvSpPr/>
            <p:nvPr/>
          </p:nvSpPr>
          <p:spPr>
            <a:xfrm>
              <a:off x="6318771" y="1503286"/>
              <a:ext cx="29256" cy="3612"/>
            </a:xfrm>
            <a:custGeom>
              <a:avLst/>
              <a:pathLst>
                <a:path w="29256" h="3612">
                  <a:moveTo>
                    <a:pt x="29256" y="36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l4375"/>
            <p:cNvSpPr/>
            <p:nvPr/>
          </p:nvSpPr>
          <p:spPr>
            <a:xfrm>
              <a:off x="6461528" y="1504895"/>
              <a:ext cx="8209" cy="1578"/>
            </a:xfrm>
            <a:custGeom>
              <a:avLst/>
              <a:pathLst>
                <a:path w="8209" h="1578">
                  <a:moveTo>
                    <a:pt x="8209" y="1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l4376"/>
            <p:cNvSpPr/>
            <p:nvPr/>
          </p:nvSpPr>
          <p:spPr>
            <a:xfrm>
              <a:off x="6477940" y="1508087"/>
              <a:ext cx="8195" cy="1648"/>
            </a:xfrm>
            <a:custGeom>
              <a:avLst/>
              <a:pathLst>
                <a:path w="8195" h="1648">
                  <a:moveTo>
                    <a:pt x="8195" y="1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l4377"/>
            <p:cNvSpPr/>
            <p:nvPr/>
          </p:nvSpPr>
          <p:spPr>
            <a:xfrm>
              <a:off x="6502506" y="1513138"/>
              <a:ext cx="8174" cy="1753"/>
            </a:xfrm>
            <a:custGeom>
              <a:avLst/>
              <a:pathLst>
                <a:path w="8174" h="1753">
                  <a:moveTo>
                    <a:pt x="8174" y="17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l4378"/>
            <p:cNvSpPr/>
            <p:nvPr/>
          </p:nvSpPr>
          <p:spPr>
            <a:xfrm>
              <a:off x="6494054" y="1512723"/>
              <a:ext cx="12261" cy="2588"/>
            </a:xfrm>
            <a:custGeom>
              <a:avLst/>
              <a:pathLst>
                <a:path w="12261" h="2588">
                  <a:moveTo>
                    <a:pt x="12261" y="25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l4379"/>
            <p:cNvSpPr/>
            <p:nvPr/>
          </p:nvSpPr>
          <p:spPr>
            <a:xfrm>
              <a:off x="6543300" y="1522252"/>
              <a:ext cx="8134" cy="1927"/>
            </a:xfrm>
            <a:custGeom>
              <a:avLst/>
              <a:pathLst>
                <a:path w="8134" h="1927">
                  <a:moveTo>
                    <a:pt x="8134" y="19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l4380"/>
            <p:cNvSpPr/>
            <p:nvPr/>
          </p:nvSpPr>
          <p:spPr>
            <a:xfrm>
              <a:off x="6534858" y="1521657"/>
              <a:ext cx="12203" cy="2849"/>
            </a:xfrm>
            <a:custGeom>
              <a:avLst/>
              <a:pathLst>
                <a:path w="12203" h="2849">
                  <a:moveTo>
                    <a:pt x="12203" y="2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l4381"/>
            <p:cNvSpPr/>
            <p:nvPr/>
          </p:nvSpPr>
          <p:spPr>
            <a:xfrm>
              <a:off x="6526420" y="1521099"/>
              <a:ext cx="14239" cy="3269"/>
            </a:xfrm>
            <a:custGeom>
              <a:avLst/>
              <a:pathLst>
                <a:path w="14239" h="3269">
                  <a:moveTo>
                    <a:pt x="14239" y="32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l4382"/>
            <p:cNvSpPr/>
            <p:nvPr/>
          </p:nvSpPr>
          <p:spPr>
            <a:xfrm>
              <a:off x="6517984" y="1520579"/>
              <a:ext cx="15260" cy="3439"/>
            </a:xfrm>
            <a:custGeom>
              <a:avLst/>
              <a:pathLst>
                <a:path w="15260" h="3439">
                  <a:moveTo>
                    <a:pt x="15260" y="34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l4383"/>
            <p:cNvSpPr/>
            <p:nvPr/>
          </p:nvSpPr>
          <p:spPr>
            <a:xfrm>
              <a:off x="6498811" y="1520521"/>
              <a:ext cx="25928" cy="5659"/>
            </a:xfrm>
            <a:custGeom>
              <a:avLst/>
              <a:pathLst>
                <a:path w="25928" h="5659">
                  <a:moveTo>
                    <a:pt x="25928" y="5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l4384"/>
            <p:cNvSpPr/>
            <p:nvPr/>
          </p:nvSpPr>
          <p:spPr>
            <a:xfrm>
              <a:off x="6479939" y="1519350"/>
              <a:ext cx="31278" cy="6558"/>
            </a:xfrm>
            <a:custGeom>
              <a:avLst/>
              <a:pathLst>
                <a:path w="31278" h="6558">
                  <a:moveTo>
                    <a:pt x="31278" y="65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l4385"/>
            <p:cNvSpPr/>
            <p:nvPr/>
          </p:nvSpPr>
          <p:spPr>
            <a:xfrm>
              <a:off x="6463120" y="1518755"/>
              <a:ext cx="31925" cy="6415"/>
            </a:xfrm>
            <a:custGeom>
              <a:avLst/>
              <a:pathLst>
                <a:path w="31925" h="6415">
                  <a:moveTo>
                    <a:pt x="31925" y="64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l4386"/>
            <p:cNvSpPr/>
            <p:nvPr/>
          </p:nvSpPr>
          <p:spPr>
            <a:xfrm>
              <a:off x="6567679" y="1528138"/>
              <a:ext cx="8109" cy="2031"/>
            </a:xfrm>
            <a:custGeom>
              <a:avLst/>
              <a:pathLst>
                <a:path w="8109" h="2031">
                  <a:moveTo>
                    <a:pt x="8109" y="20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l4387"/>
            <p:cNvSpPr/>
            <p:nvPr/>
          </p:nvSpPr>
          <p:spPr>
            <a:xfrm>
              <a:off x="6559246" y="1527435"/>
              <a:ext cx="12165" cy="3005"/>
            </a:xfrm>
            <a:custGeom>
              <a:avLst/>
              <a:pathLst>
                <a:path w="12165" h="3005">
                  <a:moveTo>
                    <a:pt x="12165" y="3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l4388"/>
            <p:cNvSpPr/>
            <p:nvPr/>
          </p:nvSpPr>
          <p:spPr>
            <a:xfrm>
              <a:off x="6591981" y="1534336"/>
              <a:ext cx="8082" cy="2134"/>
            </a:xfrm>
            <a:custGeom>
              <a:avLst/>
              <a:pathLst>
                <a:path w="8082" h="2134">
                  <a:moveTo>
                    <a:pt x="8082" y="2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l4389"/>
            <p:cNvSpPr/>
            <p:nvPr/>
          </p:nvSpPr>
          <p:spPr>
            <a:xfrm>
              <a:off x="6616201" y="1540844"/>
              <a:ext cx="8054" cy="2238"/>
            </a:xfrm>
            <a:custGeom>
              <a:avLst/>
              <a:pathLst>
                <a:path w="8054" h="2238">
                  <a:moveTo>
                    <a:pt x="8054" y="2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l4390"/>
            <p:cNvSpPr/>
            <p:nvPr/>
          </p:nvSpPr>
          <p:spPr>
            <a:xfrm>
              <a:off x="6607789" y="1539925"/>
              <a:ext cx="12084" cy="3316"/>
            </a:xfrm>
            <a:custGeom>
              <a:avLst/>
              <a:pathLst>
                <a:path w="12084" h="3316">
                  <a:moveTo>
                    <a:pt x="12084" y="3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l4391"/>
            <p:cNvSpPr/>
            <p:nvPr/>
          </p:nvSpPr>
          <p:spPr>
            <a:xfrm>
              <a:off x="6595003" y="1539261"/>
              <a:ext cx="18125" cy="4881"/>
            </a:xfrm>
            <a:custGeom>
              <a:avLst/>
              <a:pathLst>
                <a:path w="18125" h="4881">
                  <a:moveTo>
                    <a:pt x="18125" y="48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l4392"/>
            <p:cNvSpPr/>
            <p:nvPr/>
          </p:nvSpPr>
          <p:spPr>
            <a:xfrm>
              <a:off x="6640337" y="1547662"/>
              <a:ext cx="8025" cy="2341"/>
            </a:xfrm>
            <a:custGeom>
              <a:avLst/>
              <a:pathLst>
                <a:path w="8025" h="2341">
                  <a:moveTo>
                    <a:pt x="8025" y="23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l4393"/>
            <p:cNvSpPr/>
            <p:nvPr/>
          </p:nvSpPr>
          <p:spPr>
            <a:xfrm>
              <a:off x="6631937" y="1546636"/>
              <a:ext cx="12041" cy="3470"/>
            </a:xfrm>
            <a:custGeom>
              <a:avLst/>
              <a:pathLst>
                <a:path w="12041" h="3470">
                  <a:moveTo>
                    <a:pt x="12041" y="34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l4394"/>
            <p:cNvSpPr/>
            <p:nvPr/>
          </p:nvSpPr>
          <p:spPr>
            <a:xfrm>
              <a:off x="6672378" y="1557233"/>
              <a:ext cx="7984" cy="2477"/>
            </a:xfrm>
            <a:custGeom>
              <a:avLst/>
              <a:pathLst>
                <a:path w="7984" h="2477">
                  <a:moveTo>
                    <a:pt x="7984" y="24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l4395"/>
            <p:cNvSpPr/>
            <p:nvPr/>
          </p:nvSpPr>
          <p:spPr>
            <a:xfrm>
              <a:off x="6663996" y="1556063"/>
              <a:ext cx="11980" cy="3676"/>
            </a:xfrm>
            <a:custGeom>
              <a:avLst/>
              <a:pathLst>
                <a:path w="11980" h="3676">
                  <a:moveTo>
                    <a:pt x="11980" y="36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l4396"/>
            <p:cNvSpPr/>
            <p:nvPr/>
          </p:nvSpPr>
          <p:spPr>
            <a:xfrm>
              <a:off x="6655615" y="1554930"/>
              <a:ext cx="13983" cy="4233"/>
            </a:xfrm>
            <a:custGeom>
              <a:avLst/>
              <a:pathLst>
                <a:path w="13983" h="4233">
                  <a:moveTo>
                    <a:pt x="13983" y="42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l4397"/>
            <p:cNvSpPr/>
            <p:nvPr/>
          </p:nvSpPr>
          <p:spPr>
            <a:xfrm>
              <a:off x="6636485" y="1553479"/>
              <a:ext cx="24968" cy="7378"/>
            </a:xfrm>
            <a:custGeom>
              <a:avLst/>
              <a:pathLst>
                <a:path w="24968" h="7378">
                  <a:moveTo>
                    <a:pt x="24968" y="73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l4398"/>
            <p:cNvSpPr/>
            <p:nvPr/>
          </p:nvSpPr>
          <p:spPr>
            <a:xfrm>
              <a:off x="6601649" y="1550679"/>
              <a:ext cx="45446" cy="12831"/>
            </a:xfrm>
            <a:custGeom>
              <a:avLst/>
              <a:pathLst>
                <a:path w="45446" h="12831">
                  <a:moveTo>
                    <a:pt x="45446" y="12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l4399"/>
            <p:cNvSpPr/>
            <p:nvPr/>
          </p:nvSpPr>
          <p:spPr>
            <a:xfrm>
              <a:off x="6580240" y="1546419"/>
              <a:ext cx="43809" cy="11819"/>
            </a:xfrm>
            <a:custGeom>
              <a:avLst/>
              <a:pathLst>
                <a:path w="43809" h="11819">
                  <a:moveTo>
                    <a:pt x="43809" y="11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l4400"/>
            <p:cNvSpPr/>
            <p:nvPr/>
          </p:nvSpPr>
          <p:spPr>
            <a:xfrm>
              <a:off x="6561179" y="1545732"/>
              <a:ext cx="39959" cy="10325"/>
            </a:xfrm>
            <a:custGeom>
              <a:avLst/>
              <a:pathLst>
                <a:path w="39959" h="10325">
                  <a:moveTo>
                    <a:pt x="39959" y="103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l4401"/>
            <p:cNvSpPr/>
            <p:nvPr/>
          </p:nvSpPr>
          <p:spPr>
            <a:xfrm>
              <a:off x="6696298" y="1564768"/>
              <a:ext cx="7951" cy="2579"/>
            </a:xfrm>
            <a:custGeom>
              <a:avLst/>
              <a:pathLst>
                <a:path w="7951" h="2579">
                  <a:moveTo>
                    <a:pt x="7951" y="25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l4402"/>
            <p:cNvSpPr/>
            <p:nvPr/>
          </p:nvSpPr>
          <p:spPr>
            <a:xfrm>
              <a:off x="6728039" y="1575292"/>
              <a:ext cx="7906" cy="2715"/>
            </a:xfrm>
            <a:custGeom>
              <a:avLst/>
              <a:pathLst>
                <a:path w="7906" h="2715">
                  <a:moveTo>
                    <a:pt x="7906" y="27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l4403"/>
            <p:cNvSpPr/>
            <p:nvPr/>
          </p:nvSpPr>
          <p:spPr>
            <a:xfrm>
              <a:off x="6719696" y="1573872"/>
              <a:ext cx="11864" cy="4032"/>
            </a:xfrm>
            <a:custGeom>
              <a:avLst/>
              <a:pathLst>
                <a:path w="11864" h="4032">
                  <a:moveTo>
                    <a:pt x="11864" y="4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l4404"/>
            <p:cNvSpPr/>
            <p:nvPr/>
          </p:nvSpPr>
          <p:spPr>
            <a:xfrm>
              <a:off x="6711353" y="1572490"/>
              <a:ext cx="13850" cy="4649"/>
            </a:xfrm>
            <a:custGeom>
              <a:avLst/>
              <a:pathLst>
                <a:path w="13850" h="4649">
                  <a:moveTo>
                    <a:pt x="13850" y="46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l4405"/>
            <p:cNvSpPr/>
            <p:nvPr/>
          </p:nvSpPr>
          <p:spPr>
            <a:xfrm>
              <a:off x="6698632" y="1571120"/>
              <a:ext cx="18803" cy="6206"/>
            </a:xfrm>
            <a:custGeom>
              <a:avLst/>
              <a:pathLst>
                <a:path w="18803" h="6206">
                  <a:moveTo>
                    <a:pt x="18803" y="62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l4406"/>
            <p:cNvSpPr/>
            <p:nvPr/>
          </p:nvSpPr>
          <p:spPr>
            <a:xfrm>
              <a:off x="6775301" y="1592089"/>
              <a:ext cx="7834" cy="2916"/>
            </a:xfrm>
            <a:custGeom>
              <a:avLst/>
              <a:pathLst>
                <a:path w="7834" h="2916">
                  <a:moveTo>
                    <a:pt x="7834" y="29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l4407"/>
            <p:cNvSpPr/>
            <p:nvPr/>
          </p:nvSpPr>
          <p:spPr>
            <a:xfrm>
              <a:off x="6766998" y="1590456"/>
              <a:ext cx="11757" cy="4334"/>
            </a:xfrm>
            <a:custGeom>
              <a:avLst/>
              <a:pathLst>
                <a:path w="11757" h="4334">
                  <a:moveTo>
                    <a:pt x="11757" y="43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l4408"/>
            <p:cNvSpPr/>
            <p:nvPr/>
          </p:nvSpPr>
          <p:spPr>
            <a:xfrm>
              <a:off x="6758693" y="1588861"/>
              <a:ext cx="13726" cy="5002"/>
            </a:xfrm>
            <a:custGeom>
              <a:avLst/>
              <a:pathLst>
                <a:path w="13726" h="5002">
                  <a:moveTo>
                    <a:pt x="13726" y="5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l4409"/>
            <p:cNvSpPr/>
            <p:nvPr/>
          </p:nvSpPr>
          <p:spPr>
            <a:xfrm>
              <a:off x="6750386" y="1587303"/>
              <a:ext cx="14718" cy="5297"/>
            </a:xfrm>
            <a:custGeom>
              <a:avLst/>
              <a:pathLst>
                <a:path w="14718" h="5297">
                  <a:moveTo>
                    <a:pt x="14718" y="5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l4410"/>
            <p:cNvSpPr/>
            <p:nvPr/>
          </p:nvSpPr>
          <p:spPr>
            <a:xfrm>
              <a:off x="6790958" y="1597956"/>
              <a:ext cx="7809" cy="2983"/>
            </a:xfrm>
            <a:custGeom>
              <a:avLst/>
              <a:pathLst>
                <a:path w="7809" h="2983">
                  <a:moveTo>
                    <a:pt x="7809" y="2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l4411"/>
            <p:cNvSpPr/>
            <p:nvPr/>
          </p:nvSpPr>
          <p:spPr>
            <a:xfrm>
              <a:off x="6814348" y="1607007"/>
              <a:ext cx="7770" cy="3083"/>
            </a:xfrm>
            <a:custGeom>
              <a:avLst/>
              <a:pathLst>
                <a:path w="7770" h="3083">
                  <a:moveTo>
                    <a:pt x="7770" y="30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l4412"/>
            <p:cNvSpPr/>
            <p:nvPr/>
          </p:nvSpPr>
          <p:spPr>
            <a:xfrm>
              <a:off x="6806081" y="1605198"/>
              <a:ext cx="11662" cy="4584"/>
            </a:xfrm>
            <a:custGeom>
              <a:avLst/>
              <a:pathLst>
                <a:path w="11662" h="4584">
                  <a:moveTo>
                    <a:pt x="11662" y="4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l4413"/>
            <p:cNvSpPr/>
            <p:nvPr/>
          </p:nvSpPr>
          <p:spPr>
            <a:xfrm>
              <a:off x="6793439" y="1603175"/>
              <a:ext cx="17502" cy="6783"/>
            </a:xfrm>
            <a:custGeom>
              <a:avLst/>
              <a:pathLst>
                <a:path w="17502" h="6783">
                  <a:moveTo>
                    <a:pt x="17502" y="67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l4414"/>
            <p:cNvSpPr/>
            <p:nvPr/>
          </p:nvSpPr>
          <p:spPr>
            <a:xfrm>
              <a:off x="6755497" y="1596201"/>
              <a:ext cx="44295" cy="16552"/>
            </a:xfrm>
            <a:custGeom>
              <a:avLst/>
              <a:pathLst>
                <a:path w="44295" h="16552">
                  <a:moveTo>
                    <a:pt x="44295" y="165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l4415"/>
            <p:cNvSpPr/>
            <p:nvPr/>
          </p:nvSpPr>
          <p:spPr>
            <a:xfrm>
              <a:off x="6739876" y="1592064"/>
              <a:ext cx="37352" cy="13525"/>
            </a:xfrm>
            <a:custGeom>
              <a:avLst/>
              <a:pathLst>
                <a:path w="37352" h="13525">
                  <a:moveTo>
                    <a:pt x="37352" y="13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l4416"/>
            <p:cNvSpPr/>
            <p:nvPr/>
          </p:nvSpPr>
          <p:spPr>
            <a:xfrm>
              <a:off x="6703451" y="1588107"/>
              <a:ext cx="52415" cy="18135"/>
            </a:xfrm>
            <a:custGeom>
              <a:avLst/>
              <a:pathLst>
                <a:path w="52415" h="18135">
                  <a:moveTo>
                    <a:pt x="52415" y="18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l4417"/>
            <p:cNvSpPr/>
            <p:nvPr/>
          </p:nvSpPr>
          <p:spPr>
            <a:xfrm>
              <a:off x="6681891" y="1582527"/>
              <a:ext cx="47397" cy="15718"/>
            </a:xfrm>
            <a:custGeom>
              <a:avLst/>
              <a:pathLst>
                <a:path w="47397" h="15718">
                  <a:moveTo>
                    <a:pt x="47397" y="157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l4418"/>
            <p:cNvSpPr/>
            <p:nvPr/>
          </p:nvSpPr>
          <p:spPr>
            <a:xfrm>
              <a:off x="6657963" y="1597375"/>
              <a:ext cx="40971" cy="13079"/>
            </a:xfrm>
            <a:custGeom>
              <a:avLst/>
              <a:pathLst>
                <a:path w="40971" h="13079">
                  <a:moveTo>
                    <a:pt x="40971" y="130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l4419"/>
            <p:cNvSpPr/>
            <p:nvPr/>
          </p:nvSpPr>
          <p:spPr>
            <a:xfrm>
              <a:off x="6616708" y="1585219"/>
              <a:ext cx="41255" cy="12156"/>
            </a:xfrm>
            <a:custGeom>
              <a:avLst/>
              <a:pathLst>
                <a:path w="41255" h="12156">
                  <a:moveTo>
                    <a:pt x="41255" y="12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l4420"/>
            <p:cNvSpPr/>
            <p:nvPr/>
          </p:nvSpPr>
          <p:spPr>
            <a:xfrm>
              <a:off x="6575190" y="1573992"/>
              <a:ext cx="41517" cy="11226"/>
            </a:xfrm>
            <a:custGeom>
              <a:avLst/>
              <a:pathLst>
                <a:path w="41517" h="11226">
                  <a:moveTo>
                    <a:pt x="41517" y="112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l4421"/>
            <p:cNvSpPr/>
            <p:nvPr/>
          </p:nvSpPr>
          <p:spPr>
            <a:xfrm>
              <a:off x="6829875" y="1613207"/>
              <a:ext cx="7743" cy="3149"/>
            </a:xfrm>
            <a:custGeom>
              <a:avLst/>
              <a:pathLst>
                <a:path w="7743" h="3149">
                  <a:moveTo>
                    <a:pt x="7743" y="3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l4422"/>
            <p:cNvSpPr/>
            <p:nvPr/>
          </p:nvSpPr>
          <p:spPr>
            <a:xfrm>
              <a:off x="6845350" y="1619540"/>
              <a:ext cx="7716" cy="3215"/>
            </a:xfrm>
            <a:custGeom>
              <a:avLst/>
              <a:pathLst>
                <a:path w="7716" h="3215">
                  <a:moveTo>
                    <a:pt x="7716" y="3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l4423"/>
            <p:cNvSpPr/>
            <p:nvPr/>
          </p:nvSpPr>
          <p:spPr>
            <a:xfrm>
              <a:off x="6832746" y="1617245"/>
              <a:ext cx="15439" cy="6356"/>
            </a:xfrm>
            <a:custGeom>
              <a:avLst/>
              <a:pathLst>
                <a:path w="15439" h="6356">
                  <a:moveTo>
                    <a:pt x="15439" y="6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l4424"/>
            <p:cNvSpPr/>
            <p:nvPr/>
          </p:nvSpPr>
          <p:spPr>
            <a:xfrm>
              <a:off x="6868459" y="1629286"/>
              <a:ext cx="7674" cy="3314"/>
            </a:xfrm>
            <a:custGeom>
              <a:avLst/>
              <a:pathLst>
                <a:path w="7674" h="3314">
                  <a:moveTo>
                    <a:pt x="7674" y="33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l4425"/>
            <p:cNvSpPr/>
            <p:nvPr/>
          </p:nvSpPr>
          <p:spPr>
            <a:xfrm>
              <a:off x="6883794" y="1635947"/>
              <a:ext cx="7646" cy="3379"/>
            </a:xfrm>
            <a:custGeom>
              <a:avLst/>
              <a:pathLst>
                <a:path w="7646" h="3379">
                  <a:moveTo>
                    <a:pt x="7646" y="33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l4426"/>
            <p:cNvSpPr/>
            <p:nvPr/>
          </p:nvSpPr>
          <p:spPr>
            <a:xfrm>
              <a:off x="6906690" y="1646183"/>
              <a:ext cx="7602" cy="3477"/>
            </a:xfrm>
            <a:custGeom>
              <a:avLst/>
              <a:pathLst>
                <a:path w="7602" h="3477">
                  <a:moveTo>
                    <a:pt x="7602" y="34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l4427"/>
            <p:cNvSpPr/>
            <p:nvPr/>
          </p:nvSpPr>
          <p:spPr>
            <a:xfrm>
              <a:off x="6898527" y="1643953"/>
              <a:ext cx="11412" cy="5175"/>
            </a:xfrm>
            <a:custGeom>
              <a:avLst/>
              <a:pathLst>
                <a:path w="11412" h="5175">
                  <a:moveTo>
                    <a:pt x="11412" y="51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l4428"/>
            <p:cNvSpPr/>
            <p:nvPr/>
          </p:nvSpPr>
          <p:spPr>
            <a:xfrm>
              <a:off x="6886005" y="1641286"/>
              <a:ext cx="17132" cy="7671"/>
            </a:xfrm>
            <a:custGeom>
              <a:avLst/>
              <a:pathLst>
                <a:path w="17132" h="7671">
                  <a:moveTo>
                    <a:pt x="17132" y="76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l4429"/>
            <p:cNvSpPr/>
            <p:nvPr/>
          </p:nvSpPr>
          <p:spPr>
            <a:xfrm>
              <a:off x="6929452" y="1656713"/>
              <a:ext cx="7557" cy="3574"/>
            </a:xfrm>
            <a:custGeom>
              <a:avLst/>
              <a:pathLst>
                <a:path w="7557" h="3574">
                  <a:moveTo>
                    <a:pt x="7557" y="3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l4430"/>
            <p:cNvSpPr/>
            <p:nvPr/>
          </p:nvSpPr>
          <p:spPr>
            <a:xfrm>
              <a:off x="6921318" y="1654378"/>
              <a:ext cx="11345" cy="5321"/>
            </a:xfrm>
            <a:custGeom>
              <a:avLst/>
              <a:pathLst>
                <a:path w="11345" h="5321">
                  <a:moveTo>
                    <a:pt x="11345" y="53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l4431"/>
            <p:cNvSpPr/>
            <p:nvPr/>
          </p:nvSpPr>
          <p:spPr>
            <a:xfrm>
              <a:off x="6952078" y="1667532"/>
              <a:ext cx="7510" cy="3670"/>
            </a:xfrm>
            <a:custGeom>
              <a:avLst/>
              <a:pathLst>
                <a:path w="7510" h="3670">
                  <a:moveTo>
                    <a:pt x="7510" y="3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l4432"/>
            <p:cNvSpPr/>
            <p:nvPr/>
          </p:nvSpPr>
          <p:spPr>
            <a:xfrm>
              <a:off x="6943975" y="1665093"/>
              <a:ext cx="11276" cy="5466"/>
            </a:xfrm>
            <a:custGeom>
              <a:avLst/>
              <a:pathLst>
                <a:path w="11276" h="5466">
                  <a:moveTo>
                    <a:pt x="11276" y="54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l4433"/>
            <p:cNvSpPr/>
            <p:nvPr/>
          </p:nvSpPr>
          <p:spPr>
            <a:xfrm>
              <a:off x="6925299" y="1660646"/>
              <a:ext cx="22575" cy="10766"/>
            </a:xfrm>
            <a:custGeom>
              <a:avLst/>
              <a:pathLst>
                <a:path w="22575" h="10766">
                  <a:moveTo>
                    <a:pt x="22575" y="107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l4434"/>
            <p:cNvSpPr/>
            <p:nvPr/>
          </p:nvSpPr>
          <p:spPr>
            <a:xfrm>
              <a:off x="6891316" y="1652392"/>
              <a:ext cx="42423" cy="19609"/>
            </a:xfrm>
            <a:custGeom>
              <a:avLst/>
              <a:pathLst>
                <a:path w="42423" h="19609">
                  <a:moveTo>
                    <a:pt x="42423" y="196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l4435"/>
            <p:cNvSpPr/>
            <p:nvPr/>
          </p:nvSpPr>
          <p:spPr>
            <a:xfrm>
              <a:off x="6866492" y="1644384"/>
              <a:ext cx="44977" cy="20102"/>
            </a:xfrm>
            <a:custGeom>
              <a:avLst/>
              <a:pathLst>
                <a:path w="44977" h="20102">
                  <a:moveTo>
                    <a:pt x="44977" y="201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l4436"/>
            <p:cNvSpPr/>
            <p:nvPr/>
          </p:nvSpPr>
          <p:spPr>
            <a:xfrm>
              <a:off x="6854530" y="1640712"/>
              <a:ext cx="33970" cy="14796"/>
            </a:xfrm>
            <a:custGeom>
              <a:avLst/>
              <a:pathLst>
                <a:path w="33970" h="14796">
                  <a:moveTo>
                    <a:pt x="33970" y="147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l4437"/>
            <p:cNvSpPr/>
            <p:nvPr/>
          </p:nvSpPr>
          <p:spPr>
            <a:xfrm>
              <a:off x="6833376" y="1637643"/>
              <a:ext cx="36047" cy="15269"/>
            </a:xfrm>
            <a:custGeom>
              <a:avLst/>
              <a:pathLst>
                <a:path w="36047" h="15269">
                  <a:moveTo>
                    <a:pt x="36047" y="152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l4438"/>
            <p:cNvSpPr/>
            <p:nvPr/>
          </p:nvSpPr>
          <p:spPr>
            <a:xfrm>
              <a:off x="6967084" y="1674906"/>
              <a:ext cx="7479" cy="3734"/>
            </a:xfrm>
            <a:custGeom>
              <a:avLst/>
              <a:pathLst>
                <a:path w="7479" h="3734">
                  <a:moveTo>
                    <a:pt x="7479" y="37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l4439"/>
            <p:cNvSpPr/>
            <p:nvPr/>
          </p:nvSpPr>
          <p:spPr>
            <a:xfrm>
              <a:off x="6989474" y="1686206"/>
              <a:ext cx="7430" cy="3830"/>
            </a:xfrm>
            <a:custGeom>
              <a:avLst/>
              <a:pathLst>
                <a:path w="7430" h="3830">
                  <a:moveTo>
                    <a:pt x="7430" y="3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l4440"/>
            <p:cNvSpPr/>
            <p:nvPr/>
          </p:nvSpPr>
          <p:spPr>
            <a:xfrm>
              <a:off x="7004320" y="1693898"/>
              <a:ext cx="7397" cy="3893"/>
            </a:xfrm>
            <a:custGeom>
              <a:avLst/>
              <a:pathLst>
                <a:path w="7397" h="3893">
                  <a:moveTo>
                    <a:pt x="7397" y="38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l4441"/>
            <p:cNvSpPr/>
            <p:nvPr/>
          </p:nvSpPr>
          <p:spPr>
            <a:xfrm>
              <a:off x="6991972" y="1690484"/>
              <a:ext cx="14808" cy="7713"/>
            </a:xfrm>
            <a:custGeom>
              <a:avLst/>
              <a:pathLst>
                <a:path w="14808" h="7713">
                  <a:moveTo>
                    <a:pt x="14808" y="77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l4442"/>
            <p:cNvSpPr/>
            <p:nvPr/>
          </p:nvSpPr>
          <p:spPr>
            <a:xfrm>
              <a:off x="6980220" y="1685969"/>
              <a:ext cx="18549" cy="9536"/>
            </a:xfrm>
            <a:custGeom>
              <a:avLst/>
              <a:pathLst>
                <a:path w="18549" h="9536">
                  <a:moveTo>
                    <a:pt x="18549" y="95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l4443"/>
            <p:cNvSpPr/>
            <p:nvPr/>
          </p:nvSpPr>
          <p:spPr>
            <a:xfrm>
              <a:off x="6967852" y="1682725"/>
              <a:ext cx="20437" cy="10355"/>
            </a:xfrm>
            <a:custGeom>
              <a:avLst/>
              <a:pathLst>
                <a:path w="20437" h="10355">
                  <a:moveTo>
                    <a:pt x="20437" y="103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l4444"/>
            <p:cNvSpPr/>
            <p:nvPr/>
          </p:nvSpPr>
          <p:spPr>
            <a:xfrm>
              <a:off x="7019099" y="1701717"/>
              <a:ext cx="7364" cy="3956"/>
            </a:xfrm>
            <a:custGeom>
              <a:avLst/>
              <a:pathLst>
                <a:path w="7364" h="3956">
                  <a:moveTo>
                    <a:pt x="7364" y="39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l4445"/>
            <p:cNvSpPr/>
            <p:nvPr/>
          </p:nvSpPr>
          <p:spPr>
            <a:xfrm>
              <a:off x="7033811" y="1709662"/>
              <a:ext cx="7330" cy="4019"/>
            </a:xfrm>
            <a:custGeom>
              <a:avLst/>
              <a:pathLst>
                <a:path w="7330" h="4019">
                  <a:moveTo>
                    <a:pt x="7330" y="40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l4446"/>
            <p:cNvSpPr/>
            <p:nvPr/>
          </p:nvSpPr>
          <p:spPr>
            <a:xfrm>
              <a:off x="7063028" y="1725926"/>
              <a:ext cx="7260" cy="4143"/>
            </a:xfrm>
            <a:custGeom>
              <a:avLst/>
              <a:pathLst>
                <a:path w="7260" h="4143">
                  <a:moveTo>
                    <a:pt x="7260" y="41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l4447"/>
            <p:cNvSpPr/>
            <p:nvPr/>
          </p:nvSpPr>
          <p:spPr>
            <a:xfrm>
              <a:off x="7055098" y="1722974"/>
              <a:ext cx="10903" cy="6176"/>
            </a:xfrm>
            <a:custGeom>
              <a:avLst/>
              <a:pathLst>
                <a:path w="10903" h="6176">
                  <a:moveTo>
                    <a:pt x="10903" y="6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l4448"/>
            <p:cNvSpPr/>
            <p:nvPr/>
          </p:nvSpPr>
          <p:spPr>
            <a:xfrm>
              <a:off x="7047159" y="1720058"/>
              <a:ext cx="12738" cy="7153"/>
            </a:xfrm>
            <a:custGeom>
              <a:avLst/>
              <a:pathLst>
                <a:path w="12738" h="7153">
                  <a:moveTo>
                    <a:pt x="12738" y="71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l4449"/>
            <p:cNvSpPr/>
            <p:nvPr/>
          </p:nvSpPr>
          <p:spPr>
            <a:xfrm>
              <a:off x="7034918" y="1716337"/>
              <a:ext cx="17313" cy="9607"/>
            </a:xfrm>
            <a:custGeom>
              <a:avLst/>
              <a:pathLst>
                <a:path w="17313" h="9607">
                  <a:moveTo>
                    <a:pt x="17313" y="9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l4450"/>
            <p:cNvSpPr/>
            <p:nvPr/>
          </p:nvSpPr>
          <p:spPr>
            <a:xfrm>
              <a:off x="7019002" y="1710729"/>
              <a:ext cx="23292" cy="12718"/>
            </a:xfrm>
            <a:custGeom>
              <a:avLst/>
              <a:pathLst>
                <a:path w="23292" h="12718">
                  <a:moveTo>
                    <a:pt x="23292" y="127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l4451"/>
            <p:cNvSpPr/>
            <p:nvPr/>
          </p:nvSpPr>
          <p:spPr>
            <a:xfrm>
              <a:off x="7084757" y="1738450"/>
              <a:ext cx="7207" cy="4236"/>
            </a:xfrm>
            <a:custGeom>
              <a:avLst/>
              <a:pathLst>
                <a:path w="7207" h="4236">
                  <a:moveTo>
                    <a:pt x="7207" y="42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l4452"/>
            <p:cNvSpPr/>
            <p:nvPr/>
          </p:nvSpPr>
          <p:spPr>
            <a:xfrm>
              <a:off x="7076865" y="1735397"/>
              <a:ext cx="10823" cy="6315"/>
            </a:xfrm>
            <a:custGeom>
              <a:avLst/>
              <a:pathLst>
                <a:path w="10823" h="6315">
                  <a:moveTo>
                    <a:pt x="10823" y="63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l4453"/>
            <p:cNvSpPr/>
            <p:nvPr/>
          </p:nvSpPr>
          <p:spPr>
            <a:xfrm>
              <a:off x="7113476" y="1755581"/>
              <a:ext cx="7133" cy="4358"/>
            </a:xfrm>
            <a:custGeom>
              <a:avLst/>
              <a:pathLst>
                <a:path w="7133" h="4358">
                  <a:moveTo>
                    <a:pt x="7133" y="4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l4454"/>
            <p:cNvSpPr/>
            <p:nvPr/>
          </p:nvSpPr>
          <p:spPr>
            <a:xfrm>
              <a:off x="7127724" y="1764329"/>
              <a:ext cx="7096" cy="4419"/>
            </a:xfrm>
            <a:custGeom>
              <a:avLst/>
              <a:pathLst>
                <a:path w="7096" h="4419">
                  <a:moveTo>
                    <a:pt x="7096" y="4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l4455"/>
            <p:cNvSpPr/>
            <p:nvPr/>
          </p:nvSpPr>
          <p:spPr>
            <a:xfrm>
              <a:off x="7141898" y="1773198"/>
              <a:ext cx="7058" cy="4480"/>
            </a:xfrm>
            <a:custGeom>
              <a:avLst/>
              <a:pathLst>
                <a:path w="7058" h="4480">
                  <a:moveTo>
                    <a:pt x="7058" y="44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l4456"/>
            <p:cNvSpPr/>
            <p:nvPr/>
          </p:nvSpPr>
          <p:spPr>
            <a:xfrm>
              <a:off x="7129867" y="1768795"/>
              <a:ext cx="14135" cy="8887"/>
            </a:xfrm>
            <a:custGeom>
              <a:avLst/>
              <a:pathLst>
                <a:path w="14135" h="8887">
                  <a:moveTo>
                    <a:pt x="14135" y="88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l4457"/>
            <p:cNvSpPr/>
            <p:nvPr/>
          </p:nvSpPr>
          <p:spPr>
            <a:xfrm>
              <a:off x="7114268" y="1762301"/>
              <a:ext cx="21258" cy="13177"/>
            </a:xfrm>
            <a:custGeom>
              <a:avLst/>
              <a:pathLst>
                <a:path w="21258" h="13177">
                  <a:moveTo>
                    <a:pt x="21258" y="131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l4458"/>
            <p:cNvSpPr/>
            <p:nvPr/>
          </p:nvSpPr>
          <p:spPr>
            <a:xfrm>
              <a:off x="7102889" y="1756955"/>
              <a:ext cx="21328" cy="13032"/>
            </a:xfrm>
            <a:custGeom>
              <a:avLst/>
              <a:pathLst>
                <a:path w="21328" h="13032">
                  <a:moveTo>
                    <a:pt x="21328" y="13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l4459"/>
            <p:cNvSpPr/>
            <p:nvPr/>
          </p:nvSpPr>
          <p:spPr>
            <a:xfrm>
              <a:off x="7095061" y="1753815"/>
              <a:ext cx="17818" cy="10757"/>
            </a:xfrm>
            <a:custGeom>
              <a:avLst/>
              <a:pathLst>
                <a:path w="17818" h="10757">
                  <a:moveTo>
                    <a:pt x="17818" y="107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l4460"/>
            <p:cNvSpPr/>
            <p:nvPr/>
          </p:nvSpPr>
          <p:spPr>
            <a:xfrm>
              <a:off x="7076913" y="1747746"/>
              <a:ext cx="25006" cy="14843"/>
            </a:xfrm>
            <a:custGeom>
              <a:avLst/>
              <a:pathLst>
                <a:path w="25006" h="14843">
                  <a:moveTo>
                    <a:pt x="25006" y="148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l4461"/>
            <p:cNvSpPr/>
            <p:nvPr/>
          </p:nvSpPr>
          <p:spPr>
            <a:xfrm>
              <a:off x="7053983" y="1746821"/>
              <a:ext cx="30023" cy="17459"/>
            </a:xfrm>
            <a:custGeom>
              <a:avLst/>
              <a:pathLst>
                <a:path w="30023" h="17459">
                  <a:moveTo>
                    <a:pt x="30023" y="174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l4462"/>
            <p:cNvSpPr/>
            <p:nvPr/>
          </p:nvSpPr>
          <p:spPr>
            <a:xfrm>
              <a:off x="7023651" y="1729903"/>
              <a:ext cx="30332" cy="16918"/>
            </a:xfrm>
            <a:custGeom>
              <a:avLst/>
              <a:pathLst>
                <a:path w="30332" h="16918">
                  <a:moveTo>
                    <a:pt x="30332" y="16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l4463"/>
            <p:cNvSpPr/>
            <p:nvPr/>
          </p:nvSpPr>
          <p:spPr>
            <a:xfrm>
              <a:off x="7008282" y="1732175"/>
              <a:ext cx="41088" cy="22744"/>
            </a:xfrm>
            <a:custGeom>
              <a:avLst/>
              <a:pathLst>
                <a:path w="41088" h="22744">
                  <a:moveTo>
                    <a:pt x="41088" y="22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l4464"/>
            <p:cNvSpPr/>
            <p:nvPr/>
          </p:nvSpPr>
          <p:spPr>
            <a:xfrm>
              <a:off x="6966652" y="1710439"/>
              <a:ext cx="41630" cy="21736"/>
            </a:xfrm>
            <a:custGeom>
              <a:avLst/>
              <a:pathLst>
                <a:path w="41630" h="21736">
                  <a:moveTo>
                    <a:pt x="41630" y="217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l4465"/>
            <p:cNvSpPr/>
            <p:nvPr/>
          </p:nvSpPr>
          <p:spPr>
            <a:xfrm>
              <a:off x="7163015" y="1786729"/>
              <a:ext cx="7000" cy="4570"/>
            </a:xfrm>
            <a:custGeom>
              <a:avLst/>
              <a:pathLst>
                <a:path w="7000" h="4570">
                  <a:moveTo>
                    <a:pt x="7000" y="45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l4466"/>
            <p:cNvSpPr/>
            <p:nvPr/>
          </p:nvSpPr>
          <p:spPr>
            <a:xfrm>
              <a:off x="7176995" y="1795899"/>
              <a:ext cx="6960" cy="4629"/>
            </a:xfrm>
            <a:custGeom>
              <a:avLst/>
              <a:pathLst>
                <a:path w="6960" h="4629">
                  <a:moveTo>
                    <a:pt x="6960" y="4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l4467"/>
            <p:cNvSpPr/>
            <p:nvPr/>
          </p:nvSpPr>
          <p:spPr>
            <a:xfrm>
              <a:off x="7211601" y="1819343"/>
              <a:ext cx="6860" cy="4777"/>
            </a:xfrm>
            <a:custGeom>
              <a:avLst/>
              <a:pathLst>
                <a:path w="6860" h="4777">
                  <a:moveTo>
                    <a:pt x="6860" y="47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l4468"/>
            <p:cNvSpPr/>
            <p:nvPr/>
          </p:nvSpPr>
          <p:spPr>
            <a:xfrm>
              <a:off x="7203966" y="1815693"/>
              <a:ext cx="10306" cy="7127"/>
            </a:xfrm>
            <a:custGeom>
              <a:avLst/>
              <a:pathLst>
                <a:path w="10306" h="7127">
                  <a:moveTo>
                    <a:pt x="10306" y="7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l4469"/>
            <p:cNvSpPr/>
            <p:nvPr/>
          </p:nvSpPr>
          <p:spPr>
            <a:xfrm>
              <a:off x="7196321" y="1812078"/>
              <a:ext cx="12047" cy="8265"/>
            </a:xfrm>
            <a:custGeom>
              <a:avLst/>
              <a:pathLst>
                <a:path w="12047" h="8265">
                  <a:moveTo>
                    <a:pt x="12047" y="8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l4470"/>
            <p:cNvSpPr/>
            <p:nvPr/>
          </p:nvSpPr>
          <p:spPr>
            <a:xfrm>
              <a:off x="7188664" y="1808500"/>
              <a:ext cx="12934" cy="8798"/>
            </a:xfrm>
            <a:custGeom>
              <a:avLst/>
              <a:pathLst>
                <a:path w="12934" h="8798">
                  <a:moveTo>
                    <a:pt x="12934" y="87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l4471"/>
            <p:cNvSpPr/>
            <p:nvPr/>
          </p:nvSpPr>
          <p:spPr>
            <a:xfrm>
              <a:off x="7176792" y="1803753"/>
              <a:ext cx="16850" cy="11334"/>
            </a:xfrm>
            <a:custGeom>
              <a:avLst/>
              <a:pathLst>
                <a:path w="16850" h="11334">
                  <a:moveTo>
                    <a:pt x="16850" y="113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l4472"/>
            <p:cNvSpPr/>
            <p:nvPr/>
          </p:nvSpPr>
          <p:spPr>
            <a:xfrm>
              <a:off x="7161422" y="1796814"/>
              <a:ext cx="22323" cy="14793"/>
            </a:xfrm>
            <a:custGeom>
              <a:avLst/>
              <a:pathLst>
                <a:path w="22323" h="14793">
                  <a:moveTo>
                    <a:pt x="22323" y="147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l4473"/>
            <p:cNvSpPr/>
            <p:nvPr/>
          </p:nvSpPr>
          <p:spPr>
            <a:xfrm>
              <a:off x="7225302" y="1828927"/>
              <a:ext cx="6819" cy="4835"/>
            </a:xfrm>
            <a:custGeom>
              <a:avLst/>
              <a:pathLst>
                <a:path w="6819" h="4835">
                  <a:moveTo>
                    <a:pt x="6819" y="48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l4474"/>
            <p:cNvSpPr/>
            <p:nvPr/>
          </p:nvSpPr>
          <p:spPr>
            <a:xfrm>
              <a:off x="7238920" y="1838627"/>
              <a:ext cx="6778" cy="4893"/>
            </a:xfrm>
            <a:custGeom>
              <a:avLst/>
              <a:pathLst>
                <a:path w="6778" h="4893">
                  <a:moveTo>
                    <a:pt x="6778" y="48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l4475"/>
            <p:cNvSpPr/>
            <p:nvPr/>
          </p:nvSpPr>
          <p:spPr>
            <a:xfrm>
              <a:off x="7227174" y="1833513"/>
              <a:ext cx="13579" cy="9716"/>
            </a:xfrm>
            <a:custGeom>
              <a:avLst/>
              <a:pathLst>
                <a:path w="13579" h="9716">
                  <a:moveTo>
                    <a:pt x="13579" y="97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l4476"/>
            <p:cNvSpPr/>
            <p:nvPr/>
          </p:nvSpPr>
          <p:spPr>
            <a:xfrm>
              <a:off x="7252455" y="1848444"/>
              <a:ext cx="6735" cy="4951"/>
            </a:xfrm>
            <a:custGeom>
              <a:avLst/>
              <a:pathLst>
                <a:path w="6735" h="4951">
                  <a:moveTo>
                    <a:pt x="6735" y="49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l4477"/>
            <p:cNvSpPr/>
            <p:nvPr/>
          </p:nvSpPr>
          <p:spPr>
            <a:xfrm>
              <a:off x="7279271" y="1868421"/>
              <a:ext cx="6650" cy="5065"/>
            </a:xfrm>
            <a:custGeom>
              <a:avLst/>
              <a:pathLst>
                <a:path w="6650" h="5065">
                  <a:moveTo>
                    <a:pt x="6650" y="50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l4478"/>
            <p:cNvSpPr/>
            <p:nvPr/>
          </p:nvSpPr>
          <p:spPr>
            <a:xfrm>
              <a:off x="7271799" y="1864448"/>
              <a:ext cx="9993" cy="7561"/>
            </a:xfrm>
            <a:custGeom>
              <a:avLst/>
              <a:pathLst>
                <a:path w="9993" h="7561">
                  <a:moveTo>
                    <a:pt x="9993" y="75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l4479"/>
            <p:cNvSpPr/>
            <p:nvPr/>
          </p:nvSpPr>
          <p:spPr>
            <a:xfrm>
              <a:off x="7264315" y="1860510"/>
              <a:ext cx="11683" cy="8771"/>
            </a:xfrm>
            <a:custGeom>
              <a:avLst/>
              <a:pathLst>
                <a:path w="11683" h="8771">
                  <a:moveTo>
                    <a:pt x="11683" y="87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l4480"/>
            <p:cNvSpPr/>
            <p:nvPr/>
          </p:nvSpPr>
          <p:spPr>
            <a:xfrm>
              <a:off x="7252671" y="1855207"/>
              <a:ext cx="15894" cy="11808"/>
            </a:xfrm>
            <a:custGeom>
              <a:avLst/>
              <a:pathLst>
                <a:path w="15894" h="11808">
                  <a:moveTo>
                    <a:pt x="15894" y="118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l4481"/>
            <p:cNvSpPr/>
            <p:nvPr/>
          </p:nvSpPr>
          <p:spPr>
            <a:xfrm>
              <a:off x="7229325" y="1844854"/>
              <a:ext cx="28132" cy="20511"/>
            </a:xfrm>
            <a:custGeom>
              <a:avLst/>
              <a:pathLst>
                <a:path w="28132" h="20511">
                  <a:moveTo>
                    <a:pt x="28132" y="205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l4482"/>
            <p:cNvSpPr/>
            <p:nvPr/>
          </p:nvSpPr>
          <p:spPr>
            <a:xfrm>
              <a:off x="7201093" y="1839603"/>
              <a:ext cx="35284" cy="25126"/>
            </a:xfrm>
            <a:custGeom>
              <a:avLst/>
              <a:pathLst>
                <a:path w="35284" h="25126">
                  <a:moveTo>
                    <a:pt x="35284" y="25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l4483"/>
            <p:cNvSpPr/>
            <p:nvPr/>
          </p:nvSpPr>
          <p:spPr>
            <a:xfrm>
              <a:off x="7165254" y="1815271"/>
              <a:ext cx="35838" cy="24331"/>
            </a:xfrm>
            <a:custGeom>
              <a:avLst/>
              <a:pathLst>
                <a:path w="35838" h="24331">
                  <a:moveTo>
                    <a:pt x="35838" y="243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l4484"/>
            <p:cNvSpPr/>
            <p:nvPr/>
          </p:nvSpPr>
          <p:spPr>
            <a:xfrm>
              <a:off x="7171848" y="1821263"/>
              <a:ext cx="28484" cy="19433"/>
            </a:xfrm>
            <a:custGeom>
              <a:avLst/>
              <a:pathLst>
                <a:path w="28484" h="19433">
                  <a:moveTo>
                    <a:pt x="28484" y="194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l4485"/>
            <p:cNvSpPr/>
            <p:nvPr/>
          </p:nvSpPr>
          <p:spPr>
            <a:xfrm>
              <a:off x="7143022" y="1802340"/>
              <a:ext cx="28826" cy="18922"/>
            </a:xfrm>
            <a:custGeom>
              <a:avLst/>
              <a:pathLst>
                <a:path w="28826" h="18922">
                  <a:moveTo>
                    <a:pt x="28826" y="189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l4486"/>
            <p:cNvSpPr/>
            <p:nvPr/>
          </p:nvSpPr>
          <p:spPr>
            <a:xfrm>
              <a:off x="7292551" y="1878580"/>
              <a:ext cx="6606" cy="5122"/>
            </a:xfrm>
            <a:custGeom>
              <a:avLst/>
              <a:pathLst>
                <a:path w="6606" h="5122">
                  <a:moveTo>
                    <a:pt x="6606" y="5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l4487"/>
            <p:cNvSpPr/>
            <p:nvPr/>
          </p:nvSpPr>
          <p:spPr>
            <a:xfrm>
              <a:off x="7305743" y="1888853"/>
              <a:ext cx="6563" cy="5178"/>
            </a:xfrm>
            <a:custGeom>
              <a:avLst/>
              <a:pathLst>
                <a:path w="6563" h="5178">
                  <a:moveTo>
                    <a:pt x="6563" y="5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l4488"/>
            <p:cNvSpPr/>
            <p:nvPr/>
          </p:nvSpPr>
          <p:spPr>
            <a:xfrm>
              <a:off x="7318847" y="1899238"/>
              <a:ext cx="6518" cy="5234"/>
            </a:xfrm>
            <a:custGeom>
              <a:avLst/>
              <a:pathLst>
                <a:path w="6518" h="5234">
                  <a:moveTo>
                    <a:pt x="6518" y="52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l4489"/>
            <p:cNvSpPr/>
            <p:nvPr/>
          </p:nvSpPr>
          <p:spPr>
            <a:xfrm>
              <a:off x="7307377" y="1893529"/>
              <a:ext cx="13063" cy="10398"/>
            </a:xfrm>
            <a:custGeom>
              <a:avLst/>
              <a:pathLst>
                <a:path w="13063" h="10398">
                  <a:moveTo>
                    <a:pt x="13063" y="10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l4490"/>
            <p:cNvSpPr/>
            <p:nvPr/>
          </p:nvSpPr>
          <p:spPr>
            <a:xfrm>
              <a:off x="7344786" y="1920341"/>
              <a:ext cx="6428" cy="5344"/>
            </a:xfrm>
            <a:custGeom>
              <a:avLst/>
              <a:pathLst>
                <a:path w="6428" h="5344">
                  <a:moveTo>
                    <a:pt x="6428" y="53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l4491"/>
            <p:cNvSpPr/>
            <p:nvPr/>
          </p:nvSpPr>
          <p:spPr>
            <a:xfrm>
              <a:off x="7337490" y="1916053"/>
              <a:ext cx="9661" cy="7980"/>
            </a:xfrm>
            <a:custGeom>
              <a:avLst/>
              <a:pathLst>
                <a:path w="9661" h="7980">
                  <a:moveTo>
                    <a:pt x="9661" y="79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l4492"/>
            <p:cNvSpPr/>
            <p:nvPr/>
          </p:nvSpPr>
          <p:spPr>
            <a:xfrm>
              <a:off x="7330181" y="1911800"/>
              <a:ext cx="11298" cy="9262"/>
            </a:xfrm>
            <a:custGeom>
              <a:avLst/>
              <a:pathLst>
                <a:path w="11298" h="9262">
                  <a:moveTo>
                    <a:pt x="11298" y="92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l4493"/>
            <p:cNvSpPr/>
            <p:nvPr/>
          </p:nvSpPr>
          <p:spPr>
            <a:xfrm>
              <a:off x="7310604" y="1902881"/>
              <a:ext cx="21858" cy="17657"/>
            </a:xfrm>
            <a:custGeom>
              <a:avLst/>
              <a:pathLst>
                <a:path w="21858" h="17657">
                  <a:moveTo>
                    <a:pt x="21858" y="176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l4494"/>
            <p:cNvSpPr/>
            <p:nvPr/>
          </p:nvSpPr>
          <p:spPr>
            <a:xfrm>
              <a:off x="7357620" y="1931058"/>
              <a:ext cx="6382" cy="5399"/>
            </a:xfrm>
            <a:custGeom>
              <a:avLst/>
              <a:pathLst>
                <a:path w="6382" h="5399">
                  <a:moveTo>
                    <a:pt x="6382" y="53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l4495"/>
            <p:cNvSpPr/>
            <p:nvPr/>
          </p:nvSpPr>
          <p:spPr>
            <a:xfrm>
              <a:off x="7383010" y="1952819"/>
              <a:ext cx="6289" cy="5507"/>
            </a:xfrm>
            <a:custGeom>
              <a:avLst/>
              <a:pathLst>
                <a:path w="6289" h="5507">
                  <a:moveTo>
                    <a:pt x="6289" y="55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l4496"/>
            <p:cNvSpPr/>
            <p:nvPr/>
          </p:nvSpPr>
          <p:spPr>
            <a:xfrm>
              <a:off x="7401807" y="1969422"/>
              <a:ext cx="6218" cy="5587"/>
            </a:xfrm>
            <a:custGeom>
              <a:avLst/>
              <a:pathLst>
                <a:path w="6218" h="5587">
                  <a:moveTo>
                    <a:pt x="6218" y="55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l4497"/>
            <p:cNvSpPr/>
            <p:nvPr/>
          </p:nvSpPr>
          <p:spPr>
            <a:xfrm>
              <a:off x="7394682" y="1964857"/>
              <a:ext cx="9347" cy="8346"/>
            </a:xfrm>
            <a:custGeom>
              <a:avLst/>
              <a:pathLst>
                <a:path w="9347" h="8346">
                  <a:moveTo>
                    <a:pt x="9347" y="8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l4498"/>
            <p:cNvSpPr/>
            <p:nvPr/>
          </p:nvSpPr>
          <p:spPr>
            <a:xfrm>
              <a:off x="7383526" y="1958574"/>
              <a:ext cx="14062" cy="12434"/>
            </a:xfrm>
            <a:custGeom>
              <a:avLst/>
              <a:pathLst>
                <a:path w="14062" h="12434">
                  <a:moveTo>
                    <a:pt x="14062" y="12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l4499"/>
            <p:cNvSpPr/>
            <p:nvPr/>
          </p:nvSpPr>
          <p:spPr>
            <a:xfrm>
              <a:off x="7373214" y="1951367"/>
              <a:ext cx="16475" cy="14405"/>
            </a:xfrm>
            <a:custGeom>
              <a:avLst/>
              <a:pathLst>
                <a:path w="16475" h="14405">
                  <a:moveTo>
                    <a:pt x="16475" y="14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l4500"/>
            <p:cNvSpPr/>
            <p:nvPr/>
          </p:nvSpPr>
          <p:spPr>
            <a:xfrm>
              <a:off x="7366029" y="1946939"/>
              <a:ext cx="14567" cy="12609"/>
            </a:xfrm>
            <a:custGeom>
              <a:avLst/>
              <a:pathLst>
                <a:path w="14567" h="12609">
                  <a:moveTo>
                    <a:pt x="14567" y="126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l4501"/>
            <p:cNvSpPr/>
            <p:nvPr/>
          </p:nvSpPr>
          <p:spPr>
            <a:xfrm>
              <a:off x="7354794" y="1940870"/>
              <a:ext cx="16791" cy="14369"/>
            </a:xfrm>
            <a:custGeom>
              <a:avLst/>
              <a:pathLst>
                <a:path w="16791" h="14369">
                  <a:moveTo>
                    <a:pt x="16791" y="14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l4502"/>
            <p:cNvSpPr/>
            <p:nvPr/>
          </p:nvSpPr>
          <p:spPr>
            <a:xfrm>
              <a:off x="7426536" y="1991931"/>
              <a:ext cx="6121" cy="5693"/>
            </a:xfrm>
            <a:custGeom>
              <a:avLst/>
              <a:pathLst>
                <a:path w="6121" h="5693">
                  <a:moveTo>
                    <a:pt x="6121" y="56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l4503"/>
            <p:cNvSpPr/>
            <p:nvPr/>
          </p:nvSpPr>
          <p:spPr>
            <a:xfrm>
              <a:off x="7419490" y="1987245"/>
              <a:ext cx="9203" cy="8504"/>
            </a:xfrm>
            <a:custGeom>
              <a:avLst/>
              <a:pathLst>
                <a:path w="9203" h="8504">
                  <a:moveTo>
                    <a:pt x="9203" y="85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l4504"/>
            <p:cNvSpPr/>
            <p:nvPr/>
          </p:nvSpPr>
          <p:spPr>
            <a:xfrm>
              <a:off x="7444829" y="2009089"/>
              <a:ext cx="6048" cy="5771"/>
            </a:xfrm>
            <a:custGeom>
              <a:avLst/>
              <a:pathLst>
                <a:path w="6048" h="5771">
                  <a:moveTo>
                    <a:pt x="6048" y="57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l4505"/>
            <p:cNvSpPr/>
            <p:nvPr/>
          </p:nvSpPr>
          <p:spPr>
            <a:xfrm>
              <a:off x="7437843" y="2004313"/>
              <a:ext cx="9094" cy="8621"/>
            </a:xfrm>
            <a:custGeom>
              <a:avLst/>
              <a:pathLst>
                <a:path w="9094" h="8621">
                  <a:moveTo>
                    <a:pt x="9094" y="86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l4506"/>
            <p:cNvSpPr/>
            <p:nvPr/>
          </p:nvSpPr>
          <p:spPr>
            <a:xfrm>
              <a:off x="7468874" y="2032327"/>
              <a:ext cx="5949" cy="5873"/>
            </a:xfrm>
            <a:custGeom>
              <a:avLst/>
              <a:pathLst>
                <a:path w="5949" h="5873">
                  <a:moveTo>
                    <a:pt x="5949" y="58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l4507"/>
            <p:cNvSpPr/>
            <p:nvPr/>
          </p:nvSpPr>
          <p:spPr>
            <a:xfrm>
              <a:off x="7461971" y="2027432"/>
              <a:ext cx="8945" cy="8775"/>
            </a:xfrm>
            <a:custGeom>
              <a:avLst/>
              <a:pathLst>
                <a:path w="8945" h="8775">
                  <a:moveTo>
                    <a:pt x="8945" y="8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l4508"/>
            <p:cNvSpPr/>
            <p:nvPr/>
          </p:nvSpPr>
          <p:spPr>
            <a:xfrm>
              <a:off x="7455051" y="2022571"/>
              <a:ext cx="10467" cy="10192"/>
            </a:xfrm>
            <a:custGeom>
              <a:avLst/>
              <a:pathLst>
                <a:path w="10467" h="10192">
                  <a:moveTo>
                    <a:pt x="10467" y="10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l4509"/>
            <p:cNvSpPr/>
            <p:nvPr/>
          </p:nvSpPr>
          <p:spPr>
            <a:xfrm>
              <a:off x="7438733" y="2012481"/>
              <a:ext cx="18774" cy="18038"/>
            </a:xfrm>
            <a:custGeom>
              <a:avLst/>
              <a:pathLst>
                <a:path w="18774" h="18038">
                  <a:moveTo>
                    <a:pt x="18774" y="180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l4510"/>
            <p:cNvSpPr/>
            <p:nvPr/>
          </p:nvSpPr>
          <p:spPr>
            <a:xfrm>
              <a:off x="7417773" y="1998335"/>
              <a:ext cx="27609" cy="26014"/>
            </a:xfrm>
            <a:custGeom>
              <a:avLst/>
              <a:pathLst>
                <a:path w="27609" h="26014">
                  <a:moveTo>
                    <a:pt x="27609" y="260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l4511"/>
            <p:cNvSpPr/>
            <p:nvPr/>
          </p:nvSpPr>
          <p:spPr>
            <a:xfrm>
              <a:off x="7406154" y="1989485"/>
              <a:ext cx="24574" cy="22758"/>
            </a:xfrm>
            <a:custGeom>
              <a:avLst/>
              <a:pathLst>
                <a:path w="24574" h="22758">
                  <a:moveTo>
                    <a:pt x="24574" y="227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l4512"/>
            <p:cNvSpPr/>
            <p:nvPr/>
          </p:nvSpPr>
          <p:spPr>
            <a:xfrm>
              <a:off x="7382265" y="1984103"/>
              <a:ext cx="28082" cy="25500"/>
            </a:xfrm>
            <a:custGeom>
              <a:avLst/>
              <a:pathLst>
                <a:path w="28082" h="25500">
                  <a:moveTo>
                    <a:pt x="28082" y="255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l4513"/>
            <p:cNvSpPr/>
            <p:nvPr/>
          </p:nvSpPr>
          <p:spPr>
            <a:xfrm>
              <a:off x="7353688" y="1959158"/>
              <a:ext cx="28577" cy="24945"/>
            </a:xfrm>
            <a:custGeom>
              <a:avLst/>
              <a:pathLst>
                <a:path w="28577" h="24945">
                  <a:moveTo>
                    <a:pt x="28577" y="249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l4514"/>
            <p:cNvSpPr/>
            <p:nvPr/>
          </p:nvSpPr>
          <p:spPr>
            <a:xfrm>
              <a:off x="7340365" y="1961800"/>
              <a:ext cx="34817" cy="30258"/>
            </a:xfrm>
            <a:custGeom>
              <a:avLst/>
              <a:pathLst>
                <a:path w="34817" h="30258">
                  <a:moveTo>
                    <a:pt x="34817" y="302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l4515"/>
            <p:cNvSpPr/>
            <p:nvPr/>
          </p:nvSpPr>
          <p:spPr>
            <a:xfrm>
              <a:off x="7304832" y="1932385"/>
              <a:ext cx="35533" cy="29414"/>
            </a:xfrm>
            <a:custGeom>
              <a:avLst/>
              <a:pathLst>
                <a:path w="35533" h="29414">
                  <a:moveTo>
                    <a:pt x="35533" y="29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l4516"/>
            <p:cNvSpPr/>
            <p:nvPr/>
          </p:nvSpPr>
          <p:spPr>
            <a:xfrm>
              <a:off x="7306121" y="1936855"/>
              <a:ext cx="32520" cy="26975"/>
            </a:xfrm>
            <a:custGeom>
              <a:avLst/>
              <a:pathLst>
                <a:path w="32520" h="26975">
                  <a:moveTo>
                    <a:pt x="32520" y="269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l4517"/>
            <p:cNvSpPr/>
            <p:nvPr/>
          </p:nvSpPr>
          <p:spPr>
            <a:xfrm>
              <a:off x="7273015" y="1910601"/>
              <a:ext cx="33106" cy="26254"/>
            </a:xfrm>
            <a:custGeom>
              <a:avLst/>
              <a:pathLst>
                <a:path w="33106" h="26254">
                  <a:moveTo>
                    <a:pt x="33106" y="262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l4518"/>
            <p:cNvSpPr/>
            <p:nvPr/>
          </p:nvSpPr>
          <p:spPr>
            <a:xfrm>
              <a:off x="7255313" y="1930572"/>
              <a:ext cx="34033" cy="26963"/>
            </a:xfrm>
            <a:custGeom>
              <a:avLst/>
              <a:pathLst>
                <a:path w="34033" h="26963">
                  <a:moveTo>
                    <a:pt x="34033" y="269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l4519"/>
            <p:cNvSpPr/>
            <p:nvPr/>
          </p:nvSpPr>
          <p:spPr>
            <a:xfrm>
              <a:off x="7220671" y="1904396"/>
              <a:ext cx="34642" cy="26176"/>
            </a:xfrm>
            <a:custGeom>
              <a:avLst/>
              <a:pathLst>
                <a:path w="34642" h="26176">
                  <a:moveTo>
                    <a:pt x="34642" y="26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l4520"/>
            <p:cNvSpPr/>
            <p:nvPr/>
          </p:nvSpPr>
          <p:spPr>
            <a:xfrm>
              <a:off x="7185438" y="1879019"/>
              <a:ext cx="35233" cy="25376"/>
            </a:xfrm>
            <a:custGeom>
              <a:avLst/>
              <a:pathLst>
                <a:path w="35233" h="25376">
                  <a:moveTo>
                    <a:pt x="35233" y="253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l4521"/>
            <p:cNvSpPr/>
            <p:nvPr/>
          </p:nvSpPr>
          <p:spPr>
            <a:xfrm>
              <a:off x="7149632" y="1854457"/>
              <a:ext cx="35805" cy="24562"/>
            </a:xfrm>
            <a:custGeom>
              <a:avLst/>
              <a:pathLst>
                <a:path w="35805" h="24562">
                  <a:moveTo>
                    <a:pt x="35805" y="245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l4522"/>
            <p:cNvSpPr/>
            <p:nvPr/>
          </p:nvSpPr>
          <p:spPr>
            <a:xfrm>
              <a:off x="7157092" y="1901443"/>
              <a:ext cx="43026" cy="30808"/>
            </a:xfrm>
            <a:custGeom>
              <a:avLst/>
              <a:pathLst>
                <a:path w="43026" h="30808">
                  <a:moveTo>
                    <a:pt x="43026" y="308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l4523"/>
            <p:cNvSpPr/>
            <p:nvPr/>
          </p:nvSpPr>
          <p:spPr>
            <a:xfrm>
              <a:off x="7113207" y="1871871"/>
              <a:ext cx="43885" cy="29572"/>
            </a:xfrm>
            <a:custGeom>
              <a:avLst/>
              <a:pathLst>
                <a:path w="43885" h="29572">
                  <a:moveTo>
                    <a:pt x="43885" y="295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l4524"/>
            <p:cNvSpPr/>
            <p:nvPr/>
          </p:nvSpPr>
          <p:spPr>
            <a:xfrm>
              <a:off x="7068497" y="1843559"/>
              <a:ext cx="44709" cy="28311"/>
            </a:xfrm>
            <a:custGeom>
              <a:avLst/>
              <a:pathLst>
                <a:path w="44709" h="28311">
                  <a:moveTo>
                    <a:pt x="44709" y="283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l4525"/>
            <p:cNvSpPr/>
            <p:nvPr/>
          </p:nvSpPr>
          <p:spPr>
            <a:xfrm>
              <a:off x="7023001" y="1816531"/>
              <a:ext cx="45496" cy="27028"/>
            </a:xfrm>
            <a:custGeom>
              <a:avLst/>
              <a:pathLst>
                <a:path w="45496" h="27028">
                  <a:moveTo>
                    <a:pt x="45496" y="270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l4526"/>
            <p:cNvSpPr/>
            <p:nvPr/>
          </p:nvSpPr>
          <p:spPr>
            <a:xfrm>
              <a:off x="6976754" y="1790808"/>
              <a:ext cx="46247" cy="25723"/>
            </a:xfrm>
            <a:custGeom>
              <a:avLst/>
              <a:pathLst>
                <a:path w="46247" h="25723">
                  <a:moveTo>
                    <a:pt x="46247" y="25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l4527"/>
            <p:cNvSpPr/>
            <p:nvPr/>
          </p:nvSpPr>
          <p:spPr>
            <a:xfrm>
              <a:off x="7480748" y="2044099"/>
              <a:ext cx="5898" cy="5924"/>
            </a:xfrm>
            <a:custGeom>
              <a:avLst/>
              <a:pathLst>
                <a:path w="5898" h="5924">
                  <a:moveTo>
                    <a:pt x="5898" y="59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l4528"/>
            <p:cNvSpPr/>
            <p:nvPr/>
          </p:nvSpPr>
          <p:spPr>
            <a:xfrm>
              <a:off x="7504190" y="2067945"/>
              <a:ext cx="5796" cy="6023"/>
            </a:xfrm>
            <a:custGeom>
              <a:avLst/>
              <a:pathLst>
                <a:path w="5796" h="6023">
                  <a:moveTo>
                    <a:pt x="5796" y="60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l4529"/>
            <p:cNvSpPr/>
            <p:nvPr/>
          </p:nvSpPr>
          <p:spPr>
            <a:xfrm>
              <a:off x="7521503" y="2086091"/>
              <a:ext cx="5719" cy="6097"/>
            </a:xfrm>
            <a:custGeom>
              <a:avLst/>
              <a:pathLst>
                <a:path w="5719" h="6097">
                  <a:moveTo>
                    <a:pt x="5719" y="60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l4530"/>
            <p:cNvSpPr/>
            <p:nvPr/>
          </p:nvSpPr>
          <p:spPr>
            <a:xfrm>
              <a:off x="7514793" y="2080935"/>
              <a:ext cx="8602" cy="9112"/>
            </a:xfrm>
            <a:custGeom>
              <a:avLst/>
              <a:pathLst>
                <a:path w="8602" h="9112">
                  <a:moveTo>
                    <a:pt x="8602" y="9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l4531"/>
            <p:cNvSpPr/>
            <p:nvPr/>
          </p:nvSpPr>
          <p:spPr>
            <a:xfrm>
              <a:off x="7504214" y="2073724"/>
              <a:ext cx="12950" cy="13588"/>
            </a:xfrm>
            <a:custGeom>
              <a:avLst/>
              <a:pathLst>
                <a:path w="12950" h="13588">
                  <a:moveTo>
                    <a:pt x="12950" y="135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l4532"/>
            <p:cNvSpPr/>
            <p:nvPr/>
          </p:nvSpPr>
          <p:spPr>
            <a:xfrm>
              <a:off x="7494554" y="2065664"/>
              <a:ext cx="15187" cy="15757"/>
            </a:xfrm>
            <a:custGeom>
              <a:avLst/>
              <a:pathLst>
                <a:path w="15187" h="15757">
                  <a:moveTo>
                    <a:pt x="15187" y="157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l4533"/>
            <p:cNvSpPr/>
            <p:nvPr/>
          </p:nvSpPr>
          <p:spPr>
            <a:xfrm>
              <a:off x="7487772" y="2060639"/>
              <a:ext cx="13438" cy="13805"/>
            </a:xfrm>
            <a:custGeom>
              <a:avLst/>
              <a:pathLst>
                <a:path w="13438" h="13805">
                  <a:moveTo>
                    <a:pt x="13438" y="138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l4534"/>
            <p:cNvSpPr/>
            <p:nvPr/>
          </p:nvSpPr>
          <p:spPr>
            <a:xfrm>
              <a:off x="7477096" y="2053634"/>
              <a:ext cx="15504" cy="15748"/>
            </a:xfrm>
            <a:custGeom>
              <a:avLst/>
              <a:pathLst>
                <a:path w="15504" h="15748">
                  <a:moveTo>
                    <a:pt x="15504" y="157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l4535"/>
            <p:cNvSpPr/>
            <p:nvPr/>
          </p:nvSpPr>
          <p:spPr>
            <a:xfrm>
              <a:off x="7538582" y="2104457"/>
              <a:ext cx="5640" cy="6170"/>
            </a:xfrm>
            <a:custGeom>
              <a:avLst/>
              <a:pathLst>
                <a:path w="5640" h="6170">
                  <a:moveTo>
                    <a:pt x="5640" y="61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l4536"/>
            <p:cNvSpPr/>
            <p:nvPr/>
          </p:nvSpPr>
          <p:spPr>
            <a:xfrm>
              <a:off x="7572028" y="2141836"/>
              <a:ext cx="5480" cy="6312"/>
            </a:xfrm>
            <a:custGeom>
              <a:avLst/>
              <a:pathLst>
                <a:path w="5480" h="6312">
                  <a:moveTo>
                    <a:pt x="5480" y="63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l4537"/>
            <p:cNvSpPr/>
            <p:nvPr/>
          </p:nvSpPr>
          <p:spPr>
            <a:xfrm>
              <a:off x="7565521" y="2136426"/>
              <a:ext cx="8245" cy="9436"/>
            </a:xfrm>
            <a:custGeom>
              <a:avLst/>
              <a:pathLst>
                <a:path w="8245" h="9436">
                  <a:moveTo>
                    <a:pt x="8245" y="9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l4538"/>
            <p:cNvSpPr/>
            <p:nvPr/>
          </p:nvSpPr>
          <p:spPr>
            <a:xfrm>
              <a:off x="7593789" y="2167227"/>
              <a:ext cx="5372" cy="6405"/>
            </a:xfrm>
            <a:custGeom>
              <a:avLst/>
              <a:pathLst>
                <a:path w="5372" h="6405">
                  <a:moveTo>
                    <a:pt x="5372" y="6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l4539"/>
            <p:cNvSpPr/>
            <p:nvPr/>
          </p:nvSpPr>
          <p:spPr>
            <a:xfrm>
              <a:off x="7587375" y="2161707"/>
              <a:ext cx="8083" cy="9575"/>
            </a:xfrm>
            <a:custGeom>
              <a:avLst/>
              <a:pathLst>
                <a:path w="8083" h="9575">
                  <a:moveTo>
                    <a:pt x="8083" y="95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l4540"/>
            <p:cNvSpPr/>
            <p:nvPr/>
          </p:nvSpPr>
          <p:spPr>
            <a:xfrm>
              <a:off x="7580941" y="2156218"/>
              <a:ext cx="9465" cy="11128"/>
            </a:xfrm>
            <a:custGeom>
              <a:avLst/>
              <a:pathLst>
                <a:path w="9465" h="11128">
                  <a:moveTo>
                    <a:pt x="9465" y="111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l4541"/>
            <p:cNvSpPr/>
            <p:nvPr/>
          </p:nvSpPr>
          <p:spPr>
            <a:xfrm>
              <a:off x="7565641" y="2144642"/>
              <a:ext cx="17000" cy="19719"/>
            </a:xfrm>
            <a:custGeom>
              <a:avLst/>
              <a:pathLst>
                <a:path w="17000" h="19719">
                  <a:moveTo>
                    <a:pt x="17000" y="19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l4542"/>
            <p:cNvSpPr/>
            <p:nvPr/>
          </p:nvSpPr>
          <p:spPr>
            <a:xfrm>
              <a:off x="7555010" y="2134583"/>
              <a:ext cx="18155" cy="20760"/>
            </a:xfrm>
            <a:custGeom>
              <a:avLst/>
              <a:pathLst>
                <a:path w="18155" h="20760">
                  <a:moveTo>
                    <a:pt x="18155" y="20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l4543"/>
            <p:cNvSpPr/>
            <p:nvPr/>
          </p:nvSpPr>
          <p:spPr>
            <a:xfrm>
              <a:off x="7548479" y="2129254"/>
              <a:ext cx="14642" cy="16553"/>
            </a:xfrm>
            <a:custGeom>
              <a:avLst/>
              <a:pathLst>
                <a:path w="14642" h="16553">
                  <a:moveTo>
                    <a:pt x="14642" y="165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l4544"/>
            <p:cNvSpPr/>
            <p:nvPr/>
          </p:nvSpPr>
          <p:spPr>
            <a:xfrm>
              <a:off x="7541930" y="2123957"/>
              <a:ext cx="12897" cy="14434"/>
            </a:xfrm>
            <a:custGeom>
              <a:avLst/>
              <a:pathLst>
                <a:path w="12897" h="14434">
                  <a:moveTo>
                    <a:pt x="12897" y="14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l4545"/>
            <p:cNvSpPr/>
            <p:nvPr/>
          </p:nvSpPr>
          <p:spPr>
            <a:xfrm>
              <a:off x="7531579" y="2116522"/>
              <a:ext cx="14831" cy="16410"/>
            </a:xfrm>
            <a:custGeom>
              <a:avLst/>
              <a:pathLst>
                <a:path w="14831" h="16410">
                  <a:moveTo>
                    <a:pt x="14831" y="16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l4546"/>
            <p:cNvSpPr/>
            <p:nvPr/>
          </p:nvSpPr>
          <p:spPr>
            <a:xfrm>
              <a:off x="7522169" y="2108261"/>
              <a:ext cx="15861" cy="17338"/>
            </a:xfrm>
            <a:custGeom>
              <a:avLst/>
              <a:pathLst>
                <a:path w="15861" h="17338">
                  <a:moveTo>
                    <a:pt x="15861" y="173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l4547"/>
            <p:cNvSpPr/>
            <p:nvPr/>
          </p:nvSpPr>
          <p:spPr>
            <a:xfrm>
              <a:off x="7497146" y="2099089"/>
              <a:ext cx="24138" cy="25905"/>
            </a:xfrm>
            <a:custGeom>
              <a:avLst/>
              <a:pathLst>
                <a:path w="24138" h="25905">
                  <a:moveTo>
                    <a:pt x="24138" y="25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l4548"/>
            <p:cNvSpPr/>
            <p:nvPr/>
          </p:nvSpPr>
          <p:spPr>
            <a:xfrm>
              <a:off x="7472536" y="2073630"/>
              <a:ext cx="24609" cy="25458"/>
            </a:xfrm>
            <a:custGeom>
              <a:avLst/>
              <a:pathLst>
                <a:path w="24609" h="25458">
                  <a:moveTo>
                    <a:pt x="24609" y="254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l4549"/>
            <p:cNvSpPr/>
            <p:nvPr/>
          </p:nvSpPr>
          <p:spPr>
            <a:xfrm>
              <a:off x="7609823" y="2186512"/>
              <a:ext cx="5289" cy="6473"/>
            </a:xfrm>
            <a:custGeom>
              <a:avLst/>
              <a:pathLst>
                <a:path w="5289" h="6473">
                  <a:moveTo>
                    <a:pt x="5289" y="64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l4550"/>
            <p:cNvSpPr/>
            <p:nvPr/>
          </p:nvSpPr>
          <p:spPr>
            <a:xfrm>
              <a:off x="7625609" y="2206000"/>
              <a:ext cx="5206" cy="6540"/>
            </a:xfrm>
            <a:custGeom>
              <a:avLst/>
              <a:pathLst>
                <a:path w="5206" h="6540">
                  <a:moveTo>
                    <a:pt x="5206" y="65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l4551"/>
            <p:cNvSpPr/>
            <p:nvPr/>
          </p:nvSpPr>
          <p:spPr>
            <a:xfrm>
              <a:off x="7619338" y="2200317"/>
              <a:ext cx="7835" cy="9779"/>
            </a:xfrm>
            <a:custGeom>
              <a:avLst/>
              <a:pathLst>
                <a:path w="7835" h="9779">
                  <a:moveTo>
                    <a:pt x="7835" y="97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l4552"/>
            <p:cNvSpPr/>
            <p:nvPr/>
          </p:nvSpPr>
          <p:spPr>
            <a:xfrm>
              <a:off x="7609378" y="2192273"/>
              <a:ext cx="11807" cy="14592"/>
            </a:xfrm>
            <a:custGeom>
              <a:avLst/>
              <a:pathLst>
                <a:path w="11807" h="14592">
                  <a:moveTo>
                    <a:pt x="11807" y="14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l4553"/>
            <p:cNvSpPr/>
            <p:nvPr/>
          </p:nvSpPr>
          <p:spPr>
            <a:xfrm>
              <a:off x="7600403" y="2183457"/>
              <a:ext cx="13861" cy="16935"/>
            </a:xfrm>
            <a:custGeom>
              <a:avLst/>
              <a:pathLst>
                <a:path w="13861" h="16935">
                  <a:moveTo>
                    <a:pt x="13861" y="169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l4554"/>
            <p:cNvSpPr/>
            <p:nvPr/>
          </p:nvSpPr>
          <p:spPr>
            <a:xfrm>
              <a:off x="7656426" y="2245575"/>
              <a:ext cx="5037" cy="6672"/>
            </a:xfrm>
            <a:custGeom>
              <a:avLst/>
              <a:pathLst>
                <a:path w="5037" h="6672">
                  <a:moveTo>
                    <a:pt x="5037" y="66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l4555"/>
            <p:cNvSpPr/>
            <p:nvPr/>
          </p:nvSpPr>
          <p:spPr>
            <a:xfrm>
              <a:off x="7676403" y="2272392"/>
              <a:ext cx="4922" cy="6757"/>
            </a:xfrm>
            <a:custGeom>
              <a:avLst/>
              <a:pathLst>
                <a:path w="4922" h="6757">
                  <a:moveTo>
                    <a:pt x="4922" y="67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l4556"/>
            <p:cNvSpPr/>
            <p:nvPr/>
          </p:nvSpPr>
          <p:spPr>
            <a:xfrm>
              <a:off x="7670381" y="2266446"/>
              <a:ext cx="7411" cy="10105"/>
            </a:xfrm>
            <a:custGeom>
              <a:avLst/>
              <a:pathLst>
                <a:path w="7411" h="10105">
                  <a:moveTo>
                    <a:pt x="7411" y="10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l4557"/>
            <p:cNvSpPr/>
            <p:nvPr/>
          </p:nvSpPr>
          <p:spPr>
            <a:xfrm>
              <a:off x="7691084" y="2292726"/>
              <a:ext cx="4835" cy="6819"/>
            </a:xfrm>
            <a:custGeom>
              <a:avLst/>
              <a:pathLst>
                <a:path w="4835" h="6819">
                  <a:moveTo>
                    <a:pt x="4835" y="6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l4558"/>
            <p:cNvSpPr/>
            <p:nvPr/>
          </p:nvSpPr>
          <p:spPr>
            <a:xfrm>
              <a:off x="7685138" y="2286704"/>
              <a:ext cx="7281" cy="10199"/>
            </a:xfrm>
            <a:custGeom>
              <a:avLst/>
              <a:pathLst>
                <a:path w="7281" h="10199">
                  <a:moveTo>
                    <a:pt x="7281" y="101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l4559"/>
            <p:cNvSpPr/>
            <p:nvPr/>
          </p:nvSpPr>
          <p:spPr>
            <a:xfrm>
              <a:off x="7670873" y="2273855"/>
              <a:ext cx="14662" cy="20263"/>
            </a:xfrm>
            <a:custGeom>
              <a:avLst/>
              <a:pathLst>
                <a:path w="14662" h="20263">
                  <a:moveTo>
                    <a:pt x="14662" y="202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l4560"/>
            <p:cNvSpPr/>
            <p:nvPr/>
          </p:nvSpPr>
          <p:spPr>
            <a:xfrm>
              <a:off x="7661133" y="2262918"/>
              <a:ext cx="16025" cy="21825"/>
            </a:xfrm>
            <a:custGeom>
              <a:avLst/>
              <a:pathLst>
                <a:path w="16025" h="21825">
                  <a:moveTo>
                    <a:pt x="16025" y="21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l4561"/>
            <p:cNvSpPr/>
            <p:nvPr/>
          </p:nvSpPr>
          <p:spPr>
            <a:xfrm>
              <a:off x="7651510" y="2254524"/>
              <a:ext cx="15527" cy="20854"/>
            </a:xfrm>
            <a:custGeom>
              <a:avLst/>
              <a:pathLst>
                <a:path w="15527" h="20854">
                  <a:moveTo>
                    <a:pt x="15527" y="208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l4562"/>
            <p:cNvSpPr/>
            <p:nvPr/>
          </p:nvSpPr>
          <p:spPr>
            <a:xfrm>
              <a:off x="7642901" y="2245397"/>
              <a:ext cx="15339" cy="20323"/>
            </a:xfrm>
            <a:custGeom>
              <a:avLst/>
              <a:pathLst>
                <a:path w="15339" h="20323">
                  <a:moveTo>
                    <a:pt x="15339" y="203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l4563"/>
            <p:cNvSpPr/>
            <p:nvPr/>
          </p:nvSpPr>
          <p:spPr>
            <a:xfrm>
              <a:off x="7705503" y="2313246"/>
              <a:ext cx="4747" cy="6880"/>
            </a:xfrm>
            <a:custGeom>
              <a:avLst/>
              <a:pathLst>
                <a:path w="4747" h="6880">
                  <a:moveTo>
                    <a:pt x="4747" y="6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l4564"/>
            <p:cNvSpPr/>
            <p:nvPr/>
          </p:nvSpPr>
          <p:spPr>
            <a:xfrm>
              <a:off x="7699635" y="2307148"/>
              <a:ext cx="7149" cy="10291"/>
            </a:xfrm>
            <a:custGeom>
              <a:avLst/>
              <a:pathLst>
                <a:path w="7149" h="10291">
                  <a:moveTo>
                    <a:pt x="7149" y="102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l4565"/>
            <p:cNvSpPr/>
            <p:nvPr/>
          </p:nvSpPr>
          <p:spPr>
            <a:xfrm>
              <a:off x="7719658" y="2333949"/>
              <a:ext cx="4659" cy="6941"/>
            </a:xfrm>
            <a:custGeom>
              <a:avLst/>
              <a:pathLst>
                <a:path w="4659" h="6941">
                  <a:moveTo>
                    <a:pt x="4659" y="69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l4566"/>
            <p:cNvSpPr/>
            <p:nvPr/>
          </p:nvSpPr>
          <p:spPr>
            <a:xfrm>
              <a:off x="7733548" y="2354832"/>
              <a:ext cx="4570" cy="7000"/>
            </a:xfrm>
            <a:custGeom>
              <a:avLst/>
              <a:pathLst>
                <a:path w="4570" h="7000">
                  <a:moveTo>
                    <a:pt x="4570" y="70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l4567"/>
            <p:cNvSpPr/>
            <p:nvPr/>
          </p:nvSpPr>
          <p:spPr>
            <a:xfrm>
              <a:off x="7727837" y="2348586"/>
              <a:ext cx="6884" cy="10471"/>
            </a:xfrm>
            <a:custGeom>
              <a:avLst/>
              <a:pathLst>
                <a:path w="6884" h="10471">
                  <a:moveTo>
                    <a:pt x="6884" y="104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l4568"/>
            <p:cNvSpPr/>
            <p:nvPr/>
          </p:nvSpPr>
          <p:spPr>
            <a:xfrm>
              <a:off x="7747168" y="2375891"/>
              <a:ext cx="4480" cy="7058"/>
            </a:xfrm>
            <a:custGeom>
              <a:avLst/>
              <a:pathLst>
                <a:path w="4480" h="7058">
                  <a:moveTo>
                    <a:pt x="4480" y="70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l4569"/>
            <p:cNvSpPr/>
            <p:nvPr/>
          </p:nvSpPr>
          <p:spPr>
            <a:xfrm>
              <a:off x="7741538" y="2369572"/>
              <a:ext cx="6749" cy="10558"/>
            </a:xfrm>
            <a:custGeom>
              <a:avLst/>
              <a:pathLst>
                <a:path w="6749" h="10558">
                  <a:moveTo>
                    <a:pt x="6749" y="105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l4570"/>
            <p:cNvSpPr/>
            <p:nvPr/>
          </p:nvSpPr>
          <p:spPr>
            <a:xfrm>
              <a:off x="7727950" y="2356010"/>
              <a:ext cx="13605" cy="20987"/>
            </a:xfrm>
            <a:custGeom>
              <a:avLst/>
              <a:pathLst>
                <a:path w="13605" h="20987">
                  <a:moveTo>
                    <a:pt x="13605" y="209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l4571"/>
            <p:cNvSpPr/>
            <p:nvPr/>
          </p:nvSpPr>
          <p:spPr>
            <a:xfrm>
              <a:off x="7715359" y="2341869"/>
              <a:ext cx="17193" cy="26061"/>
            </a:xfrm>
            <a:custGeom>
              <a:avLst/>
              <a:pathLst>
                <a:path w="17193" h="26061">
                  <a:moveTo>
                    <a:pt x="17193" y="26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l4572"/>
            <p:cNvSpPr/>
            <p:nvPr/>
          </p:nvSpPr>
          <p:spPr>
            <a:xfrm>
              <a:off x="7707265" y="2332272"/>
              <a:ext cx="15631" cy="23327"/>
            </a:xfrm>
            <a:custGeom>
              <a:avLst/>
              <a:pathLst>
                <a:path w="15631" h="23327">
                  <a:moveTo>
                    <a:pt x="15631" y="23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l4573"/>
            <p:cNvSpPr/>
            <p:nvPr/>
          </p:nvSpPr>
          <p:spPr>
            <a:xfrm>
              <a:off x="7693377" y="2319125"/>
              <a:ext cx="18427" cy="27005"/>
            </a:xfrm>
            <a:custGeom>
              <a:avLst/>
              <a:pathLst>
                <a:path w="18427" h="27005">
                  <a:moveTo>
                    <a:pt x="18427" y="27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l4574"/>
            <p:cNvSpPr/>
            <p:nvPr/>
          </p:nvSpPr>
          <p:spPr>
            <a:xfrm>
              <a:off x="7665198" y="2302305"/>
              <a:ext cx="26451" cy="37788"/>
            </a:xfrm>
            <a:custGeom>
              <a:avLst/>
              <a:pathLst>
                <a:path w="26451" h="37788">
                  <a:moveTo>
                    <a:pt x="26451" y="37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l4575"/>
            <p:cNvSpPr/>
            <p:nvPr/>
          </p:nvSpPr>
          <p:spPr>
            <a:xfrm>
              <a:off x="7637851" y="2265159"/>
              <a:ext cx="27346" cy="37146"/>
            </a:xfrm>
            <a:custGeom>
              <a:avLst/>
              <a:pathLst>
                <a:path w="27346" h="37146">
                  <a:moveTo>
                    <a:pt x="27346" y="37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l4576"/>
            <p:cNvSpPr/>
            <p:nvPr/>
          </p:nvSpPr>
          <p:spPr>
            <a:xfrm>
              <a:off x="7644357" y="2276058"/>
              <a:ext cx="19758" cy="27024"/>
            </a:xfrm>
            <a:custGeom>
              <a:avLst/>
              <a:pathLst>
                <a:path w="19758" h="27024">
                  <a:moveTo>
                    <a:pt x="19758" y="270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l4577"/>
            <p:cNvSpPr/>
            <p:nvPr/>
          </p:nvSpPr>
          <p:spPr>
            <a:xfrm>
              <a:off x="7624133" y="2249380"/>
              <a:ext cx="20224" cy="26677"/>
            </a:xfrm>
            <a:custGeom>
              <a:avLst/>
              <a:pathLst>
                <a:path w="20224" h="26677">
                  <a:moveTo>
                    <a:pt x="20224" y="26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l4578"/>
            <p:cNvSpPr/>
            <p:nvPr/>
          </p:nvSpPr>
          <p:spPr>
            <a:xfrm>
              <a:off x="7618033" y="2243685"/>
              <a:ext cx="25256" cy="33167"/>
            </a:xfrm>
            <a:custGeom>
              <a:avLst/>
              <a:pathLst>
                <a:path w="25256" h="33167">
                  <a:moveTo>
                    <a:pt x="25256" y="33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l4579"/>
            <p:cNvSpPr/>
            <p:nvPr/>
          </p:nvSpPr>
          <p:spPr>
            <a:xfrm>
              <a:off x="7611913" y="2238021"/>
              <a:ext cx="17778" cy="22986"/>
            </a:xfrm>
            <a:custGeom>
              <a:avLst/>
              <a:pathLst>
                <a:path w="17778" h="22986">
                  <a:moveTo>
                    <a:pt x="17778" y="229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l4580"/>
            <p:cNvSpPr/>
            <p:nvPr/>
          </p:nvSpPr>
          <p:spPr>
            <a:xfrm>
              <a:off x="7581599" y="2212987"/>
              <a:ext cx="32927" cy="41381"/>
            </a:xfrm>
            <a:custGeom>
              <a:avLst/>
              <a:pathLst>
                <a:path w="32927" h="41381">
                  <a:moveTo>
                    <a:pt x="32927" y="4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l4581"/>
            <p:cNvSpPr/>
            <p:nvPr/>
          </p:nvSpPr>
          <p:spPr>
            <a:xfrm>
              <a:off x="7760518" y="2397122"/>
              <a:ext cx="4389" cy="7114"/>
            </a:xfrm>
            <a:custGeom>
              <a:avLst/>
              <a:pathLst>
                <a:path w="4389" h="7114">
                  <a:moveTo>
                    <a:pt x="4389" y="71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l4582"/>
            <p:cNvSpPr/>
            <p:nvPr/>
          </p:nvSpPr>
          <p:spPr>
            <a:xfrm>
              <a:off x="7769266" y="2411371"/>
              <a:ext cx="4328" cy="7152"/>
            </a:xfrm>
            <a:custGeom>
              <a:avLst/>
              <a:pathLst>
                <a:path w="4328" h="7152">
                  <a:moveTo>
                    <a:pt x="4328" y="71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l4583"/>
            <p:cNvSpPr/>
            <p:nvPr/>
          </p:nvSpPr>
          <p:spPr>
            <a:xfrm>
              <a:off x="7782160" y="2432883"/>
              <a:ext cx="4236" cy="7207"/>
            </a:xfrm>
            <a:custGeom>
              <a:avLst/>
              <a:pathLst>
                <a:path w="4236" h="7207">
                  <a:moveTo>
                    <a:pt x="4236" y="72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l4584"/>
            <p:cNvSpPr/>
            <p:nvPr/>
          </p:nvSpPr>
          <p:spPr>
            <a:xfrm>
              <a:off x="7776749" y="2426376"/>
              <a:ext cx="6385" cy="10782"/>
            </a:xfrm>
            <a:custGeom>
              <a:avLst/>
              <a:pathLst>
                <a:path w="6385" h="10782">
                  <a:moveTo>
                    <a:pt x="6385" y="107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l4585"/>
            <p:cNvSpPr/>
            <p:nvPr/>
          </p:nvSpPr>
          <p:spPr>
            <a:xfrm>
              <a:off x="7768017" y="2417013"/>
              <a:ext cx="9641" cy="16106"/>
            </a:xfrm>
            <a:custGeom>
              <a:avLst/>
              <a:pathLst>
                <a:path w="9641" h="16106">
                  <a:moveTo>
                    <a:pt x="9641" y="161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l4586"/>
            <p:cNvSpPr/>
            <p:nvPr/>
          </p:nvSpPr>
          <p:spPr>
            <a:xfrm>
              <a:off x="7803033" y="2469097"/>
              <a:ext cx="4081" cy="7295"/>
            </a:xfrm>
            <a:custGeom>
              <a:avLst/>
              <a:pathLst>
                <a:path w="4081" h="7295">
                  <a:moveTo>
                    <a:pt x="4081" y="72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l4587"/>
            <p:cNvSpPr/>
            <p:nvPr/>
          </p:nvSpPr>
          <p:spPr>
            <a:xfrm>
              <a:off x="7797763" y="2462476"/>
              <a:ext cx="6153" cy="10916"/>
            </a:xfrm>
            <a:custGeom>
              <a:avLst/>
              <a:pathLst>
                <a:path w="6153" h="10916">
                  <a:moveTo>
                    <a:pt x="6153" y="109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l4588"/>
            <p:cNvSpPr/>
            <p:nvPr/>
          </p:nvSpPr>
          <p:spPr>
            <a:xfrm>
              <a:off x="7792467" y="2455882"/>
              <a:ext cx="7221" cy="12700"/>
            </a:xfrm>
            <a:custGeom>
              <a:avLst/>
              <a:pathLst>
                <a:path w="7221" h="12700">
                  <a:moveTo>
                    <a:pt x="7221" y="127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l4589"/>
            <p:cNvSpPr/>
            <p:nvPr/>
          </p:nvSpPr>
          <p:spPr>
            <a:xfrm>
              <a:off x="7787146" y="2449317"/>
              <a:ext cx="7786" cy="13567"/>
            </a:xfrm>
            <a:custGeom>
              <a:avLst/>
              <a:pathLst>
                <a:path w="7786" h="13567">
                  <a:moveTo>
                    <a:pt x="7786" y="135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l4590"/>
            <p:cNvSpPr/>
            <p:nvPr/>
          </p:nvSpPr>
          <p:spPr>
            <a:xfrm>
              <a:off x="7767145" y="2428474"/>
              <a:ext cx="18133" cy="30932"/>
            </a:xfrm>
            <a:custGeom>
              <a:avLst/>
              <a:pathLst>
                <a:path w="18133" h="30932">
                  <a:moveTo>
                    <a:pt x="18133" y="309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l4591"/>
            <p:cNvSpPr/>
            <p:nvPr/>
          </p:nvSpPr>
          <p:spPr>
            <a:xfrm>
              <a:off x="7751385" y="2407668"/>
              <a:ext cx="22601" cy="37576"/>
            </a:xfrm>
            <a:custGeom>
              <a:avLst/>
              <a:pathLst>
                <a:path w="22601" h="37576">
                  <a:moveTo>
                    <a:pt x="22601" y="375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l4592"/>
            <p:cNvSpPr/>
            <p:nvPr/>
          </p:nvSpPr>
          <p:spPr>
            <a:xfrm>
              <a:off x="7743683" y="2397795"/>
              <a:ext cx="17967" cy="29283"/>
            </a:xfrm>
            <a:custGeom>
              <a:avLst/>
              <a:pathLst>
                <a:path w="17967" h="29283">
                  <a:moveTo>
                    <a:pt x="17967" y="292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l4593"/>
            <p:cNvSpPr/>
            <p:nvPr/>
          </p:nvSpPr>
          <p:spPr>
            <a:xfrm>
              <a:off x="7815185" y="2491036"/>
              <a:ext cx="3987" cy="7347"/>
            </a:xfrm>
            <a:custGeom>
              <a:avLst/>
              <a:pathLst>
                <a:path w="3987" h="7347">
                  <a:moveTo>
                    <a:pt x="3987" y="73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l4594"/>
            <p:cNvSpPr/>
            <p:nvPr/>
          </p:nvSpPr>
          <p:spPr>
            <a:xfrm>
              <a:off x="7830948" y="2520527"/>
              <a:ext cx="3861" cy="7414"/>
            </a:xfrm>
            <a:custGeom>
              <a:avLst/>
              <a:pathLst>
                <a:path w="3861" h="7414">
                  <a:moveTo>
                    <a:pt x="3861" y="7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l4595"/>
            <p:cNvSpPr/>
            <p:nvPr/>
          </p:nvSpPr>
          <p:spPr>
            <a:xfrm>
              <a:off x="7825878" y="2513752"/>
              <a:ext cx="5824" cy="11095"/>
            </a:xfrm>
            <a:custGeom>
              <a:avLst/>
              <a:pathLst>
                <a:path w="5824" h="11095">
                  <a:moveTo>
                    <a:pt x="5824" y="110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l4596"/>
            <p:cNvSpPr/>
            <p:nvPr/>
          </p:nvSpPr>
          <p:spPr>
            <a:xfrm>
              <a:off x="7820781" y="2507003"/>
              <a:ext cx="6838" cy="12910"/>
            </a:xfrm>
            <a:custGeom>
              <a:avLst/>
              <a:pathLst>
                <a:path w="6838" h="12910">
                  <a:moveTo>
                    <a:pt x="6838" y="12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l4597"/>
            <p:cNvSpPr/>
            <p:nvPr/>
          </p:nvSpPr>
          <p:spPr>
            <a:xfrm>
              <a:off x="7812502" y="2497248"/>
              <a:ext cx="9357" cy="17450"/>
            </a:xfrm>
            <a:custGeom>
              <a:avLst/>
              <a:pathLst>
                <a:path w="9357" h="17450">
                  <a:moveTo>
                    <a:pt x="9357" y="17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l4598"/>
            <p:cNvSpPr/>
            <p:nvPr/>
          </p:nvSpPr>
          <p:spPr>
            <a:xfrm>
              <a:off x="7846206" y="2550283"/>
              <a:ext cx="3734" cy="7479"/>
            </a:xfrm>
            <a:custGeom>
              <a:avLst/>
              <a:pathLst>
                <a:path w="3734" h="7479">
                  <a:moveTo>
                    <a:pt x="3734" y="74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l4599"/>
            <p:cNvSpPr/>
            <p:nvPr/>
          </p:nvSpPr>
          <p:spPr>
            <a:xfrm>
              <a:off x="7841252" y="2543422"/>
              <a:ext cx="5634" cy="11193"/>
            </a:xfrm>
            <a:custGeom>
              <a:avLst/>
              <a:pathLst>
                <a:path w="5634" h="11193">
                  <a:moveTo>
                    <a:pt x="5634" y="111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l4600"/>
            <p:cNvSpPr/>
            <p:nvPr/>
          </p:nvSpPr>
          <p:spPr>
            <a:xfrm>
              <a:off x="7836271" y="2536587"/>
              <a:ext cx="6617" cy="13025"/>
            </a:xfrm>
            <a:custGeom>
              <a:avLst/>
              <a:pathLst>
                <a:path w="6617" h="13025">
                  <a:moveTo>
                    <a:pt x="6617" y="130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l4601"/>
            <p:cNvSpPr/>
            <p:nvPr/>
          </p:nvSpPr>
          <p:spPr>
            <a:xfrm>
              <a:off x="7853644" y="2565257"/>
              <a:ext cx="3670" cy="7510"/>
            </a:xfrm>
            <a:custGeom>
              <a:avLst/>
              <a:pathLst>
                <a:path w="3670" h="7510">
                  <a:moveTo>
                    <a:pt x="3670" y="75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l4602"/>
            <p:cNvSpPr/>
            <p:nvPr/>
          </p:nvSpPr>
          <p:spPr>
            <a:xfrm>
              <a:off x="7868134" y="2595394"/>
              <a:ext cx="3542" cy="7572"/>
            </a:xfrm>
            <a:custGeom>
              <a:avLst/>
              <a:pathLst>
                <a:path w="3542" h="7572">
                  <a:moveTo>
                    <a:pt x="3542" y="75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l4603"/>
            <p:cNvSpPr/>
            <p:nvPr/>
          </p:nvSpPr>
          <p:spPr>
            <a:xfrm>
              <a:off x="7863357" y="2588409"/>
              <a:ext cx="5345" cy="11333"/>
            </a:xfrm>
            <a:custGeom>
              <a:avLst/>
              <a:pathLst>
                <a:path w="5345" h="11333">
                  <a:moveTo>
                    <a:pt x="5345" y="11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l4604"/>
            <p:cNvSpPr/>
            <p:nvPr/>
          </p:nvSpPr>
          <p:spPr>
            <a:xfrm>
              <a:off x="7858553" y="2581449"/>
              <a:ext cx="6281" cy="13190"/>
            </a:xfrm>
            <a:custGeom>
              <a:avLst/>
              <a:pathLst>
                <a:path w="6281" h="13190">
                  <a:moveTo>
                    <a:pt x="6281" y="13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l4605"/>
            <p:cNvSpPr/>
            <p:nvPr/>
          </p:nvSpPr>
          <p:spPr>
            <a:xfrm>
              <a:off x="7850698" y="2571349"/>
              <a:ext cx="8604" cy="17833"/>
            </a:xfrm>
            <a:custGeom>
              <a:avLst/>
              <a:pathLst>
                <a:path w="8604" h="17833">
                  <a:moveTo>
                    <a:pt x="8604" y="17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l4606"/>
            <p:cNvSpPr/>
            <p:nvPr/>
          </p:nvSpPr>
          <p:spPr>
            <a:xfrm>
              <a:off x="7885520" y="2633406"/>
              <a:ext cx="3379" cy="7646"/>
            </a:xfrm>
            <a:custGeom>
              <a:avLst/>
              <a:pathLst>
                <a:path w="3379" h="7646">
                  <a:moveTo>
                    <a:pt x="3379" y="76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l4607"/>
            <p:cNvSpPr/>
            <p:nvPr/>
          </p:nvSpPr>
          <p:spPr>
            <a:xfrm>
              <a:off x="7880894" y="2626320"/>
              <a:ext cx="5102" cy="11445"/>
            </a:xfrm>
            <a:custGeom>
              <a:avLst/>
              <a:pathLst>
                <a:path w="5102" h="11445">
                  <a:moveTo>
                    <a:pt x="5102" y="1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l4608"/>
            <p:cNvSpPr/>
            <p:nvPr/>
          </p:nvSpPr>
          <p:spPr>
            <a:xfrm>
              <a:off x="7876239" y="2619259"/>
              <a:ext cx="5998" cy="13321"/>
            </a:xfrm>
            <a:custGeom>
              <a:avLst/>
              <a:pathLst>
                <a:path w="5998" h="13321">
                  <a:moveTo>
                    <a:pt x="5998" y="133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l4609"/>
            <p:cNvSpPr/>
            <p:nvPr/>
          </p:nvSpPr>
          <p:spPr>
            <a:xfrm>
              <a:off x="7871557" y="2612223"/>
              <a:ext cx="6480" cy="14237"/>
            </a:xfrm>
            <a:custGeom>
              <a:avLst/>
              <a:pathLst>
                <a:path w="6480" h="14237">
                  <a:moveTo>
                    <a:pt x="6480" y="142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l4610"/>
            <p:cNvSpPr/>
            <p:nvPr/>
          </p:nvSpPr>
          <p:spPr>
            <a:xfrm>
              <a:off x="7902091" y="2671780"/>
              <a:ext cx="3215" cy="7716"/>
            </a:xfrm>
            <a:custGeom>
              <a:avLst/>
              <a:pathLst>
                <a:path w="3215" h="7716">
                  <a:moveTo>
                    <a:pt x="3215" y="77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l4611"/>
            <p:cNvSpPr/>
            <p:nvPr/>
          </p:nvSpPr>
          <p:spPr>
            <a:xfrm>
              <a:off x="7897617" y="2664597"/>
              <a:ext cx="4857" cy="11551"/>
            </a:xfrm>
            <a:custGeom>
              <a:avLst/>
              <a:pathLst>
                <a:path w="4857" h="11551">
                  <a:moveTo>
                    <a:pt x="4857" y="11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l4612"/>
            <p:cNvSpPr/>
            <p:nvPr/>
          </p:nvSpPr>
          <p:spPr>
            <a:xfrm>
              <a:off x="7893114" y="2657438"/>
              <a:ext cx="5713" cy="13446"/>
            </a:xfrm>
            <a:custGeom>
              <a:avLst/>
              <a:pathLst>
                <a:path w="5713" h="13446">
                  <a:moveTo>
                    <a:pt x="5713" y="13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l4613"/>
            <p:cNvSpPr/>
            <p:nvPr/>
          </p:nvSpPr>
          <p:spPr>
            <a:xfrm>
              <a:off x="7888583" y="2650304"/>
              <a:ext cx="6174" cy="14372"/>
            </a:xfrm>
            <a:custGeom>
              <a:avLst/>
              <a:pathLst>
                <a:path w="6174" h="14372">
                  <a:moveTo>
                    <a:pt x="6174" y="143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l4614"/>
            <p:cNvSpPr/>
            <p:nvPr/>
          </p:nvSpPr>
          <p:spPr>
            <a:xfrm>
              <a:off x="7868752" y="2622093"/>
              <a:ext cx="16816" cy="38018"/>
            </a:xfrm>
            <a:custGeom>
              <a:avLst/>
              <a:pathLst>
                <a:path w="16816" h="38018">
                  <a:moveTo>
                    <a:pt x="16816" y="38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l4615"/>
            <p:cNvSpPr/>
            <p:nvPr/>
          </p:nvSpPr>
          <p:spPr>
            <a:xfrm>
              <a:off x="7856734" y="2615054"/>
              <a:ext cx="13221" cy="29235"/>
            </a:xfrm>
            <a:custGeom>
              <a:avLst/>
              <a:pathLst>
                <a:path w="13221" h="29235">
                  <a:moveTo>
                    <a:pt x="13221" y="292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l4616"/>
            <p:cNvSpPr/>
            <p:nvPr/>
          </p:nvSpPr>
          <p:spPr>
            <a:xfrm>
              <a:off x="7843031" y="2586041"/>
              <a:ext cx="13703" cy="29012"/>
            </a:xfrm>
            <a:custGeom>
              <a:avLst/>
              <a:pathLst>
                <a:path w="13703" h="29012">
                  <a:moveTo>
                    <a:pt x="13703" y="290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l4617"/>
            <p:cNvSpPr/>
            <p:nvPr/>
          </p:nvSpPr>
          <p:spPr>
            <a:xfrm>
              <a:off x="7836549" y="2584871"/>
              <a:ext cx="15351" cy="32417"/>
            </a:xfrm>
            <a:custGeom>
              <a:avLst/>
              <a:pathLst>
                <a:path w="15351" h="32417">
                  <a:moveTo>
                    <a:pt x="15351" y="32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l4618"/>
            <p:cNvSpPr/>
            <p:nvPr/>
          </p:nvSpPr>
          <p:spPr>
            <a:xfrm>
              <a:off x="7820600" y="2552743"/>
              <a:ext cx="15949" cy="32127"/>
            </a:xfrm>
            <a:custGeom>
              <a:avLst/>
              <a:pathLst>
                <a:path w="15949" h="32127">
                  <a:moveTo>
                    <a:pt x="15949" y="32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l4619"/>
            <p:cNvSpPr/>
            <p:nvPr/>
          </p:nvSpPr>
          <p:spPr>
            <a:xfrm>
              <a:off x="7811903" y="2553270"/>
              <a:ext cx="17457" cy="35086"/>
            </a:xfrm>
            <a:custGeom>
              <a:avLst/>
              <a:pathLst>
                <a:path w="17457" h="35086">
                  <a:moveTo>
                    <a:pt x="17457" y="35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l4620"/>
            <p:cNvSpPr/>
            <p:nvPr/>
          </p:nvSpPr>
          <p:spPr>
            <a:xfrm>
              <a:off x="7793735" y="2518545"/>
              <a:ext cx="18167" cy="34724"/>
            </a:xfrm>
            <a:custGeom>
              <a:avLst/>
              <a:pathLst>
                <a:path w="18167" h="34724">
                  <a:moveTo>
                    <a:pt x="18167" y="347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l4621"/>
            <p:cNvSpPr/>
            <p:nvPr/>
          </p:nvSpPr>
          <p:spPr>
            <a:xfrm>
              <a:off x="7796581" y="2526709"/>
              <a:ext cx="14136" cy="27166"/>
            </a:xfrm>
            <a:custGeom>
              <a:avLst/>
              <a:pathLst>
                <a:path w="14136" h="27166">
                  <a:moveTo>
                    <a:pt x="14136" y="27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l4622"/>
            <p:cNvSpPr/>
            <p:nvPr/>
          </p:nvSpPr>
          <p:spPr>
            <a:xfrm>
              <a:off x="7782014" y="2499771"/>
              <a:ext cx="14567" cy="26937"/>
            </a:xfrm>
            <a:custGeom>
              <a:avLst/>
              <a:pathLst>
                <a:path w="14567" h="26937">
                  <a:moveTo>
                    <a:pt x="14567" y="269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l4623"/>
            <p:cNvSpPr/>
            <p:nvPr/>
          </p:nvSpPr>
          <p:spPr>
            <a:xfrm>
              <a:off x="7911639" y="2694971"/>
              <a:ext cx="3116" cy="7757"/>
            </a:xfrm>
            <a:custGeom>
              <a:avLst/>
              <a:pathLst>
                <a:path w="3116" h="7757">
                  <a:moveTo>
                    <a:pt x="3116" y="77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l4624"/>
            <p:cNvSpPr/>
            <p:nvPr/>
          </p:nvSpPr>
          <p:spPr>
            <a:xfrm>
              <a:off x="7917839" y="2710499"/>
              <a:ext cx="3050" cy="7783"/>
            </a:xfrm>
            <a:custGeom>
              <a:avLst/>
              <a:pathLst>
                <a:path w="3050" h="7783">
                  <a:moveTo>
                    <a:pt x="3050" y="77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l4625"/>
            <p:cNvSpPr/>
            <p:nvPr/>
          </p:nvSpPr>
          <p:spPr>
            <a:xfrm>
              <a:off x="7929841" y="2741711"/>
              <a:ext cx="2916" cy="7834"/>
            </a:xfrm>
            <a:custGeom>
              <a:avLst/>
              <a:pathLst>
                <a:path w="2916" h="7834">
                  <a:moveTo>
                    <a:pt x="2916" y="7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l4626"/>
            <p:cNvSpPr/>
            <p:nvPr/>
          </p:nvSpPr>
          <p:spPr>
            <a:xfrm>
              <a:off x="7925646" y="2734361"/>
              <a:ext cx="4410" cy="11729"/>
            </a:xfrm>
            <a:custGeom>
              <a:avLst/>
              <a:pathLst>
                <a:path w="4410" h="11729">
                  <a:moveTo>
                    <a:pt x="4410" y="11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l4627"/>
            <p:cNvSpPr/>
            <p:nvPr/>
          </p:nvSpPr>
          <p:spPr>
            <a:xfrm>
              <a:off x="7921421" y="2727035"/>
              <a:ext cx="5192" cy="13656"/>
            </a:xfrm>
            <a:custGeom>
              <a:avLst/>
              <a:pathLst>
                <a:path w="5192" h="13656">
                  <a:moveTo>
                    <a:pt x="5192" y="136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l4628"/>
            <p:cNvSpPr/>
            <p:nvPr/>
          </p:nvSpPr>
          <p:spPr>
            <a:xfrm>
              <a:off x="7914410" y="2716332"/>
              <a:ext cx="7131" cy="18472"/>
            </a:xfrm>
            <a:custGeom>
              <a:avLst/>
              <a:pathLst>
                <a:path w="7131" h="18472">
                  <a:moveTo>
                    <a:pt x="7131" y="184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l4629"/>
            <p:cNvSpPr/>
            <p:nvPr/>
          </p:nvSpPr>
          <p:spPr>
            <a:xfrm>
              <a:off x="7905789" y="2701826"/>
              <a:ext cx="9725" cy="24692"/>
            </a:xfrm>
            <a:custGeom>
              <a:avLst/>
              <a:pathLst>
                <a:path w="9725" h="24692">
                  <a:moveTo>
                    <a:pt x="9725" y="24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l4630"/>
            <p:cNvSpPr/>
            <p:nvPr/>
          </p:nvSpPr>
          <p:spPr>
            <a:xfrm>
              <a:off x="7938491" y="2765251"/>
              <a:ext cx="2816" cy="7871"/>
            </a:xfrm>
            <a:custGeom>
              <a:avLst/>
              <a:pathLst>
                <a:path w="2816" h="7871">
                  <a:moveTo>
                    <a:pt x="2816" y="78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l4631"/>
            <p:cNvSpPr/>
            <p:nvPr/>
          </p:nvSpPr>
          <p:spPr>
            <a:xfrm>
              <a:off x="7934391" y="2757849"/>
              <a:ext cx="4259" cy="11785"/>
            </a:xfrm>
            <a:custGeom>
              <a:avLst/>
              <a:pathLst>
                <a:path w="4259" h="11785">
                  <a:moveTo>
                    <a:pt x="4259" y="117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l4632"/>
            <p:cNvSpPr/>
            <p:nvPr/>
          </p:nvSpPr>
          <p:spPr>
            <a:xfrm>
              <a:off x="7944090" y="2781006"/>
              <a:ext cx="2749" cy="7895"/>
            </a:xfrm>
            <a:custGeom>
              <a:avLst/>
              <a:pathLst>
                <a:path w="2749" h="7895">
                  <a:moveTo>
                    <a:pt x="2749" y="78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l4633"/>
            <p:cNvSpPr/>
            <p:nvPr/>
          </p:nvSpPr>
          <p:spPr>
            <a:xfrm>
              <a:off x="7952236" y="2804726"/>
              <a:ext cx="2647" cy="7929"/>
            </a:xfrm>
            <a:custGeom>
              <a:avLst/>
              <a:pathLst>
                <a:path w="2647" h="7929">
                  <a:moveTo>
                    <a:pt x="2647" y="79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l4634"/>
            <p:cNvSpPr/>
            <p:nvPr/>
          </p:nvSpPr>
          <p:spPr>
            <a:xfrm>
              <a:off x="7948295" y="2797237"/>
              <a:ext cx="4006" cy="11873"/>
            </a:xfrm>
            <a:custGeom>
              <a:avLst/>
              <a:pathLst>
                <a:path w="4006" h="11873">
                  <a:moveTo>
                    <a:pt x="4006" y="118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l4635"/>
            <p:cNvSpPr/>
            <p:nvPr/>
          </p:nvSpPr>
          <p:spPr>
            <a:xfrm>
              <a:off x="7941697" y="2786265"/>
              <a:ext cx="6087" cy="17757"/>
            </a:xfrm>
            <a:custGeom>
              <a:avLst/>
              <a:pathLst>
                <a:path w="6087" h="17757">
                  <a:moveTo>
                    <a:pt x="6087" y="177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l4636"/>
            <p:cNvSpPr/>
            <p:nvPr/>
          </p:nvSpPr>
          <p:spPr>
            <a:xfrm>
              <a:off x="7930269" y="2766001"/>
              <a:ext cx="10714" cy="30431"/>
            </a:xfrm>
            <a:custGeom>
              <a:avLst/>
              <a:pathLst>
                <a:path w="10714" h="30431">
                  <a:moveTo>
                    <a:pt x="10714" y="30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l4637"/>
            <p:cNvSpPr/>
            <p:nvPr/>
          </p:nvSpPr>
          <p:spPr>
            <a:xfrm>
              <a:off x="7913519" y="2751282"/>
              <a:ext cx="12123" cy="33450"/>
            </a:xfrm>
            <a:custGeom>
              <a:avLst/>
              <a:pathLst>
                <a:path w="12123" h="33450">
                  <a:moveTo>
                    <a:pt x="12123" y="33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l4638"/>
            <p:cNvSpPr/>
            <p:nvPr/>
          </p:nvSpPr>
          <p:spPr>
            <a:xfrm>
              <a:off x="7900784" y="2718059"/>
              <a:ext cx="12735" cy="33222"/>
            </a:xfrm>
            <a:custGeom>
              <a:avLst/>
              <a:pathLst>
                <a:path w="12735" h="33222">
                  <a:moveTo>
                    <a:pt x="12735" y="33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l4639"/>
            <p:cNvSpPr/>
            <p:nvPr/>
          </p:nvSpPr>
          <p:spPr>
            <a:xfrm>
              <a:off x="7901363" y="2723181"/>
              <a:ext cx="10908" cy="28565"/>
            </a:xfrm>
            <a:custGeom>
              <a:avLst/>
              <a:pathLst>
                <a:path w="10908" h="28565">
                  <a:moveTo>
                    <a:pt x="10908" y="285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l4640"/>
            <p:cNvSpPr/>
            <p:nvPr/>
          </p:nvSpPr>
          <p:spPr>
            <a:xfrm>
              <a:off x="7890006" y="2694791"/>
              <a:ext cx="11357" cy="28390"/>
            </a:xfrm>
            <a:custGeom>
              <a:avLst/>
              <a:pathLst>
                <a:path w="11357" h="28390">
                  <a:moveTo>
                    <a:pt x="11357" y="283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l4641"/>
            <p:cNvSpPr/>
            <p:nvPr/>
          </p:nvSpPr>
          <p:spPr>
            <a:xfrm>
              <a:off x="7967614" y="2852469"/>
              <a:ext cx="2443" cy="7994"/>
            </a:xfrm>
            <a:custGeom>
              <a:avLst/>
              <a:pathLst>
                <a:path w="2443" h="7994">
                  <a:moveTo>
                    <a:pt x="2443" y="7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l4642"/>
            <p:cNvSpPr/>
            <p:nvPr/>
          </p:nvSpPr>
          <p:spPr>
            <a:xfrm>
              <a:off x="7963865" y="2844882"/>
              <a:ext cx="3701" cy="11972"/>
            </a:xfrm>
            <a:custGeom>
              <a:avLst/>
              <a:pathLst>
                <a:path w="3701" h="11972">
                  <a:moveTo>
                    <a:pt x="3701" y="11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l4643"/>
            <p:cNvSpPr/>
            <p:nvPr/>
          </p:nvSpPr>
          <p:spPr>
            <a:xfrm>
              <a:off x="7960086" y="2837317"/>
              <a:ext cx="4367" cy="13941"/>
            </a:xfrm>
            <a:custGeom>
              <a:avLst/>
              <a:pathLst>
                <a:path w="4367" h="13941">
                  <a:moveTo>
                    <a:pt x="4367" y="139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l4644"/>
            <p:cNvSpPr/>
            <p:nvPr/>
          </p:nvSpPr>
          <p:spPr>
            <a:xfrm>
              <a:off x="7956276" y="2829773"/>
              <a:ext cx="4736" cy="14908"/>
            </a:xfrm>
            <a:custGeom>
              <a:avLst/>
              <a:pathLst>
                <a:path w="4736" h="14908">
                  <a:moveTo>
                    <a:pt x="4736" y="149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l4645"/>
            <p:cNvSpPr/>
            <p:nvPr/>
          </p:nvSpPr>
          <p:spPr>
            <a:xfrm>
              <a:off x="7952436" y="2822251"/>
              <a:ext cx="4954" cy="15374"/>
            </a:xfrm>
            <a:custGeom>
              <a:avLst/>
              <a:pathLst>
                <a:path w="4954" h="15374">
                  <a:moveTo>
                    <a:pt x="4954" y="153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l4646"/>
            <p:cNvSpPr/>
            <p:nvPr/>
          </p:nvSpPr>
          <p:spPr>
            <a:xfrm>
              <a:off x="7972468" y="2868469"/>
              <a:ext cx="2375" cy="8015"/>
            </a:xfrm>
            <a:custGeom>
              <a:avLst/>
              <a:pathLst>
                <a:path w="2375" h="8015">
                  <a:moveTo>
                    <a:pt x="2375" y="8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l4647"/>
            <p:cNvSpPr/>
            <p:nvPr/>
          </p:nvSpPr>
          <p:spPr>
            <a:xfrm>
              <a:off x="7979491" y="2892545"/>
              <a:ext cx="2272" cy="8045"/>
            </a:xfrm>
            <a:custGeom>
              <a:avLst/>
              <a:pathLst>
                <a:path w="2272" h="8045">
                  <a:moveTo>
                    <a:pt x="2272" y="80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l4648"/>
            <p:cNvSpPr/>
            <p:nvPr/>
          </p:nvSpPr>
          <p:spPr>
            <a:xfrm>
              <a:off x="7975905" y="2884880"/>
              <a:ext cx="3445" cy="12048"/>
            </a:xfrm>
            <a:custGeom>
              <a:avLst/>
              <a:pathLst>
                <a:path w="3445" h="12048">
                  <a:moveTo>
                    <a:pt x="3445" y="120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l4649"/>
            <p:cNvSpPr/>
            <p:nvPr/>
          </p:nvSpPr>
          <p:spPr>
            <a:xfrm>
              <a:off x="7990511" y="2932866"/>
              <a:ext cx="2100" cy="8091"/>
            </a:xfrm>
            <a:custGeom>
              <a:avLst/>
              <a:pathLst>
                <a:path w="2100" h="8091">
                  <a:moveTo>
                    <a:pt x="2100" y="80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l4650"/>
            <p:cNvSpPr/>
            <p:nvPr/>
          </p:nvSpPr>
          <p:spPr>
            <a:xfrm>
              <a:off x="7987089" y="2925126"/>
              <a:ext cx="3187" cy="12119"/>
            </a:xfrm>
            <a:custGeom>
              <a:avLst/>
              <a:pathLst>
                <a:path w="3187" h="12119">
                  <a:moveTo>
                    <a:pt x="3187" y="12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l4651"/>
            <p:cNvSpPr/>
            <p:nvPr/>
          </p:nvSpPr>
          <p:spPr>
            <a:xfrm>
              <a:off x="7983636" y="2917406"/>
              <a:ext cx="3768" cy="14115"/>
            </a:xfrm>
            <a:custGeom>
              <a:avLst/>
              <a:pathLst>
                <a:path w="3768" h="14115">
                  <a:moveTo>
                    <a:pt x="3768" y="14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l4652"/>
            <p:cNvSpPr/>
            <p:nvPr/>
          </p:nvSpPr>
          <p:spPr>
            <a:xfrm>
              <a:off x="7980152" y="2909706"/>
              <a:ext cx="4095" cy="15097"/>
            </a:xfrm>
            <a:custGeom>
              <a:avLst/>
              <a:pathLst>
                <a:path w="4095" h="15097">
                  <a:moveTo>
                    <a:pt x="4095" y="150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l4653"/>
            <p:cNvSpPr/>
            <p:nvPr/>
          </p:nvSpPr>
          <p:spPr>
            <a:xfrm>
              <a:off x="7971237" y="2892732"/>
              <a:ext cx="7122" cy="25564"/>
            </a:xfrm>
            <a:custGeom>
              <a:avLst/>
              <a:pathLst>
                <a:path w="7122" h="25564">
                  <a:moveTo>
                    <a:pt x="7122" y="255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l4654"/>
            <p:cNvSpPr/>
            <p:nvPr/>
          </p:nvSpPr>
          <p:spPr>
            <a:xfrm>
              <a:off x="7996708" y="2957168"/>
              <a:ext cx="1996" cy="8118"/>
            </a:xfrm>
            <a:custGeom>
              <a:avLst/>
              <a:pathLst>
                <a:path w="1996" h="8118">
                  <a:moveTo>
                    <a:pt x="1996" y="81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l4655"/>
            <p:cNvSpPr/>
            <p:nvPr/>
          </p:nvSpPr>
          <p:spPr>
            <a:xfrm>
              <a:off x="8000667" y="2973412"/>
              <a:ext cx="1927" cy="8134"/>
            </a:xfrm>
            <a:custGeom>
              <a:avLst/>
              <a:pathLst>
                <a:path w="1927" h="8134">
                  <a:moveTo>
                    <a:pt x="1927" y="8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l4656"/>
            <p:cNvSpPr/>
            <p:nvPr/>
          </p:nvSpPr>
          <p:spPr>
            <a:xfrm>
              <a:off x="8004487" y="2989690"/>
              <a:ext cx="1857" cy="8150"/>
            </a:xfrm>
            <a:custGeom>
              <a:avLst/>
              <a:pathLst>
                <a:path w="1857" h="8150">
                  <a:moveTo>
                    <a:pt x="1857" y="81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l4657"/>
            <p:cNvSpPr/>
            <p:nvPr/>
          </p:nvSpPr>
          <p:spPr>
            <a:xfrm>
              <a:off x="7999044" y="2978092"/>
              <a:ext cx="3779" cy="16263"/>
            </a:xfrm>
            <a:custGeom>
              <a:avLst/>
              <a:pathLst>
                <a:path w="3779" h="16263">
                  <a:moveTo>
                    <a:pt x="3779" y="162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l4658"/>
            <p:cNvSpPr/>
            <p:nvPr/>
          </p:nvSpPr>
          <p:spPr>
            <a:xfrm>
              <a:off x="7992539" y="2962498"/>
              <a:ext cx="5818" cy="24325"/>
            </a:xfrm>
            <a:custGeom>
              <a:avLst/>
              <a:pathLst>
                <a:path w="5818" h="24325">
                  <a:moveTo>
                    <a:pt x="5818" y="243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l4659"/>
            <p:cNvSpPr/>
            <p:nvPr/>
          </p:nvSpPr>
          <p:spPr>
            <a:xfrm>
              <a:off x="7988223" y="2950690"/>
              <a:ext cx="5969" cy="24271"/>
            </a:xfrm>
            <a:custGeom>
              <a:avLst/>
              <a:pathLst>
                <a:path w="5969" h="24271">
                  <a:moveTo>
                    <a:pt x="5969" y="24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l4660"/>
            <p:cNvSpPr/>
            <p:nvPr/>
          </p:nvSpPr>
          <p:spPr>
            <a:xfrm>
              <a:off x="8008168" y="3006000"/>
              <a:ext cx="1788" cy="8166"/>
            </a:xfrm>
            <a:custGeom>
              <a:avLst/>
              <a:pathLst>
                <a:path w="1788" h="8166">
                  <a:moveTo>
                    <a:pt x="1788" y="8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l4661"/>
            <p:cNvSpPr/>
            <p:nvPr/>
          </p:nvSpPr>
          <p:spPr>
            <a:xfrm>
              <a:off x="8011709" y="3022340"/>
              <a:ext cx="1718" cy="8181"/>
            </a:xfrm>
            <a:custGeom>
              <a:avLst/>
              <a:pathLst>
                <a:path w="1718" h="8181">
                  <a:moveTo>
                    <a:pt x="1718" y="8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l4662"/>
            <p:cNvSpPr/>
            <p:nvPr/>
          </p:nvSpPr>
          <p:spPr>
            <a:xfrm>
              <a:off x="8015111" y="3038710"/>
              <a:ext cx="1648" cy="8195"/>
            </a:xfrm>
            <a:custGeom>
              <a:avLst/>
              <a:pathLst>
                <a:path w="1648" h="8195">
                  <a:moveTo>
                    <a:pt x="1648" y="81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l4663"/>
            <p:cNvSpPr/>
            <p:nvPr/>
          </p:nvSpPr>
          <p:spPr>
            <a:xfrm>
              <a:off x="8018373" y="3055109"/>
              <a:ext cx="1578" cy="8209"/>
            </a:xfrm>
            <a:custGeom>
              <a:avLst/>
              <a:pathLst>
                <a:path w="1578" h="8209">
                  <a:moveTo>
                    <a:pt x="1578" y="82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l4664"/>
            <p:cNvSpPr/>
            <p:nvPr/>
          </p:nvSpPr>
          <p:spPr>
            <a:xfrm>
              <a:off x="8023003" y="3079758"/>
              <a:ext cx="1473" cy="8229"/>
            </a:xfrm>
            <a:custGeom>
              <a:avLst/>
              <a:pathLst>
                <a:path w="1473" h="8229">
                  <a:moveTo>
                    <a:pt x="1473" y="8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l4665"/>
            <p:cNvSpPr/>
            <p:nvPr/>
          </p:nvSpPr>
          <p:spPr>
            <a:xfrm>
              <a:off x="8020185" y="3071778"/>
              <a:ext cx="2247" cy="12328"/>
            </a:xfrm>
            <a:custGeom>
              <a:avLst/>
              <a:pathLst>
                <a:path w="2247" h="12328">
                  <a:moveTo>
                    <a:pt x="2247" y="123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l4666"/>
            <p:cNvSpPr/>
            <p:nvPr/>
          </p:nvSpPr>
          <p:spPr>
            <a:xfrm>
              <a:off x="8025914" y="3096222"/>
              <a:ext cx="1402" cy="8241"/>
            </a:xfrm>
            <a:custGeom>
              <a:avLst/>
              <a:pathLst>
                <a:path w="1402" h="8241">
                  <a:moveTo>
                    <a:pt x="1402" y="82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l4667"/>
            <p:cNvSpPr/>
            <p:nvPr/>
          </p:nvSpPr>
          <p:spPr>
            <a:xfrm>
              <a:off x="8030017" y="3120964"/>
              <a:ext cx="1297" cy="8258"/>
            </a:xfrm>
            <a:custGeom>
              <a:avLst/>
              <a:pathLst>
                <a:path w="1297" h="8258">
                  <a:moveTo>
                    <a:pt x="1297" y="82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l4668"/>
            <p:cNvSpPr/>
            <p:nvPr/>
          </p:nvSpPr>
          <p:spPr>
            <a:xfrm>
              <a:off x="8027371" y="3112926"/>
              <a:ext cx="1984" cy="12373"/>
            </a:xfrm>
            <a:custGeom>
              <a:avLst/>
              <a:pathLst>
                <a:path w="1984" h="12373">
                  <a:moveTo>
                    <a:pt x="1984" y="123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l4669"/>
            <p:cNvSpPr/>
            <p:nvPr/>
          </p:nvSpPr>
          <p:spPr>
            <a:xfrm>
              <a:off x="8022682" y="3101013"/>
              <a:ext cx="3061" cy="18520"/>
            </a:xfrm>
            <a:custGeom>
              <a:avLst/>
              <a:pathLst>
                <a:path w="3061" h="18520">
                  <a:moveTo>
                    <a:pt x="3061" y="18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l4670"/>
            <p:cNvSpPr/>
            <p:nvPr/>
          </p:nvSpPr>
          <p:spPr>
            <a:xfrm>
              <a:off x="8014770" y="3079134"/>
              <a:ext cx="5524" cy="31785"/>
            </a:xfrm>
            <a:custGeom>
              <a:avLst/>
              <a:pathLst>
                <a:path w="5524" h="31785">
                  <a:moveTo>
                    <a:pt x="5524" y="317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l4671"/>
            <p:cNvSpPr/>
            <p:nvPr/>
          </p:nvSpPr>
          <p:spPr>
            <a:xfrm>
              <a:off x="8008706" y="3061224"/>
              <a:ext cx="6267" cy="34247"/>
            </a:xfrm>
            <a:custGeom>
              <a:avLst/>
              <a:pathLst>
                <a:path w="6267" h="34247">
                  <a:moveTo>
                    <a:pt x="6267" y="34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l4672"/>
            <p:cNvSpPr/>
            <p:nvPr/>
          </p:nvSpPr>
          <p:spPr>
            <a:xfrm>
              <a:off x="8002886" y="3045433"/>
              <a:ext cx="6410" cy="33380"/>
            </a:xfrm>
            <a:custGeom>
              <a:avLst/>
              <a:pathLst>
                <a:path w="6410" h="33380">
                  <a:moveTo>
                    <a:pt x="6410" y="333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l4673"/>
            <p:cNvSpPr/>
            <p:nvPr/>
          </p:nvSpPr>
          <p:spPr>
            <a:xfrm>
              <a:off x="7996937" y="3029714"/>
              <a:ext cx="6613" cy="32897"/>
            </a:xfrm>
            <a:custGeom>
              <a:avLst/>
              <a:pathLst>
                <a:path w="6613" h="32897">
                  <a:moveTo>
                    <a:pt x="6613" y="328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l4674"/>
            <p:cNvSpPr/>
            <p:nvPr/>
          </p:nvSpPr>
          <p:spPr>
            <a:xfrm>
              <a:off x="7990857" y="3014069"/>
              <a:ext cx="6846" cy="32604"/>
            </a:xfrm>
            <a:custGeom>
              <a:avLst/>
              <a:pathLst>
                <a:path w="6846" h="32604">
                  <a:moveTo>
                    <a:pt x="6846" y="326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l4675"/>
            <p:cNvSpPr/>
            <p:nvPr/>
          </p:nvSpPr>
          <p:spPr>
            <a:xfrm>
              <a:off x="7978170" y="3000025"/>
              <a:ext cx="7059" cy="32246"/>
            </a:xfrm>
            <a:custGeom>
              <a:avLst/>
              <a:pathLst>
                <a:path w="7059" h="32246">
                  <a:moveTo>
                    <a:pt x="7059" y="322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l4676"/>
            <p:cNvSpPr/>
            <p:nvPr/>
          </p:nvSpPr>
          <p:spPr>
            <a:xfrm>
              <a:off x="7970560" y="2967904"/>
              <a:ext cx="7609" cy="32121"/>
            </a:xfrm>
            <a:custGeom>
              <a:avLst/>
              <a:pathLst>
                <a:path w="7609" h="32121">
                  <a:moveTo>
                    <a:pt x="7609" y="321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l4677"/>
            <p:cNvSpPr/>
            <p:nvPr/>
          </p:nvSpPr>
          <p:spPr>
            <a:xfrm>
              <a:off x="7957092" y="2957923"/>
              <a:ext cx="10693" cy="44469"/>
            </a:xfrm>
            <a:custGeom>
              <a:avLst/>
              <a:pathLst>
                <a:path w="10693" h="44469">
                  <a:moveTo>
                    <a:pt x="10693" y="444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l4678"/>
            <p:cNvSpPr/>
            <p:nvPr/>
          </p:nvSpPr>
          <p:spPr>
            <a:xfrm>
              <a:off x="7945342" y="2913721"/>
              <a:ext cx="11749" cy="44201"/>
            </a:xfrm>
            <a:custGeom>
              <a:avLst/>
              <a:pathLst>
                <a:path w="11749" h="44201">
                  <a:moveTo>
                    <a:pt x="11749" y="44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l4679"/>
            <p:cNvSpPr/>
            <p:nvPr/>
          </p:nvSpPr>
          <p:spPr>
            <a:xfrm>
              <a:off x="8034994" y="3154031"/>
              <a:ext cx="1156" cy="8279"/>
            </a:xfrm>
            <a:custGeom>
              <a:avLst/>
              <a:pathLst>
                <a:path w="1156" h="8279">
                  <a:moveTo>
                    <a:pt x="1156" y="82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l4680"/>
            <p:cNvSpPr/>
            <p:nvPr/>
          </p:nvSpPr>
          <p:spPr>
            <a:xfrm>
              <a:off x="8032485" y="3145949"/>
              <a:ext cx="1772" cy="12405"/>
            </a:xfrm>
            <a:custGeom>
              <a:avLst/>
              <a:pathLst>
                <a:path w="1772" h="12405">
                  <a:moveTo>
                    <a:pt x="1772" y="12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l4681"/>
            <p:cNvSpPr/>
            <p:nvPr/>
          </p:nvSpPr>
          <p:spPr>
            <a:xfrm>
              <a:off x="8029943" y="3137883"/>
              <a:ext cx="2120" cy="14455"/>
            </a:xfrm>
            <a:custGeom>
              <a:avLst/>
              <a:pathLst>
                <a:path w="2120" h="14455">
                  <a:moveTo>
                    <a:pt x="2120" y="14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l4682"/>
            <p:cNvSpPr/>
            <p:nvPr/>
          </p:nvSpPr>
          <p:spPr>
            <a:xfrm>
              <a:off x="8039406" y="3187179"/>
              <a:ext cx="1014" cy="8298"/>
            </a:xfrm>
            <a:custGeom>
              <a:avLst/>
              <a:pathLst>
                <a:path w="1014" h="8298">
                  <a:moveTo>
                    <a:pt x="1014" y="82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l4683"/>
            <p:cNvSpPr/>
            <p:nvPr/>
          </p:nvSpPr>
          <p:spPr>
            <a:xfrm>
              <a:off x="8037036" y="3179055"/>
              <a:ext cx="1560" cy="12433"/>
            </a:xfrm>
            <a:custGeom>
              <a:avLst/>
              <a:pathLst>
                <a:path w="1560" h="12433">
                  <a:moveTo>
                    <a:pt x="1560" y="124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l4684"/>
            <p:cNvSpPr/>
            <p:nvPr/>
          </p:nvSpPr>
          <p:spPr>
            <a:xfrm>
              <a:off x="8034631" y="3170947"/>
              <a:ext cx="1873" cy="14489"/>
            </a:xfrm>
            <a:custGeom>
              <a:avLst/>
              <a:pathLst>
                <a:path w="1873" h="14489">
                  <a:moveTo>
                    <a:pt x="1873" y="144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l4685"/>
            <p:cNvSpPr/>
            <p:nvPr/>
          </p:nvSpPr>
          <p:spPr>
            <a:xfrm>
              <a:off x="8042343" y="3212086"/>
              <a:ext cx="908" cy="8310"/>
            </a:xfrm>
            <a:custGeom>
              <a:avLst/>
              <a:pathLst>
                <a:path w="908" h="8310">
                  <a:moveTo>
                    <a:pt x="908" y="83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l4686"/>
            <p:cNvSpPr/>
            <p:nvPr/>
          </p:nvSpPr>
          <p:spPr>
            <a:xfrm>
              <a:off x="8044124" y="3228711"/>
              <a:ext cx="837" cy="8317"/>
            </a:xfrm>
            <a:custGeom>
              <a:avLst/>
              <a:pathLst>
                <a:path w="837" h="8317">
                  <a:moveTo>
                    <a:pt x="837" y="83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l4687"/>
            <p:cNvSpPr/>
            <p:nvPr/>
          </p:nvSpPr>
          <p:spPr>
            <a:xfrm>
              <a:off x="8040155" y="3216530"/>
              <a:ext cx="1742" cy="16605"/>
            </a:xfrm>
            <a:custGeom>
              <a:avLst/>
              <a:pathLst>
                <a:path w="1742" h="16605">
                  <a:moveTo>
                    <a:pt x="1742" y="166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l4688"/>
            <p:cNvSpPr/>
            <p:nvPr/>
          </p:nvSpPr>
          <p:spPr>
            <a:xfrm>
              <a:off x="8037432" y="3204238"/>
              <a:ext cx="2287" cy="20731"/>
            </a:xfrm>
            <a:custGeom>
              <a:avLst/>
              <a:pathLst>
                <a:path w="2287" h="20731">
                  <a:moveTo>
                    <a:pt x="2287" y="207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l4689"/>
            <p:cNvSpPr/>
            <p:nvPr/>
          </p:nvSpPr>
          <p:spPr>
            <a:xfrm>
              <a:off x="8028979" y="3179043"/>
              <a:ext cx="4330" cy="36141"/>
            </a:xfrm>
            <a:custGeom>
              <a:avLst/>
              <a:pathLst>
                <a:path w="4330" h="36141">
                  <a:moveTo>
                    <a:pt x="4330" y="361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l4690"/>
            <p:cNvSpPr/>
            <p:nvPr/>
          </p:nvSpPr>
          <p:spPr>
            <a:xfrm>
              <a:off x="8019161" y="3146848"/>
              <a:ext cx="6780" cy="50889"/>
            </a:xfrm>
            <a:custGeom>
              <a:avLst/>
              <a:pathLst>
                <a:path w="6780" h="50889">
                  <a:moveTo>
                    <a:pt x="6780" y="508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l4691"/>
            <p:cNvSpPr/>
            <p:nvPr/>
          </p:nvSpPr>
          <p:spPr>
            <a:xfrm>
              <a:off x="8045763" y="3245350"/>
              <a:ext cx="766" cy="8324"/>
            </a:xfrm>
            <a:custGeom>
              <a:avLst/>
              <a:pathLst>
                <a:path w="766" h="8324">
                  <a:moveTo>
                    <a:pt x="766" y="83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l4692"/>
            <p:cNvSpPr/>
            <p:nvPr/>
          </p:nvSpPr>
          <p:spPr>
            <a:xfrm>
              <a:off x="8047260" y="3262003"/>
              <a:ext cx="695" cy="8331"/>
            </a:xfrm>
            <a:custGeom>
              <a:avLst/>
              <a:pathLst>
                <a:path w="695" h="8331">
                  <a:moveTo>
                    <a:pt x="695" y="83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l4693"/>
            <p:cNvSpPr/>
            <p:nvPr/>
          </p:nvSpPr>
          <p:spPr>
            <a:xfrm>
              <a:off x="8048614" y="3278668"/>
              <a:ext cx="623" cy="8336"/>
            </a:xfrm>
            <a:custGeom>
              <a:avLst/>
              <a:pathLst>
                <a:path w="623" h="8336">
                  <a:moveTo>
                    <a:pt x="623" y="83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l4694"/>
            <p:cNvSpPr/>
            <p:nvPr/>
          </p:nvSpPr>
          <p:spPr>
            <a:xfrm>
              <a:off x="8044958" y="3266389"/>
              <a:ext cx="1317" cy="16645"/>
            </a:xfrm>
            <a:custGeom>
              <a:avLst/>
              <a:pathLst>
                <a:path w="1317" h="16645">
                  <a:moveTo>
                    <a:pt x="1317" y="166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l4695"/>
            <p:cNvSpPr/>
            <p:nvPr/>
          </p:nvSpPr>
          <p:spPr>
            <a:xfrm>
              <a:off x="8040847" y="3250000"/>
              <a:ext cx="2132" cy="24920"/>
            </a:xfrm>
            <a:custGeom>
              <a:avLst/>
              <a:pathLst>
                <a:path w="2132" h="24920">
                  <a:moveTo>
                    <a:pt x="2132" y="249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l4696"/>
            <p:cNvSpPr/>
            <p:nvPr/>
          </p:nvSpPr>
          <p:spPr>
            <a:xfrm>
              <a:off x="8050896" y="3312029"/>
              <a:ext cx="481" cy="8346"/>
            </a:xfrm>
            <a:custGeom>
              <a:avLst/>
              <a:pathLst>
                <a:path w="481" h="8346">
                  <a:moveTo>
                    <a:pt x="481" y="8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l4697"/>
            <p:cNvSpPr/>
            <p:nvPr/>
          </p:nvSpPr>
          <p:spPr>
            <a:xfrm>
              <a:off x="8049050" y="3303771"/>
              <a:ext cx="761" cy="12508"/>
            </a:xfrm>
            <a:custGeom>
              <a:avLst/>
              <a:pathLst>
                <a:path w="761" h="12508">
                  <a:moveTo>
                    <a:pt x="761" y="125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l4698"/>
            <p:cNvSpPr/>
            <p:nvPr/>
          </p:nvSpPr>
          <p:spPr>
            <a:xfrm>
              <a:off x="8047170" y="3295525"/>
              <a:ext cx="942" cy="14579"/>
            </a:xfrm>
            <a:custGeom>
              <a:avLst/>
              <a:pathLst>
                <a:path w="942" h="14579">
                  <a:moveTo>
                    <a:pt x="942" y="145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l4699"/>
            <p:cNvSpPr/>
            <p:nvPr/>
          </p:nvSpPr>
          <p:spPr>
            <a:xfrm>
              <a:off x="8052608" y="3345425"/>
              <a:ext cx="338" cy="8353"/>
            </a:xfrm>
            <a:custGeom>
              <a:avLst/>
              <a:pathLst>
                <a:path w="338" h="8353">
                  <a:moveTo>
                    <a:pt x="338" y="83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l4700"/>
            <p:cNvSpPr/>
            <p:nvPr/>
          </p:nvSpPr>
          <p:spPr>
            <a:xfrm>
              <a:off x="8050904" y="3337136"/>
              <a:ext cx="548" cy="12519"/>
            </a:xfrm>
            <a:custGeom>
              <a:avLst/>
              <a:pathLst>
                <a:path w="548" h="12519">
                  <a:moveTo>
                    <a:pt x="548" y="12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l4701"/>
            <p:cNvSpPr/>
            <p:nvPr/>
          </p:nvSpPr>
          <p:spPr>
            <a:xfrm>
              <a:off x="8049164" y="3328860"/>
              <a:ext cx="693" cy="14593"/>
            </a:xfrm>
            <a:custGeom>
              <a:avLst/>
              <a:pathLst>
                <a:path w="693" h="14593">
                  <a:moveTo>
                    <a:pt x="693" y="145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l4702"/>
            <p:cNvSpPr/>
            <p:nvPr/>
          </p:nvSpPr>
          <p:spPr>
            <a:xfrm>
              <a:off x="8042340" y="3303158"/>
              <a:ext cx="1864" cy="33250"/>
            </a:xfrm>
            <a:custGeom>
              <a:avLst/>
              <a:pathLst>
                <a:path w="1864" h="33250">
                  <a:moveTo>
                    <a:pt x="1864" y="33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l4703"/>
            <p:cNvSpPr/>
            <p:nvPr/>
          </p:nvSpPr>
          <p:spPr>
            <a:xfrm>
              <a:off x="8053250" y="3362133"/>
              <a:ext cx="267" cy="8355"/>
            </a:xfrm>
            <a:custGeom>
              <a:avLst/>
              <a:pathLst>
                <a:path w="267" h="8355">
                  <a:moveTo>
                    <a:pt x="267" y="83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l4704"/>
            <p:cNvSpPr/>
            <p:nvPr/>
          </p:nvSpPr>
          <p:spPr>
            <a:xfrm>
              <a:off x="8053750" y="3378845"/>
              <a:ext cx="196" cy="8357"/>
            </a:xfrm>
            <a:custGeom>
              <a:avLst/>
              <a:pathLst>
                <a:path w="196" h="8357">
                  <a:moveTo>
                    <a:pt x="196" y="83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l4705"/>
            <p:cNvSpPr/>
            <p:nvPr/>
          </p:nvSpPr>
          <p:spPr>
            <a:xfrm>
              <a:off x="8054107" y="3395561"/>
              <a:ext cx="124" cy="8359"/>
            </a:xfrm>
            <a:custGeom>
              <a:avLst/>
              <a:pathLst>
                <a:path w="124" h="8359">
                  <a:moveTo>
                    <a:pt x="124" y="83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l4706"/>
            <p:cNvSpPr/>
            <p:nvPr/>
          </p:nvSpPr>
          <p:spPr>
            <a:xfrm>
              <a:off x="8054374" y="3420640"/>
              <a:ext cx="17" cy="8359"/>
            </a:xfrm>
            <a:custGeom>
              <a:avLst/>
              <a:pathLst>
                <a:path w="17" h="8359">
                  <a:moveTo>
                    <a:pt x="17" y="83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l4707"/>
            <p:cNvSpPr/>
            <p:nvPr/>
          </p:nvSpPr>
          <p:spPr>
            <a:xfrm>
              <a:off x="8052989" y="3412291"/>
              <a:ext cx="66" cy="12531"/>
            </a:xfrm>
            <a:custGeom>
              <a:avLst/>
              <a:pathLst>
                <a:path w="66" h="12531">
                  <a:moveTo>
                    <a:pt x="66" y="12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l4708"/>
            <p:cNvSpPr/>
            <p:nvPr/>
          </p:nvSpPr>
          <p:spPr>
            <a:xfrm>
              <a:off x="8050180" y="3399800"/>
              <a:ext cx="190" cy="18770"/>
            </a:xfrm>
            <a:custGeom>
              <a:avLst/>
              <a:pathLst>
                <a:path w="190" h="18770">
                  <a:moveTo>
                    <a:pt x="190" y="18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l4709"/>
            <p:cNvSpPr/>
            <p:nvPr/>
          </p:nvSpPr>
          <p:spPr>
            <a:xfrm>
              <a:off x="8047197" y="3383180"/>
              <a:ext cx="437" cy="26032"/>
            </a:xfrm>
            <a:custGeom>
              <a:avLst/>
              <a:pathLst>
                <a:path w="437" h="26032">
                  <a:moveTo>
                    <a:pt x="437" y="26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l4710"/>
            <p:cNvSpPr/>
            <p:nvPr/>
          </p:nvSpPr>
          <p:spPr>
            <a:xfrm>
              <a:off x="8044073" y="3366609"/>
              <a:ext cx="723" cy="29631"/>
            </a:xfrm>
            <a:custGeom>
              <a:avLst/>
              <a:pathLst>
                <a:path w="723" h="29631">
                  <a:moveTo>
                    <a:pt x="723" y="296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l4711"/>
            <p:cNvSpPr/>
            <p:nvPr/>
          </p:nvSpPr>
          <p:spPr>
            <a:xfrm>
              <a:off x="8032853" y="3351057"/>
              <a:ext cx="989" cy="30626"/>
            </a:xfrm>
            <a:custGeom>
              <a:avLst/>
              <a:pathLst>
                <a:path w="989" h="30626">
                  <a:moveTo>
                    <a:pt x="989" y="30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l4712"/>
            <p:cNvSpPr/>
            <p:nvPr/>
          </p:nvSpPr>
          <p:spPr>
            <a:xfrm>
              <a:off x="8031379" y="3320450"/>
              <a:ext cx="1473" cy="30606"/>
            </a:xfrm>
            <a:custGeom>
              <a:avLst/>
              <a:pathLst>
                <a:path w="1473" h="30606">
                  <a:moveTo>
                    <a:pt x="1473" y="30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l4713"/>
            <p:cNvSpPr/>
            <p:nvPr/>
          </p:nvSpPr>
          <p:spPr>
            <a:xfrm>
              <a:off x="8022627" y="3307852"/>
              <a:ext cx="2243" cy="43526"/>
            </a:xfrm>
            <a:custGeom>
              <a:avLst/>
              <a:pathLst>
                <a:path w="2243" h="43526">
                  <a:moveTo>
                    <a:pt x="2243" y="43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l4714"/>
            <p:cNvSpPr/>
            <p:nvPr/>
          </p:nvSpPr>
          <p:spPr>
            <a:xfrm>
              <a:off x="8019401" y="3264387"/>
              <a:ext cx="3225" cy="43464"/>
            </a:xfrm>
            <a:custGeom>
              <a:avLst/>
              <a:pathLst>
                <a:path w="3225" h="43464">
                  <a:moveTo>
                    <a:pt x="3225" y="43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l4715"/>
            <p:cNvSpPr/>
            <p:nvPr/>
          </p:nvSpPr>
          <p:spPr>
            <a:xfrm>
              <a:off x="8002050" y="3264634"/>
              <a:ext cx="3302" cy="44304"/>
            </a:xfrm>
            <a:custGeom>
              <a:avLst/>
              <a:pathLst>
                <a:path w="3302" h="44304">
                  <a:moveTo>
                    <a:pt x="3302" y="44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l4716"/>
            <p:cNvSpPr/>
            <p:nvPr/>
          </p:nvSpPr>
          <p:spPr>
            <a:xfrm>
              <a:off x="7997720" y="3220418"/>
              <a:ext cx="4330" cy="44215"/>
            </a:xfrm>
            <a:custGeom>
              <a:avLst/>
              <a:pathLst>
                <a:path w="4330" h="44215">
                  <a:moveTo>
                    <a:pt x="4330" y="44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l4717"/>
            <p:cNvSpPr/>
            <p:nvPr/>
          </p:nvSpPr>
          <p:spPr>
            <a:xfrm>
              <a:off x="7992364" y="3176315"/>
              <a:ext cx="5355" cy="44103"/>
            </a:xfrm>
            <a:custGeom>
              <a:avLst/>
              <a:pathLst>
                <a:path w="5355" h="44103">
                  <a:moveTo>
                    <a:pt x="5355" y="441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l4718"/>
            <p:cNvSpPr/>
            <p:nvPr/>
          </p:nvSpPr>
          <p:spPr>
            <a:xfrm>
              <a:off x="7953782" y="3199938"/>
              <a:ext cx="5153" cy="46598"/>
            </a:xfrm>
            <a:custGeom>
              <a:avLst/>
              <a:pathLst>
                <a:path w="5153" h="46598">
                  <a:moveTo>
                    <a:pt x="5153" y="46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l4719"/>
            <p:cNvSpPr/>
            <p:nvPr/>
          </p:nvSpPr>
          <p:spPr>
            <a:xfrm>
              <a:off x="7947463" y="3153484"/>
              <a:ext cx="6318" cy="46454"/>
            </a:xfrm>
            <a:custGeom>
              <a:avLst/>
              <a:pathLst>
                <a:path w="6318" h="46454">
                  <a:moveTo>
                    <a:pt x="6318" y="46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l4720"/>
            <p:cNvSpPr/>
            <p:nvPr/>
          </p:nvSpPr>
          <p:spPr>
            <a:xfrm>
              <a:off x="7939983" y="3107202"/>
              <a:ext cx="7480" cy="46281"/>
            </a:xfrm>
            <a:custGeom>
              <a:avLst/>
              <a:pathLst>
                <a:path w="7480" h="46281">
                  <a:moveTo>
                    <a:pt x="7480" y="462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l4721"/>
            <p:cNvSpPr/>
            <p:nvPr/>
          </p:nvSpPr>
          <p:spPr>
            <a:xfrm>
              <a:off x="7931346" y="3061122"/>
              <a:ext cx="8636" cy="46079"/>
            </a:xfrm>
            <a:custGeom>
              <a:avLst/>
              <a:pathLst>
                <a:path w="8636" h="46079">
                  <a:moveTo>
                    <a:pt x="8636" y="460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l4722"/>
            <p:cNvSpPr/>
            <p:nvPr/>
          </p:nvSpPr>
          <p:spPr>
            <a:xfrm>
              <a:off x="7921558" y="3015273"/>
              <a:ext cx="9787" cy="45849"/>
            </a:xfrm>
            <a:custGeom>
              <a:avLst/>
              <a:pathLst>
                <a:path w="9787" h="45849">
                  <a:moveTo>
                    <a:pt x="9787" y="45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l4723"/>
            <p:cNvSpPr/>
            <p:nvPr/>
          </p:nvSpPr>
          <p:spPr>
            <a:xfrm>
              <a:off x="7910625" y="2969683"/>
              <a:ext cx="10933" cy="45589"/>
            </a:xfrm>
            <a:custGeom>
              <a:avLst/>
              <a:pathLst>
                <a:path w="10933" h="45589">
                  <a:moveTo>
                    <a:pt x="10933" y="455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l4724"/>
            <p:cNvSpPr/>
            <p:nvPr/>
          </p:nvSpPr>
          <p:spPr>
            <a:xfrm>
              <a:off x="7927327" y="3054690"/>
              <a:ext cx="10032" cy="52969"/>
            </a:xfrm>
            <a:custGeom>
              <a:avLst/>
              <a:pathLst>
                <a:path w="10032" h="52969">
                  <a:moveTo>
                    <a:pt x="10032" y="529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l4725"/>
            <p:cNvSpPr/>
            <p:nvPr/>
          </p:nvSpPr>
          <p:spPr>
            <a:xfrm>
              <a:off x="7915772" y="3002032"/>
              <a:ext cx="11555" cy="52658"/>
            </a:xfrm>
            <a:custGeom>
              <a:avLst/>
              <a:pathLst>
                <a:path w="11555" h="52658">
                  <a:moveTo>
                    <a:pt x="11555" y="526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l4726"/>
            <p:cNvSpPr/>
            <p:nvPr/>
          </p:nvSpPr>
          <p:spPr>
            <a:xfrm>
              <a:off x="7902703" y="2949728"/>
              <a:ext cx="13069" cy="52303"/>
            </a:xfrm>
            <a:custGeom>
              <a:avLst/>
              <a:pathLst>
                <a:path w="13069" h="52303">
                  <a:moveTo>
                    <a:pt x="13069" y="523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l4727"/>
            <p:cNvSpPr/>
            <p:nvPr/>
          </p:nvSpPr>
          <p:spPr>
            <a:xfrm>
              <a:off x="7888130" y="2897824"/>
              <a:ext cx="14572" cy="51904"/>
            </a:xfrm>
            <a:custGeom>
              <a:avLst/>
              <a:pathLst>
                <a:path w="14572" h="51904">
                  <a:moveTo>
                    <a:pt x="14572" y="51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l4728"/>
            <p:cNvSpPr/>
            <p:nvPr/>
          </p:nvSpPr>
          <p:spPr>
            <a:xfrm>
              <a:off x="7895810" y="2954914"/>
              <a:ext cx="12184" cy="48942"/>
            </a:xfrm>
            <a:custGeom>
              <a:avLst/>
              <a:pathLst>
                <a:path w="12184" h="48942">
                  <a:moveTo>
                    <a:pt x="12184" y="489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l4729"/>
            <p:cNvSpPr/>
            <p:nvPr/>
          </p:nvSpPr>
          <p:spPr>
            <a:xfrm>
              <a:off x="7882305" y="2906320"/>
              <a:ext cx="13505" cy="48593"/>
            </a:xfrm>
            <a:custGeom>
              <a:avLst/>
              <a:pathLst>
                <a:path w="13505" h="48593">
                  <a:moveTo>
                    <a:pt x="13505" y="485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l4730"/>
            <p:cNvSpPr/>
            <p:nvPr/>
          </p:nvSpPr>
          <p:spPr>
            <a:xfrm>
              <a:off x="7867487" y="2858110"/>
              <a:ext cx="14817" cy="48210"/>
            </a:xfrm>
            <a:custGeom>
              <a:avLst/>
              <a:pathLst>
                <a:path w="14817" h="48210">
                  <a:moveTo>
                    <a:pt x="14817" y="482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l4731"/>
            <p:cNvSpPr/>
            <p:nvPr/>
          </p:nvSpPr>
          <p:spPr>
            <a:xfrm>
              <a:off x="7854342" y="2891811"/>
              <a:ext cx="13072" cy="44821"/>
            </a:xfrm>
            <a:custGeom>
              <a:avLst/>
              <a:pathLst>
                <a:path w="13072" h="44821">
                  <a:moveTo>
                    <a:pt x="13072" y="448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l4732"/>
            <p:cNvSpPr/>
            <p:nvPr/>
          </p:nvSpPr>
          <p:spPr>
            <a:xfrm>
              <a:off x="7840136" y="2847336"/>
              <a:ext cx="14206" cy="44475"/>
            </a:xfrm>
            <a:custGeom>
              <a:avLst/>
              <a:pathLst>
                <a:path w="14206" h="44475">
                  <a:moveTo>
                    <a:pt x="14206" y="44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l4733"/>
            <p:cNvSpPr/>
            <p:nvPr/>
          </p:nvSpPr>
          <p:spPr>
            <a:xfrm>
              <a:off x="7824805" y="2803235"/>
              <a:ext cx="15330" cy="44100"/>
            </a:xfrm>
            <a:custGeom>
              <a:avLst/>
              <a:pathLst>
                <a:path w="15330" h="44100">
                  <a:moveTo>
                    <a:pt x="15330" y="441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l4734"/>
            <p:cNvSpPr/>
            <p:nvPr/>
          </p:nvSpPr>
          <p:spPr>
            <a:xfrm>
              <a:off x="7808359" y="2759539"/>
              <a:ext cx="16445" cy="43696"/>
            </a:xfrm>
            <a:custGeom>
              <a:avLst/>
              <a:pathLst>
                <a:path w="16445" h="43696">
                  <a:moveTo>
                    <a:pt x="16445" y="436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l4735"/>
            <p:cNvSpPr/>
            <p:nvPr/>
          </p:nvSpPr>
          <p:spPr>
            <a:xfrm>
              <a:off x="7789613" y="2811645"/>
              <a:ext cx="16420" cy="47062"/>
            </a:xfrm>
            <a:custGeom>
              <a:avLst/>
              <a:pathLst>
                <a:path w="16420" h="47062">
                  <a:moveTo>
                    <a:pt x="16420" y="470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l4736"/>
            <p:cNvSpPr/>
            <p:nvPr/>
          </p:nvSpPr>
          <p:spPr>
            <a:xfrm>
              <a:off x="7771897" y="2765054"/>
              <a:ext cx="17715" cy="46590"/>
            </a:xfrm>
            <a:custGeom>
              <a:avLst/>
              <a:pathLst>
                <a:path w="17715" h="46590">
                  <a:moveTo>
                    <a:pt x="17715" y="465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l4737"/>
            <p:cNvSpPr/>
            <p:nvPr/>
          </p:nvSpPr>
          <p:spPr>
            <a:xfrm>
              <a:off x="7752901" y="2718970"/>
              <a:ext cx="18996" cy="46083"/>
            </a:xfrm>
            <a:custGeom>
              <a:avLst/>
              <a:pathLst>
                <a:path w="18996" h="46083">
                  <a:moveTo>
                    <a:pt x="18996" y="460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l4738"/>
            <p:cNvSpPr/>
            <p:nvPr/>
          </p:nvSpPr>
          <p:spPr>
            <a:xfrm>
              <a:off x="7732638" y="2673430"/>
              <a:ext cx="20263" cy="45540"/>
            </a:xfrm>
            <a:custGeom>
              <a:avLst/>
              <a:pathLst>
                <a:path w="20263" h="45540">
                  <a:moveTo>
                    <a:pt x="20263" y="455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l4739"/>
            <p:cNvSpPr/>
            <p:nvPr/>
          </p:nvSpPr>
          <p:spPr>
            <a:xfrm>
              <a:off x="7711123" y="2628467"/>
              <a:ext cx="21514" cy="44962"/>
            </a:xfrm>
            <a:custGeom>
              <a:avLst/>
              <a:pathLst>
                <a:path w="21514" h="44962">
                  <a:moveTo>
                    <a:pt x="21514" y="449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l4740"/>
            <p:cNvSpPr/>
            <p:nvPr/>
          </p:nvSpPr>
          <p:spPr>
            <a:xfrm>
              <a:off x="7688373" y="2584116"/>
              <a:ext cx="22749" cy="44350"/>
            </a:xfrm>
            <a:custGeom>
              <a:avLst/>
              <a:pathLst>
                <a:path w="22749" h="44350">
                  <a:moveTo>
                    <a:pt x="22749" y="443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l4741"/>
            <p:cNvSpPr/>
            <p:nvPr/>
          </p:nvSpPr>
          <p:spPr>
            <a:xfrm>
              <a:off x="7715834" y="2678331"/>
              <a:ext cx="21156" cy="47456"/>
            </a:xfrm>
            <a:custGeom>
              <a:avLst/>
              <a:pathLst>
                <a:path w="21156" h="47456">
                  <a:moveTo>
                    <a:pt x="21156" y="47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l4742"/>
            <p:cNvSpPr/>
            <p:nvPr/>
          </p:nvSpPr>
          <p:spPr>
            <a:xfrm>
              <a:off x="7693305" y="2631511"/>
              <a:ext cx="22528" cy="46820"/>
            </a:xfrm>
            <a:custGeom>
              <a:avLst/>
              <a:pathLst>
                <a:path w="22528" h="46820">
                  <a:moveTo>
                    <a:pt x="22528" y="468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l4743"/>
            <p:cNvSpPr/>
            <p:nvPr/>
          </p:nvSpPr>
          <p:spPr>
            <a:xfrm>
              <a:off x="7669424" y="2585366"/>
              <a:ext cx="23881" cy="46145"/>
            </a:xfrm>
            <a:custGeom>
              <a:avLst/>
              <a:pathLst>
                <a:path w="23881" h="46145">
                  <a:moveTo>
                    <a:pt x="23881" y="46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l4744"/>
            <p:cNvSpPr/>
            <p:nvPr/>
          </p:nvSpPr>
          <p:spPr>
            <a:xfrm>
              <a:off x="7644209" y="2539935"/>
              <a:ext cx="25214" cy="45430"/>
            </a:xfrm>
            <a:custGeom>
              <a:avLst/>
              <a:pathLst>
                <a:path w="25214" h="45430">
                  <a:moveTo>
                    <a:pt x="25214" y="454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l4745"/>
            <p:cNvSpPr/>
            <p:nvPr/>
          </p:nvSpPr>
          <p:spPr>
            <a:xfrm>
              <a:off x="7617684" y="2495258"/>
              <a:ext cx="26525" cy="44677"/>
            </a:xfrm>
            <a:custGeom>
              <a:avLst/>
              <a:pathLst>
                <a:path w="26525" h="44677">
                  <a:moveTo>
                    <a:pt x="26525" y="44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l4746"/>
            <p:cNvSpPr/>
            <p:nvPr/>
          </p:nvSpPr>
          <p:spPr>
            <a:xfrm>
              <a:off x="7622001" y="2584588"/>
              <a:ext cx="22875" cy="42734"/>
            </a:xfrm>
            <a:custGeom>
              <a:avLst/>
              <a:pathLst>
                <a:path w="22875" h="42734">
                  <a:moveTo>
                    <a:pt x="22875" y="427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l4747"/>
            <p:cNvSpPr/>
            <p:nvPr/>
          </p:nvSpPr>
          <p:spPr>
            <a:xfrm>
              <a:off x="7597947" y="2542506"/>
              <a:ext cx="24053" cy="42082"/>
            </a:xfrm>
            <a:custGeom>
              <a:avLst/>
              <a:pathLst>
                <a:path w="24053" h="42082">
                  <a:moveTo>
                    <a:pt x="24053" y="420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l4748"/>
            <p:cNvSpPr/>
            <p:nvPr/>
          </p:nvSpPr>
          <p:spPr>
            <a:xfrm>
              <a:off x="7572733" y="2501108"/>
              <a:ext cx="25213" cy="41397"/>
            </a:xfrm>
            <a:custGeom>
              <a:avLst/>
              <a:pathLst>
                <a:path w="25213" h="41397">
                  <a:moveTo>
                    <a:pt x="25213" y="413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l4749"/>
            <p:cNvSpPr/>
            <p:nvPr/>
          </p:nvSpPr>
          <p:spPr>
            <a:xfrm>
              <a:off x="7546379" y="2460427"/>
              <a:ext cx="26354" cy="40681"/>
            </a:xfrm>
            <a:custGeom>
              <a:avLst/>
              <a:pathLst>
                <a:path w="26354" h="40681">
                  <a:moveTo>
                    <a:pt x="26354" y="406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l4750"/>
            <p:cNvSpPr/>
            <p:nvPr/>
          </p:nvSpPr>
          <p:spPr>
            <a:xfrm>
              <a:off x="7518904" y="2420493"/>
              <a:ext cx="27474" cy="39933"/>
            </a:xfrm>
            <a:custGeom>
              <a:avLst/>
              <a:pathLst>
                <a:path w="27474" h="39933">
                  <a:moveTo>
                    <a:pt x="27474" y="399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l4751"/>
            <p:cNvSpPr/>
            <p:nvPr/>
          </p:nvSpPr>
          <p:spPr>
            <a:xfrm>
              <a:off x="7490331" y="2381339"/>
              <a:ext cx="28573" cy="39154"/>
            </a:xfrm>
            <a:custGeom>
              <a:avLst/>
              <a:pathLst>
                <a:path w="28573" h="39154">
                  <a:moveTo>
                    <a:pt x="28573" y="391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l4752"/>
            <p:cNvSpPr/>
            <p:nvPr/>
          </p:nvSpPr>
          <p:spPr>
            <a:xfrm>
              <a:off x="7460680" y="2342994"/>
              <a:ext cx="29650" cy="38345"/>
            </a:xfrm>
            <a:custGeom>
              <a:avLst/>
              <a:pathLst>
                <a:path w="29650" h="38345">
                  <a:moveTo>
                    <a:pt x="29650" y="383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l4753"/>
            <p:cNvSpPr/>
            <p:nvPr/>
          </p:nvSpPr>
          <p:spPr>
            <a:xfrm>
              <a:off x="7510053" y="2459011"/>
              <a:ext cx="25061" cy="37590"/>
            </a:xfrm>
            <a:custGeom>
              <a:avLst/>
              <a:pathLst>
                <a:path w="25061" h="37590">
                  <a:moveTo>
                    <a:pt x="25061" y="375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l4754"/>
            <p:cNvSpPr/>
            <p:nvPr/>
          </p:nvSpPr>
          <p:spPr>
            <a:xfrm>
              <a:off x="7484010" y="2422094"/>
              <a:ext cx="26042" cy="36917"/>
            </a:xfrm>
            <a:custGeom>
              <a:avLst/>
              <a:pathLst>
                <a:path w="26042" h="36917">
                  <a:moveTo>
                    <a:pt x="26042" y="369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l4755"/>
            <p:cNvSpPr/>
            <p:nvPr/>
          </p:nvSpPr>
          <p:spPr>
            <a:xfrm>
              <a:off x="7457004" y="2385876"/>
              <a:ext cx="27006" cy="36218"/>
            </a:xfrm>
            <a:custGeom>
              <a:avLst/>
              <a:pathLst>
                <a:path w="27006" h="36218">
                  <a:moveTo>
                    <a:pt x="27006" y="362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l4756"/>
            <p:cNvSpPr/>
            <p:nvPr/>
          </p:nvSpPr>
          <p:spPr>
            <a:xfrm>
              <a:off x="7429053" y="2350381"/>
              <a:ext cx="27950" cy="35494"/>
            </a:xfrm>
            <a:custGeom>
              <a:avLst/>
              <a:pathLst>
                <a:path w="27950" h="35494">
                  <a:moveTo>
                    <a:pt x="27950" y="35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l4757"/>
            <p:cNvSpPr/>
            <p:nvPr/>
          </p:nvSpPr>
          <p:spPr>
            <a:xfrm>
              <a:off x="7400177" y="2315636"/>
              <a:ext cx="28876" cy="34745"/>
            </a:xfrm>
            <a:custGeom>
              <a:avLst/>
              <a:pathLst>
                <a:path w="28876" h="34745">
                  <a:moveTo>
                    <a:pt x="28876" y="347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l4758"/>
            <p:cNvSpPr/>
            <p:nvPr/>
          </p:nvSpPr>
          <p:spPr>
            <a:xfrm>
              <a:off x="7370395" y="2281663"/>
              <a:ext cx="29781" cy="33973"/>
            </a:xfrm>
            <a:custGeom>
              <a:avLst/>
              <a:pathLst>
                <a:path w="29781" h="33973">
                  <a:moveTo>
                    <a:pt x="29781" y="33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l4759"/>
            <p:cNvSpPr/>
            <p:nvPr/>
          </p:nvSpPr>
          <p:spPr>
            <a:xfrm>
              <a:off x="7339729" y="2248486"/>
              <a:ext cx="30666" cy="33176"/>
            </a:xfrm>
            <a:custGeom>
              <a:avLst/>
              <a:pathLst>
                <a:path w="30666" h="33176">
                  <a:moveTo>
                    <a:pt x="30666" y="33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l4760"/>
            <p:cNvSpPr/>
            <p:nvPr/>
          </p:nvSpPr>
          <p:spPr>
            <a:xfrm>
              <a:off x="7334920" y="2395203"/>
              <a:ext cx="28725" cy="35436"/>
            </a:xfrm>
            <a:custGeom>
              <a:avLst/>
              <a:pathLst>
                <a:path w="28725" h="35436">
                  <a:moveTo>
                    <a:pt x="28725" y="35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l4761"/>
            <p:cNvSpPr/>
            <p:nvPr/>
          </p:nvSpPr>
          <p:spPr>
            <a:xfrm>
              <a:off x="7305204" y="2360593"/>
              <a:ext cx="29716" cy="34610"/>
            </a:xfrm>
            <a:custGeom>
              <a:avLst/>
              <a:pathLst>
                <a:path w="29716" h="34610">
                  <a:moveTo>
                    <a:pt x="29716" y="34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l4762"/>
            <p:cNvSpPr/>
            <p:nvPr/>
          </p:nvSpPr>
          <p:spPr>
            <a:xfrm>
              <a:off x="7274522" y="2326837"/>
              <a:ext cx="30682" cy="33756"/>
            </a:xfrm>
            <a:custGeom>
              <a:avLst/>
              <a:pathLst>
                <a:path w="30682" h="33756">
                  <a:moveTo>
                    <a:pt x="30682" y="337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l4763"/>
            <p:cNvSpPr/>
            <p:nvPr/>
          </p:nvSpPr>
          <p:spPr>
            <a:xfrm>
              <a:off x="7242897" y="2293961"/>
              <a:ext cx="31624" cy="32875"/>
            </a:xfrm>
            <a:custGeom>
              <a:avLst/>
              <a:pathLst>
                <a:path w="31624" h="32875">
                  <a:moveTo>
                    <a:pt x="31624" y="328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l4764"/>
            <p:cNvSpPr/>
            <p:nvPr/>
          </p:nvSpPr>
          <p:spPr>
            <a:xfrm>
              <a:off x="7210356" y="2261992"/>
              <a:ext cx="32541" cy="31968"/>
            </a:xfrm>
            <a:custGeom>
              <a:avLst/>
              <a:pathLst>
                <a:path w="32541" h="31968">
                  <a:moveTo>
                    <a:pt x="32541" y="319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l4765"/>
            <p:cNvSpPr/>
            <p:nvPr/>
          </p:nvSpPr>
          <p:spPr>
            <a:xfrm>
              <a:off x="7176924" y="2230956"/>
              <a:ext cx="33431" cy="31036"/>
            </a:xfrm>
            <a:custGeom>
              <a:avLst/>
              <a:pathLst>
                <a:path w="33431" h="31036">
                  <a:moveTo>
                    <a:pt x="33431" y="310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l4766"/>
            <p:cNvSpPr/>
            <p:nvPr/>
          </p:nvSpPr>
          <p:spPr>
            <a:xfrm>
              <a:off x="7142629" y="2200877"/>
              <a:ext cx="34295" cy="30078"/>
            </a:xfrm>
            <a:custGeom>
              <a:avLst/>
              <a:pathLst>
                <a:path w="34295" h="30078">
                  <a:moveTo>
                    <a:pt x="34295" y="300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l4767"/>
            <p:cNvSpPr/>
            <p:nvPr/>
          </p:nvSpPr>
          <p:spPr>
            <a:xfrm>
              <a:off x="7107497" y="2171780"/>
              <a:ext cx="35132" cy="29097"/>
            </a:xfrm>
            <a:custGeom>
              <a:avLst/>
              <a:pathLst>
                <a:path w="35132" h="29097">
                  <a:moveTo>
                    <a:pt x="35132" y="290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l4768"/>
            <p:cNvSpPr/>
            <p:nvPr/>
          </p:nvSpPr>
          <p:spPr>
            <a:xfrm>
              <a:off x="7071556" y="2143687"/>
              <a:ext cx="35940" cy="28092"/>
            </a:xfrm>
            <a:custGeom>
              <a:avLst/>
              <a:pathLst>
                <a:path w="35940" h="28092">
                  <a:moveTo>
                    <a:pt x="35940" y="280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l4769"/>
            <p:cNvSpPr/>
            <p:nvPr/>
          </p:nvSpPr>
          <p:spPr>
            <a:xfrm>
              <a:off x="7034836" y="2116621"/>
              <a:ext cx="36720" cy="27065"/>
            </a:xfrm>
            <a:custGeom>
              <a:avLst/>
              <a:pathLst>
                <a:path w="36720" h="27065">
                  <a:moveTo>
                    <a:pt x="36720" y="270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l4770"/>
            <p:cNvSpPr/>
            <p:nvPr/>
          </p:nvSpPr>
          <p:spPr>
            <a:xfrm>
              <a:off x="6997365" y="2090604"/>
              <a:ext cx="37470" cy="26016"/>
            </a:xfrm>
            <a:custGeom>
              <a:avLst/>
              <a:pathLst>
                <a:path w="37470" h="26016">
                  <a:moveTo>
                    <a:pt x="37470" y="260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l4771"/>
            <p:cNvSpPr/>
            <p:nvPr/>
          </p:nvSpPr>
          <p:spPr>
            <a:xfrm>
              <a:off x="6959174" y="2065657"/>
              <a:ext cx="38191" cy="24947"/>
            </a:xfrm>
            <a:custGeom>
              <a:avLst/>
              <a:pathLst>
                <a:path w="38191" h="24947">
                  <a:moveTo>
                    <a:pt x="38191" y="24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l4772"/>
            <p:cNvSpPr/>
            <p:nvPr/>
          </p:nvSpPr>
          <p:spPr>
            <a:xfrm>
              <a:off x="7127665" y="2219613"/>
              <a:ext cx="33203" cy="29135"/>
            </a:xfrm>
            <a:custGeom>
              <a:avLst/>
              <a:pathLst>
                <a:path w="33203" h="29135">
                  <a:moveTo>
                    <a:pt x="33203" y="2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l4773"/>
            <p:cNvSpPr/>
            <p:nvPr/>
          </p:nvSpPr>
          <p:spPr>
            <a:xfrm>
              <a:off x="7093665" y="2191412"/>
              <a:ext cx="34000" cy="28201"/>
            </a:xfrm>
            <a:custGeom>
              <a:avLst/>
              <a:pathLst>
                <a:path w="34000" h="28201">
                  <a:moveTo>
                    <a:pt x="34000" y="28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l4774"/>
            <p:cNvSpPr/>
            <p:nvPr/>
          </p:nvSpPr>
          <p:spPr>
            <a:xfrm>
              <a:off x="7058894" y="2164166"/>
              <a:ext cx="34770" cy="27245"/>
            </a:xfrm>
            <a:custGeom>
              <a:avLst/>
              <a:pathLst>
                <a:path w="34770" h="27245">
                  <a:moveTo>
                    <a:pt x="34770" y="27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l4775"/>
            <p:cNvSpPr/>
            <p:nvPr/>
          </p:nvSpPr>
          <p:spPr>
            <a:xfrm>
              <a:off x="7023380" y="2137897"/>
              <a:ext cx="35514" cy="26269"/>
            </a:xfrm>
            <a:custGeom>
              <a:avLst/>
              <a:pathLst>
                <a:path w="35514" h="26269">
                  <a:moveTo>
                    <a:pt x="35514" y="262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l4776"/>
            <p:cNvSpPr/>
            <p:nvPr/>
          </p:nvSpPr>
          <p:spPr>
            <a:xfrm>
              <a:off x="6987150" y="2112625"/>
              <a:ext cx="36230" cy="25272"/>
            </a:xfrm>
            <a:custGeom>
              <a:avLst/>
              <a:pathLst>
                <a:path w="36230" h="25272">
                  <a:moveTo>
                    <a:pt x="36230" y="25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l4777"/>
            <p:cNvSpPr/>
            <p:nvPr/>
          </p:nvSpPr>
          <p:spPr>
            <a:xfrm>
              <a:off x="6950232" y="2088369"/>
              <a:ext cx="36918" cy="24255"/>
            </a:xfrm>
            <a:custGeom>
              <a:avLst/>
              <a:pathLst>
                <a:path w="36918" h="24255">
                  <a:moveTo>
                    <a:pt x="36918" y="242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l4778"/>
            <p:cNvSpPr/>
            <p:nvPr/>
          </p:nvSpPr>
          <p:spPr>
            <a:xfrm>
              <a:off x="6912653" y="2065148"/>
              <a:ext cx="37578" cy="23220"/>
            </a:xfrm>
            <a:custGeom>
              <a:avLst/>
              <a:pathLst>
                <a:path w="37578" h="23220">
                  <a:moveTo>
                    <a:pt x="37578" y="2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l4779"/>
            <p:cNvSpPr/>
            <p:nvPr/>
          </p:nvSpPr>
          <p:spPr>
            <a:xfrm>
              <a:off x="6874445" y="2042980"/>
              <a:ext cx="38208" cy="22167"/>
            </a:xfrm>
            <a:custGeom>
              <a:avLst/>
              <a:pathLst>
                <a:path w="38208" h="22167">
                  <a:moveTo>
                    <a:pt x="38208" y="22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l4780"/>
            <p:cNvSpPr/>
            <p:nvPr/>
          </p:nvSpPr>
          <p:spPr>
            <a:xfrm>
              <a:off x="6835635" y="2021883"/>
              <a:ext cx="38809" cy="21097"/>
            </a:xfrm>
            <a:custGeom>
              <a:avLst/>
              <a:pathLst>
                <a:path w="38809" h="21097">
                  <a:moveTo>
                    <a:pt x="38809" y="210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l4781"/>
            <p:cNvSpPr/>
            <p:nvPr/>
          </p:nvSpPr>
          <p:spPr>
            <a:xfrm>
              <a:off x="6796253" y="2001872"/>
              <a:ext cx="39381" cy="20011"/>
            </a:xfrm>
            <a:custGeom>
              <a:avLst/>
              <a:pathLst>
                <a:path w="39381" h="20011">
                  <a:moveTo>
                    <a:pt x="39381" y="200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l4782"/>
            <p:cNvSpPr/>
            <p:nvPr/>
          </p:nvSpPr>
          <p:spPr>
            <a:xfrm>
              <a:off x="6756331" y="1982962"/>
              <a:ext cx="39921" cy="18909"/>
            </a:xfrm>
            <a:custGeom>
              <a:avLst/>
              <a:pathLst>
                <a:path w="39921" h="18909">
                  <a:moveTo>
                    <a:pt x="39921" y="189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l4783"/>
            <p:cNvSpPr/>
            <p:nvPr/>
          </p:nvSpPr>
          <p:spPr>
            <a:xfrm>
              <a:off x="6715899" y="1965169"/>
              <a:ext cx="40431" cy="17792"/>
            </a:xfrm>
            <a:custGeom>
              <a:avLst/>
              <a:pathLst>
                <a:path w="40431" h="17792">
                  <a:moveTo>
                    <a:pt x="40431" y="17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l4784"/>
            <p:cNvSpPr/>
            <p:nvPr/>
          </p:nvSpPr>
          <p:spPr>
            <a:xfrm>
              <a:off x="6889000" y="2103749"/>
              <a:ext cx="36901" cy="22795"/>
            </a:xfrm>
            <a:custGeom>
              <a:avLst/>
              <a:pathLst>
                <a:path w="36901" h="22795">
                  <a:moveTo>
                    <a:pt x="36901" y="227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l4785"/>
            <p:cNvSpPr/>
            <p:nvPr/>
          </p:nvSpPr>
          <p:spPr>
            <a:xfrm>
              <a:off x="6851473" y="2081999"/>
              <a:ext cx="37527" cy="21750"/>
            </a:xfrm>
            <a:custGeom>
              <a:avLst/>
              <a:pathLst>
                <a:path w="37527" h="21750">
                  <a:moveTo>
                    <a:pt x="37527" y="217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l4786"/>
            <p:cNvSpPr/>
            <p:nvPr/>
          </p:nvSpPr>
          <p:spPr>
            <a:xfrm>
              <a:off x="6813349" y="2061311"/>
              <a:ext cx="38123" cy="20687"/>
            </a:xfrm>
            <a:custGeom>
              <a:avLst/>
              <a:pathLst>
                <a:path w="38123" h="20687">
                  <a:moveTo>
                    <a:pt x="38123" y="206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l4787"/>
            <p:cNvSpPr/>
            <p:nvPr/>
          </p:nvSpPr>
          <p:spPr>
            <a:xfrm>
              <a:off x="6774660" y="2041702"/>
              <a:ext cx="38689" cy="19609"/>
            </a:xfrm>
            <a:custGeom>
              <a:avLst/>
              <a:pathLst>
                <a:path w="38689" h="19609">
                  <a:moveTo>
                    <a:pt x="38689" y="196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l4788"/>
            <p:cNvSpPr/>
            <p:nvPr/>
          </p:nvSpPr>
          <p:spPr>
            <a:xfrm>
              <a:off x="6735435" y="2023187"/>
              <a:ext cx="39224" cy="18514"/>
            </a:xfrm>
            <a:custGeom>
              <a:avLst/>
              <a:pathLst>
                <a:path w="39224" h="18514">
                  <a:moveTo>
                    <a:pt x="39224" y="18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l4789"/>
            <p:cNvSpPr/>
            <p:nvPr/>
          </p:nvSpPr>
          <p:spPr>
            <a:xfrm>
              <a:off x="6695706" y="2005781"/>
              <a:ext cx="39729" cy="17406"/>
            </a:xfrm>
            <a:custGeom>
              <a:avLst/>
              <a:pathLst>
                <a:path w="39729" h="17406">
                  <a:moveTo>
                    <a:pt x="39729" y="17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l4790"/>
            <p:cNvSpPr/>
            <p:nvPr/>
          </p:nvSpPr>
          <p:spPr>
            <a:xfrm>
              <a:off x="6655504" y="1989498"/>
              <a:ext cx="40202" cy="16283"/>
            </a:xfrm>
            <a:custGeom>
              <a:avLst/>
              <a:pathLst>
                <a:path w="40202" h="16283">
                  <a:moveTo>
                    <a:pt x="40202" y="162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l4791"/>
            <p:cNvSpPr/>
            <p:nvPr/>
          </p:nvSpPr>
          <p:spPr>
            <a:xfrm>
              <a:off x="6614860" y="1974349"/>
              <a:ext cx="40643" cy="15148"/>
            </a:xfrm>
            <a:custGeom>
              <a:avLst/>
              <a:pathLst>
                <a:path w="40643" h="15148">
                  <a:moveTo>
                    <a:pt x="40643" y="151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l4792"/>
            <p:cNvSpPr/>
            <p:nvPr/>
          </p:nvSpPr>
          <p:spPr>
            <a:xfrm>
              <a:off x="6573807" y="1960348"/>
              <a:ext cx="41053" cy="14000"/>
            </a:xfrm>
            <a:custGeom>
              <a:avLst/>
              <a:pathLst>
                <a:path w="41053" h="14000">
                  <a:moveTo>
                    <a:pt x="41053" y="140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l4793"/>
            <p:cNvSpPr/>
            <p:nvPr/>
          </p:nvSpPr>
          <p:spPr>
            <a:xfrm>
              <a:off x="6532377" y="1947506"/>
              <a:ext cx="41430" cy="12842"/>
            </a:xfrm>
            <a:custGeom>
              <a:avLst/>
              <a:pathLst>
                <a:path w="41430" h="12842">
                  <a:moveTo>
                    <a:pt x="41430" y="128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l4794"/>
            <p:cNvSpPr/>
            <p:nvPr/>
          </p:nvSpPr>
          <p:spPr>
            <a:xfrm>
              <a:off x="6688801" y="2020209"/>
              <a:ext cx="40017" cy="17520"/>
            </a:xfrm>
            <a:custGeom>
              <a:avLst/>
              <a:pathLst>
                <a:path w="40017" h="17520">
                  <a:moveTo>
                    <a:pt x="40017" y="17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l4795"/>
            <p:cNvSpPr/>
            <p:nvPr/>
          </p:nvSpPr>
          <p:spPr>
            <a:xfrm>
              <a:off x="6648298" y="2003839"/>
              <a:ext cx="40502" cy="16369"/>
            </a:xfrm>
            <a:custGeom>
              <a:avLst/>
              <a:pathLst>
                <a:path w="40502" h="16369">
                  <a:moveTo>
                    <a:pt x="40502" y="16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l4796"/>
            <p:cNvSpPr/>
            <p:nvPr/>
          </p:nvSpPr>
          <p:spPr>
            <a:xfrm>
              <a:off x="6607345" y="1988634"/>
              <a:ext cx="40953" cy="15205"/>
            </a:xfrm>
            <a:custGeom>
              <a:avLst/>
              <a:pathLst>
                <a:path w="40953" h="15205">
                  <a:moveTo>
                    <a:pt x="40953" y="152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l4797"/>
            <p:cNvSpPr/>
            <p:nvPr/>
          </p:nvSpPr>
          <p:spPr>
            <a:xfrm>
              <a:off x="6565973" y="1974604"/>
              <a:ext cx="41371" cy="14029"/>
            </a:xfrm>
            <a:custGeom>
              <a:avLst/>
              <a:pathLst>
                <a:path w="41371" h="14029">
                  <a:moveTo>
                    <a:pt x="41371" y="140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l4798"/>
            <p:cNvSpPr/>
            <p:nvPr/>
          </p:nvSpPr>
          <p:spPr>
            <a:xfrm>
              <a:off x="6524218" y="1961763"/>
              <a:ext cx="41755" cy="12841"/>
            </a:xfrm>
            <a:custGeom>
              <a:avLst/>
              <a:pathLst>
                <a:path w="41755" h="12841">
                  <a:moveTo>
                    <a:pt x="41755" y="128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l4799"/>
            <p:cNvSpPr/>
            <p:nvPr/>
          </p:nvSpPr>
          <p:spPr>
            <a:xfrm>
              <a:off x="6482112" y="1950121"/>
              <a:ext cx="42105" cy="11642"/>
            </a:xfrm>
            <a:custGeom>
              <a:avLst/>
              <a:pathLst>
                <a:path w="42105" h="11642">
                  <a:moveTo>
                    <a:pt x="42105" y="116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l4800"/>
            <p:cNvSpPr/>
            <p:nvPr/>
          </p:nvSpPr>
          <p:spPr>
            <a:xfrm>
              <a:off x="6439692" y="1939686"/>
              <a:ext cx="42420" cy="10434"/>
            </a:xfrm>
            <a:custGeom>
              <a:avLst/>
              <a:pathLst>
                <a:path w="42420" h="10434">
                  <a:moveTo>
                    <a:pt x="42420" y="10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l4801"/>
            <p:cNvSpPr/>
            <p:nvPr/>
          </p:nvSpPr>
          <p:spPr>
            <a:xfrm>
              <a:off x="6396990" y="1930468"/>
              <a:ext cx="42701" cy="9218"/>
            </a:xfrm>
            <a:custGeom>
              <a:avLst/>
              <a:pathLst>
                <a:path w="42701" h="9218">
                  <a:moveTo>
                    <a:pt x="42701" y="92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l4802"/>
            <p:cNvSpPr/>
            <p:nvPr/>
          </p:nvSpPr>
          <p:spPr>
            <a:xfrm>
              <a:off x="6519997" y="1984112"/>
              <a:ext cx="39014" cy="12029"/>
            </a:xfrm>
            <a:custGeom>
              <a:avLst/>
              <a:pathLst>
                <a:path w="39014" h="12029">
                  <a:moveTo>
                    <a:pt x="39014" y="120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l4803"/>
            <p:cNvSpPr/>
            <p:nvPr/>
          </p:nvSpPr>
          <p:spPr>
            <a:xfrm>
              <a:off x="6480670" y="1973144"/>
              <a:ext cx="39326" cy="10967"/>
            </a:xfrm>
            <a:custGeom>
              <a:avLst/>
              <a:pathLst>
                <a:path w="39326" h="10967">
                  <a:moveTo>
                    <a:pt x="39326" y="109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l4804"/>
            <p:cNvSpPr/>
            <p:nvPr/>
          </p:nvSpPr>
          <p:spPr>
            <a:xfrm>
              <a:off x="6441061" y="1963247"/>
              <a:ext cx="39609" cy="9897"/>
            </a:xfrm>
            <a:custGeom>
              <a:avLst/>
              <a:pathLst>
                <a:path w="39609" h="9897">
                  <a:moveTo>
                    <a:pt x="39609" y="98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l4805"/>
            <p:cNvSpPr/>
            <p:nvPr/>
          </p:nvSpPr>
          <p:spPr>
            <a:xfrm>
              <a:off x="6401198" y="1954427"/>
              <a:ext cx="39863" cy="8819"/>
            </a:xfrm>
            <a:custGeom>
              <a:avLst/>
              <a:pathLst>
                <a:path w="39863" h="8819">
                  <a:moveTo>
                    <a:pt x="39863" y="8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l4806"/>
            <p:cNvSpPr/>
            <p:nvPr/>
          </p:nvSpPr>
          <p:spPr>
            <a:xfrm>
              <a:off x="6361110" y="1946691"/>
              <a:ext cx="40087" cy="7736"/>
            </a:xfrm>
            <a:custGeom>
              <a:avLst/>
              <a:pathLst>
                <a:path w="40087" h="7736">
                  <a:moveTo>
                    <a:pt x="40087" y="77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l4807"/>
            <p:cNvSpPr/>
            <p:nvPr/>
          </p:nvSpPr>
          <p:spPr>
            <a:xfrm>
              <a:off x="6320827" y="1940045"/>
              <a:ext cx="40282" cy="6646"/>
            </a:xfrm>
            <a:custGeom>
              <a:avLst/>
              <a:pathLst>
                <a:path w="40282" h="6646">
                  <a:moveTo>
                    <a:pt x="40282" y="66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l4808"/>
            <p:cNvSpPr/>
            <p:nvPr/>
          </p:nvSpPr>
          <p:spPr>
            <a:xfrm>
              <a:off x="6280379" y="1934493"/>
              <a:ext cx="40448" cy="5551"/>
            </a:xfrm>
            <a:custGeom>
              <a:avLst/>
              <a:pathLst>
                <a:path w="40448" h="5551">
                  <a:moveTo>
                    <a:pt x="40448" y="5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l4809"/>
            <p:cNvSpPr/>
            <p:nvPr/>
          </p:nvSpPr>
          <p:spPr>
            <a:xfrm>
              <a:off x="6371150" y="1985103"/>
              <a:ext cx="42242" cy="8698"/>
            </a:xfrm>
            <a:custGeom>
              <a:avLst/>
              <a:pathLst>
                <a:path w="42242" h="8698">
                  <a:moveTo>
                    <a:pt x="42242" y="86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l4810"/>
            <p:cNvSpPr/>
            <p:nvPr/>
          </p:nvSpPr>
          <p:spPr>
            <a:xfrm>
              <a:off x="6328670" y="1977648"/>
              <a:ext cx="42479" cy="7455"/>
            </a:xfrm>
            <a:custGeom>
              <a:avLst/>
              <a:pathLst>
                <a:path w="42479" h="7455">
                  <a:moveTo>
                    <a:pt x="42479" y="7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l4811"/>
            <p:cNvSpPr/>
            <p:nvPr/>
          </p:nvSpPr>
          <p:spPr>
            <a:xfrm>
              <a:off x="6285990" y="1971442"/>
              <a:ext cx="42680" cy="6205"/>
            </a:xfrm>
            <a:custGeom>
              <a:avLst/>
              <a:pathLst>
                <a:path w="42680" h="6205">
                  <a:moveTo>
                    <a:pt x="42680" y="62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l4812"/>
            <p:cNvSpPr/>
            <p:nvPr/>
          </p:nvSpPr>
          <p:spPr>
            <a:xfrm>
              <a:off x="6243146" y="1966491"/>
              <a:ext cx="42844" cy="4951"/>
            </a:xfrm>
            <a:custGeom>
              <a:avLst/>
              <a:pathLst>
                <a:path w="42844" h="4951">
                  <a:moveTo>
                    <a:pt x="42844" y="49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l4813"/>
            <p:cNvSpPr/>
            <p:nvPr/>
          </p:nvSpPr>
          <p:spPr>
            <a:xfrm>
              <a:off x="6200175" y="1962799"/>
              <a:ext cx="42970" cy="3691"/>
            </a:xfrm>
            <a:custGeom>
              <a:avLst/>
              <a:pathLst>
                <a:path w="42970" h="3691">
                  <a:moveTo>
                    <a:pt x="42970" y="3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l4814"/>
            <p:cNvSpPr/>
            <p:nvPr/>
          </p:nvSpPr>
          <p:spPr>
            <a:xfrm>
              <a:off x="6157114" y="1960369"/>
              <a:ext cx="43060" cy="2429"/>
            </a:xfrm>
            <a:custGeom>
              <a:avLst/>
              <a:pathLst>
                <a:path w="43060" h="2429">
                  <a:moveTo>
                    <a:pt x="43060" y="24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l4815"/>
            <p:cNvSpPr/>
            <p:nvPr/>
          </p:nvSpPr>
          <p:spPr>
            <a:xfrm>
              <a:off x="6114001" y="1959204"/>
              <a:ext cx="43113" cy="1165"/>
            </a:xfrm>
            <a:custGeom>
              <a:avLst/>
              <a:pathLst>
                <a:path w="43113" h="1165">
                  <a:moveTo>
                    <a:pt x="43113" y="11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l4816"/>
            <p:cNvSpPr/>
            <p:nvPr/>
          </p:nvSpPr>
          <p:spPr>
            <a:xfrm>
              <a:off x="6179773" y="2451325"/>
              <a:ext cx="28719" cy="2891"/>
            </a:xfrm>
            <a:custGeom>
              <a:avLst/>
              <a:pathLst>
                <a:path w="28719" h="2891">
                  <a:moveTo>
                    <a:pt x="28719" y="28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l4817"/>
            <p:cNvSpPr/>
            <p:nvPr/>
          </p:nvSpPr>
          <p:spPr>
            <a:xfrm>
              <a:off x="6150981" y="2449280"/>
              <a:ext cx="28792" cy="2045"/>
            </a:xfrm>
            <a:custGeom>
              <a:avLst/>
              <a:pathLst>
                <a:path w="28792" h="2045">
                  <a:moveTo>
                    <a:pt x="28792" y="20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l4818"/>
            <p:cNvSpPr/>
            <p:nvPr/>
          </p:nvSpPr>
          <p:spPr>
            <a:xfrm>
              <a:off x="6122141" y="2448082"/>
              <a:ext cx="28839" cy="1197"/>
            </a:xfrm>
            <a:custGeom>
              <a:avLst/>
              <a:pathLst>
                <a:path w="28839" h="1197">
                  <a:moveTo>
                    <a:pt x="28839" y="11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l4819"/>
            <p:cNvSpPr/>
            <p:nvPr/>
          </p:nvSpPr>
          <p:spPr>
            <a:xfrm>
              <a:off x="6093278" y="2447733"/>
              <a:ext cx="28862" cy="348"/>
            </a:xfrm>
            <a:custGeom>
              <a:avLst/>
              <a:pathLst>
                <a:path w="28862" h="348">
                  <a:moveTo>
                    <a:pt x="28862" y="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l4820"/>
            <p:cNvSpPr/>
            <p:nvPr/>
          </p:nvSpPr>
          <p:spPr>
            <a:xfrm>
              <a:off x="6064418" y="2447733"/>
              <a:ext cx="28860" cy="500"/>
            </a:xfrm>
            <a:custGeom>
              <a:avLst/>
              <a:pathLst>
                <a:path w="28860" h="500">
                  <a:moveTo>
                    <a:pt x="28860" y="0"/>
                  </a:moveTo>
                  <a:lnTo>
                    <a:pt x="0" y="5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l4821"/>
            <p:cNvSpPr/>
            <p:nvPr/>
          </p:nvSpPr>
          <p:spPr>
            <a:xfrm>
              <a:off x="6035585" y="2448233"/>
              <a:ext cx="28833" cy="1348"/>
            </a:xfrm>
            <a:custGeom>
              <a:avLst/>
              <a:pathLst>
                <a:path w="28833" h="1348">
                  <a:moveTo>
                    <a:pt x="28833" y="0"/>
                  </a:moveTo>
                  <a:lnTo>
                    <a:pt x="0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l4822"/>
            <p:cNvSpPr/>
            <p:nvPr/>
          </p:nvSpPr>
          <p:spPr>
            <a:xfrm>
              <a:off x="6006804" y="2449582"/>
              <a:ext cx="28781" cy="2196"/>
            </a:xfrm>
            <a:custGeom>
              <a:avLst/>
              <a:pathLst>
                <a:path w="28781" h="2196">
                  <a:moveTo>
                    <a:pt x="28781" y="0"/>
                  </a:moveTo>
                  <a:lnTo>
                    <a:pt x="0" y="21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l4823"/>
            <p:cNvSpPr/>
            <p:nvPr/>
          </p:nvSpPr>
          <p:spPr>
            <a:xfrm>
              <a:off x="5978100" y="2451778"/>
              <a:ext cx="28703" cy="3041"/>
            </a:xfrm>
            <a:custGeom>
              <a:avLst/>
              <a:pathLst>
                <a:path w="28703" h="3041">
                  <a:moveTo>
                    <a:pt x="28703" y="0"/>
                  </a:moveTo>
                  <a:lnTo>
                    <a:pt x="0" y="30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l4824"/>
            <p:cNvSpPr/>
            <p:nvPr/>
          </p:nvSpPr>
          <p:spPr>
            <a:xfrm>
              <a:off x="5949498" y="2454820"/>
              <a:ext cx="28602" cy="3884"/>
            </a:xfrm>
            <a:custGeom>
              <a:avLst/>
              <a:pathLst>
                <a:path w="28602" h="3884">
                  <a:moveTo>
                    <a:pt x="28602" y="0"/>
                  </a:moveTo>
                  <a:lnTo>
                    <a:pt x="0" y="3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l4825"/>
            <p:cNvSpPr/>
            <p:nvPr/>
          </p:nvSpPr>
          <p:spPr>
            <a:xfrm>
              <a:off x="5921022" y="2458705"/>
              <a:ext cx="28475" cy="4724"/>
            </a:xfrm>
            <a:custGeom>
              <a:avLst/>
              <a:pathLst>
                <a:path w="28475" h="4724">
                  <a:moveTo>
                    <a:pt x="28475" y="0"/>
                  </a:moveTo>
                  <a:lnTo>
                    <a:pt x="0" y="47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l4826"/>
            <p:cNvSpPr/>
            <p:nvPr/>
          </p:nvSpPr>
          <p:spPr>
            <a:xfrm>
              <a:off x="5892698" y="2463429"/>
              <a:ext cx="28324" cy="5559"/>
            </a:xfrm>
            <a:custGeom>
              <a:avLst/>
              <a:pathLst>
                <a:path w="28324" h="5559">
                  <a:moveTo>
                    <a:pt x="28324" y="0"/>
                  </a:moveTo>
                  <a:lnTo>
                    <a:pt x="0" y="55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l4827"/>
            <p:cNvSpPr/>
            <p:nvPr/>
          </p:nvSpPr>
          <p:spPr>
            <a:xfrm>
              <a:off x="5864550" y="2468989"/>
              <a:ext cx="28148" cy="6390"/>
            </a:xfrm>
            <a:custGeom>
              <a:avLst/>
              <a:pathLst>
                <a:path w="28148" h="6390">
                  <a:moveTo>
                    <a:pt x="28148" y="0"/>
                  </a:moveTo>
                  <a:lnTo>
                    <a:pt x="0" y="6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l4828"/>
            <p:cNvSpPr/>
            <p:nvPr/>
          </p:nvSpPr>
          <p:spPr>
            <a:xfrm>
              <a:off x="5836601" y="2475379"/>
              <a:ext cx="27948" cy="7215"/>
            </a:xfrm>
            <a:custGeom>
              <a:avLst/>
              <a:pathLst>
                <a:path w="27948" h="7215">
                  <a:moveTo>
                    <a:pt x="27948" y="0"/>
                  </a:moveTo>
                  <a:lnTo>
                    <a:pt x="0" y="7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l4829"/>
            <p:cNvSpPr/>
            <p:nvPr/>
          </p:nvSpPr>
          <p:spPr>
            <a:xfrm>
              <a:off x="5808877" y="2482595"/>
              <a:ext cx="27723" cy="8034"/>
            </a:xfrm>
            <a:custGeom>
              <a:avLst/>
              <a:pathLst>
                <a:path w="27723" h="8034">
                  <a:moveTo>
                    <a:pt x="27723" y="0"/>
                  </a:moveTo>
                  <a:lnTo>
                    <a:pt x="0" y="8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l4830"/>
            <p:cNvSpPr/>
            <p:nvPr/>
          </p:nvSpPr>
          <p:spPr>
            <a:xfrm>
              <a:off x="5781402" y="2490629"/>
              <a:ext cx="27475" cy="8846"/>
            </a:xfrm>
            <a:custGeom>
              <a:avLst/>
              <a:pathLst>
                <a:path w="27475" h="8846">
                  <a:moveTo>
                    <a:pt x="27475" y="0"/>
                  </a:moveTo>
                  <a:lnTo>
                    <a:pt x="0" y="8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l4831"/>
            <p:cNvSpPr/>
            <p:nvPr/>
          </p:nvSpPr>
          <p:spPr>
            <a:xfrm>
              <a:off x="5754198" y="2499476"/>
              <a:ext cx="27203" cy="9650"/>
            </a:xfrm>
            <a:custGeom>
              <a:avLst/>
              <a:pathLst>
                <a:path w="27203" h="9650">
                  <a:moveTo>
                    <a:pt x="27203" y="0"/>
                  </a:moveTo>
                  <a:lnTo>
                    <a:pt x="0" y="9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l4832"/>
            <p:cNvSpPr/>
            <p:nvPr/>
          </p:nvSpPr>
          <p:spPr>
            <a:xfrm>
              <a:off x="5727290" y="2509127"/>
              <a:ext cx="26907" cy="10446"/>
            </a:xfrm>
            <a:custGeom>
              <a:avLst/>
              <a:pathLst>
                <a:path w="26907" h="10446">
                  <a:moveTo>
                    <a:pt x="26907" y="0"/>
                  </a:moveTo>
                  <a:lnTo>
                    <a:pt x="0" y="10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l4833"/>
            <p:cNvSpPr/>
            <p:nvPr/>
          </p:nvSpPr>
          <p:spPr>
            <a:xfrm>
              <a:off x="5700701" y="2519573"/>
              <a:ext cx="26589" cy="11233"/>
            </a:xfrm>
            <a:custGeom>
              <a:avLst/>
              <a:pathLst>
                <a:path w="26589" h="11233">
                  <a:moveTo>
                    <a:pt x="26589" y="0"/>
                  </a:moveTo>
                  <a:lnTo>
                    <a:pt x="0" y="11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l4834"/>
            <p:cNvSpPr/>
            <p:nvPr/>
          </p:nvSpPr>
          <p:spPr>
            <a:xfrm>
              <a:off x="5674454" y="2530807"/>
              <a:ext cx="26247" cy="12010"/>
            </a:xfrm>
            <a:custGeom>
              <a:avLst/>
              <a:pathLst>
                <a:path w="26247" h="12010">
                  <a:moveTo>
                    <a:pt x="26247" y="0"/>
                  </a:moveTo>
                  <a:lnTo>
                    <a:pt x="0" y="12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l4835"/>
            <p:cNvSpPr/>
            <p:nvPr/>
          </p:nvSpPr>
          <p:spPr>
            <a:xfrm>
              <a:off x="5648572" y="2542818"/>
              <a:ext cx="25882" cy="12777"/>
            </a:xfrm>
            <a:custGeom>
              <a:avLst/>
              <a:pathLst>
                <a:path w="25882" h="12777">
                  <a:moveTo>
                    <a:pt x="25882" y="0"/>
                  </a:moveTo>
                  <a:lnTo>
                    <a:pt x="0" y="127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l4836"/>
            <p:cNvSpPr/>
            <p:nvPr/>
          </p:nvSpPr>
          <p:spPr>
            <a:xfrm>
              <a:off x="5623076" y="2555595"/>
              <a:ext cx="25495" cy="13533"/>
            </a:xfrm>
            <a:custGeom>
              <a:avLst/>
              <a:pathLst>
                <a:path w="25495" h="13533">
                  <a:moveTo>
                    <a:pt x="25495" y="0"/>
                  </a:moveTo>
                  <a:lnTo>
                    <a:pt x="0" y="135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l4837"/>
            <p:cNvSpPr/>
            <p:nvPr/>
          </p:nvSpPr>
          <p:spPr>
            <a:xfrm>
              <a:off x="5597990" y="2569129"/>
              <a:ext cx="25086" cy="14277"/>
            </a:xfrm>
            <a:custGeom>
              <a:avLst/>
              <a:pathLst>
                <a:path w="25086" h="14277">
                  <a:moveTo>
                    <a:pt x="25086" y="0"/>
                  </a:moveTo>
                  <a:lnTo>
                    <a:pt x="0" y="14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l4838"/>
            <p:cNvSpPr/>
            <p:nvPr/>
          </p:nvSpPr>
          <p:spPr>
            <a:xfrm>
              <a:off x="5573334" y="2583406"/>
              <a:ext cx="24655" cy="15009"/>
            </a:xfrm>
            <a:custGeom>
              <a:avLst/>
              <a:pathLst>
                <a:path w="24655" h="15009">
                  <a:moveTo>
                    <a:pt x="24655" y="0"/>
                  </a:moveTo>
                  <a:lnTo>
                    <a:pt x="0" y="15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l4839"/>
            <p:cNvSpPr/>
            <p:nvPr/>
          </p:nvSpPr>
          <p:spPr>
            <a:xfrm>
              <a:off x="5549131" y="2598415"/>
              <a:ext cx="24203" cy="15727"/>
            </a:xfrm>
            <a:custGeom>
              <a:avLst/>
              <a:pathLst>
                <a:path w="24203" h="15727">
                  <a:moveTo>
                    <a:pt x="24203" y="0"/>
                  </a:moveTo>
                  <a:lnTo>
                    <a:pt x="0" y="15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l4840"/>
            <p:cNvSpPr/>
            <p:nvPr/>
          </p:nvSpPr>
          <p:spPr>
            <a:xfrm>
              <a:off x="5525400" y="2614143"/>
              <a:ext cx="23730" cy="16432"/>
            </a:xfrm>
            <a:custGeom>
              <a:avLst/>
              <a:pathLst>
                <a:path w="23730" h="16432">
                  <a:moveTo>
                    <a:pt x="23730" y="0"/>
                  </a:moveTo>
                  <a:lnTo>
                    <a:pt x="0" y="16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l4841"/>
            <p:cNvSpPr/>
            <p:nvPr/>
          </p:nvSpPr>
          <p:spPr>
            <a:xfrm>
              <a:off x="5502163" y="2630576"/>
              <a:ext cx="23236" cy="17123"/>
            </a:xfrm>
            <a:custGeom>
              <a:avLst/>
              <a:pathLst>
                <a:path w="23236" h="17123">
                  <a:moveTo>
                    <a:pt x="23236" y="0"/>
                  </a:moveTo>
                  <a:lnTo>
                    <a:pt x="0" y="171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l4842"/>
            <p:cNvSpPr/>
            <p:nvPr/>
          </p:nvSpPr>
          <p:spPr>
            <a:xfrm>
              <a:off x="5479440" y="2647699"/>
              <a:ext cx="22723" cy="17799"/>
            </a:xfrm>
            <a:custGeom>
              <a:avLst/>
              <a:pathLst>
                <a:path w="22723" h="17799">
                  <a:moveTo>
                    <a:pt x="22723" y="0"/>
                  </a:moveTo>
                  <a:lnTo>
                    <a:pt x="0" y="17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l4843"/>
            <p:cNvSpPr/>
            <p:nvPr/>
          </p:nvSpPr>
          <p:spPr>
            <a:xfrm>
              <a:off x="5457251" y="2665499"/>
              <a:ext cx="22189" cy="18460"/>
            </a:xfrm>
            <a:custGeom>
              <a:avLst/>
              <a:pathLst>
                <a:path w="22189" h="18460">
                  <a:moveTo>
                    <a:pt x="22189" y="0"/>
                  </a:moveTo>
                  <a:lnTo>
                    <a:pt x="0" y="184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l4844"/>
            <p:cNvSpPr/>
            <p:nvPr/>
          </p:nvSpPr>
          <p:spPr>
            <a:xfrm>
              <a:off x="5435613" y="2683959"/>
              <a:ext cx="21637" cy="19105"/>
            </a:xfrm>
            <a:custGeom>
              <a:avLst/>
              <a:pathLst>
                <a:path w="21637" h="19105">
                  <a:moveTo>
                    <a:pt x="21637" y="0"/>
                  </a:moveTo>
                  <a:lnTo>
                    <a:pt x="0" y="19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l4845"/>
            <p:cNvSpPr/>
            <p:nvPr/>
          </p:nvSpPr>
          <p:spPr>
            <a:xfrm>
              <a:off x="5414547" y="2703064"/>
              <a:ext cx="21065" cy="19733"/>
            </a:xfrm>
            <a:custGeom>
              <a:avLst/>
              <a:pathLst>
                <a:path w="21065" h="19733">
                  <a:moveTo>
                    <a:pt x="21065" y="0"/>
                  </a:moveTo>
                  <a:lnTo>
                    <a:pt x="0" y="197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l4846"/>
            <p:cNvSpPr/>
            <p:nvPr/>
          </p:nvSpPr>
          <p:spPr>
            <a:xfrm>
              <a:off x="5394071" y="2722798"/>
              <a:ext cx="20476" cy="20344"/>
            </a:xfrm>
            <a:custGeom>
              <a:avLst/>
              <a:pathLst>
                <a:path w="20476" h="20344">
                  <a:moveTo>
                    <a:pt x="20476" y="0"/>
                  </a:moveTo>
                  <a:lnTo>
                    <a:pt x="0" y="20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l4847"/>
            <p:cNvSpPr/>
            <p:nvPr/>
          </p:nvSpPr>
          <p:spPr>
            <a:xfrm>
              <a:off x="5374202" y="2743142"/>
              <a:ext cx="19869" cy="20937"/>
            </a:xfrm>
            <a:custGeom>
              <a:avLst/>
              <a:pathLst>
                <a:path w="19869" h="20937">
                  <a:moveTo>
                    <a:pt x="19869" y="0"/>
                  </a:moveTo>
                  <a:lnTo>
                    <a:pt x="0" y="20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l4848"/>
            <p:cNvSpPr/>
            <p:nvPr/>
          </p:nvSpPr>
          <p:spPr>
            <a:xfrm>
              <a:off x="5354957" y="2764080"/>
              <a:ext cx="19244" cy="21513"/>
            </a:xfrm>
            <a:custGeom>
              <a:avLst/>
              <a:pathLst>
                <a:path w="19244" h="21513">
                  <a:moveTo>
                    <a:pt x="19244" y="0"/>
                  </a:moveTo>
                  <a:lnTo>
                    <a:pt x="0" y="215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l4849"/>
            <p:cNvSpPr/>
            <p:nvPr/>
          </p:nvSpPr>
          <p:spPr>
            <a:xfrm>
              <a:off x="5336354" y="2785593"/>
              <a:ext cx="18603" cy="22069"/>
            </a:xfrm>
            <a:custGeom>
              <a:avLst/>
              <a:pathLst>
                <a:path w="18603" h="22069">
                  <a:moveTo>
                    <a:pt x="18603" y="0"/>
                  </a:moveTo>
                  <a:lnTo>
                    <a:pt x="0" y="220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l4850"/>
            <p:cNvSpPr/>
            <p:nvPr/>
          </p:nvSpPr>
          <p:spPr>
            <a:xfrm>
              <a:off x="5318407" y="2807662"/>
              <a:ext cx="17946" cy="22607"/>
            </a:xfrm>
            <a:custGeom>
              <a:avLst/>
              <a:pathLst>
                <a:path w="17946" h="22607">
                  <a:moveTo>
                    <a:pt x="17946" y="0"/>
                  </a:moveTo>
                  <a:lnTo>
                    <a:pt x="0" y="22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l4851"/>
            <p:cNvSpPr/>
            <p:nvPr/>
          </p:nvSpPr>
          <p:spPr>
            <a:xfrm>
              <a:off x="5301133" y="2830270"/>
              <a:ext cx="17273" cy="23125"/>
            </a:xfrm>
            <a:custGeom>
              <a:avLst/>
              <a:pathLst>
                <a:path w="17273" h="23125">
                  <a:moveTo>
                    <a:pt x="17273" y="0"/>
                  </a:moveTo>
                  <a:lnTo>
                    <a:pt x="0" y="23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l4852"/>
            <p:cNvSpPr/>
            <p:nvPr/>
          </p:nvSpPr>
          <p:spPr>
            <a:xfrm>
              <a:off x="5284547" y="2853395"/>
              <a:ext cx="16586" cy="23623"/>
            </a:xfrm>
            <a:custGeom>
              <a:avLst/>
              <a:pathLst>
                <a:path w="16586" h="23623">
                  <a:moveTo>
                    <a:pt x="16586" y="0"/>
                  </a:moveTo>
                  <a:lnTo>
                    <a:pt x="0" y="236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l4853"/>
            <p:cNvSpPr/>
            <p:nvPr/>
          </p:nvSpPr>
          <p:spPr>
            <a:xfrm>
              <a:off x="5268663" y="2877019"/>
              <a:ext cx="15884" cy="24101"/>
            </a:xfrm>
            <a:custGeom>
              <a:avLst/>
              <a:pathLst>
                <a:path w="15884" h="24101">
                  <a:moveTo>
                    <a:pt x="15884" y="0"/>
                  </a:moveTo>
                  <a:lnTo>
                    <a:pt x="0" y="24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l4854"/>
            <p:cNvSpPr/>
            <p:nvPr/>
          </p:nvSpPr>
          <p:spPr>
            <a:xfrm>
              <a:off x="5253495" y="2901120"/>
              <a:ext cx="15168" cy="24557"/>
            </a:xfrm>
            <a:custGeom>
              <a:avLst/>
              <a:pathLst>
                <a:path w="15168" h="24557">
                  <a:moveTo>
                    <a:pt x="15168" y="0"/>
                  </a:moveTo>
                  <a:lnTo>
                    <a:pt x="0" y="245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l4855"/>
            <p:cNvSpPr/>
            <p:nvPr/>
          </p:nvSpPr>
          <p:spPr>
            <a:xfrm>
              <a:off x="5239055" y="2925678"/>
              <a:ext cx="14439" cy="24993"/>
            </a:xfrm>
            <a:custGeom>
              <a:avLst/>
              <a:pathLst>
                <a:path w="14439" h="24993">
                  <a:moveTo>
                    <a:pt x="14439" y="0"/>
                  </a:moveTo>
                  <a:lnTo>
                    <a:pt x="0" y="249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l4856"/>
            <p:cNvSpPr/>
            <p:nvPr/>
          </p:nvSpPr>
          <p:spPr>
            <a:xfrm>
              <a:off x="5225357" y="2950671"/>
              <a:ext cx="13698" cy="25407"/>
            </a:xfrm>
            <a:custGeom>
              <a:avLst/>
              <a:pathLst>
                <a:path w="13698" h="25407">
                  <a:moveTo>
                    <a:pt x="13698" y="0"/>
                  </a:moveTo>
                  <a:lnTo>
                    <a:pt x="0" y="25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l4857"/>
            <p:cNvSpPr/>
            <p:nvPr/>
          </p:nvSpPr>
          <p:spPr>
            <a:xfrm>
              <a:off x="5212412" y="2976079"/>
              <a:ext cx="12944" cy="25799"/>
            </a:xfrm>
            <a:custGeom>
              <a:avLst/>
              <a:pathLst>
                <a:path w="12944" h="25799">
                  <a:moveTo>
                    <a:pt x="12944" y="0"/>
                  </a:moveTo>
                  <a:lnTo>
                    <a:pt x="0" y="25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l4858"/>
            <p:cNvSpPr/>
            <p:nvPr/>
          </p:nvSpPr>
          <p:spPr>
            <a:xfrm>
              <a:off x="5200232" y="3001878"/>
              <a:ext cx="12180" cy="26168"/>
            </a:xfrm>
            <a:custGeom>
              <a:avLst/>
              <a:pathLst>
                <a:path w="12180" h="26168">
                  <a:moveTo>
                    <a:pt x="12180" y="0"/>
                  </a:moveTo>
                  <a:lnTo>
                    <a:pt x="0" y="261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l4859"/>
            <p:cNvSpPr/>
            <p:nvPr/>
          </p:nvSpPr>
          <p:spPr>
            <a:xfrm>
              <a:off x="5188826" y="3028047"/>
              <a:ext cx="11405" cy="26515"/>
            </a:xfrm>
            <a:custGeom>
              <a:avLst/>
              <a:pathLst>
                <a:path w="11405" h="26515">
                  <a:moveTo>
                    <a:pt x="11405" y="0"/>
                  </a:moveTo>
                  <a:lnTo>
                    <a:pt x="0" y="26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l4860"/>
            <p:cNvSpPr/>
            <p:nvPr/>
          </p:nvSpPr>
          <p:spPr>
            <a:xfrm>
              <a:off x="5178205" y="3054562"/>
              <a:ext cx="10620" cy="26839"/>
            </a:xfrm>
            <a:custGeom>
              <a:avLst/>
              <a:pathLst>
                <a:path w="10620" h="26839">
                  <a:moveTo>
                    <a:pt x="10620" y="0"/>
                  </a:moveTo>
                  <a:lnTo>
                    <a:pt x="0" y="268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l4861"/>
            <p:cNvSpPr/>
            <p:nvPr/>
          </p:nvSpPr>
          <p:spPr>
            <a:xfrm>
              <a:off x="5168379" y="3081402"/>
              <a:ext cx="9826" cy="27140"/>
            </a:xfrm>
            <a:custGeom>
              <a:avLst/>
              <a:pathLst>
                <a:path w="9826" h="27140">
                  <a:moveTo>
                    <a:pt x="9826" y="0"/>
                  </a:moveTo>
                  <a:lnTo>
                    <a:pt x="0" y="271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l4862"/>
            <p:cNvSpPr/>
            <p:nvPr/>
          </p:nvSpPr>
          <p:spPr>
            <a:xfrm>
              <a:off x="5159355" y="3108543"/>
              <a:ext cx="9024" cy="27417"/>
            </a:xfrm>
            <a:custGeom>
              <a:avLst/>
              <a:pathLst>
                <a:path w="9024" h="27417">
                  <a:moveTo>
                    <a:pt x="9024" y="0"/>
                  </a:moveTo>
                  <a:lnTo>
                    <a:pt x="0" y="27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l4863"/>
            <p:cNvSpPr/>
            <p:nvPr/>
          </p:nvSpPr>
          <p:spPr>
            <a:xfrm>
              <a:off x="5151141" y="3135960"/>
              <a:ext cx="8213" cy="27671"/>
            </a:xfrm>
            <a:custGeom>
              <a:avLst/>
              <a:pathLst>
                <a:path w="8213" h="27671">
                  <a:moveTo>
                    <a:pt x="8213" y="0"/>
                  </a:moveTo>
                  <a:lnTo>
                    <a:pt x="0" y="276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l4864"/>
            <p:cNvSpPr/>
            <p:nvPr/>
          </p:nvSpPr>
          <p:spPr>
            <a:xfrm>
              <a:off x="5143744" y="3163632"/>
              <a:ext cx="7396" cy="27900"/>
            </a:xfrm>
            <a:custGeom>
              <a:avLst/>
              <a:pathLst>
                <a:path w="7396" h="27900">
                  <a:moveTo>
                    <a:pt x="7396" y="0"/>
                  </a:moveTo>
                  <a:lnTo>
                    <a:pt x="0" y="27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l4865"/>
            <p:cNvSpPr/>
            <p:nvPr/>
          </p:nvSpPr>
          <p:spPr>
            <a:xfrm>
              <a:off x="5137172" y="3191533"/>
              <a:ext cx="6572" cy="28106"/>
            </a:xfrm>
            <a:custGeom>
              <a:avLst/>
              <a:pathLst>
                <a:path w="6572" h="28106">
                  <a:moveTo>
                    <a:pt x="6572" y="0"/>
                  </a:moveTo>
                  <a:lnTo>
                    <a:pt x="0" y="28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l4866"/>
            <p:cNvSpPr/>
            <p:nvPr/>
          </p:nvSpPr>
          <p:spPr>
            <a:xfrm>
              <a:off x="5574582" y="2728077"/>
              <a:ext cx="20479" cy="15093"/>
            </a:xfrm>
            <a:custGeom>
              <a:avLst/>
              <a:pathLst>
                <a:path w="20479" h="15093">
                  <a:moveTo>
                    <a:pt x="20479" y="0"/>
                  </a:moveTo>
                  <a:lnTo>
                    <a:pt x="0" y="15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l4867"/>
            <p:cNvSpPr/>
            <p:nvPr/>
          </p:nvSpPr>
          <p:spPr>
            <a:xfrm>
              <a:off x="5554557" y="2743170"/>
              <a:ext cx="20025" cy="15691"/>
            </a:xfrm>
            <a:custGeom>
              <a:avLst/>
              <a:pathLst>
                <a:path w="20025" h="15691">
                  <a:moveTo>
                    <a:pt x="20025" y="0"/>
                  </a:moveTo>
                  <a:lnTo>
                    <a:pt x="0" y="15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l4868"/>
            <p:cNvSpPr/>
            <p:nvPr/>
          </p:nvSpPr>
          <p:spPr>
            <a:xfrm>
              <a:off x="5535004" y="2758862"/>
              <a:ext cx="19552" cy="16276"/>
            </a:xfrm>
            <a:custGeom>
              <a:avLst/>
              <a:pathLst>
                <a:path w="19552" h="16276">
                  <a:moveTo>
                    <a:pt x="19552" y="0"/>
                  </a:moveTo>
                  <a:lnTo>
                    <a:pt x="0" y="16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l4869"/>
            <p:cNvSpPr/>
            <p:nvPr/>
          </p:nvSpPr>
          <p:spPr>
            <a:xfrm>
              <a:off x="5515940" y="2775139"/>
              <a:ext cx="19063" cy="16846"/>
            </a:xfrm>
            <a:custGeom>
              <a:avLst/>
              <a:pathLst>
                <a:path w="19063" h="16846">
                  <a:moveTo>
                    <a:pt x="19063" y="0"/>
                  </a:moveTo>
                  <a:lnTo>
                    <a:pt x="0" y="16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l4870"/>
            <p:cNvSpPr/>
            <p:nvPr/>
          </p:nvSpPr>
          <p:spPr>
            <a:xfrm>
              <a:off x="5497382" y="2791985"/>
              <a:ext cx="18557" cy="17402"/>
            </a:xfrm>
            <a:custGeom>
              <a:avLst/>
              <a:pathLst>
                <a:path w="18557" h="17402">
                  <a:moveTo>
                    <a:pt x="18557" y="0"/>
                  </a:moveTo>
                  <a:lnTo>
                    <a:pt x="0" y="17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l4871"/>
            <p:cNvSpPr/>
            <p:nvPr/>
          </p:nvSpPr>
          <p:spPr>
            <a:xfrm>
              <a:off x="5479346" y="2809388"/>
              <a:ext cx="18035" cy="17942"/>
            </a:xfrm>
            <a:custGeom>
              <a:avLst/>
              <a:pathLst>
                <a:path w="18035" h="17942">
                  <a:moveTo>
                    <a:pt x="18035" y="0"/>
                  </a:moveTo>
                  <a:lnTo>
                    <a:pt x="0" y="179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l4872"/>
            <p:cNvSpPr/>
            <p:nvPr/>
          </p:nvSpPr>
          <p:spPr>
            <a:xfrm>
              <a:off x="5461848" y="2827330"/>
              <a:ext cx="17498" cy="18467"/>
            </a:xfrm>
            <a:custGeom>
              <a:avLst/>
              <a:pathLst>
                <a:path w="17498" h="18467">
                  <a:moveTo>
                    <a:pt x="17498" y="0"/>
                  </a:moveTo>
                  <a:lnTo>
                    <a:pt x="0" y="18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l4873"/>
            <p:cNvSpPr/>
            <p:nvPr/>
          </p:nvSpPr>
          <p:spPr>
            <a:xfrm>
              <a:off x="5444903" y="2845798"/>
              <a:ext cx="16945" cy="18976"/>
            </a:xfrm>
            <a:custGeom>
              <a:avLst/>
              <a:pathLst>
                <a:path w="16945" h="18976">
                  <a:moveTo>
                    <a:pt x="16945" y="0"/>
                  </a:moveTo>
                  <a:lnTo>
                    <a:pt x="0" y="189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l4874"/>
            <p:cNvSpPr/>
            <p:nvPr/>
          </p:nvSpPr>
          <p:spPr>
            <a:xfrm>
              <a:off x="5428525" y="2864774"/>
              <a:ext cx="16377" cy="19468"/>
            </a:xfrm>
            <a:custGeom>
              <a:avLst/>
              <a:pathLst>
                <a:path w="16377" h="19468">
                  <a:moveTo>
                    <a:pt x="16377" y="0"/>
                  </a:moveTo>
                  <a:lnTo>
                    <a:pt x="0" y="194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l4875"/>
            <p:cNvSpPr/>
            <p:nvPr/>
          </p:nvSpPr>
          <p:spPr>
            <a:xfrm>
              <a:off x="5412729" y="2884242"/>
              <a:ext cx="15795" cy="19943"/>
            </a:xfrm>
            <a:custGeom>
              <a:avLst/>
              <a:pathLst>
                <a:path w="15795" h="19943">
                  <a:moveTo>
                    <a:pt x="15795" y="0"/>
                  </a:moveTo>
                  <a:lnTo>
                    <a:pt x="0" y="19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l4876"/>
            <p:cNvSpPr/>
            <p:nvPr/>
          </p:nvSpPr>
          <p:spPr>
            <a:xfrm>
              <a:off x="5397530" y="2904186"/>
              <a:ext cx="15199" cy="20401"/>
            </a:xfrm>
            <a:custGeom>
              <a:avLst/>
              <a:pathLst>
                <a:path w="15199" h="20401">
                  <a:moveTo>
                    <a:pt x="15199" y="0"/>
                  </a:moveTo>
                  <a:lnTo>
                    <a:pt x="0" y="20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l4877"/>
            <p:cNvSpPr/>
            <p:nvPr/>
          </p:nvSpPr>
          <p:spPr>
            <a:xfrm>
              <a:off x="5382939" y="2924587"/>
              <a:ext cx="14590" cy="20841"/>
            </a:xfrm>
            <a:custGeom>
              <a:avLst/>
              <a:pathLst>
                <a:path w="14590" h="20841">
                  <a:moveTo>
                    <a:pt x="14590" y="0"/>
                  </a:moveTo>
                  <a:lnTo>
                    <a:pt x="0" y="208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l4878"/>
            <p:cNvSpPr/>
            <p:nvPr/>
          </p:nvSpPr>
          <p:spPr>
            <a:xfrm>
              <a:off x="5368970" y="2945428"/>
              <a:ext cx="13968" cy="21262"/>
            </a:xfrm>
            <a:custGeom>
              <a:avLst/>
              <a:pathLst>
                <a:path w="13968" h="21262">
                  <a:moveTo>
                    <a:pt x="13968" y="0"/>
                  </a:moveTo>
                  <a:lnTo>
                    <a:pt x="0" y="2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l4879"/>
            <p:cNvSpPr/>
            <p:nvPr/>
          </p:nvSpPr>
          <p:spPr>
            <a:xfrm>
              <a:off x="5355635" y="2966691"/>
              <a:ext cx="13334" cy="21666"/>
            </a:xfrm>
            <a:custGeom>
              <a:avLst/>
              <a:pathLst>
                <a:path w="13334" h="21666">
                  <a:moveTo>
                    <a:pt x="13334" y="0"/>
                  </a:moveTo>
                  <a:lnTo>
                    <a:pt x="0" y="21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l4880"/>
            <p:cNvSpPr/>
            <p:nvPr/>
          </p:nvSpPr>
          <p:spPr>
            <a:xfrm>
              <a:off x="5342946" y="2988357"/>
              <a:ext cx="12689" cy="22050"/>
            </a:xfrm>
            <a:custGeom>
              <a:avLst/>
              <a:pathLst>
                <a:path w="12689" h="22050">
                  <a:moveTo>
                    <a:pt x="12689" y="0"/>
                  </a:moveTo>
                  <a:lnTo>
                    <a:pt x="0" y="220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l4881"/>
            <p:cNvSpPr/>
            <p:nvPr/>
          </p:nvSpPr>
          <p:spPr>
            <a:xfrm>
              <a:off x="5330914" y="3010407"/>
              <a:ext cx="12032" cy="22415"/>
            </a:xfrm>
            <a:custGeom>
              <a:avLst/>
              <a:pathLst>
                <a:path w="12032" h="22415">
                  <a:moveTo>
                    <a:pt x="12032" y="0"/>
                  </a:moveTo>
                  <a:lnTo>
                    <a:pt x="0" y="22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l4882"/>
            <p:cNvSpPr/>
            <p:nvPr/>
          </p:nvSpPr>
          <p:spPr>
            <a:xfrm>
              <a:off x="5319548" y="3032823"/>
              <a:ext cx="11365" cy="22761"/>
            </a:xfrm>
            <a:custGeom>
              <a:avLst/>
              <a:pathLst>
                <a:path w="11365" h="22761">
                  <a:moveTo>
                    <a:pt x="11365" y="0"/>
                  </a:moveTo>
                  <a:lnTo>
                    <a:pt x="0" y="22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l4883"/>
            <p:cNvSpPr/>
            <p:nvPr/>
          </p:nvSpPr>
          <p:spPr>
            <a:xfrm>
              <a:off x="5308860" y="3055584"/>
              <a:ext cx="10688" cy="23086"/>
            </a:xfrm>
            <a:custGeom>
              <a:avLst/>
              <a:pathLst>
                <a:path w="10688" h="23086">
                  <a:moveTo>
                    <a:pt x="10688" y="0"/>
                  </a:moveTo>
                  <a:lnTo>
                    <a:pt x="0" y="23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l4884"/>
            <p:cNvSpPr/>
            <p:nvPr/>
          </p:nvSpPr>
          <p:spPr>
            <a:xfrm>
              <a:off x="5298858" y="3078670"/>
              <a:ext cx="10001" cy="23392"/>
            </a:xfrm>
            <a:custGeom>
              <a:avLst/>
              <a:pathLst>
                <a:path w="10001" h="23392">
                  <a:moveTo>
                    <a:pt x="10001" y="0"/>
                  </a:moveTo>
                  <a:lnTo>
                    <a:pt x="0" y="23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l4885"/>
            <p:cNvSpPr/>
            <p:nvPr/>
          </p:nvSpPr>
          <p:spPr>
            <a:xfrm>
              <a:off x="5289551" y="3102063"/>
              <a:ext cx="9306" cy="23677"/>
            </a:xfrm>
            <a:custGeom>
              <a:avLst/>
              <a:pathLst>
                <a:path w="9306" h="23677">
                  <a:moveTo>
                    <a:pt x="9306" y="0"/>
                  </a:moveTo>
                  <a:lnTo>
                    <a:pt x="0" y="23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l4886"/>
            <p:cNvSpPr/>
            <p:nvPr/>
          </p:nvSpPr>
          <p:spPr>
            <a:xfrm>
              <a:off x="5280948" y="3125740"/>
              <a:ext cx="8603" cy="23941"/>
            </a:xfrm>
            <a:custGeom>
              <a:avLst/>
              <a:pathLst>
                <a:path w="8603" h="23941">
                  <a:moveTo>
                    <a:pt x="8603" y="0"/>
                  </a:moveTo>
                  <a:lnTo>
                    <a:pt x="0" y="23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l4887"/>
            <p:cNvSpPr/>
            <p:nvPr/>
          </p:nvSpPr>
          <p:spPr>
            <a:xfrm>
              <a:off x="5273055" y="3149682"/>
              <a:ext cx="7892" cy="24185"/>
            </a:xfrm>
            <a:custGeom>
              <a:avLst/>
              <a:pathLst>
                <a:path w="7892" h="24185">
                  <a:moveTo>
                    <a:pt x="7892" y="0"/>
                  </a:moveTo>
                  <a:lnTo>
                    <a:pt x="0" y="24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l4888"/>
            <p:cNvSpPr/>
            <p:nvPr/>
          </p:nvSpPr>
          <p:spPr>
            <a:xfrm>
              <a:off x="5265880" y="3173868"/>
              <a:ext cx="7175" cy="24408"/>
            </a:xfrm>
            <a:custGeom>
              <a:avLst/>
              <a:pathLst>
                <a:path w="7175" h="24408">
                  <a:moveTo>
                    <a:pt x="7175" y="0"/>
                  </a:moveTo>
                  <a:lnTo>
                    <a:pt x="0" y="24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l4889"/>
            <p:cNvSpPr/>
            <p:nvPr/>
          </p:nvSpPr>
          <p:spPr>
            <a:xfrm>
              <a:off x="5259428" y="3198276"/>
              <a:ext cx="6451" cy="24609"/>
            </a:xfrm>
            <a:custGeom>
              <a:avLst/>
              <a:pathLst>
                <a:path w="6451" h="24609">
                  <a:moveTo>
                    <a:pt x="6451" y="0"/>
                  </a:moveTo>
                  <a:lnTo>
                    <a:pt x="0" y="24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l4890"/>
            <p:cNvSpPr/>
            <p:nvPr/>
          </p:nvSpPr>
          <p:spPr>
            <a:xfrm>
              <a:off x="5253707" y="3222885"/>
              <a:ext cx="5721" cy="24789"/>
            </a:xfrm>
            <a:custGeom>
              <a:avLst/>
              <a:pathLst>
                <a:path w="5721" h="24789">
                  <a:moveTo>
                    <a:pt x="5721" y="0"/>
                  </a:moveTo>
                  <a:lnTo>
                    <a:pt x="0" y="247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l4891"/>
            <p:cNvSpPr/>
            <p:nvPr/>
          </p:nvSpPr>
          <p:spPr>
            <a:xfrm>
              <a:off x="5248719" y="3247674"/>
              <a:ext cx="4987" cy="24947"/>
            </a:xfrm>
            <a:custGeom>
              <a:avLst/>
              <a:pathLst>
                <a:path w="4987" h="24947">
                  <a:moveTo>
                    <a:pt x="4987" y="0"/>
                  </a:moveTo>
                  <a:lnTo>
                    <a:pt x="0" y="249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l4892"/>
            <p:cNvSpPr/>
            <p:nvPr/>
          </p:nvSpPr>
          <p:spPr>
            <a:xfrm>
              <a:off x="5244471" y="3272621"/>
              <a:ext cx="4248" cy="25083"/>
            </a:xfrm>
            <a:custGeom>
              <a:avLst/>
              <a:pathLst>
                <a:path w="4248" h="25083">
                  <a:moveTo>
                    <a:pt x="4248" y="0"/>
                  </a:moveTo>
                  <a:lnTo>
                    <a:pt x="0" y="25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l4893"/>
            <p:cNvSpPr/>
            <p:nvPr/>
          </p:nvSpPr>
          <p:spPr>
            <a:xfrm>
              <a:off x="5240965" y="3297705"/>
              <a:ext cx="3505" cy="25198"/>
            </a:xfrm>
            <a:custGeom>
              <a:avLst/>
              <a:pathLst>
                <a:path w="3505" h="25198">
                  <a:moveTo>
                    <a:pt x="3505" y="0"/>
                  </a:moveTo>
                  <a:lnTo>
                    <a:pt x="0" y="25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l4894"/>
            <p:cNvSpPr/>
            <p:nvPr/>
          </p:nvSpPr>
          <p:spPr>
            <a:xfrm>
              <a:off x="5238205" y="3322903"/>
              <a:ext cx="2760" cy="25290"/>
            </a:xfrm>
            <a:custGeom>
              <a:avLst/>
              <a:pathLst>
                <a:path w="2760" h="25290">
                  <a:moveTo>
                    <a:pt x="2760" y="0"/>
                  </a:moveTo>
                  <a:lnTo>
                    <a:pt x="0" y="25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l4895"/>
            <p:cNvSpPr/>
            <p:nvPr/>
          </p:nvSpPr>
          <p:spPr>
            <a:xfrm>
              <a:off x="5236193" y="3348194"/>
              <a:ext cx="2012" cy="25361"/>
            </a:xfrm>
            <a:custGeom>
              <a:avLst/>
              <a:pathLst>
                <a:path w="2012" h="25361">
                  <a:moveTo>
                    <a:pt x="2012" y="0"/>
                  </a:moveTo>
                  <a:lnTo>
                    <a:pt x="0" y="25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l4896"/>
            <p:cNvSpPr/>
            <p:nvPr/>
          </p:nvSpPr>
          <p:spPr>
            <a:xfrm>
              <a:off x="5234931" y="3373555"/>
              <a:ext cx="1262" cy="25409"/>
            </a:xfrm>
            <a:custGeom>
              <a:avLst/>
              <a:pathLst>
                <a:path w="1262" h="25409">
                  <a:moveTo>
                    <a:pt x="1262" y="0"/>
                  </a:moveTo>
                  <a:lnTo>
                    <a:pt x="0" y="25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l4897"/>
            <p:cNvSpPr/>
            <p:nvPr/>
          </p:nvSpPr>
          <p:spPr>
            <a:xfrm>
              <a:off x="5234419" y="3398965"/>
              <a:ext cx="511" cy="25435"/>
            </a:xfrm>
            <a:custGeom>
              <a:avLst/>
              <a:pathLst>
                <a:path w="511" h="25435">
                  <a:moveTo>
                    <a:pt x="511" y="0"/>
                  </a:moveTo>
                  <a:lnTo>
                    <a:pt x="0" y="25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l4898"/>
            <p:cNvSpPr/>
            <p:nvPr/>
          </p:nvSpPr>
          <p:spPr>
            <a:xfrm>
              <a:off x="5234419" y="3424400"/>
              <a:ext cx="239" cy="25439"/>
            </a:xfrm>
            <a:custGeom>
              <a:avLst/>
              <a:pathLst>
                <a:path w="239" h="25439">
                  <a:moveTo>
                    <a:pt x="0" y="0"/>
                  </a:moveTo>
                  <a:lnTo>
                    <a:pt x="239" y="25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l4899"/>
            <p:cNvSpPr/>
            <p:nvPr/>
          </p:nvSpPr>
          <p:spPr>
            <a:xfrm>
              <a:off x="5234659" y="3449840"/>
              <a:ext cx="990" cy="25421"/>
            </a:xfrm>
            <a:custGeom>
              <a:avLst/>
              <a:pathLst>
                <a:path w="990" h="25421">
                  <a:moveTo>
                    <a:pt x="0" y="0"/>
                  </a:moveTo>
                  <a:lnTo>
                    <a:pt x="990" y="25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l4900"/>
            <p:cNvSpPr/>
            <p:nvPr/>
          </p:nvSpPr>
          <p:spPr>
            <a:xfrm>
              <a:off x="5235650" y="3475262"/>
              <a:ext cx="1741" cy="25381"/>
            </a:xfrm>
            <a:custGeom>
              <a:avLst/>
              <a:pathLst>
                <a:path w="1741" h="25381">
                  <a:moveTo>
                    <a:pt x="0" y="0"/>
                  </a:moveTo>
                  <a:lnTo>
                    <a:pt x="1741" y="25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l4901"/>
            <p:cNvSpPr/>
            <p:nvPr/>
          </p:nvSpPr>
          <p:spPr>
            <a:xfrm>
              <a:off x="5237391" y="3500643"/>
              <a:ext cx="2489" cy="25318"/>
            </a:xfrm>
            <a:custGeom>
              <a:avLst/>
              <a:pathLst>
                <a:path w="2489" h="25318">
                  <a:moveTo>
                    <a:pt x="0" y="0"/>
                  </a:moveTo>
                  <a:lnTo>
                    <a:pt x="2489" y="25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l4902"/>
            <p:cNvSpPr/>
            <p:nvPr/>
          </p:nvSpPr>
          <p:spPr>
            <a:xfrm>
              <a:off x="5239881" y="3525962"/>
              <a:ext cx="3236" cy="25234"/>
            </a:xfrm>
            <a:custGeom>
              <a:avLst/>
              <a:pathLst>
                <a:path w="3236" h="25234">
                  <a:moveTo>
                    <a:pt x="0" y="0"/>
                  </a:moveTo>
                  <a:lnTo>
                    <a:pt x="3236" y="25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l4903"/>
            <p:cNvSpPr/>
            <p:nvPr/>
          </p:nvSpPr>
          <p:spPr>
            <a:xfrm>
              <a:off x="5243118" y="3551196"/>
              <a:ext cx="3980" cy="25127"/>
            </a:xfrm>
            <a:custGeom>
              <a:avLst/>
              <a:pathLst>
                <a:path w="3980" h="25127">
                  <a:moveTo>
                    <a:pt x="0" y="0"/>
                  </a:moveTo>
                  <a:lnTo>
                    <a:pt x="3980" y="25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l4904"/>
            <p:cNvSpPr/>
            <p:nvPr/>
          </p:nvSpPr>
          <p:spPr>
            <a:xfrm>
              <a:off x="5247098" y="3576323"/>
              <a:ext cx="4720" cy="24999"/>
            </a:xfrm>
            <a:custGeom>
              <a:avLst/>
              <a:pathLst>
                <a:path w="4720" h="24999">
                  <a:moveTo>
                    <a:pt x="0" y="0"/>
                  </a:moveTo>
                  <a:lnTo>
                    <a:pt x="4720" y="24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l4905"/>
            <p:cNvSpPr/>
            <p:nvPr/>
          </p:nvSpPr>
          <p:spPr>
            <a:xfrm>
              <a:off x="5251819" y="3601322"/>
              <a:ext cx="5456" cy="24848"/>
            </a:xfrm>
            <a:custGeom>
              <a:avLst/>
              <a:pathLst>
                <a:path w="5456" h="24848">
                  <a:moveTo>
                    <a:pt x="0" y="0"/>
                  </a:moveTo>
                  <a:lnTo>
                    <a:pt x="5456" y="248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l4906"/>
            <p:cNvSpPr/>
            <p:nvPr/>
          </p:nvSpPr>
          <p:spPr>
            <a:xfrm>
              <a:off x="5257275" y="3626171"/>
              <a:ext cx="6188" cy="24676"/>
            </a:xfrm>
            <a:custGeom>
              <a:avLst/>
              <a:pathLst>
                <a:path w="6188" h="24676">
                  <a:moveTo>
                    <a:pt x="0" y="0"/>
                  </a:moveTo>
                  <a:lnTo>
                    <a:pt x="6188" y="24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l4907"/>
            <p:cNvSpPr/>
            <p:nvPr/>
          </p:nvSpPr>
          <p:spPr>
            <a:xfrm>
              <a:off x="5263463" y="3650848"/>
              <a:ext cx="6914" cy="24483"/>
            </a:xfrm>
            <a:custGeom>
              <a:avLst/>
              <a:pathLst>
                <a:path w="6914" h="24483">
                  <a:moveTo>
                    <a:pt x="0" y="0"/>
                  </a:moveTo>
                  <a:lnTo>
                    <a:pt x="6914" y="24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l4908"/>
            <p:cNvSpPr/>
            <p:nvPr/>
          </p:nvSpPr>
          <p:spPr>
            <a:xfrm>
              <a:off x="5270378" y="3675331"/>
              <a:ext cx="7634" cy="24268"/>
            </a:xfrm>
            <a:custGeom>
              <a:avLst/>
              <a:pathLst>
                <a:path w="7634" h="24268">
                  <a:moveTo>
                    <a:pt x="0" y="0"/>
                  </a:moveTo>
                  <a:lnTo>
                    <a:pt x="7634" y="24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l4909"/>
            <p:cNvSpPr/>
            <p:nvPr/>
          </p:nvSpPr>
          <p:spPr>
            <a:xfrm>
              <a:off x="5282253" y="3165876"/>
              <a:ext cx="7316" cy="23576"/>
            </a:xfrm>
            <a:custGeom>
              <a:avLst/>
              <a:pathLst>
                <a:path w="7316" h="23576">
                  <a:moveTo>
                    <a:pt x="7316" y="0"/>
                  </a:moveTo>
                  <a:lnTo>
                    <a:pt x="0" y="235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l4910"/>
            <p:cNvSpPr/>
            <p:nvPr/>
          </p:nvSpPr>
          <p:spPr>
            <a:xfrm>
              <a:off x="5275626" y="3189453"/>
              <a:ext cx="6626" cy="23779"/>
            </a:xfrm>
            <a:custGeom>
              <a:avLst/>
              <a:pathLst>
                <a:path w="6626" h="23779">
                  <a:moveTo>
                    <a:pt x="6626" y="0"/>
                  </a:moveTo>
                  <a:lnTo>
                    <a:pt x="0" y="237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l4911"/>
            <p:cNvSpPr/>
            <p:nvPr/>
          </p:nvSpPr>
          <p:spPr>
            <a:xfrm>
              <a:off x="5269694" y="3213233"/>
              <a:ext cx="5932" cy="23962"/>
            </a:xfrm>
            <a:custGeom>
              <a:avLst/>
              <a:pathLst>
                <a:path w="5932" h="23962">
                  <a:moveTo>
                    <a:pt x="5932" y="0"/>
                  </a:moveTo>
                  <a:lnTo>
                    <a:pt x="0" y="23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l4912"/>
            <p:cNvSpPr/>
            <p:nvPr/>
          </p:nvSpPr>
          <p:spPr>
            <a:xfrm>
              <a:off x="5264462" y="3237196"/>
              <a:ext cx="5232" cy="24125"/>
            </a:xfrm>
            <a:custGeom>
              <a:avLst/>
              <a:pathLst>
                <a:path w="5232" h="24125">
                  <a:moveTo>
                    <a:pt x="5232" y="0"/>
                  </a:moveTo>
                  <a:lnTo>
                    <a:pt x="0" y="24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l4913"/>
            <p:cNvSpPr/>
            <p:nvPr/>
          </p:nvSpPr>
          <p:spPr>
            <a:xfrm>
              <a:off x="5259934" y="3261321"/>
              <a:ext cx="4527" cy="24267"/>
            </a:xfrm>
            <a:custGeom>
              <a:avLst/>
              <a:pathLst>
                <a:path w="4527" h="24267">
                  <a:moveTo>
                    <a:pt x="4527" y="0"/>
                  </a:moveTo>
                  <a:lnTo>
                    <a:pt x="0" y="242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l4914"/>
            <p:cNvSpPr/>
            <p:nvPr/>
          </p:nvSpPr>
          <p:spPr>
            <a:xfrm>
              <a:off x="5256114" y="3285588"/>
              <a:ext cx="3819" cy="24388"/>
            </a:xfrm>
            <a:custGeom>
              <a:avLst/>
              <a:pathLst>
                <a:path w="3819" h="24388">
                  <a:moveTo>
                    <a:pt x="3819" y="0"/>
                  </a:moveTo>
                  <a:lnTo>
                    <a:pt x="0" y="243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l4915"/>
            <p:cNvSpPr/>
            <p:nvPr/>
          </p:nvSpPr>
          <p:spPr>
            <a:xfrm>
              <a:off x="5253006" y="3309976"/>
              <a:ext cx="3108" cy="24489"/>
            </a:xfrm>
            <a:custGeom>
              <a:avLst/>
              <a:pathLst>
                <a:path w="3108" h="24489">
                  <a:moveTo>
                    <a:pt x="3108" y="0"/>
                  </a:moveTo>
                  <a:lnTo>
                    <a:pt x="0" y="24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l4916"/>
            <p:cNvSpPr/>
            <p:nvPr/>
          </p:nvSpPr>
          <p:spPr>
            <a:xfrm>
              <a:off x="5250612" y="3334466"/>
              <a:ext cx="2394" cy="24569"/>
            </a:xfrm>
            <a:custGeom>
              <a:avLst/>
              <a:pathLst>
                <a:path w="2394" h="24569">
                  <a:moveTo>
                    <a:pt x="2394" y="0"/>
                  </a:moveTo>
                  <a:lnTo>
                    <a:pt x="0" y="2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l4917"/>
            <p:cNvSpPr/>
            <p:nvPr/>
          </p:nvSpPr>
          <p:spPr>
            <a:xfrm>
              <a:off x="5248934" y="3359035"/>
              <a:ext cx="1678" cy="24628"/>
            </a:xfrm>
            <a:custGeom>
              <a:avLst/>
              <a:pathLst>
                <a:path w="1678" h="24628">
                  <a:moveTo>
                    <a:pt x="1678" y="0"/>
                  </a:moveTo>
                  <a:lnTo>
                    <a:pt x="0" y="24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l4918"/>
            <p:cNvSpPr/>
            <p:nvPr/>
          </p:nvSpPr>
          <p:spPr>
            <a:xfrm>
              <a:off x="5247973" y="3383664"/>
              <a:ext cx="960" cy="24667"/>
            </a:xfrm>
            <a:custGeom>
              <a:avLst/>
              <a:pathLst>
                <a:path w="960" h="24667">
                  <a:moveTo>
                    <a:pt x="960" y="0"/>
                  </a:moveTo>
                  <a:lnTo>
                    <a:pt x="0" y="24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l4919"/>
            <p:cNvSpPr/>
            <p:nvPr/>
          </p:nvSpPr>
          <p:spPr>
            <a:xfrm>
              <a:off x="5247731" y="3408332"/>
              <a:ext cx="242" cy="24684"/>
            </a:xfrm>
            <a:custGeom>
              <a:avLst/>
              <a:pathLst>
                <a:path w="242" h="24684">
                  <a:moveTo>
                    <a:pt x="242" y="0"/>
                  </a:moveTo>
                  <a:lnTo>
                    <a:pt x="0" y="24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l4920"/>
            <p:cNvSpPr/>
            <p:nvPr/>
          </p:nvSpPr>
          <p:spPr>
            <a:xfrm>
              <a:off x="5247731" y="3433016"/>
              <a:ext cx="476" cy="24681"/>
            </a:xfrm>
            <a:custGeom>
              <a:avLst/>
              <a:pathLst>
                <a:path w="476" h="24681">
                  <a:moveTo>
                    <a:pt x="0" y="0"/>
                  </a:moveTo>
                  <a:lnTo>
                    <a:pt x="476" y="24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l4921"/>
            <p:cNvSpPr/>
            <p:nvPr/>
          </p:nvSpPr>
          <p:spPr>
            <a:xfrm>
              <a:off x="5248207" y="3457698"/>
              <a:ext cx="1194" cy="24657"/>
            </a:xfrm>
            <a:custGeom>
              <a:avLst/>
              <a:pathLst>
                <a:path w="1194" h="24657">
                  <a:moveTo>
                    <a:pt x="0" y="0"/>
                  </a:moveTo>
                  <a:lnTo>
                    <a:pt x="1194" y="246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l4922"/>
            <p:cNvSpPr/>
            <p:nvPr/>
          </p:nvSpPr>
          <p:spPr>
            <a:xfrm>
              <a:off x="5249401" y="3482355"/>
              <a:ext cx="1911" cy="24611"/>
            </a:xfrm>
            <a:custGeom>
              <a:avLst/>
              <a:pathLst>
                <a:path w="1911" h="24611">
                  <a:moveTo>
                    <a:pt x="0" y="0"/>
                  </a:moveTo>
                  <a:lnTo>
                    <a:pt x="1911" y="24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l4923"/>
            <p:cNvSpPr/>
            <p:nvPr/>
          </p:nvSpPr>
          <p:spPr>
            <a:xfrm>
              <a:off x="5251312" y="3506966"/>
              <a:ext cx="2626" cy="24545"/>
            </a:xfrm>
            <a:custGeom>
              <a:avLst/>
              <a:pathLst>
                <a:path w="2626" h="24545">
                  <a:moveTo>
                    <a:pt x="0" y="0"/>
                  </a:moveTo>
                  <a:lnTo>
                    <a:pt x="2626" y="24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l4924"/>
            <p:cNvSpPr/>
            <p:nvPr/>
          </p:nvSpPr>
          <p:spPr>
            <a:xfrm>
              <a:off x="5253939" y="3531512"/>
              <a:ext cx="3340" cy="24458"/>
            </a:xfrm>
            <a:custGeom>
              <a:avLst/>
              <a:pathLst>
                <a:path w="3340" h="24458">
                  <a:moveTo>
                    <a:pt x="0" y="0"/>
                  </a:moveTo>
                  <a:lnTo>
                    <a:pt x="3340" y="24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l4925"/>
            <p:cNvSpPr/>
            <p:nvPr/>
          </p:nvSpPr>
          <p:spPr>
            <a:xfrm>
              <a:off x="5257279" y="3555971"/>
              <a:ext cx="4050" cy="24351"/>
            </a:xfrm>
            <a:custGeom>
              <a:avLst/>
              <a:pathLst>
                <a:path w="4050" h="24351">
                  <a:moveTo>
                    <a:pt x="0" y="0"/>
                  </a:moveTo>
                  <a:lnTo>
                    <a:pt x="4050" y="24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l4926"/>
            <p:cNvSpPr/>
            <p:nvPr/>
          </p:nvSpPr>
          <p:spPr>
            <a:xfrm>
              <a:off x="5261330" y="3580323"/>
              <a:ext cx="4757" cy="24223"/>
            </a:xfrm>
            <a:custGeom>
              <a:avLst/>
              <a:pathLst>
                <a:path w="4757" h="24223">
                  <a:moveTo>
                    <a:pt x="0" y="0"/>
                  </a:moveTo>
                  <a:lnTo>
                    <a:pt x="4757" y="24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l4927"/>
            <p:cNvSpPr/>
            <p:nvPr/>
          </p:nvSpPr>
          <p:spPr>
            <a:xfrm>
              <a:off x="5266087" y="3604546"/>
              <a:ext cx="5460" cy="24074"/>
            </a:xfrm>
            <a:custGeom>
              <a:avLst/>
              <a:pathLst>
                <a:path w="5460" h="24074">
                  <a:moveTo>
                    <a:pt x="0" y="0"/>
                  </a:moveTo>
                  <a:lnTo>
                    <a:pt x="5460" y="240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l4928"/>
            <p:cNvSpPr/>
            <p:nvPr/>
          </p:nvSpPr>
          <p:spPr>
            <a:xfrm>
              <a:off x="5271548" y="3628620"/>
              <a:ext cx="6158" cy="23905"/>
            </a:xfrm>
            <a:custGeom>
              <a:avLst/>
              <a:pathLst>
                <a:path w="6158" h="23905">
                  <a:moveTo>
                    <a:pt x="0" y="0"/>
                  </a:moveTo>
                  <a:lnTo>
                    <a:pt x="6158" y="23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l4929"/>
            <p:cNvSpPr/>
            <p:nvPr/>
          </p:nvSpPr>
          <p:spPr>
            <a:xfrm>
              <a:off x="5277707" y="3652525"/>
              <a:ext cx="6851" cy="23715"/>
            </a:xfrm>
            <a:custGeom>
              <a:avLst/>
              <a:pathLst>
                <a:path w="6851" h="23715">
                  <a:moveTo>
                    <a:pt x="0" y="0"/>
                  </a:moveTo>
                  <a:lnTo>
                    <a:pt x="6851" y="2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l4930"/>
            <p:cNvSpPr/>
            <p:nvPr/>
          </p:nvSpPr>
          <p:spPr>
            <a:xfrm>
              <a:off x="5284559" y="3676241"/>
              <a:ext cx="7539" cy="23506"/>
            </a:xfrm>
            <a:custGeom>
              <a:avLst/>
              <a:pathLst>
                <a:path w="7539" h="23506">
                  <a:moveTo>
                    <a:pt x="0" y="0"/>
                  </a:moveTo>
                  <a:lnTo>
                    <a:pt x="7539" y="23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l4931"/>
            <p:cNvSpPr/>
            <p:nvPr/>
          </p:nvSpPr>
          <p:spPr>
            <a:xfrm>
              <a:off x="5292098" y="3699748"/>
              <a:ext cx="8220" cy="23277"/>
            </a:xfrm>
            <a:custGeom>
              <a:avLst/>
              <a:pathLst>
                <a:path w="8220" h="23277">
                  <a:moveTo>
                    <a:pt x="0" y="0"/>
                  </a:moveTo>
                  <a:lnTo>
                    <a:pt x="8220" y="23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2"/>
            <p:cNvSpPr/>
            <p:nvPr/>
          </p:nvSpPr>
          <p:spPr>
            <a:xfrm>
              <a:off x="5300318" y="3723025"/>
              <a:ext cx="8894" cy="23028"/>
            </a:xfrm>
            <a:custGeom>
              <a:avLst/>
              <a:pathLst>
                <a:path w="8894" h="23028">
                  <a:moveTo>
                    <a:pt x="0" y="0"/>
                  </a:moveTo>
                  <a:lnTo>
                    <a:pt x="8894" y="230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3"/>
            <p:cNvSpPr/>
            <p:nvPr/>
          </p:nvSpPr>
          <p:spPr>
            <a:xfrm>
              <a:off x="5309212" y="3746053"/>
              <a:ext cx="9560" cy="22759"/>
            </a:xfrm>
            <a:custGeom>
              <a:avLst/>
              <a:pathLst>
                <a:path w="9560" h="22759">
                  <a:moveTo>
                    <a:pt x="0" y="0"/>
                  </a:moveTo>
                  <a:lnTo>
                    <a:pt x="9560" y="22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4"/>
            <p:cNvSpPr/>
            <p:nvPr/>
          </p:nvSpPr>
          <p:spPr>
            <a:xfrm>
              <a:off x="5260683" y="3469451"/>
              <a:ext cx="1526" cy="24234"/>
            </a:xfrm>
            <a:custGeom>
              <a:avLst/>
              <a:pathLst>
                <a:path w="1526" h="24234">
                  <a:moveTo>
                    <a:pt x="0" y="0"/>
                  </a:moveTo>
                  <a:lnTo>
                    <a:pt x="1526" y="24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5"/>
            <p:cNvSpPr/>
            <p:nvPr/>
          </p:nvSpPr>
          <p:spPr>
            <a:xfrm>
              <a:off x="5262210" y="3493686"/>
              <a:ext cx="2229" cy="24180"/>
            </a:xfrm>
            <a:custGeom>
              <a:avLst/>
              <a:pathLst>
                <a:path w="2229" h="24180">
                  <a:moveTo>
                    <a:pt x="0" y="0"/>
                  </a:moveTo>
                  <a:lnTo>
                    <a:pt x="2229" y="24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6"/>
            <p:cNvSpPr/>
            <p:nvPr/>
          </p:nvSpPr>
          <p:spPr>
            <a:xfrm>
              <a:off x="5264440" y="3517866"/>
              <a:ext cx="2931" cy="24105"/>
            </a:xfrm>
            <a:custGeom>
              <a:avLst/>
              <a:pathLst>
                <a:path w="2931" h="24105">
                  <a:moveTo>
                    <a:pt x="0" y="0"/>
                  </a:moveTo>
                  <a:lnTo>
                    <a:pt x="2931" y="24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7"/>
            <p:cNvSpPr/>
            <p:nvPr/>
          </p:nvSpPr>
          <p:spPr>
            <a:xfrm>
              <a:off x="5267371" y="3541971"/>
              <a:ext cx="3629" cy="24009"/>
            </a:xfrm>
            <a:custGeom>
              <a:avLst/>
              <a:pathLst>
                <a:path w="3629" h="24009">
                  <a:moveTo>
                    <a:pt x="0" y="0"/>
                  </a:moveTo>
                  <a:lnTo>
                    <a:pt x="3629" y="24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8"/>
            <p:cNvSpPr/>
            <p:nvPr/>
          </p:nvSpPr>
          <p:spPr>
            <a:xfrm>
              <a:off x="5271001" y="3565981"/>
              <a:ext cx="4325" cy="23894"/>
            </a:xfrm>
            <a:custGeom>
              <a:avLst/>
              <a:pathLst>
                <a:path w="4325" h="23894">
                  <a:moveTo>
                    <a:pt x="0" y="0"/>
                  </a:moveTo>
                  <a:lnTo>
                    <a:pt x="4325" y="23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9"/>
            <p:cNvSpPr/>
            <p:nvPr/>
          </p:nvSpPr>
          <p:spPr>
            <a:xfrm>
              <a:off x="5275327" y="3589875"/>
              <a:ext cx="5017" cy="23758"/>
            </a:xfrm>
            <a:custGeom>
              <a:avLst/>
              <a:pathLst>
                <a:path w="5017" h="23758">
                  <a:moveTo>
                    <a:pt x="0" y="0"/>
                  </a:moveTo>
                  <a:lnTo>
                    <a:pt x="5017" y="23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l4940"/>
            <p:cNvSpPr/>
            <p:nvPr/>
          </p:nvSpPr>
          <p:spPr>
            <a:xfrm>
              <a:off x="5280344" y="3613634"/>
              <a:ext cx="5705" cy="23603"/>
            </a:xfrm>
            <a:custGeom>
              <a:avLst/>
              <a:pathLst>
                <a:path w="5705" h="23603">
                  <a:moveTo>
                    <a:pt x="0" y="0"/>
                  </a:moveTo>
                  <a:lnTo>
                    <a:pt x="5705" y="23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l4941"/>
            <p:cNvSpPr/>
            <p:nvPr/>
          </p:nvSpPr>
          <p:spPr>
            <a:xfrm>
              <a:off x="5286050" y="3637237"/>
              <a:ext cx="6388" cy="23427"/>
            </a:xfrm>
            <a:custGeom>
              <a:avLst/>
              <a:pathLst>
                <a:path w="6388" h="23427">
                  <a:moveTo>
                    <a:pt x="0" y="0"/>
                  </a:moveTo>
                  <a:lnTo>
                    <a:pt x="6388" y="23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l4942"/>
            <p:cNvSpPr/>
            <p:nvPr/>
          </p:nvSpPr>
          <p:spPr>
            <a:xfrm>
              <a:off x="5292438" y="3660665"/>
              <a:ext cx="7065" cy="23232"/>
            </a:xfrm>
            <a:custGeom>
              <a:avLst/>
              <a:pathLst>
                <a:path w="7065" h="23232">
                  <a:moveTo>
                    <a:pt x="0" y="0"/>
                  </a:moveTo>
                  <a:lnTo>
                    <a:pt x="7065" y="23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l4943"/>
            <p:cNvSpPr/>
            <p:nvPr/>
          </p:nvSpPr>
          <p:spPr>
            <a:xfrm>
              <a:off x="5299504" y="3683897"/>
              <a:ext cx="7737" cy="23017"/>
            </a:xfrm>
            <a:custGeom>
              <a:avLst/>
              <a:pathLst>
                <a:path w="7737" h="23017">
                  <a:moveTo>
                    <a:pt x="0" y="0"/>
                  </a:moveTo>
                  <a:lnTo>
                    <a:pt x="7737" y="23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l4944"/>
            <p:cNvSpPr/>
            <p:nvPr/>
          </p:nvSpPr>
          <p:spPr>
            <a:xfrm>
              <a:off x="5307242" y="3706914"/>
              <a:ext cx="8402" cy="22782"/>
            </a:xfrm>
            <a:custGeom>
              <a:avLst/>
              <a:pathLst>
                <a:path w="8402" h="22782">
                  <a:moveTo>
                    <a:pt x="0" y="0"/>
                  </a:moveTo>
                  <a:lnTo>
                    <a:pt x="8402" y="22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l4945"/>
            <p:cNvSpPr/>
            <p:nvPr/>
          </p:nvSpPr>
          <p:spPr>
            <a:xfrm>
              <a:off x="5315644" y="3729696"/>
              <a:ext cx="9060" cy="22529"/>
            </a:xfrm>
            <a:custGeom>
              <a:avLst/>
              <a:pathLst>
                <a:path w="9060" h="22529">
                  <a:moveTo>
                    <a:pt x="0" y="0"/>
                  </a:moveTo>
                  <a:lnTo>
                    <a:pt x="9060" y="225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l4946"/>
            <p:cNvSpPr/>
            <p:nvPr/>
          </p:nvSpPr>
          <p:spPr>
            <a:xfrm>
              <a:off x="5324705" y="3752225"/>
              <a:ext cx="9711" cy="22256"/>
            </a:xfrm>
            <a:custGeom>
              <a:avLst/>
              <a:pathLst>
                <a:path w="9711" h="22256">
                  <a:moveTo>
                    <a:pt x="0" y="0"/>
                  </a:moveTo>
                  <a:lnTo>
                    <a:pt x="9711" y="22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l4947"/>
            <p:cNvSpPr/>
            <p:nvPr/>
          </p:nvSpPr>
          <p:spPr>
            <a:xfrm>
              <a:off x="5334416" y="3774482"/>
              <a:ext cx="10353" cy="21965"/>
            </a:xfrm>
            <a:custGeom>
              <a:avLst/>
              <a:pathLst>
                <a:path w="10353" h="21965">
                  <a:moveTo>
                    <a:pt x="0" y="0"/>
                  </a:moveTo>
                  <a:lnTo>
                    <a:pt x="10353" y="21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l4948"/>
            <p:cNvSpPr/>
            <p:nvPr/>
          </p:nvSpPr>
          <p:spPr>
            <a:xfrm>
              <a:off x="5301523" y="3633258"/>
              <a:ext cx="5970" cy="21952"/>
            </a:xfrm>
            <a:custGeom>
              <a:avLst/>
              <a:pathLst>
                <a:path w="5970" h="21952">
                  <a:moveTo>
                    <a:pt x="0" y="0"/>
                  </a:moveTo>
                  <a:lnTo>
                    <a:pt x="5970" y="219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l4949"/>
            <p:cNvSpPr/>
            <p:nvPr/>
          </p:nvSpPr>
          <p:spPr>
            <a:xfrm>
              <a:off x="5307494" y="3655210"/>
              <a:ext cx="6577" cy="21778"/>
            </a:xfrm>
            <a:custGeom>
              <a:avLst/>
              <a:pathLst>
                <a:path w="6577" h="21778">
                  <a:moveTo>
                    <a:pt x="0" y="0"/>
                  </a:moveTo>
                  <a:lnTo>
                    <a:pt x="6577" y="21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50"/>
            <p:cNvSpPr/>
            <p:nvPr/>
          </p:nvSpPr>
          <p:spPr>
            <a:xfrm>
              <a:off x="5314071" y="3676989"/>
              <a:ext cx="7178" cy="21587"/>
            </a:xfrm>
            <a:custGeom>
              <a:avLst/>
              <a:pathLst>
                <a:path w="7178" h="21587">
                  <a:moveTo>
                    <a:pt x="0" y="0"/>
                  </a:moveTo>
                  <a:lnTo>
                    <a:pt x="7178" y="21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1"/>
            <p:cNvSpPr/>
            <p:nvPr/>
          </p:nvSpPr>
          <p:spPr>
            <a:xfrm>
              <a:off x="5321250" y="3698576"/>
              <a:ext cx="7774" cy="21380"/>
            </a:xfrm>
            <a:custGeom>
              <a:avLst/>
              <a:pathLst>
                <a:path w="7774" h="21380">
                  <a:moveTo>
                    <a:pt x="0" y="0"/>
                  </a:moveTo>
                  <a:lnTo>
                    <a:pt x="7774" y="213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2"/>
            <p:cNvSpPr/>
            <p:nvPr/>
          </p:nvSpPr>
          <p:spPr>
            <a:xfrm>
              <a:off x="5329025" y="3719956"/>
              <a:ext cx="8364" cy="21156"/>
            </a:xfrm>
            <a:custGeom>
              <a:avLst/>
              <a:pathLst>
                <a:path w="8364" h="21156">
                  <a:moveTo>
                    <a:pt x="0" y="0"/>
                  </a:moveTo>
                  <a:lnTo>
                    <a:pt x="8364" y="211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3"/>
            <p:cNvSpPr/>
            <p:nvPr/>
          </p:nvSpPr>
          <p:spPr>
            <a:xfrm>
              <a:off x="5337390" y="3741112"/>
              <a:ext cx="8948" cy="20916"/>
            </a:xfrm>
            <a:custGeom>
              <a:avLst/>
              <a:pathLst>
                <a:path w="8948" h="20916">
                  <a:moveTo>
                    <a:pt x="0" y="0"/>
                  </a:moveTo>
                  <a:lnTo>
                    <a:pt x="8948" y="20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4"/>
            <p:cNvSpPr/>
            <p:nvPr/>
          </p:nvSpPr>
          <p:spPr>
            <a:xfrm>
              <a:off x="5346338" y="3762028"/>
              <a:ext cx="9525" cy="20659"/>
            </a:xfrm>
            <a:custGeom>
              <a:avLst/>
              <a:pathLst>
                <a:path w="9525" h="20659">
                  <a:moveTo>
                    <a:pt x="0" y="0"/>
                  </a:moveTo>
                  <a:lnTo>
                    <a:pt x="9525" y="20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5"/>
            <p:cNvSpPr/>
            <p:nvPr/>
          </p:nvSpPr>
          <p:spPr>
            <a:xfrm>
              <a:off x="5355863" y="3782688"/>
              <a:ext cx="10094" cy="20387"/>
            </a:xfrm>
            <a:custGeom>
              <a:avLst/>
              <a:pathLst>
                <a:path w="10094" h="20387">
                  <a:moveTo>
                    <a:pt x="0" y="0"/>
                  </a:moveTo>
                  <a:lnTo>
                    <a:pt x="10094" y="20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6"/>
            <p:cNvSpPr/>
            <p:nvPr/>
          </p:nvSpPr>
          <p:spPr>
            <a:xfrm>
              <a:off x="5365958" y="3803076"/>
              <a:ext cx="10655" cy="20099"/>
            </a:xfrm>
            <a:custGeom>
              <a:avLst/>
              <a:pathLst>
                <a:path w="10655" h="20099">
                  <a:moveTo>
                    <a:pt x="0" y="0"/>
                  </a:moveTo>
                  <a:lnTo>
                    <a:pt x="10655" y="20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l4957"/>
            <p:cNvSpPr/>
            <p:nvPr/>
          </p:nvSpPr>
          <p:spPr>
            <a:xfrm>
              <a:off x="5526289" y="3654193"/>
              <a:ext cx="6881" cy="16681"/>
            </a:xfrm>
            <a:custGeom>
              <a:avLst/>
              <a:pathLst>
                <a:path w="6881" h="16681">
                  <a:moveTo>
                    <a:pt x="0" y="0"/>
                  </a:moveTo>
                  <a:lnTo>
                    <a:pt x="6881" y="16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l4958"/>
            <p:cNvSpPr/>
            <p:nvPr/>
          </p:nvSpPr>
          <p:spPr>
            <a:xfrm>
              <a:off x="5533170" y="3670875"/>
              <a:ext cx="7369" cy="16471"/>
            </a:xfrm>
            <a:custGeom>
              <a:avLst/>
              <a:pathLst>
                <a:path w="7369" h="16471">
                  <a:moveTo>
                    <a:pt x="0" y="0"/>
                  </a:moveTo>
                  <a:lnTo>
                    <a:pt x="7369" y="164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l4959"/>
            <p:cNvSpPr/>
            <p:nvPr/>
          </p:nvSpPr>
          <p:spPr>
            <a:xfrm>
              <a:off x="5540540" y="3687346"/>
              <a:ext cx="7852" cy="16247"/>
            </a:xfrm>
            <a:custGeom>
              <a:avLst/>
              <a:pathLst>
                <a:path w="7852" h="16247">
                  <a:moveTo>
                    <a:pt x="0" y="0"/>
                  </a:moveTo>
                  <a:lnTo>
                    <a:pt x="7852" y="16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l4960"/>
            <p:cNvSpPr/>
            <p:nvPr/>
          </p:nvSpPr>
          <p:spPr>
            <a:xfrm>
              <a:off x="5548392" y="3703594"/>
              <a:ext cx="8327" cy="16008"/>
            </a:xfrm>
            <a:custGeom>
              <a:avLst/>
              <a:pathLst>
                <a:path w="8327" h="16008">
                  <a:moveTo>
                    <a:pt x="0" y="0"/>
                  </a:moveTo>
                  <a:lnTo>
                    <a:pt x="8327" y="16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l4961"/>
            <p:cNvSpPr/>
            <p:nvPr/>
          </p:nvSpPr>
          <p:spPr>
            <a:xfrm>
              <a:off x="5556719" y="3719603"/>
              <a:ext cx="8795" cy="15756"/>
            </a:xfrm>
            <a:custGeom>
              <a:avLst/>
              <a:pathLst>
                <a:path w="8795" h="15756">
                  <a:moveTo>
                    <a:pt x="0" y="0"/>
                  </a:moveTo>
                  <a:lnTo>
                    <a:pt x="8795" y="15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l4962"/>
            <p:cNvSpPr/>
            <p:nvPr/>
          </p:nvSpPr>
          <p:spPr>
            <a:xfrm>
              <a:off x="5565515" y="3735360"/>
              <a:ext cx="9255" cy="15490"/>
            </a:xfrm>
            <a:custGeom>
              <a:avLst/>
              <a:pathLst>
                <a:path w="9255" h="15490">
                  <a:moveTo>
                    <a:pt x="0" y="0"/>
                  </a:moveTo>
                  <a:lnTo>
                    <a:pt x="9255" y="154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l4963"/>
            <p:cNvSpPr/>
            <p:nvPr/>
          </p:nvSpPr>
          <p:spPr>
            <a:xfrm>
              <a:off x="5574770" y="3750850"/>
              <a:ext cx="9707" cy="15211"/>
            </a:xfrm>
            <a:custGeom>
              <a:avLst/>
              <a:pathLst>
                <a:path w="9707" h="15211">
                  <a:moveTo>
                    <a:pt x="0" y="0"/>
                  </a:moveTo>
                  <a:lnTo>
                    <a:pt x="9707" y="15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l4964"/>
            <p:cNvSpPr/>
            <p:nvPr/>
          </p:nvSpPr>
          <p:spPr>
            <a:xfrm>
              <a:off x="5584478" y="3766062"/>
              <a:ext cx="10151" cy="14918"/>
            </a:xfrm>
            <a:custGeom>
              <a:avLst/>
              <a:pathLst>
                <a:path w="10151" h="14918">
                  <a:moveTo>
                    <a:pt x="0" y="0"/>
                  </a:moveTo>
                  <a:lnTo>
                    <a:pt x="10151" y="14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l4965"/>
            <p:cNvSpPr/>
            <p:nvPr/>
          </p:nvSpPr>
          <p:spPr>
            <a:xfrm>
              <a:off x="5594630" y="3780980"/>
              <a:ext cx="10587" cy="14613"/>
            </a:xfrm>
            <a:custGeom>
              <a:avLst/>
              <a:pathLst>
                <a:path w="10587" h="14613">
                  <a:moveTo>
                    <a:pt x="0" y="0"/>
                  </a:moveTo>
                  <a:lnTo>
                    <a:pt x="10587" y="14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l4966"/>
            <p:cNvSpPr/>
            <p:nvPr/>
          </p:nvSpPr>
          <p:spPr>
            <a:xfrm>
              <a:off x="5605217" y="3795594"/>
              <a:ext cx="11012" cy="14294"/>
            </a:xfrm>
            <a:custGeom>
              <a:avLst/>
              <a:pathLst>
                <a:path w="11012" h="14294">
                  <a:moveTo>
                    <a:pt x="0" y="0"/>
                  </a:moveTo>
                  <a:lnTo>
                    <a:pt x="11012" y="14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l4967"/>
            <p:cNvSpPr/>
            <p:nvPr/>
          </p:nvSpPr>
          <p:spPr>
            <a:xfrm>
              <a:off x="5616230" y="3809889"/>
              <a:ext cx="11429" cy="13964"/>
            </a:xfrm>
            <a:custGeom>
              <a:avLst/>
              <a:pathLst>
                <a:path w="11429" h="13964">
                  <a:moveTo>
                    <a:pt x="0" y="0"/>
                  </a:moveTo>
                  <a:lnTo>
                    <a:pt x="11429" y="13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l4968"/>
            <p:cNvSpPr/>
            <p:nvPr/>
          </p:nvSpPr>
          <p:spPr>
            <a:xfrm>
              <a:off x="5627659" y="3823853"/>
              <a:ext cx="11835" cy="13621"/>
            </a:xfrm>
            <a:custGeom>
              <a:avLst/>
              <a:pathLst>
                <a:path w="11835" h="13621">
                  <a:moveTo>
                    <a:pt x="0" y="0"/>
                  </a:moveTo>
                  <a:lnTo>
                    <a:pt x="11835" y="13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l4969"/>
            <p:cNvSpPr/>
            <p:nvPr/>
          </p:nvSpPr>
          <p:spPr>
            <a:xfrm>
              <a:off x="5639495" y="3837475"/>
              <a:ext cx="12231" cy="13266"/>
            </a:xfrm>
            <a:custGeom>
              <a:avLst/>
              <a:pathLst>
                <a:path w="12231" h="13266">
                  <a:moveTo>
                    <a:pt x="0" y="0"/>
                  </a:moveTo>
                  <a:lnTo>
                    <a:pt x="12231" y="132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l4970"/>
            <p:cNvSpPr/>
            <p:nvPr/>
          </p:nvSpPr>
          <p:spPr>
            <a:xfrm>
              <a:off x="5651727" y="3850742"/>
              <a:ext cx="12617" cy="12900"/>
            </a:xfrm>
            <a:custGeom>
              <a:avLst/>
              <a:pathLst>
                <a:path w="12617" h="12900">
                  <a:moveTo>
                    <a:pt x="0" y="0"/>
                  </a:moveTo>
                  <a:lnTo>
                    <a:pt x="12617" y="12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l4971"/>
            <p:cNvSpPr/>
            <p:nvPr/>
          </p:nvSpPr>
          <p:spPr>
            <a:xfrm>
              <a:off x="5664344" y="3863642"/>
              <a:ext cx="12991" cy="12523"/>
            </a:xfrm>
            <a:custGeom>
              <a:avLst/>
              <a:pathLst>
                <a:path w="12991" h="12523">
                  <a:moveTo>
                    <a:pt x="0" y="0"/>
                  </a:moveTo>
                  <a:lnTo>
                    <a:pt x="12991" y="12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l4972"/>
            <p:cNvSpPr/>
            <p:nvPr/>
          </p:nvSpPr>
          <p:spPr>
            <a:xfrm>
              <a:off x="5677336" y="3876166"/>
              <a:ext cx="13355" cy="12135"/>
            </a:xfrm>
            <a:custGeom>
              <a:avLst/>
              <a:pathLst>
                <a:path w="13355" h="12135">
                  <a:moveTo>
                    <a:pt x="0" y="0"/>
                  </a:moveTo>
                  <a:lnTo>
                    <a:pt x="13355" y="12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l4973"/>
            <p:cNvSpPr/>
            <p:nvPr/>
          </p:nvSpPr>
          <p:spPr>
            <a:xfrm>
              <a:off x="5690692" y="3888301"/>
              <a:ext cx="13707" cy="11736"/>
            </a:xfrm>
            <a:custGeom>
              <a:avLst/>
              <a:pathLst>
                <a:path w="13707" h="11736">
                  <a:moveTo>
                    <a:pt x="0" y="0"/>
                  </a:moveTo>
                  <a:lnTo>
                    <a:pt x="13707" y="117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l4974"/>
            <p:cNvSpPr/>
            <p:nvPr/>
          </p:nvSpPr>
          <p:spPr>
            <a:xfrm>
              <a:off x="5704399" y="3900038"/>
              <a:ext cx="14046" cy="11327"/>
            </a:xfrm>
            <a:custGeom>
              <a:avLst/>
              <a:pathLst>
                <a:path w="14046" h="11327">
                  <a:moveTo>
                    <a:pt x="0" y="0"/>
                  </a:moveTo>
                  <a:lnTo>
                    <a:pt x="14046" y="11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l4975"/>
            <p:cNvSpPr/>
            <p:nvPr/>
          </p:nvSpPr>
          <p:spPr>
            <a:xfrm>
              <a:off x="5718446" y="3911366"/>
              <a:ext cx="14374" cy="10908"/>
            </a:xfrm>
            <a:custGeom>
              <a:avLst/>
              <a:pathLst>
                <a:path w="14374" h="10908">
                  <a:moveTo>
                    <a:pt x="0" y="0"/>
                  </a:moveTo>
                  <a:lnTo>
                    <a:pt x="14374" y="10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l4976"/>
            <p:cNvSpPr/>
            <p:nvPr/>
          </p:nvSpPr>
          <p:spPr>
            <a:xfrm>
              <a:off x="5732820" y="3922275"/>
              <a:ext cx="14689" cy="10480"/>
            </a:xfrm>
            <a:custGeom>
              <a:avLst/>
              <a:pathLst>
                <a:path w="14689" h="10480">
                  <a:moveTo>
                    <a:pt x="0" y="0"/>
                  </a:moveTo>
                  <a:lnTo>
                    <a:pt x="14689" y="104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l4977"/>
            <p:cNvSpPr/>
            <p:nvPr/>
          </p:nvSpPr>
          <p:spPr>
            <a:xfrm>
              <a:off x="5898787" y="3585495"/>
              <a:ext cx="4748" cy="5799"/>
            </a:xfrm>
            <a:custGeom>
              <a:avLst/>
              <a:pathLst>
                <a:path w="4748" h="5799">
                  <a:moveTo>
                    <a:pt x="0" y="0"/>
                  </a:moveTo>
                  <a:lnTo>
                    <a:pt x="4748" y="5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l4978"/>
            <p:cNvSpPr/>
            <p:nvPr/>
          </p:nvSpPr>
          <p:spPr>
            <a:xfrm>
              <a:off x="5903535" y="3591295"/>
              <a:ext cx="4918" cy="5655"/>
            </a:xfrm>
            <a:custGeom>
              <a:avLst/>
              <a:pathLst>
                <a:path w="4918" h="5655">
                  <a:moveTo>
                    <a:pt x="0" y="0"/>
                  </a:moveTo>
                  <a:lnTo>
                    <a:pt x="4918" y="5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l4979"/>
            <p:cNvSpPr/>
            <p:nvPr/>
          </p:nvSpPr>
          <p:spPr>
            <a:xfrm>
              <a:off x="5908454" y="3596950"/>
              <a:ext cx="5085" cy="5506"/>
            </a:xfrm>
            <a:custGeom>
              <a:avLst/>
              <a:pathLst>
                <a:path w="5085" h="5506">
                  <a:moveTo>
                    <a:pt x="0" y="0"/>
                  </a:moveTo>
                  <a:lnTo>
                    <a:pt x="5085" y="5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l4980"/>
            <p:cNvSpPr/>
            <p:nvPr/>
          </p:nvSpPr>
          <p:spPr>
            <a:xfrm>
              <a:off x="5913539" y="3602457"/>
              <a:ext cx="5246" cy="5352"/>
            </a:xfrm>
            <a:custGeom>
              <a:avLst/>
              <a:pathLst>
                <a:path w="5246" h="5352">
                  <a:moveTo>
                    <a:pt x="0" y="0"/>
                  </a:moveTo>
                  <a:lnTo>
                    <a:pt x="5246" y="53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l4981"/>
            <p:cNvSpPr/>
            <p:nvPr/>
          </p:nvSpPr>
          <p:spPr>
            <a:xfrm>
              <a:off x="5918786" y="3607809"/>
              <a:ext cx="5403" cy="5193"/>
            </a:xfrm>
            <a:custGeom>
              <a:avLst/>
              <a:pathLst>
                <a:path w="5403" h="5193">
                  <a:moveTo>
                    <a:pt x="0" y="0"/>
                  </a:moveTo>
                  <a:lnTo>
                    <a:pt x="5403" y="5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l4982"/>
            <p:cNvSpPr/>
            <p:nvPr/>
          </p:nvSpPr>
          <p:spPr>
            <a:xfrm>
              <a:off x="5924190" y="3613003"/>
              <a:ext cx="5556" cy="5030"/>
            </a:xfrm>
            <a:custGeom>
              <a:avLst/>
              <a:pathLst>
                <a:path w="5556" h="5030">
                  <a:moveTo>
                    <a:pt x="0" y="0"/>
                  </a:moveTo>
                  <a:lnTo>
                    <a:pt x="5556" y="5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l4983"/>
            <p:cNvSpPr/>
            <p:nvPr/>
          </p:nvSpPr>
          <p:spPr>
            <a:xfrm>
              <a:off x="5929746" y="3618034"/>
              <a:ext cx="5703" cy="4863"/>
            </a:xfrm>
            <a:custGeom>
              <a:avLst/>
              <a:pathLst>
                <a:path w="5703" h="4863">
                  <a:moveTo>
                    <a:pt x="0" y="0"/>
                  </a:moveTo>
                  <a:lnTo>
                    <a:pt x="5703" y="48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l4984"/>
            <p:cNvSpPr/>
            <p:nvPr/>
          </p:nvSpPr>
          <p:spPr>
            <a:xfrm>
              <a:off x="5935450" y="3622897"/>
              <a:ext cx="5845" cy="4690"/>
            </a:xfrm>
            <a:custGeom>
              <a:avLst/>
              <a:pathLst>
                <a:path w="5845" h="4690">
                  <a:moveTo>
                    <a:pt x="0" y="0"/>
                  </a:moveTo>
                  <a:lnTo>
                    <a:pt x="5845" y="4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l4985"/>
            <p:cNvSpPr/>
            <p:nvPr/>
          </p:nvSpPr>
          <p:spPr>
            <a:xfrm>
              <a:off x="5941296" y="3627588"/>
              <a:ext cx="5982" cy="4514"/>
            </a:xfrm>
            <a:custGeom>
              <a:avLst/>
              <a:pathLst>
                <a:path w="5982" h="4514">
                  <a:moveTo>
                    <a:pt x="0" y="0"/>
                  </a:moveTo>
                  <a:lnTo>
                    <a:pt x="5982" y="45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l4986"/>
            <p:cNvSpPr/>
            <p:nvPr/>
          </p:nvSpPr>
          <p:spPr>
            <a:xfrm>
              <a:off x="5947279" y="3632103"/>
              <a:ext cx="6114" cy="4334"/>
            </a:xfrm>
            <a:custGeom>
              <a:avLst/>
              <a:pathLst>
                <a:path w="6114" h="4334">
                  <a:moveTo>
                    <a:pt x="0" y="0"/>
                  </a:moveTo>
                  <a:lnTo>
                    <a:pt x="6114" y="4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l4987"/>
            <p:cNvSpPr/>
            <p:nvPr/>
          </p:nvSpPr>
          <p:spPr>
            <a:xfrm>
              <a:off x="5953393" y="3636438"/>
              <a:ext cx="6241" cy="4150"/>
            </a:xfrm>
            <a:custGeom>
              <a:avLst/>
              <a:pathLst>
                <a:path w="6241" h="4150">
                  <a:moveTo>
                    <a:pt x="0" y="0"/>
                  </a:moveTo>
                  <a:lnTo>
                    <a:pt x="6241" y="4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l4988"/>
            <p:cNvSpPr/>
            <p:nvPr/>
          </p:nvSpPr>
          <p:spPr>
            <a:xfrm>
              <a:off x="5959635" y="3640588"/>
              <a:ext cx="6362" cy="3962"/>
            </a:xfrm>
            <a:custGeom>
              <a:avLst/>
              <a:pathLst>
                <a:path w="6362" h="3962">
                  <a:moveTo>
                    <a:pt x="0" y="0"/>
                  </a:moveTo>
                  <a:lnTo>
                    <a:pt x="6362" y="3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l4989"/>
            <p:cNvSpPr/>
            <p:nvPr/>
          </p:nvSpPr>
          <p:spPr>
            <a:xfrm>
              <a:off x="5965997" y="3644551"/>
              <a:ext cx="6477" cy="3771"/>
            </a:xfrm>
            <a:custGeom>
              <a:avLst/>
              <a:pathLst>
                <a:path w="6477" h="3771">
                  <a:moveTo>
                    <a:pt x="0" y="0"/>
                  </a:moveTo>
                  <a:lnTo>
                    <a:pt x="6477" y="3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l4990"/>
            <p:cNvSpPr/>
            <p:nvPr/>
          </p:nvSpPr>
          <p:spPr>
            <a:xfrm>
              <a:off x="5972474" y="3648323"/>
              <a:ext cx="6586" cy="3577"/>
            </a:xfrm>
            <a:custGeom>
              <a:avLst/>
              <a:pathLst>
                <a:path w="6586" h="3577">
                  <a:moveTo>
                    <a:pt x="0" y="0"/>
                  </a:moveTo>
                  <a:lnTo>
                    <a:pt x="6586" y="3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l4991"/>
            <p:cNvSpPr/>
            <p:nvPr/>
          </p:nvSpPr>
          <p:spPr>
            <a:xfrm>
              <a:off x="5979061" y="3651900"/>
              <a:ext cx="6690" cy="3379"/>
            </a:xfrm>
            <a:custGeom>
              <a:avLst/>
              <a:pathLst>
                <a:path w="6690" h="3379">
                  <a:moveTo>
                    <a:pt x="0" y="0"/>
                  </a:moveTo>
                  <a:lnTo>
                    <a:pt x="6690" y="3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l4992"/>
            <p:cNvSpPr/>
            <p:nvPr/>
          </p:nvSpPr>
          <p:spPr>
            <a:xfrm>
              <a:off x="5985751" y="3655279"/>
              <a:ext cx="6787" cy="3178"/>
            </a:xfrm>
            <a:custGeom>
              <a:avLst/>
              <a:pathLst>
                <a:path w="6787" h="3178">
                  <a:moveTo>
                    <a:pt x="0" y="0"/>
                  </a:moveTo>
                  <a:lnTo>
                    <a:pt x="6787" y="31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l4993"/>
            <p:cNvSpPr/>
            <p:nvPr/>
          </p:nvSpPr>
          <p:spPr>
            <a:xfrm>
              <a:off x="5992539" y="3658458"/>
              <a:ext cx="6879" cy="2974"/>
            </a:xfrm>
            <a:custGeom>
              <a:avLst/>
              <a:pathLst>
                <a:path w="6879" h="2974">
                  <a:moveTo>
                    <a:pt x="0" y="0"/>
                  </a:moveTo>
                  <a:lnTo>
                    <a:pt x="6879" y="29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l4994"/>
            <p:cNvSpPr/>
            <p:nvPr/>
          </p:nvSpPr>
          <p:spPr>
            <a:xfrm>
              <a:off x="5999419" y="3661432"/>
              <a:ext cx="6965" cy="2768"/>
            </a:xfrm>
            <a:custGeom>
              <a:avLst/>
              <a:pathLst>
                <a:path w="6965" h="2768">
                  <a:moveTo>
                    <a:pt x="0" y="0"/>
                  </a:moveTo>
                  <a:lnTo>
                    <a:pt x="6965" y="2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l4995"/>
            <p:cNvSpPr/>
            <p:nvPr/>
          </p:nvSpPr>
          <p:spPr>
            <a:xfrm>
              <a:off x="6006384" y="3664201"/>
              <a:ext cx="7044" cy="2560"/>
            </a:xfrm>
            <a:custGeom>
              <a:avLst/>
              <a:pathLst>
                <a:path w="7044" h="2560">
                  <a:moveTo>
                    <a:pt x="0" y="0"/>
                  </a:moveTo>
                  <a:lnTo>
                    <a:pt x="7044" y="2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l4996"/>
            <p:cNvSpPr/>
            <p:nvPr/>
          </p:nvSpPr>
          <p:spPr>
            <a:xfrm>
              <a:off x="6013428" y="3666761"/>
              <a:ext cx="7117" cy="2349"/>
            </a:xfrm>
            <a:custGeom>
              <a:avLst/>
              <a:pathLst>
                <a:path w="7117" h="2349">
                  <a:moveTo>
                    <a:pt x="0" y="0"/>
                  </a:moveTo>
                  <a:lnTo>
                    <a:pt x="7117" y="2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l4997"/>
            <p:cNvSpPr/>
            <p:nvPr/>
          </p:nvSpPr>
          <p:spPr>
            <a:xfrm>
              <a:off x="6020546" y="3669111"/>
              <a:ext cx="7184" cy="2136"/>
            </a:xfrm>
            <a:custGeom>
              <a:avLst/>
              <a:pathLst>
                <a:path w="7184" h="2136">
                  <a:moveTo>
                    <a:pt x="0" y="0"/>
                  </a:moveTo>
                  <a:lnTo>
                    <a:pt x="7184" y="2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l4998"/>
            <p:cNvSpPr/>
            <p:nvPr/>
          </p:nvSpPr>
          <p:spPr>
            <a:xfrm>
              <a:off x="6027730" y="3671247"/>
              <a:ext cx="7244" cy="1921"/>
            </a:xfrm>
            <a:custGeom>
              <a:avLst/>
              <a:pathLst>
                <a:path w="7244" h="1921">
                  <a:moveTo>
                    <a:pt x="0" y="0"/>
                  </a:moveTo>
                  <a:lnTo>
                    <a:pt x="7244" y="1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l4999"/>
            <p:cNvSpPr/>
            <p:nvPr/>
          </p:nvSpPr>
          <p:spPr>
            <a:xfrm>
              <a:off x="6034975" y="3673168"/>
              <a:ext cx="7298" cy="1704"/>
            </a:xfrm>
            <a:custGeom>
              <a:avLst/>
              <a:pathLst>
                <a:path w="7298" h="1704">
                  <a:moveTo>
                    <a:pt x="0" y="0"/>
                  </a:moveTo>
                  <a:lnTo>
                    <a:pt x="7298" y="1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l5000"/>
            <p:cNvSpPr/>
            <p:nvPr/>
          </p:nvSpPr>
          <p:spPr>
            <a:xfrm>
              <a:off x="6042274" y="3674872"/>
              <a:ext cx="7346" cy="1486"/>
            </a:xfrm>
            <a:custGeom>
              <a:avLst/>
              <a:pathLst>
                <a:path w="7346" h="1486">
                  <a:moveTo>
                    <a:pt x="0" y="0"/>
                  </a:moveTo>
                  <a:lnTo>
                    <a:pt x="7346" y="14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l5001"/>
            <p:cNvSpPr/>
            <p:nvPr/>
          </p:nvSpPr>
          <p:spPr>
            <a:xfrm>
              <a:off x="6049621" y="3676359"/>
              <a:ext cx="7387" cy="1267"/>
            </a:xfrm>
            <a:custGeom>
              <a:avLst/>
              <a:pathLst>
                <a:path w="7387" h="1267">
                  <a:moveTo>
                    <a:pt x="0" y="0"/>
                  </a:moveTo>
                  <a:lnTo>
                    <a:pt x="7387" y="12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l5002"/>
            <p:cNvSpPr/>
            <p:nvPr/>
          </p:nvSpPr>
          <p:spPr>
            <a:xfrm>
              <a:off x="6057008" y="3677626"/>
              <a:ext cx="7421" cy="1046"/>
            </a:xfrm>
            <a:custGeom>
              <a:avLst/>
              <a:pathLst>
                <a:path w="7421" h="1046">
                  <a:moveTo>
                    <a:pt x="0" y="0"/>
                  </a:moveTo>
                  <a:lnTo>
                    <a:pt x="7421" y="10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l5003"/>
            <p:cNvSpPr/>
            <p:nvPr/>
          </p:nvSpPr>
          <p:spPr>
            <a:xfrm>
              <a:off x="6064430" y="3678672"/>
              <a:ext cx="7449" cy="824"/>
            </a:xfrm>
            <a:custGeom>
              <a:avLst/>
              <a:pathLst>
                <a:path w="7449" h="824">
                  <a:moveTo>
                    <a:pt x="0" y="0"/>
                  </a:moveTo>
                  <a:lnTo>
                    <a:pt x="7449" y="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l5004"/>
            <p:cNvSpPr/>
            <p:nvPr/>
          </p:nvSpPr>
          <p:spPr>
            <a:xfrm>
              <a:off x="6071880" y="3679497"/>
              <a:ext cx="7471" cy="602"/>
            </a:xfrm>
            <a:custGeom>
              <a:avLst/>
              <a:pathLst>
                <a:path w="7471" h="602">
                  <a:moveTo>
                    <a:pt x="0" y="0"/>
                  </a:moveTo>
                  <a:lnTo>
                    <a:pt x="7471" y="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l5005"/>
            <p:cNvSpPr/>
            <p:nvPr/>
          </p:nvSpPr>
          <p:spPr>
            <a:xfrm>
              <a:off x="6079351" y="3680100"/>
              <a:ext cx="7485" cy="379"/>
            </a:xfrm>
            <a:custGeom>
              <a:avLst/>
              <a:pathLst>
                <a:path w="7485" h="379">
                  <a:moveTo>
                    <a:pt x="0" y="0"/>
                  </a:moveTo>
                  <a:lnTo>
                    <a:pt x="7485" y="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l5006"/>
            <p:cNvSpPr/>
            <p:nvPr/>
          </p:nvSpPr>
          <p:spPr>
            <a:xfrm>
              <a:off x="6086837" y="3680480"/>
              <a:ext cx="7493" cy="156"/>
            </a:xfrm>
            <a:custGeom>
              <a:avLst/>
              <a:pathLst>
                <a:path w="7493" h="156">
                  <a:moveTo>
                    <a:pt x="0" y="0"/>
                  </a:moveTo>
                  <a:lnTo>
                    <a:pt x="7493" y="1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l5007"/>
            <p:cNvSpPr/>
            <p:nvPr/>
          </p:nvSpPr>
          <p:spPr>
            <a:xfrm>
              <a:off x="6094330" y="3680570"/>
              <a:ext cx="7495" cy="66"/>
            </a:xfrm>
            <a:custGeom>
              <a:avLst/>
              <a:pathLst>
                <a:path w="7495" h="66">
                  <a:moveTo>
                    <a:pt x="0" y="66"/>
                  </a:moveTo>
                  <a:lnTo>
                    <a:pt x="74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l5008"/>
            <p:cNvSpPr/>
            <p:nvPr/>
          </p:nvSpPr>
          <p:spPr>
            <a:xfrm>
              <a:off x="6101825" y="3680281"/>
              <a:ext cx="7489" cy="289"/>
            </a:xfrm>
            <a:custGeom>
              <a:avLst/>
              <a:pathLst>
                <a:path w="7489" h="289">
                  <a:moveTo>
                    <a:pt x="0" y="289"/>
                  </a:moveTo>
                  <a:lnTo>
                    <a:pt x="7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l5009"/>
            <p:cNvSpPr/>
            <p:nvPr/>
          </p:nvSpPr>
          <p:spPr>
            <a:xfrm>
              <a:off x="6109315" y="3679768"/>
              <a:ext cx="7477" cy="512"/>
            </a:xfrm>
            <a:custGeom>
              <a:avLst/>
              <a:pathLst>
                <a:path w="7477" h="512">
                  <a:moveTo>
                    <a:pt x="0" y="512"/>
                  </a:moveTo>
                  <a:lnTo>
                    <a:pt x="7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l5010"/>
            <p:cNvSpPr/>
            <p:nvPr/>
          </p:nvSpPr>
          <p:spPr>
            <a:xfrm>
              <a:off x="6116793" y="3679033"/>
              <a:ext cx="7459" cy="735"/>
            </a:xfrm>
            <a:custGeom>
              <a:avLst/>
              <a:pathLst>
                <a:path w="7459" h="735">
                  <a:moveTo>
                    <a:pt x="0" y="735"/>
                  </a:moveTo>
                  <a:lnTo>
                    <a:pt x="74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l5011"/>
            <p:cNvSpPr/>
            <p:nvPr/>
          </p:nvSpPr>
          <p:spPr>
            <a:xfrm>
              <a:off x="6124252" y="3678076"/>
              <a:ext cx="7433" cy="956"/>
            </a:xfrm>
            <a:custGeom>
              <a:avLst/>
              <a:pathLst>
                <a:path w="7433" h="956">
                  <a:moveTo>
                    <a:pt x="0" y="956"/>
                  </a:moveTo>
                  <a:lnTo>
                    <a:pt x="74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l5012"/>
            <p:cNvSpPr/>
            <p:nvPr/>
          </p:nvSpPr>
          <p:spPr>
            <a:xfrm>
              <a:off x="6131686" y="3676898"/>
              <a:ext cx="7402" cy="1177"/>
            </a:xfrm>
            <a:custGeom>
              <a:avLst/>
              <a:pathLst>
                <a:path w="7402" h="1177">
                  <a:moveTo>
                    <a:pt x="0" y="1177"/>
                  </a:moveTo>
                  <a:lnTo>
                    <a:pt x="74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l5013"/>
            <p:cNvSpPr/>
            <p:nvPr/>
          </p:nvSpPr>
          <p:spPr>
            <a:xfrm>
              <a:off x="6139088" y="3675500"/>
              <a:ext cx="7363" cy="1397"/>
            </a:xfrm>
            <a:custGeom>
              <a:avLst/>
              <a:pathLst>
                <a:path w="7363" h="1397">
                  <a:moveTo>
                    <a:pt x="0" y="1397"/>
                  </a:moveTo>
                  <a:lnTo>
                    <a:pt x="7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l5014"/>
            <p:cNvSpPr/>
            <p:nvPr/>
          </p:nvSpPr>
          <p:spPr>
            <a:xfrm>
              <a:off x="6146452" y="3673884"/>
              <a:ext cx="7318" cy="1616"/>
            </a:xfrm>
            <a:custGeom>
              <a:avLst/>
              <a:pathLst>
                <a:path w="7318" h="1616">
                  <a:moveTo>
                    <a:pt x="0" y="1616"/>
                  </a:moveTo>
                  <a:lnTo>
                    <a:pt x="7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l5015"/>
            <p:cNvSpPr/>
            <p:nvPr/>
          </p:nvSpPr>
          <p:spPr>
            <a:xfrm>
              <a:off x="6153771" y="3672050"/>
              <a:ext cx="7267" cy="1833"/>
            </a:xfrm>
            <a:custGeom>
              <a:avLst/>
              <a:pathLst>
                <a:path w="7267" h="1833">
                  <a:moveTo>
                    <a:pt x="0" y="1833"/>
                  </a:moveTo>
                  <a:lnTo>
                    <a:pt x="7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l5016"/>
            <p:cNvSpPr/>
            <p:nvPr/>
          </p:nvSpPr>
          <p:spPr>
            <a:xfrm>
              <a:off x="6161038" y="3670001"/>
              <a:ext cx="7209" cy="2049"/>
            </a:xfrm>
            <a:custGeom>
              <a:avLst/>
              <a:pathLst>
                <a:path w="7209" h="2049">
                  <a:moveTo>
                    <a:pt x="0" y="2049"/>
                  </a:moveTo>
                  <a:lnTo>
                    <a:pt x="72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l5017"/>
            <p:cNvSpPr/>
            <p:nvPr/>
          </p:nvSpPr>
          <p:spPr>
            <a:xfrm>
              <a:off x="6168248" y="3667738"/>
              <a:ext cx="7145" cy="2263"/>
            </a:xfrm>
            <a:custGeom>
              <a:avLst/>
              <a:pathLst>
                <a:path w="7145" h="2263">
                  <a:moveTo>
                    <a:pt x="0" y="2263"/>
                  </a:moveTo>
                  <a:lnTo>
                    <a:pt x="71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l5018"/>
            <p:cNvSpPr/>
            <p:nvPr/>
          </p:nvSpPr>
          <p:spPr>
            <a:xfrm>
              <a:off x="6175394" y="3665263"/>
              <a:ext cx="7074" cy="2474"/>
            </a:xfrm>
            <a:custGeom>
              <a:avLst/>
              <a:pathLst>
                <a:path w="7074" h="2474">
                  <a:moveTo>
                    <a:pt x="0" y="2474"/>
                  </a:moveTo>
                  <a:lnTo>
                    <a:pt x="70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l5019"/>
            <p:cNvSpPr/>
            <p:nvPr/>
          </p:nvSpPr>
          <p:spPr>
            <a:xfrm>
              <a:off x="6182468" y="3662578"/>
              <a:ext cx="6998" cy="2684"/>
            </a:xfrm>
            <a:custGeom>
              <a:avLst/>
              <a:pathLst>
                <a:path w="6998" h="2684">
                  <a:moveTo>
                    <a:pt x="0" y="2684"/>
                  </a:moveTo>
                  <a:lnTo>
                    <a:pt x="69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l5020"/>
            <p:cNvSpPr/>
            <p:nvPr/>
          </p:nvSpPr>
          <p:spPr>
            <a:xfrm>
              <a:off x="6189466" y="3659686"/>
              <a:ext cx="6914" cy="2891"/>
            </a:xfrm>
            <a:custGeom>
              <a:avLst/>
              <a:pathLst>
                <a:path w="6914" h="2891">
                  <a:moveTo>
                    <a:pt x="0" y="2891"/>
                  </a:moveTo>
                  <a:lnTo>
                    <a:pt x="6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l5021"/>
            <p:cNvSpPr/>
            <p:nvPr/>
          </p:nvSpPr>
          <p:spPr>
            <a:xfrm>
              <a:off x="6196381" y="3656590"/>
              <a:ext cx="6825" cy="3096"/>
            </a:xfrm>
            <a:custGeom>
              <a:avLst/>
              <a:pathLst>
                <a:path w="6825" h="3096">
                  <a:moveTo>
                    <a:pt x="0" y="3096"/>
                  </a:moveTo>
                  <a:lnTo>
                    <a:pt x="68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l5022"/>
            <p:cNvSpPr/>
            <p:nvPr/>
          </p:nvSpPr>
          <p:spPr>
            <a:xfrm>
              <a:off x="6056786" y="3596254"/>
              <a:ext cx="4947" cy="1078"/>
            </a:xfrm>
            <a:custGeom>
              <a:avLst/>
              <a:pathLst>
                <a:path w="4947" h="1078">
                  <a:moveTo>
                    <a:pt x="0" y="0"/>
                  </a:moveTo>
                  <a:lnTo>
                    <a:pt x="4947" y="1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l5023"/>
            <p:cNvSpPr/>
            <p:nvPr/>
          </p:nvSpPr>
          <p:spPr>
            <a:xfrm>
              <a:off x="6061734" y="3597333"/>
              <a:ext cx="4977" cy="932"/>
            </a:xfrm>
            <a:custGeom>
              <a:avLst/>
              <a:pathLst>
                <a:path w="4977" h="932">
                  <a:moveTo>
                    <a:pt x="0" y="0"/>
                  </a:moveTo>
                  <a:lnTo>
                    <a:pt x="4977" y="9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l5024"/>
            <p:cNvSpPr/>
            <p:nvPr/>
          </p:nvSpPr>
          <p:spPr>
            <a:xfrm>
              <a:off x="6066711" y="3598266"/>
              <a:ext cx="5002" cy="785"/>
            </a:xfrm>
            <a:custGeom>
              <a:avLst/>
              <a:pathLst>
                <a:path w="5002" h="785">
                  <a:moveTo>
                    <a:pt x="0" y="0"/>
                  </a:moveTo>
                  <a:lnTo>
                    <a:pt x="5002" y="7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l5025"/>
            <p:cNvSpPr/>
            <p:nvPr/>
          </p:nvSpPr>
          <p:spPr>
            <a:xfrm>
              <a:off x="6071713" y="3599051"/>
              <a:ext cx="5023" cy="637"/>
            </a:xfrm>
            <a:custGeom>
              <a:avLst/>
              <a:pathLst>
                <a:path w="5023" h="637">
                  <a:moveTo>
                    <a:pt x="0" y="0"/>
                  </a:moveTo>
                  <a:lnTo>
                    <a:pt x="5023" y="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l5026"/>
            <p:cNvSpPr/>
            <p:nvPr/>
          </p:nvSpPr>
          <p:spPr>
            <a:xfrm>
              <a:off x="6076736" y="3599688"/>
              <a:ext cx="5039" cy="489"/>
            </a:xfrm>
            <a:custGeom>
              <a:avLst/>
              <a:pathLst>
                <a:path w="5039" h="489">
                  <a:moveTo>
                    <a:pt x="0" y="0"/>
                  </a:moveTo>
                  <a:lnTo>
                    <a:pt x="5039" y="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l5027"/>
            <p:cNvSpPr/>
            <p:nvPr/>
          </p:nvSpPr>
          <p:spPr>
            <a:xfrm>
              <a:off x="6081776" y="3600178"/>
              <a:ext cx="5052" cy="340"/>
            </a:xfrm>
            <a:custGeom>
              <a:avLst/>
              <a:pathLst>
                <a:path w="5052" h="340">
                  <a:moveTo>
                    <a:pt x="0" y="0"/>
                  </a:moveTo>
                  <a:lnTo>
                    <a:pt x="5052" y="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l5028"/>
            <p:cNvSpPr/>
            <p:nvPr/>
          </p:nvSpPr>
          <p:spPr>
            <a:xfrm>
              <a:off x="6086828" y="3600518"/>
              <a:ext cx="5060" cy="191"/>
            </a:xfrm>
            <a:custGeom>
              <a:avLst/>
              <a:pathLst>
                <a:path w="5060" h="191">
                  <a:moveTo>
                    <a:pt x="0" y="0"/>
                  </a:moveTo>
                  <a:lnTo>
                    <a:pt x="5060" y="1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l5029"/>
            <p:cNvSpPr/>
            <p:nvPr/>
          </p:nvSpPr>
          <p:spPr>
            <a:xfrm>
              <a:off x="6091888" y="3600709"/>
              <a:ext cx="5063" cy="42"/>
            </a:xfrm>
            <a:custGeom>
              <a:avLst/>
              <a:pathLst>
                <a:path w="5063" h="42">
                  <a:moveTo>
                    <a:pt x="0" y="0"/>
                  </a:moveTo>
                  <a:lnTo>
                    <a:pt x="5063" y="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l5030"/>
            <p:cNvSpPr/>
            <p:nvPr/>
          </p:nvSpPr>
          <p:spPr>
            <a:xfrm>
              <a:off x="6096952" y="3600644"/>
              <a:ext cx="5062" cy="107"/>
            </a:xfrm>
            <a:custGeom>
              <a:avLst/>
              <a:pathLst>
                <a:path w="5062" h="107">
                  <a:moveTo>
                    <a:pt x="0" y="107"/>
                  </a:moveTo>
                  <a:lnTo>
                    <a:pt x="50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l5031"/>
            <p:cNvSpPr/>
            <p:nvPr/>
          </p:nvSpPr>
          <p:spPr>
            <a:xfrm>
              <a:off x="6102014" y="3600388"/>
              <a:ext cx="5057" cy="256"/>
            </a:xfrm>
            <a:custGeom>
              <a:avLst/>
              <a:pathLst>
                <a:path w="5057" h="256">
                  <a:moveTo>
                    <a:pt x="0" y="256"/>
                  </a:moveTo>
                  <a:lnTo>
                    <a:pt x="50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l5032"/>
            <p:cNvSpPr/>
            <p:nvPr/>
          </p:nvSpPr>
          <p:spPr>
            <a:xfrm>
              <a:off x="6107072" y="3599982"/>
              <a:ext cx="5047" cy="405"/>
            </a:xfrm>
            <a:custGeom>
              <a:avLst/>
              <a:pathLst>
                <a:path w="5047" h="405">
                  <a:moveTo>
                    <a:pt x="0" y="405"/>
                  </a:moveTo>
                  <a:lnTo>
                    <a:pt x="5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l5033"/>
            <p:cNvSpPr/>
            <p:nvPr/>
          </p:nvSpPr>
          <p:spPr>
            <a:xfrm>
              <a:off x="6112119" y="3599428"/>
              <a:ext cx="5033" cy="553"/>
            </a:xfrm>
            <a:custGeom>
              <a:avLst/>
              <a:pathLst>
                <a:path w="5033" h="553">
                  <a:moveTo>
                    <a:pt x="0" y="553"/>
                  </a:moveTo>
                  <a:lnTo>
                    <a:pt x="50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l5034"/>
            <p:cNvSpPr/>
            <p:nvPr/>
          </p:nvSpPr>
          <p:spPr>
            <a:xfrm>
              <a:off x="6117152" y="3598726"/>
              <a:ext cx="5014" cy="702"/>
            </a:xfrm>
            <a:custGeom>
              <a:avLst/>
              <a:pathLst>
                <a:path w="5014" h="702">
                  <a:moveTo>
                    <a:pt x="0" y="702"/>
                  </a:moveTo>
                  <a:lnTo>
                    <a:pt x="5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l5035"/>
            <p:cNvSpPr/>
            <p:nvPr/>
          </p:nvSpPr>
          <p:spPr>
            <a:xfrm>
              <a:off x="6122167" y="3597877"/>
              <a:ext cx="4991" cy="849"/>
            </a:xfrm>
            <a:custGeom>
              <a:avLst/>
              <a:pathLst>
                <a:path w="4991" h="849">
                  <a:moveTo>
                    <a:pt x="0" y="849"/>
                  </a:moveTo>
                  <a:lnTo>
                    <a:pt x="49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l5036"/>
            <p:cNvSpPr/>
            <p:nvPr/>
          </p:nvSpPr>
          <p:spPr>
            <a:xfrm>
              <a:off x="6127159" y="3596880"/>
              <a:ext cx="4964" cy="996"/>
            </a:xfrm>
            <a:custGeom>
              <a:avLst/>
              <a:pathLst>
                <a:path w="4964" h="996">
                  <a:moveTo>
                    <a:pt x="0" y="996"/>
                  </a:moveTo>
                  <a:lnTo>
                    <a:pt x="49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l5037"/>
            <p:cNvSpPr/>
            <p:nvPr/>
          </p:nvSpPr>
          <p:spPr>
            <a:xfrm>
              <a:off x="6132123" y="3595738"/>
              <a:ext cx="4933" cy="1142"/>
            </a:xfrm>
            <a:custGeom>
              <a:avLst/>
              <a:pathLst>
                <a:path w="4933" h="1142">
                  <a:moveTo>
                    <a:pt x="0" y="1142"/>
                  </a:moveTo>
                  <a:lnTo>
                    <a:pt x="49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l5038"/>
            <p:cNvSpPr/>
            <p:nvPr/>
          </p:nvSpPr>
          <p:spPr>
            <a:xfrm>
              <a:off x="6137056" y="3594451"/>
              <a:ext cx="4897" cy="1287"/>
            </a:xfrm>
            <a:custGeom>
              <a:avLst/>
              <a:pathLst>
                <a:path w="4897" h="1287">
                  <a:moveTo>
                    <a:pt x="0" y="1287"/>
                  </a:moveTo>
                  <a:lnTo>
                    <a:pt x="48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l5039"/>
            <p:cNvSpPr/>
            <p:nvPr/>
          </p:nvSpPr>
          <p:spPr>
            <a:xfrm>
              <a:off x="6141954" y="3593020"/>
              <a:ext cx="4857" cy="1431"/>
            </a:xfrm>
            <a:custGeom>
              <a:avLst/>
              <a:pathLst>
                <a:path w="4857" h="1431">
                  <a:moveTo>
                    <a:pt x="0" y="1431"/>
                  </a:moveTo>
                  <a:lnTo>
                    <a:pt x="48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l5040"/>
            <p:cNvSpPr/>
            <p:nvPr/>
          </p:nvSpPr>
          <p:spPr>
            <a:xfrm>
              <a:off x="6146811" y="3591446"/>
              <a:ext cx="4812" cy="1573"/>
            </a:xfrm>
            <a:custGeom>
              <a:avLst/>
              <a:pathLst>
                <a:path w="4812" h="1573">
                  <a:moveTo>
                    <a:pt x="0" y="1573"/>
                  </a:moveTo>
                  <a:lnTo>
                    <a:pt x="4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l5041"/>
            <p:cNvSpPr/>
            <p:nvPr/>
          </p:nvSpPr>
          <p:spPr>
            <a:xfrm>
              <a:off x="6151624" y="3589731"/>
              <a:ext cx="4764" cy="1714"/>
            </a:xfrm>
            <a:custGeom>
              <a:avLst/>
              <a:pathLst>
                <a:path w="4764" h="1714">
                  <a:moveTo>
                    <a:pt x="0" y="1714"/>
                  </a:moveTo>
                  <a:lnTo>
                    <a:pt x="47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l5042"/>
            <p:cNvSpPr/>
            <p:nvPr/>
          </p:nvSpPr>
          <p:spPr>
            <a:xfrm>
              <a:off x="6156388" y="3587877"/>
              <a:ext cx="4711" cy="1854"/>
            </a:xfrm>
            <a:custGeom>
              <a:avLst/>
              <a:pathLst>
                <a:path w="4711" h="1854">
                  <a:moveTo>
                    <a:pt x="0" y="1854"/>
                  </a:moveTo>
                  <a:lnTo>
                    <a:pt x="47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l5043"/>
            <p:cNvSpPr/>
            <p:nvPr/>
          </p:nvSpPr>
          <p:spPr>
            <a:xfrm>
              <a:off x="6161100" y="3585884"/>
              <a:ext cx="4655" cy="1992"/>
            </a:xfrm>
            <a:custGeom>
              <a:avLst/>
              <a:pathLst>
                <a:path w="4655" h="1992">
                  <a:moveTo>
                    <a:pt x="0" y="1992"/>
                  </a:moveTo>
                  <a:lnTo>
                    <a:pt x="46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l5044"/>
            <p:cNvSpPr/>
            <p:nvPr/>
          </p:nvSpPr>
          <p:spPr>
            <a:xfrm>
              <a:off x="6165755" y="3583755"/>
              <a:ext cx="4594" cy="2128"/>
            </a:xfrm>
            <a:custGeom>
              <a:avLst/>
              <a:pathLst>
                <a:path w="4594" h="2128">
                  <a:moveTo>
                    <a:pt x="0" y="2128"/>
                  </a:moveTo>
                  <a:lnTo>
                    <a:pt x="4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l5045"/>
            <p:cNvSpPr/>
            <p:nvPr/>
          </p:nvSpPr>
          <p:spPr>
            <a:xfrm>
              <a:off x="6170350" y="3581492"/>
              <a:ext cx="4529" cy="2263"/>
            </a:xfrm>
            <a:custGeom>
              <a:avLst/>
              <a:pathLst>
                <a:path w="4529" h="2263">
                  <a:moveTo>
                    <a:pt x="0" y="2263"/>
                  </a:moveTo>
                  <a:lnTo>
                    <a:pt x="45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l5046"/>
            <p:cNvSpPr/>
            <p:nvPr/>
          </p:nvSpPr>
          <p:spPr>
            <a:xfrm>
              <a:off x="6174879" y="3579096"/>
              <a:ext cx="4460" cy="2396"/>
            </a:xfrm>
            <a:custGeom>
              <a:avLst/>
              <a:pathLst>
                <a:path w="4460" h="2396">
                  <a:moveTo>
                    <a:pt x="0" y="2396"/>
                  </a:moveTo>
                  <a:lnTo>
                    <a:pt x="4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l5047"/>
            <p:cNvSpPr/>
            <p:nvPr/>
          </p:nvSpPr>
          <p:spPr>
            <a:xfrm>
              <a:off x="6179340" y="3576569"/>
              <a:ext cx="4388" cy="2526"/>
            </a:xfrm>
            <a:custGeom>
              <a:avLst/>
              <a:pathLst>
                <a:path w="4388" h="2526">
                  <a:moveTo>
                    <a:pt x="0" y="2526"/>
                  </a:moveTo>
                  <a:lnTo>
                    <a:pt x="4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l5048"/>
            <p:cNvSpPr/>
            <p:nvPr/>
          </p:nvSpPr>
          <p:spPr>
            <a:xfrm>
              <a:off x="6183728" y="3573915"/>
              <a:ext cx="4311" cy="2654"/>
            </a:xfrm>
            <a:custGeom>
              <a:avLst/>
              <a:pathLst>
                <a:path w="4311" h="2654">
                  <a:moveTo>
                    <a:pt x="0" y="2654"/>
                  </a:moveTo>
                  <a:lnTo>
                    <a:pt x="43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l5049"/>
            <p:cNvSpPr/>
            <p:nvPr/>
          </p:nvSpPr>
          <p:spPr>
            <a:xfrm>
              <a:off x="6188040" y="3571134"/>
              <a:ext cx="4231" cy="2780"/>
            </a:xfrm>
            <a:custGeom>
              <a:avLst/>
              <a:pathLst>
                <a:path w="4231" h="2780">
                  <a:moveTo>
                    <a:pt x="0" y="2780"/>
                  </a:moveTo>
                  <a:lnTo>
                    <a:pt x="42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l5050"/>
            <p:cNvSpPr/>
            <p:nvPr/>
          </p:nvSpPr>
          <p:spPr>
            <a:xfrm>
              <a:off x="6192272" y="3568230"/>
              <a:ext cx="4147" cy="2904"/>
            </a:xfrm>
            <a:custGeom>
              <a:avLst/>
              <a:pathLst>
                <a:path w="4147" h="2904">
                  <a:moveTo>
                    <a:pt x="0" y="2904"/>
                  </a:moveTo>
                  <a:lnTo>
                    <a:pt x="41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l5051"/>
            <p:cNvSpPr/>
            <p:nvPr/>
          </p:nvSpPr>
          <p:spPr>
            <a:xfrm>
              <a:off x="6196420" y="3565204"/>
              <a:ext cx="4060" cy="3025"/>
            </a:xfrm>
            <a:custGeom>
              <a:avLst/>
              <a:pathLst>
                <a:path w="4060" h="3025">
                  <a:moveTo>
                    <a:pt x="0" y="3025"/>
                  </a:moveTo>
                  <a:lnTo>
                    <a:pt x="4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l5052"/>
            <p:cNvSpPr/>
            <p:nvPr/>
          </p:nvSpPr>
          <p:spPr>
            <a:xfrm>
              <a:off x="6200481" y="3562061"/>
              <a:ext cx="3969" cy="3143"/>
            </a:xfrm>
            <a:custGeom>
              <a:avLst/>
              <a:pathLst>
                <a:path w="3969" h="3143">
                  <a:moveTo>
                    <a:pt x="0" y="3143"/>
                  </a:moveTo>
                  <a:lnTo>
                    <a:pt x="39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l5053"/>
            <p:cNvSpPr/>
            <p:nvPr/>
          </p:nvSpPr>
          <p:spPr>
            <a:xfrm>
              <a:off x="6204450" y="3558802"/>
              <a:ext cx="3875" cy="3259"/>
            </a:xfrm>
            <a:custGeom>
              <a:avLst/>
              <a:pathLst>
                <a:path w="3875" h="3259">
                  <a:moveTo>
                    <a:pt x="0" y="3259"/>
                  </a:moveTo>
                  <a:lnTo>
                    <a:pt x="38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l5054"/>
            <p:cNvSpPr/>
            <p:nvPr/>
          </p:nvSpPr>
          <p:spPr>
            <a:xfrm>
              <a:off x="6208325" y="3555429"/>
              <a:ext cx="3777" cy="3372"/>
            </a:xfrm>
            <a:custGeom>
              <a:avLst/>
              <a:pathLst>
                <a:path w="3777" h="3372">
                  <a:moveTo>
                    <a:pt x="0" y="3372"/>
                  </a:moveTo>
                  <a:lnTo>
                    <a:pt x="37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l5055"/>
            <p:cNvSpPr/>
            <p:nvPr/>
          </p:nvSpPr>
          <p:spPr>
            <a:xfrm>
              <a:off x="6212103" y="3551947"/>
              <a:ext cx="3676" cy="3481"/>
            </a:xfrm>
            <a:custGeom>
              <a:avLst/>
              <a:pathLst>
                <a:path w="3676" h="3481">
                  <a:moveTo>
                    <a:pt x="0" y="3481"/>
                  </a:moveTo>
                  <a:lnTo>
                    <a:pt x="3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l5056"/>
            <p:cNvSpPr/>
            <p:nvPr/>
          </p:nvSpPr>
          <p:spPr>
            <a:xfrm>
              <a:off x="6215779" y="3548359"/>
              <a:ext cx="3572" cy="3588"/>
            </a:xfrm>
            <a:custGeom>
              <a:avLst/>
              <a:pathLst>
                <a:path w="3572" h="3588">
                  <a:moveTo>
                    <a:pt x="0" y="3588"/>
                  </a:moveTo>
                  <a:lnTo>
                    <a:pt x="35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l5057"/>
            <p:cNvSpPr/>
            <p:nvPr/>
          </p:nvSpPr>
          <p:spPr>
            <a:xfrm>
              <a:off x="6219352" y="3544666"/>
              <a:ext cx="3464" cy="3692"/>
            </a:xfrm>
            <a:custGeom>
              <a:avLst/>
              <a:pathLst>
                <a:path w="3464" h="3692">
                  <a:moveTo>
                    <a:pt x="0" y="3692"/>
                  </a:moveTo>
                  <a:lnTo>
                    <a:pt x="3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l5058"/>
            <p:cNvSpPr/>
            <p:nvPr/>
          </p:nvSpPr>
          <p:spPr>
            <a:xfrm>
              <a:off x="6222816" y="3540873"/>
              <a:ext cx="3354" cy="3793"/>
            </a:xfrm>
            <a:custGeom>
              <a:avLst/>
              <a:pathLst>
                <a:path w="3354" h="3793">
                  <a:moveTo>
                    <a:pt x="0" y="3793"/>
                  </a:moveTo>
                  <a:lnTo>
                    <a:pt x="33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l5059"/>
            <p:cNvSpPr/>
            <p:nvPr/>
          </p:nvSpPr>
          <p:spPr>
            <a:xfrm>
              <a:off x="6226171" y="3536983"/>
              <a:ext cx="3241" cy="3890"/>
            </a:xfrm>
            <a:custGeom>
              <a:avLst/>
              <a:pathLst>
                <a:path w="3241" h="3890">
                  <a:moveTo>
                    <a:pt x="0" y="3890"/>
                  </a:moveTo>
                  <a:lnTo>
                    <a:pt x="3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l5060"/>
            <p:cNvSpPr/>
            <p:nvPr/>
          </p:nvSpPr>
          <p:spPr>
            <a:xfrm>
              <a:off x="6229412" y="3532998"/>
              <a:ext cx="3125" cy="3984"/>
            </a:xfrm>
            <a:custGeom>
              <a:avLst/>
              <a:pathLst>
                <a:path w="3125" h="3984">
                  <a:moveTo>
                    <a:pt x="0" y="3984"/>
                  </a:moveTo>
                  <a:lnTo>
                    <a:pt x="31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l5061"/>
            <p:cNvSpPr/>
            <p:nvPr/>
          </p:nvSpPr>
          <p:spPr>
            <a:xfrm>
              <a:off x="6232537" y="3528924"/>
              <a:ext cx="3006" cy="4074"/>
            </a:xfrm>
            <a:custGeom>
              <a:avLst/>
              <a:pathLst>
                <a:path w="3006" h="4074">
                  <a:moveTo>
                    <a:pt x="0" y="4074"/>
                  </a:moveTo>
                  <a:lnTo>
                    <a:pt x="3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l5062"/>
            <p:cNvSpPr/>
            <p:nvPr/>
          </p:nvSpPr>
          <p:spPr>
            <a:xfrm>
              <a:off x="6153572" y="3580478"/>
              <a:ext cx="4514" cy="1777"/>
            </a:xfrm>
            <a:custGeom>
              <a:avLst/>
              <a:pathLst>
                <a:path w="4514" h="1777">
                  <a:moveTo>
                    <a:pt x="0" y="1777"/>
                  </a:moveTo>
                  <a:lnTo>
                    <a:pt x="45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l5063"/>
            <p:cNvSpPr/>
            <p:nvPr/>
          </p:nvSpPr>
          <p:spPr>
            <a:xfrm>
              <a:off x="6158087" y="3578568"/>
              <a:ext cx="4459" cy="1910"/>
            </a:xfrm>
            <a:custGeom>
              <a:avLst/>
              <a:pathLst>
                <a:path w="4459" h="1910">
                  <a:moveTo>
                    <a:pt x="0" y="1910"/>
                  </a:moveTo>
                  <a:lnTo>
                    <a:pt x="44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l5064"/>
            <p:cNvSpPr/>
            <p:nvPr/>
          </p:nvSpPr>
          <p:spPr>
            <a:xfrm>
              <a:off x="6162547" y="3576527"/>
              <a:ext cx="4401" cy="2041"/>
            </a:xfrm>
            <a:custGeom>
              <a:avLst/>
              <a:pathLst>
                <a:path w="4401" h="2041">
                  <a:moveTo>
                    <a:pt x="0" y="2041"/>
                  </a:moveTo>
                  <a:lnTo>
                    <a:pt x="4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l5065"/>
            <p:cNvSpPr/>
            <p:nvPr/>
          </p:nvSpPr>
          <p:spPr>
            <a:xfrm>
              <a:off x="6166948" y="3574356"/>
              <a:ext cx="4338" cy="2170"/>
            </a:xfrm>
            <a:custGeom>
              <a:avLst/>
              <a:pathLst>
                <a:path w="4338" h="2170">
                  <a:moveTo>
                    <a:pt x="0" y="2170"/>
                  </a:moveTo>
                  <a:lnTo>
                    <a:pt x="4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l5066"/>
            <p:cNvSpPr/>
            <p:nvPr/>
          </p:nvSpPr>
          <p:spPr>
            <a:xfrm>
              <a:off x="6171287" y="3572057"/>
              <a:ext cx="4272" cy="2298"/>
            </a:xfrm>
            <a:custGeom>
              <a:avLst/>
              <a:pathLst>
                <a:path w="4272" h="2298">
                  <a:moveTo>
                    <a:pt x="0" y="2298"/>
                  </a:moveTo>
                  <a:lnTo>
                    <a:pt x="4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l5067"/>
            <p:cNvSpPr/>
            <p:nvPr/>
          </p:nvSpPr>
          <p:spPr>
            <a:xfrm>
              <a:off x="6175560" y="3569633"/>
              <a:ext cx="4202" cy="2424"/>
            </a:xfrm>
            <a:custGeom>
              <a:avLst/>
              <a:pathLst>
                <a:path w="4202" h="2424">
                  <a:moveTo>
                    <a:pt x="0" y="2424"/>
                  </a:moveTo>
                  <a:lnTo>
                    <a:pt x="42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l5068"/>
            <p:cNvSpPr/>
            <p:nvPr/>
          </p:nvSpPr>
          <p:spPr>
            <a:xfrm>
              <a:off x="6179762" y="3567086"/>
              <a:ext cx="4129" cy="2547"/>
            </a:xfrm>
            <a:custGeom>
              <a:avLst/>
              <a:pathLst>
                <a:path w="4129" h="2547">
                  <a:moveTo>
                    <a:pt x="0" y="2547"/>
                  </a:moveTo>
                  <a:lnTo>
                    <a:pt x="41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l5069"/>
            <p:cNvSpPr/>
            <p:nvPr/>
          </p:nvSpPr>
          <p:spPr>
            <a:xfrm>
              <a:off x="6183891" y="3564417"/>
              <a:ext cx="4051" cy="2668"/>
            </a:xfrm>
            <a:custGeom>
              <a:avLst/>
              <a:pathLst>
                <a:path w="4051" h="2668">
                  <a:moveTo>
                    <a:pt x="0" y="2668"/>
                  </a:moveTo>
                  <a:lnTo>
                    <a:pt x="40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l5070"/>
            <p:cNvSpPr/>
            <p:nvPr/>
          </p:nvSpPr>
          <p:spPr>
            <a:xfrm>
              <a:off x="6187943" y="3561629"/>
              <a:ext cx="3970" cy="2787"/>
            </a:xfrm>
            <a:custGeom>
              <a:avLst/>
              <a:pathLst>
                <a:path w="3970" h="2787">
                  <a:moveTo>
                    <a:pt x="0" y="2787"/>
                  </a:moveTo>
                  <a:lnTo>
                    <a:pt x="39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l5071"/>
            <p:cNvSpPr/>
            <p:nvPr/>
          </p:nvSpPr>
          <p:spPr>
            <a:xfrm>
              <a:off x="6191914" y="3558725"/>
              <a:ext cx="3886" cy="2903"/>
            </a:xfrm>
            <a:custGeom>
              <a:avLst/>
              <a:pathLst>
                <a:path w="3886" h="2903">
                  <a:moveTo>
                    <a:pt x="0" y="2903"/>
                  </a:moveTo>
                  <a:lnTo>
                    <a:pt x="38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l5072"/>
            <p:cNvSpPr/>
            <p:nvPr/>
          </p:nvSpPr>
          <p:spPr>
            <a:xfrm>
              <a:off x="6195801" y="3555708"/>
              <a:ext cx="3798" cy="3017"/>
            </a:xfrm>
            <a:custGeom>
              <a:avLst/>
              <a:pathLst>
                <a:path w="3798" h="3017">
                  <a:moveTo>
                    <a:pt x="0" y="3017"/>
                  </a:moveTo>
                  <a:lnTo>
                    <a:pt x="3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l5073"/>
            <p:cNvSpPr/>
            <p:nvPr/>
          </p:nvSpPr>
          <p:spPr>
            <a:xfrm>
              <a:off x="6199600" y="3552579"/>
              <a:ext cx="3707" cy="3129"/>
            </a:xfrm>
            <a:custGeom>
              <a:avLst/>
              <a:pathLst>
                <a:path w="3707" h="3129">
                  <a:moveTo>
                    <a:pt x="0" y="3129"/>
                  </a:moveTo>
                  <a:lnTo>
                    <a:pt x="37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l5074"/>
            <p:cNvSpPr/>
            <p:nvPr/>
          </p:nvSpPr>
          <p:spPr>
            <a:xfrm>
              <a:off x="6203308" y="3549341"/>
              <a:ext cx="3613" cy="3237"/>
            </a:xfrm>
            <a:custGeom>
              <a:avLst/>
              <a:pathLst>
                <a:path w="3613" h="3237">
                  <a:moveTo>
                    <a:pt x="0" y="3237"/>
                  </a:moveTo>
                  <a:lnTo>
                    <a:pt x="3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l5075"/>
            <p:cNvSpPr/>
            <p:nvPr/>
          </p:nvSpPr>
          <p:spPr>
            <a:xfrm>
              <a:off x="6206921" y="3545998"/>
              <a:ext cx="3516" cy="3343"/>
            </a:xfrm>
            <a:custGeom>
              <a:avLst/>
              <a:pathLst>
                <a:path w="3516" h="3343">
                  <a:moveTo>
                    <a:pt x="0" y="3343"/>
                  </a:moveTo>
                  <a:lnTo>
                    <a:pt x="35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l5076"/>
            <p:cNvSpPr/>
            <p:nvPr/>
          </p:nvSpPr>
          <p:spPr>
            <a:xfrm>
              <a:off x="6210437" y="3542552"/>
              <a:ext cx="3415" cy="3445"/>
            </a:xfrm>
            <a:custGeom>
              <a:avLst/>
              <a:pathLst>
                <a:path w="3415" h="3445">
                  <a:moveTo>
                    <a:pt x="0" y="3445"/>
                  </a:moveTo>
                  <a:lnTo>
                    <a:pt x="3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l5077"/>
            <p:cNvSpPr/>
            <p:nvPr/>
          </p:nvSpPr>
          <p:spPr>
            <a:xfrm>
              <a:off x="6213853" y="3539007"/>
              <a:ext cx="3311" cy="3545"/>
            </a:xfrm>
            <a:custGeom>
              <a:avLst/>
              <a:pathLst>
                <a:path w="3311" h="3545">
                  <a:moveTo>
                    <a:pt x="0" y="3545"/>
                  </a:moveTo>
                  <a:lnTo>
                    <a:pt x="33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l5078"/>
            <p:cNvSpPr/>
            <p:nvPr/>
          </p:nvSpPr>
          <p:spPr>
            <a:xfrm>
              <a:off x="6217165" y="3535365"/>
              <a:ext cx="3205" cy="3641"/>
            </a:xfrm>
            <a:custGeom>
              <a:avLst/>
              <a:pathLst>
                <a:path w="3205" h="3641">
                  <a:moveTo>
                    <a:pt x="0" y="3641"/>
                  </a:moveTo>
                  <a:lnTo>
                    <a:pt x="3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l5079"/>
            <p:cNvSpPr/>
            <p:nvPr/>
          </p:nvSpPr>
          <p:spPr>
            <a:xfrm>
              <a:off x="6220370" y="3531630"/>
              <a:ext cx="3096" cy="3735"/>
            </a:xfrm>
            <a:custGeom>
              <a:avLst/>
              <a:pathLst>
                <a:path w="3096" h="3735">
                  <a:moveTo>
                    <a:pt x="0" y="3735"/>
                  </a:moveTo>
                  <a:lnTo>
                    <a:pt x="30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l5080"/>
            <p:cNvSpPr/>
            <p:nvPr/>
          </p:nvSpPr>
          <p:spPr>
            <a:xfrm>
              <a:off x="6223466" y="3527804"/>
              <a:ext cx="2984" cy="3825"/>
            </a:xfrm>
            <a:custGeom>
              <a:avLst/>
              <a:pathLst>
                <a:path w="2984" h="3825">
                  <a:moveTo>
                    <a:pt x="0" y="3825"/>
                  </a:moveTo>
                  <a:lnTo>
                    <a:pt x="29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l5081"/>
            <p:cNvSpPr/>
            <p:nvPr/>
          </p:nvSpPr>
          <p:spPr>
            <a:xfrm>
              <a:off x="6226450" y="3523892"/>
              <a:ext cx="2869" cy="3912"/>
            </a:xfrm>
            <a:custGeom>
              <a:avLst/>
              <a:pathLst>
                <a:path w="2869" h="3912">
                  <a:moveTo>
                    <a:pt x="0" y="3912"/>
                  </a:moveTo>
                  <a:lnTo>
                    <a:pt x="28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l5082"/>
            <p:cNvSpPr/>
            <p:nvPr/>
          </p:nvSpPr>
          <p:spPr>
            <a:xfrm>
              <a:off x="6229320" y="3519897"/>
              <a:ext cx="2752" cy="3995"/>
            </a:xfrm>
            <a:custGeom>
              <a:avLst/>
              <a:pathLst>
                <a:path w="2752" h="3995">
                  <a:moveTo>
                    <a:pt x="0" y="3995"/>
                  </a:moveTo>
                  <a:lnTo>
                    <a:pt x="27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l5083"/>
            <p:cNvSpPr/>
            <p:nvPr/>
          </p:nvSpPr>
          <p:spPr>
            <a:xfrm>
              <a:off x="6232072" y="3515821"/>
              <a:ext cx="2632" cy="4075"/>
            </a:xfrm>
            <a:custGeom>
              <a:avLst/>
              <a:pathLst>
                <a:path w="2632" h="4075">
                  <a:moveTo>
                    <a:pt x="0" y="4075"/>
                  </a:moveTo>
                  <a:lnTo>
                    <a:pt x="2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l5084"/>
            <p:cNvSpPr/>
            <p:nvPr/>
          </p:nvSpPr>
          <p:spPr>
            <a:xfrm>
              <a:off x="6234705" y="3511670"/>
              <a:ext cx="2510" cy="4151"/>
            </a:xfrm>
            <a:custGeom>
              <a:avLst/>
              <a:pathLst>
                <a:path w="2510" h="4151">
                  <a:moveTo>
                    <a:pt x="0" y="4151"/>
                  </a:moveTo>
                  <a:lnTo>
                    <a:pt x="2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l5085"/>
            <p:cNvSpPr/>
            <p:nvPr/>
          </p:nvSpPr>
          <p:spPr>
            <a:xfrm>
              <a:off x="6096706" y="3429991"/>
              <a:ext cx="29" cy="25"/>
            </a:xfrm>
            <a:custGeom>
              <a:avLst/>
              <a:pathLst>
                <a:path w="29" h="25">
                  <a:moveTo>
                    <a:pt x="0" y="25"/>
                  </a:moveTo>
                  <a:lnTo>
                    <a:pt x="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l5086"/>
            <p:cNvSpPr/>
            <p:nvPr/>
          </p:nvSpPr>
          <p:spPr>
            <a:xfrm>
              <a:off x="6096735" y="3429965"/>
              <a:ext cx="28" cy="26"/>
            </a:xfrm>
            <a:custGeom>
              <a:avLst/>
              <a:pathLst>
                <a:path w="28" h="26">
                  <a:moveTo>
                    <a:pt x="0" y="26"/>
                  </a:moveTo>
                  <a:lnTo>
                    <a:pt x="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l5087"/>
            <p:cNvSpPr/>
            <p:nvPr/>
          </p:nvSpPr>
          <p:spPr>
            <a:xfrm>
              <a:off x="6096764" y="3429937"/>
              <a:ext cx="27" cy="27"/>
            </a:xfrm>
            <a:custGeom>
              <a:avLst/>
              <a:pathLst>
                <a:path w="27" h="27">
                  <a:moveTo>
                    <a:pt x="0" y="27"/>
                  </a:moveTo>
                  <a:lnTo>
                    <a:pt x="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l5088"/>
            <p:cNvSpPr/>
            <p:nvPr/>
          </p:nvSpPr>
          <p:spPr>
            <a:xfrm>
              <a:off x="6096792" y="3429909"/>
              <a:ext cx="27" cy="28"/>
            </a:xfrm>
            <a:custGeom>
              <a:avLst/>
              <a:pathLst>
                <a:path w="27" h="28">
                  <a:moveTo>
                    <a:pt x="0" y="28"/>
                  </a:moveTo>
                  <a:lnTo>
                    <a:pt x="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l5089"/>
            <p:cNvSpPr/>
            <p:nvPr/>
          </p:nvSpPr>
          <p:spPr>
            <a:xfrm>
              <a:off x="6096819" y="3429880"/>
              <a:ext cx="26" cy="28"/>
            </a:xfrm>
            <a:custGeom>
              <a:avLst/>
              <a:pathLst>
                <a:path w="26" h="28">
                  <a:moveTo>
                    <a:pt x="0" y="28"/>
                  </a:moveTo>
                  <a:lnTo>
                    <a:pt x="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l5090"/>
            <p:cNvSpPr/>
            <p:nvPr/>
          </p:nvSpPr>
          <p:spPr>
            <a:xfrm>
              <a:off x="6096846" y="3429850"/>
              <a:ext cx="25" cy="29"/>
            </a:xfrm>
            <a:custGeom>
              <a:avLst/>
              <a:pathLst>
                <a:path w="25" h="29">
                  <a:moveTo>
                    <a:pt x="0" y="29"/>
                  </a:moveTo>
                  <a:lnTo>
                    <a:pt x="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l5091"/>
            <p:cNvSpPr/>
            <p:nvPr/>
          </p:nvSpPr>
          <p:spPr>
            <a:xfrm>
              <a:off x="6096871" y="3429820"/>
              <a:ext cx="24" cy="30"/>
            </a:xfrm>
            <a:custGeom>
              <a:avLst/>
              <a:pathLst>
                <a:path w="24" h="30">
                  <a:moveTo>
                    <a:pt x="0" y="30"/>
                  </a:moveTo>
                  <a:lnTo>
                    <a:pt x="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l5092"/>
            <p:cNvSpPr/>
            <p:nvPr/>
          </p:nvSpPr>
          <p:spPr>
            <a:xfrm>
              <a:off x="6096896" y="3429789"/>
              <a:ext cx="23" cy="31"/>
            </a:xfrm>
            <a:custGeom>
              <a:avLst/>
              <a:pathLst>
                <a:path w="23" h="31">
                  <a:moveTo>
                    <a:pt x="0" y="31"/>
                  </a:moveTo>
                  <a:lnTo>
                    <a:pt x="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l5093"/>
            <p:cNvSpPr/>
            <p:nvPr/>
          </p:nvSpPr>
          <p:spPr>
            <a:xfrm>
              <a:off x="6096919" y="3429757"/>
              <a:ext cx="22" cy="31"/>
            </a:xfrm>
            <a:custGeom>
              <a:avLst/>
              <a:pathLst>
                <a:path w="22" h="31">
                  <a:moveTo>
                    <a:pt x="0" y="31"/>
                  </a:moveTo>
                  <a:lnTo>
                    <a:pt x="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l5094"/>
            <p:cNvSpPr/>
            <p:nvPr/>
          </p:nvSpPr>
          <p:spPr>
            <a:xfrm>
              <a:off x="6096942" y="3429724"/>
              <a:ext cx="21" cy="32"/>
            </a:xfrm>
            <a:custGeom>
              <a:avLst/>
              <a:pathLst>
                <a:path w="21" h="32">
                  <a:moveTo>
                    <a:pt x="0" y="32"/>
                  </a:moveTo>
                  <a:lnTo>
                    <a:pt x="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l5095"/>
            <p:cNvSpPr/>
            <p:nvPr/>
          </p:nvSpPr>
          <p:spPr>
            <a:xfrm>
              <a:off x="6096964" y="3429691"/>
              <a:ext cx="20" cy="33"/>
            </a:xfrm>
            <a:custGeom>
              <a:avLst/>
              <a:pathLst>
                <a:path w="20" h="33">
                  <a:moveTo>
                    <a:pt x="0" y="33"/>
                  </a:moveTo>
                  <a:lnTo>
                    <a:pt x="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l5096"/>
            <p:cNvSpPr/>
            <p:nvPr/>
          </p:nvSpPr>
          <p:spPr>
            <a:xfrm>
              <a:off x="6096985" y="3429657"/>
              <a:ext cx="19" cy="33"/>
            </a:xfrm>
            <a:custGeom>
              <a:avLst/>
              <a:pathLst>
                <a:path w="19" h="33">
                  <a:moveTo>
                    <a:pt x="0" y="33"/>
                  </a:moveTo>
                  <a:lnTo>
                    <a:pt x="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l5097"/>
            <p:cNvSpPr/>
            <p:nvPr/>
          </p:nvSpPr>
          <p:spPr>
            <a:xfrm>
              <a:off x="6097005" y="3429623"/>
              <a:ext cx="18" cy="34"/>
            </a:xfrm>
            <a:custGeom>
              <a:avLst/>
              <a:pathLst>
                <a:path w="18" h="34">
                  <a:moveTo>
                    <a:pt x="0" y="34"/>
                  </a:moveTo>
                  <a:lnTo>
                    <a:pt x="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l5098"/>
            <p:cNvSpPr/>
            <p:nvPr/>
          </p:nvSpPr>
          <p:spPr>
            <a:xfrm>
              <a:off x="6097023" y="3429588"/>
              <a:ext cx="17" cy="34"/>
            </a:xfrm>
            <a:custGeom>
              <a:avLst/>
              <a:pathLst>
                <a:path w="17" h="34">
                  <a:moveTo>
                    <a:pt x="0" y="34"/>
                  </a:moveTo>
                  <a:lnTo>
                    <a:pt x="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l5099"/>
            <p:cNvSpPr/>
            <p:nvPr/>
          </p:nvSpPr>
          <p:spPr>
            <a:xfrm>
              <a:off x="6097041" y="3429553"/>
              <a:ext cx="16" cy="35"/>
            </a:xfrm>
            <a:custGeom>
              <a:avLst/>
              <a:pathLst>
                <a:path w="16" h="35">
                  <a:moveTo>
                    <a:pt x="0" y="35"/>
                  </a:moveTo>
                  <a:lnTo>
                    <a:pt x="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l5100"/>
            <p:cNvSpPr/>
            <p:nvPr/>
          </p:nvSpPr>
          <p:spPr>
            <a:xfrm>
              <a:off x="6097058" y="3429517"/>
              <a:ext cx="15" cy="35"/>
            </a:xfrm>
            <a:custGeom>
              <a:avLst/>
              <a:pathLst>
                <a:path w="15" h="35">
                  <a:moveTo>
                    <a:pt x="0" y="35"/>
                  </a:moveTo>
                  <a:lnTo>
                    <a:pt x="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l5101"/>
            <p:cNvSpPr/>
            <p:nvPr/>
          </p:nvSpPr>
          <p:spPr>
            <a:xfrm>
              <a:off x="6097074" y="3429481"/>
              <a:ext cx="14" cy="36"/>
            </a:xfrm>
            <a:custGeom>
              <a:avLst/>
              <a:pathLst>
                <a:path w="14" h="36">
                  <a:moveTo>
                    <a:pt x="0" y="36"/>
                  </a:moveTo>
                  <a:lnTo>
                    <a:pt x="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l5102"/>
            <p:cNvSpPr/>
            <p:nvPr/>
          </p:nvSpPr>
          <p:spPr>
            <a:xfrm>
              <a:off x="6097089" y="3429444"/>
              <a:ext cx="13" cy="36"/>
            </a:xfrm>
            <a:custGeom>
              <a:avLst/>
              <a:pathLst>
                <a:path w="13" h="36">
                  <a:moveTo>
                    <a:pt x="0" y="36"/>
                  </a:moveTo>
                  <a:lnTo>
                    <a:pt x="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l5103"/>
            <p:cNvSpPr/>
            <p:nvPr/>
          </p:nvSpPr>
          <p:spPr>
            <a:xfrm>
              <a:off x="6097102" y="3429407"/>
              <a:ext cx="12" cy="37"/>
            </a:xfrm>
            <a:custGeom>
              <a:avLst/>
              <a:pathLst>
                <a:path w="12" h="37">
                  <a:moveTo>
                    <a:pt x="0" y="37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l5104"/>
            <p:cNvSpPr/>
            <p:nvPr/>
          </p:nvSpPr>
          <p:spPr>
            <a:xfrm>
              <a:off x="6097115" y="3429369"/>
              <a:ext cx="11" cy="37"/>
            </a:xfrm>
            <a:custGeom>
              <a:avLst/>
              <a:pathLst>
                <a:path w="11" h="37">
                  <a:moveTo>
                    <a:pt x="0" y="37"/>
                  </a:moveTo>
                  <a:lnTo>
                    <a:pt x="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l5105"/>
            <p:cNvSpPr/>
            <p:nvPr/>
          </p:nvSpPr>
          <p:spPr>
            <a:xfrm>
              <a:off x="6097126" y="3429332"/>
              <a:ext cx="10" cy="37"/>
            </a:xfrm>
            <a:custGeom>
              <a:avLst/>
              <a:pathLst>
                <a:path w="10" h="37">
                  <a:moveTo>
                    <a:pt x="0" y="37"/>
                  </a:moveTo>
                  <a:lnTo>
                    <a:pt x="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l5106"/>
            <p:cNvSpPr/>
            <p:nvPr/>
          </p:nvSpPr>
          <p:spPr>
            <a:xfrm>
              <a:off x="6097136" y="3429294"/>
              <a:ext cx="9" cy="38"/>
            </a:xfrm>
            <a:custGeom>
              <a:avLst/>
              <a:pathLst>
                <a:path w="9" h="38">
                  <a:moveTo>
                    <a:pt x="0" y="38"/>
                  </a:moveTo>
                  <a:lnTo>
                    <a:pt x="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l5107"/>
            <p:cNvSpPr/>
            <p:nvPr/>
          </p:nvSpPr>
          <p:spPr>
            <a:xfrm>
              <a:off x="6097146" y="3429255"/>
              <a:ext cx="8" cy="38"/>
            </a:xfrm>
            <a:custGeom>
              <a:avLst/>
              <a:pathLst>
                <a:path w="8" h="38">
                  <a:moveTo>
                    <a:pt x="0" y="38"/>
                  </a:moveTo>
                  <a:lnTo>
                    <a:pt x="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l5108"/>
            <p:cNvSpPr/>
            <p:nvPr/>
          </p:nvSpPr>
          <p:spPr>
            <a:xfrm>
              <a:off x="6097154" y="3429217"/>
              <a:ext cx="6" cy="38"/>
            </a:xfrm>
            <a:custGeom>
              <a:avLst/>
              <a:pathLst>
                <a:path w="6" h="38">
                  <a:moveTo>
                    <a:pt x="0" y="38"/>
                  </a:moveTo>
                  <a:lnTo>
                    <a:pt x="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l5109"/>
            <p:cNvSpPr/>
            <p:nvPr/>
          </p:nvSpPr>
          <p:spPr>
            <a:xfrm>
              <a:off x="5286050" y="3637237"/>
              <a:ext cx="47084" cy="93325"/>
            </a:xfrm>
            <a:custGeom>
              <a:avLst/>
              <a:pathLst>
                <a:path w="47084" h="93325">
                  <a:moveTo>
                    <a:pt x="47084" y="933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l5110"/>
            <p:cNvSpPr/>
            <p:nvPr/>
          </p:nvSpPr>
          <p:spPr>
            <a:xfrm>
              <a:off x="5248714" y="3470030"/>
              <a:ext cx="37335" cy="167206"/>
            </a:xfrm>
            <a:custGeom>
              <a:avLst/>
              <a:pathLst>
                <a:path w="37335" h="167206">
                  <a:moveTo>
                    <a:pt x="37335" y="1672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l5111"/>
            <p:cNvSpPr/>
            <p:nvPr/>
          </p:nvSpPr>
          <p:spPr>
            <a:xfrm>
              <a:off x="5248714" y="3161746"/>
              <a:ext cx="28197" cy="308284"/>
            </a:xfrm>
            <a:custGeom>
              <a:avLst/>
              <a:pathLst>
                <a:path w="28197" h="308284">
                  <a:moveTo>
                    <a:pt x="0" y="308284"/>
                  </a:moveTo>
                  <a:lnTo>
                    <a:pt x="281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l5112"/>
            <p:cNvSpPr/>
            <p:nvPr/>
          </p:nvSpPr>
          <p:spPr>
            <a:xfrm>
              <a:off x="5276912" y="2630576"/>
              <a:ext cx="248488" cy="531170"/>
            </a:xfrm>
            <a:custGeom>
              <a:avLst/>
              <a:pathLst>
                <a:path w="248488" h="531170">
                  <a:moveTo>
                    <a:pt x="0" y="531170"/>
                  </a:moveTo>
                  <a:lnTo>
                    <a:pt x="24848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l5113"/>
            <p:cNvSpPr/>
            <p:nvPr/>
          </p:nvSpPr>
          <p:spPr>
            <a:xfrm>
              <a:off x="5525400" y="1968809"/>
              <a:ext cx="739185" cy="661766"/>
            </a:xfrm>
            <a:custGeom>
              <a:avLst/>
              <a:pathLst>
                <a:path w="739185" h="661766">
                  <a:moveTo>
                    <a:pt x="0" y="661766"/>
                  </a:moveTo>
                  <a:lnTo>
                    <a:pt x="7391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l5114"/>
            <p:cNvSpPr/>
            <p:nvPr/>
          </p:nvSpPr>
          <p:spPr>
            <a:xfrm>
              <a:off x="6264586" y="1958702"/>
              <a:ext cx="156573" cy="10107"/>
            </a:xfrm>
            <a:custGeom>
              <a:avLst/>
              <a:pathLst>
                <a:path w="156573" h="10107">
                  <a:moveTo>
                    <a:pt x="0" y="10107"/>
                  </a:moveTo>
                  <a:lnTo>
                    <a:pt x="15657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l5115"/>
            <p:cNvSpPr/>
            <p:nvPr/>
          </p:nvSpPr>
          <p:spPr>
            <a:xfrm>
              <a:off x="6421159" y="1958702"/>
              <a:ext cx="144814" cy="15902"/>
            </a:xfrm>
            <a:custGeom>
              <a:avLst/>
              <a:pathLst>
                <a:path w="144814" h="15902">
                  <a:moveTo>
                    <a:pt x="0" y="0"/>
                  </a:moveTo>
                  <a:lnTo>
                    <a:pt x="144814" y="159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l5116"/>
            <p:cNvSpPr/>
            <p:nvPr/>
          </p:nvSpPr>
          <p:spPr>
            <a:xfrm>
              <a:off x="6565973" y="1974604"/>
              <a:ext cx="169461" cy="48582"/>
            </a:xfrm>
            <a:custGeom>
              <a:avLst/>
              <a:pathLst>
                <a:path w="169461" h="48582">
                  <a:moveTo>
                    <a:pt x="0" y="0"/>
                  </a:moveTo>
                  <a:lnTo>
                    <a:pt x="169461" y="485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l5117"/>
            <p:cNvSpPr/>
            <p:nvPr/>
          </p:nvSpPr>
          <p:spPr>
            <a:xfrm>
              <a:off x="6735435" y="2023187"/>
              <a:ext cx="214796" cy="65181"/>
            </a:xfrm>
            <a:custGeom>
              <a:avLst/>
              <a:pathLst>
                <a:path w="214796" h="65181">
                  <a:moveTo>
                    <a:pt x="0" y="0"/>
                  </a:moveTo>
                  <a:lnTo>
                    <a:pt x="214796" y="651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l5118"/>
            <p:cNvSpPr/>
            <p:nvPr/>
          </p:nvSpPr>
          <p:spPr>
            <a:xfrm>
              <a:off x="6950232" y="2088369"/>
              <a:ext cx="226692" cy="142586"/>
            </a:xfrm>
            <a:custGeom>
              <a:avLst/>
              <a:pathLst>
                <a:path w="226692" h="142586">
                  <a:moveTo>
                    <a:pt x="0" y="0"/>
                  </a:moveTo>
                  <a:lnTo>
                    <a:pt x="226692" y="1425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l5119"/>
            <p:cNvSpPr/>
            <p:nvPr/>
          </p:nvSpPr>
          <p:spPr>
            <a:xfrm>
              <a:off x="7176924" y="2230956"/>
              <a:ext cx="266220" cy="137080"/>
            </a:xfrm>
            <a:custGeom>
              <a:avLst/>
              <a:pathLst>
                <a:path w="266220" h="137080">
                  <a:moveTo>
                    <a:pt x="0" y="0"/>
                  </a:moveTo>
                  <a:lnTo>
                    <a:pt x="266220" y="13708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l5120"/>
            <p:cNvSpPr/>
            <p:nvPr/>
          </p:nvSpPr>
          <p:spPr>
            <a:xfrm>
              <a:off x="7443145" y="2368037"/>
              <a:ext cx="116552" cy="112639"/>
            </a:xfrm>
            <a:custGeom>
              <a:avLst/>
              <a:pathLst>
                <a:path w="116552" h="112639">
                  <a:moveTo>
                    <a:pt x="0" y="0"/>
                  </a:moveTo>
                  <a:lnTo>
                    <a:pt x="116552" y="1126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l5121"/>
            <p:cNvSpPr/>
            <p:nvPr/>
          </p:nvSpPr>
          <p:spPr>
            <a:xfrm>
              <a:off x="7559698" y="2480676"/>
              <a:ext cx="121834" cy="127675"/>
            </a:xfrm>
            <a:custGeom>
              <a:avLst/>
              <a:pathLst>
                <a:path w="121834" h="127675">
                  <a:moveTo>
                    <a:pt x="0" y="0"/>
                  </a:moveTo>
                  <a:lnTo>
                    <a:pt x="121834" y="12767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l5122"/>
            <p:cNvSpPr/>
            <p:nvPr/>
          </p:nvSpPr>
          <p:spPr>
            <a:xfrm>
              <a:off x="7681532" y="2608352"/>
              <a:ext cx="71368" cy="110618"/>
            </a:xfrm>
            <a:custGeom>
              <a:avLst/>
              <a:pathLst>
                <a:path w="71368" h="110618">
                  <a:moveTo>
                    <a:pt x="0" y="0"/>
                  </a:moveTo>
                  <a:lnTo>
                    <a:pt x="71368" y="1106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l5123"/>
            <p:cNvSpPr/>
            <p:nvPr/>
          </p:nvSpPr>
          <p:spPr>
            <a:xfrm>
              <a:off x="7752901" y="2718970"/>
              <a:ext cx="87234" cy="128365"/>
            </a:xfrm>
            <a:custGeom>
              <a:avLst/>
              <a:pathLst>
                <a:path w="87234" h="128365">
                  <a:moveTo>
                    <a:pt x="0" y="0"/>
                  </a:moveTo>
                  <a:lnTo>
                    <a:pt x="87234" y="1283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l5124"/>
            <p:cNvSpPr/>
            <p:nvPr/>
          </p:nvSpPr>
          <p:spPr>
            <a:xfrm>
              <a:off x="7840136" y="2847336"/>
              <a:ext cx="49086" cy="83235"/>
            </a:xfrm>
            <a:custGeom>
              <a:avLst/>
              <a:pathLst>
                <a:path w="49086" h="83235">
                  <a:moveTo>
                    <a:pt x="0" y="0"/>
                  </a:moveTo>
                  <a:lnTo>
                    <a:pt x="49086" y="8323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l5125"/>
            <p:cNvSpPr/>
            <p:nvPr/>
          </p:nvSpPr>
          <p:spPr>
            <a:xfrm>
              <a:off x="7889222" y="2930571"/>
              <a:ext cx="26549" cy="71460"/>
            </a:xfrm>
            <a:custGeom>
              <a:avLst/>
              <a:pathLst>
                <a:path w="26549" h="71460">
                  <a:moveTo>
                    <a:pt x="0" y="0"/>
                  </a:moveTo>
                  <a:lnTo>
                    <a:pt x="26549" y="714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l5126"/>
            <p:cNvSpPr/>
            <p:nvPr/>
          </p:nvSpPr>
          <p:spPr>
            <a:xfrm>
              <a:off x="7915772" y="3002032"/>
              <a:ext cx="24211" cy="105170"/>
            </a:xfrm>
            <a:custGeom>
              <a:avLst/>
              <a:pathLst>
                <a:path w="24211" h="105170">
                  <a:moveTo>
                    <a:pt x="0" y="0"/>
                  </a:moveTo>
                  <a:lnTo>
                    <a:pt x="24211" y="1051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l5127"/>
            <p:cNvSpPr/>
            <p:nvPr/>
          </p:nvSpPr>
          <p:spPr>
            <a:xfrm>
              <a:off x="7939983" y="3107202"/>
              <a:ext cx="60030" cy="135311"/>
            </a:xfrm>
            <a:custGeom>
              <a:avLst/>
              <a:pathLst>
                <a:path w="60030" h="135311">
                  <a:moveTo>
                    <a:pt x="0" y="0"/>
                  </a:moveTo>
                  <a:lnTo>
                    <a:pt x="60030" y="1353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l5128"/>
            <p:cNvSpPr/>
            <p:nvPr/>
          </p:nvSpPr>
          <p:spPr>
            <a:xfrm>
              <a:off x="8000013" y="3242513"/>
              <a:ext cx="22613" cy="65338"/>
            </a:xfrm>
            <a:custGeom>
              <a:avLst/>
              <a:pathLst>
                <a:path w="22613" h="65338">
                  <a:moveTo>
                    <a:pt x="0" y="0"/>
                  </a:moveTo>
                  <a:lnTo>
                    <a:pt x="22613" y="653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l5129"/>
            <p:cNvSpPr/>
            <p:nvPr/>
          </p:nvSpPr>
          <p:spPr>
            <a:xfrm>
              <a:off x="8022627" y="3262457"/>
              <a:ext cx="19326" cy="45394"/>
            </a:xfrm>
            <a:custGeom>
              <a:avLst/>
              <a:pathLst>
                <a:path w="19326" h="45394">
                  <a:moveTo>
                    <a:pt x="0" y="45394"/>
                  </a:moveTo>
                  <a:lnTo>
                    <a:pt x="193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l5130"/>
            <p:cNvSpPr/>
            <p:nvPr/>
          </p:nvSpPr>
          <p:spPr>
            <a:xfrm>
              <a:off x="8041953" y="3262457"/>
              <a:ext cx="3681" cy="12253"/>
            </a:xfrm>
            <a:custGeom>
              <a:avLst/>
              <a:pathLst>
                <a:path w="3681" h="12253">
                  <a:moveTo>
                    <a:pt x="0" y="0"/>
                  </a:moveTo>
                  <a:lnTo>
                    <a:pt x="3681" y="122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l5131"/>
            <p:cNvSpPr/>
            <p:nvPr/>
          </p:nvSpPr>
          <p:spPr>
            <a:xfrm>
              <a:off x="8045634" y="3274710"/>
              <a:ext cx="3296" cy="8125"/>
            </a:xfrm>
            <a:custGeom>
              <a:avLst/>
              <a:pathLst>
                <a:path w="3296" h="8125">
                  <a:moveTo>
                    <a:pt x="0" y="0"/>
                  </a:moveTo>
                  <a:lnTo>
                    <a:pt x="3296" y="812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l5132"/>
            <p:cNvSpPr/>
            <p:nvPr/>
          </p:nvSpPr>
          <p:spPr>
            <a:xfrm>
              <a:off x="8048931" y="3282836"/>
              <a:ext cx="1635" cy="4072"/>
            </a:xfrm>
            <a:custGeom>
              <a:avLst/>
              <a:pathLst>
                <a:path w="1635" h="4072">
                  <a:moveTo>
                    <a:pt x="0" y="0"/>
                  </a:moveTo>
                  <a:lnTo>
                    <a:pt x="1635" y="40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l5133"/>
            <p:cNvSpPr/>
            <p:nvPr/>
          </p:nvSpPr>
          <p:spPr>
            <a:xfrm>
              <a:off x="7939983" y="2957923"/>
              <a:ext cx="17108" cy="149279"/>
            </a:xfrm>
            <a:custGeom>
              <a:avLst/>
              <a:pathLst>
                <a:path w="17108" h="149279">
                  <a:moveTo>
                    <a:pt x="0" y="149279"/>
                  </a:moveTo>
                  <a:lnTo>
                    <a:pt x="17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l5134"/>
            <p:cNvSpPr/>
            <p:nvPr/>
          </p:nvSpPr>
          <p:spPr>
            <a:xfrm>
              <a:off x="7957092" y="2957923"/>
              <a:ext cx="21078" cy="42102"/>
            </a:xfrm>
            <a:custGeom>
              <a:avLst/>
              <a:pathLst>
                <a:path w="21078" h="42102">
                  <a:moveTo>
                    <a:pt x="0" y="0"/>
                  </a:moveTo>
                  <a:lnTo>
                    <a:pt x="21078" y="421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l5135"/>
            <p:cNvSpPr/>
            <p:nvPr/>
          </p:nvSpPr>
          <p:spPr>
            <a:xfrm>
              <a:off x="7978170" y="3000025"/>
              <a:ext cx="16180" cy="30331"/>
            </a:xfrm>
            <a:custGeom>
              <a:avLst/>
              <a:pathLst>
                <a:path w="16180" h="30331">
                  <a:moveTo>
                    <a:pt x="0" y="0"/>
                  </a:moveTo>
                  <a:lnTo>
                    <a:pt x="16180" y="30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l5136"/>
            <p:cNvSpPr/>
            <p:nvPr/>
          </p:nvSpPr>
          <p:spPr>
            <a:xfrm>
              <a:off x="7994350" y="3030356"/>
              <a:ext cx="5963" cy="15792"/>
            </a:xfrm>
            <a:custGeom>
              <a:avLst/>
              <a:pathLst>
                <a:path w="5963" h="15792">
                  <a:moveTo>
                    <a:pt x="0" y="0"/>
                  </a:moveTo>
                  <a:lnTo>
                    <a:pt x="5963" y="157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l5137"/>
            <p:cNvSpPr/>
            <p:nvPr/>
          </p:nvSpPr>
          <p:spPr>
            <a:xfrm>
              <a:off x="8000314" y="3046148"/>
              <a:ext cx="5850" cy="15960"/>
            </a:xfrm>
            <a:custGeom>
              <a:avLst/>
              <a:pathLst>
                <a:path w="5850" h="15960">
                  <a:moveTo>
                    <a:pt x="0" y="0"/>
                  </a:moveTo>
                  <a:lnTo>
                    <a:pt x="5850" y="159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l5138"/>
            <p:cNvSpPr/>
            <p:nvPr/>
          </p:nvSpPr>
          <p:spPr>
            <a:xfrm>
              <a:off x="8006165" y="3062109"/>
              <a:ext cx="5751" cy="16224"/>
            </a:xfrm>
            <a:custGeom>
              <a:avLst/>
              <a:pathLst>
                <a:path w="5751" h="16224">
                  <a:moveTo>
                    <a:pt x="0" y="0"/>
                  </a:moveTo>
                  <a:lnTo>
                    <a:pt x="5751" y="1622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l5139"/>
            <p:cNvSpPr/>
            <p:nvPr/>
          </p:nvSpPr>
          <p:spPr>
            <a:xfrm>
              <a:off x="8011917" y="3078334"/>
              <a:ext cx="5680" cy="16681"/>
            </a:xfrm>
            <a:custGeom>
              <a:avLst/>
              <a:pathLst>
                <a:path w="5680" h="16681">
                  <a:moveTo>
                    <a:pt x="0" y="0"/>
                  </a:moveTo>
                  <a:lnTo>
                    <a:pt x="5680" y="166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l5140"/>
            <p:cNvSpPr/>
            <p:nvPr/>
          </p:nvSpPr>
          <p:spPr>
            <a:xfrm>
              <a:off x="8017598" y="3095016"/>
              <a:ext cx="6637" cy="15253"/>
            </a:xfrm>
            <a:custGeom>
              <a:avLst/>
              <a:pathLst>
                <a:path w="6637" h="15253">
                  <a:moveTo>
                    <a:pt x="0" y="0"/>
                  </a:moveTo>
                  <a:lnTo>
                    <a:pt x="6637" y="152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l5141"/>
            <p:cNvSpPr/>
            <p:nvPr/>
          </p:nvSpPr>
          <p:spPr>
            <a:xfrm>
              <a:off x="8024235" y="3110269"/>
              <a:ext cx="4137" cy="8842"/>
            </a:xfrm>
            <a:custGeom>
              <a:avLst/>
              <a:pathLst>
                <a:path w="4137" h="8842">
                  <a:moveTo>
                    <a:pt x="0" y="0"/>
                  </a:moveTo>
                  <a:lnTo>
                    <a:pt x="4137" y="88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l5142"/>
            <p:cNvSpPr/>
            <p:nvPr/>
          </p:nvSpPr>
          <p:spPr>
            <a:xfrm>
              <a:off x="8028373" y="3119111"/>
              <a:ext cx="2297" cy="5981"/>
            </a:xfrm>
            <a:custGeom>
              <a:avLst/>
              <a:pathLst>
                <a:path w="2297" h="5981">
                  <a:moveTo>
                    <a:pt x="0" y="0"/>
                  </a:moveTo>
                  <a:lnTo>
                    <a:pt x="2297" y="5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l5143"/>
            <p:cNvSpPr/>
            <p:nvPr/>
          </p:nvSpPr>
          <p:spPr>
            <a:xfrm>
              <a:off x="8030670" y="3125093"/>
              <a:ext cx="1959" cy="3926"/>
            </a:xfrm>
            <a:custGeom>
              <a:avLst/>
              <a:pathLst>
                <a:path w="1959" h="3926">
                  <a:moveTo>
                    <a:pt x="0" y="0"/>
                  </a:moveTo>
                  <a:lnTo>
                    <a:pt x="1959" y="39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l5144"/>
            <p:cNvSpPr/>
            <p:nvPr/>
          </p:nvSpPr>
          <p:spPr>
            <a:xfrm>
              <a:off x="8006165" y="3042808"/>
              <a:ext cx="9774" cy="19301"/>
            </a:xfrm>
            <a:custGeom>
              <a:avLst/>
              <a:pathLst>
                <a:path w="9774" h="19301">
                  <a:moveTo>
                    <a:pt x="0" y="19301"/>
                  </a:moveTo>
                  <a:lnTo>
                    <a:pt x="97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l5145"/>
            <p:cNvSpPr/>
            <p:nvPr/>
          </p:nvSpPr>
          <p:spPr>
            <a:xfrm>
              <a:off x="8015939" y="3038445"/>
              <a:ext cx="476" cy="4362"/>
            </a:xfrm>
            <a:custGeom>
              <a:avLst/>
              <a:pathLst>
                <a:path w="476" h="4362">
                  <a:moveTo>
                    <a:pt x="0" y="4362"/>
                  </a:moveTo>
                  <a:lnTo>
                    <a:pt x="4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l5146"/>
            <p:cNvSpPr/>
            <p:nvPr/>
          </p:nvSpPr>
          <p:spPr>
            <a:xfrm>
              <a:off x="7994350" y="3010082"/>
              <a:ext cx="14715" cy="20274"/>
            </a:xfrm>
            <a:custGeom>
              <a:avLst/>
              <a:pathLst>
                <a:path w="14715" h="20274">
                  <a:moveTo>
                    <a:pt x="0" y="20274"/>
                  </a:moveTo>
                  <a:lnTo>
                    <a:pt x="147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l5147"/>
            <p:cNvSpPr/>
            <p:nvPr/>
          </p:nvSpPr>
          <p:spPr>
            <a:xfrm>
              <a:off x="8009066" y="3005712"/>
              <a:ext cx="401" cy="4369"/>
            </a:xfrm>
            <a:custGeom>
              <a:avLst/>
              <a:pathLst>
                <a:path w="401" h="4369">
                  <a:moveTo>
                    <a:pt x="0" y="4369"/>
                  </a:moveTo>
                  <a:lnTo>
                    <a:pt x="4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l5148"/>
            <p:cNvSpPr/>
            <p:nvPr/>
          </p:nvSpPr>
          <p:spPr>
            <a:xfrm>
              <a:off x="7978170" y="2962816"/>
              <a:ext cx="13076" cy="37209"/>
            </a:xfrm>
            <a:custGeom>
              <a:avLst/>
              <a:pathLst>
                <a:path w="13076" h="37209">
                  <a:moveTo>
                    <a:pt x="0" y="37209"/>
                  </a:moveTo>
                  <a:lnTo>
                    <a:pt x="130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l5149"/>
            <p:cNvSpPr/>
            <p:nvPr/>
          </p:nvSpPr>
          <p:spPr>
            <a:xfrm>
              <a:off x="7991247" y="2962816"/>
              <a:ext cx="4240" cy="11835"/>
            </a:xfrm>
            <a:custGeom>
              <a:avLst/>
              <a:pathLst>
                <a:path w="4240" h="11835">
                  <a:moveTo>
                    <a:pt x="0" y="0"/>
                  </a:moveTo>
                  <a:lnTo>
                    <a:pt x="4240" y="1183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l5150"/>
            <p:cNvSpPr/>
            <p:nvPr/>
          </p:nvSpPr>
          <p:spPr>
            <a:xfrm>
              <a:off x="7995487" y="2974651"/>
              <a:ext cx="5463" cy="11569"/>
            </a:xfrm>
            <a:custGeom>
              <a:avLst/>
              <a:pathLst>
                <a:path w="5463" h="11569">
                  <a:moveTo>
                    <a:pt x="0" y="0"/>
                  </a:moveTo>
                  <a:lnTo>
                    <a:pt x="5463" y="1156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l5151"/>
            <p:cNvSpPr/>
            <p:nvPr/>
          </p:nvSpPr>
          <p:spPr>
            <a:xfrm>
              <a:off x="8000951" y="2977479"/>
              <a:ext cx="683" cy="8741"/>
            </a:xfrm>
            <a:custGeom>
              <a:avLst/>
              <a:pathLst>
                <a:path w="683" h="8741">
                  <a:moveTo>
                    <a:pt x="0" y="8741"/>
                  </a:moveTo>
                  <a:lnTo>
                    <a:pt x="6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l5152"/>
            <p:cNvSpPr/>
            <p:nvPr/>
          </p:nvSpPr>
          <p:spPr>
            <a:xfrm>
              <a:off x="8001635" y="2973102"/>
              <a:ext cx="326" cy="4376"/>
            </a:xfrm>
            <a:custGeom>
              <a:avLst/>
              <a:pathLst>
                <a:path w="326" h="4376">
                  <a:moveTo>
                    <a:pt x="0" y="4376"/>
                  </a:moveTo>
                  <a:lnTo>
                    <a:pt x="3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l5153"/>
            <p:cNvSpPr/>
            <p:nvPr/>
          </p:nvSpPr>
          <p:spPr>
            <a:xfrm>
              <a:off x="7957092" y="2905502"/>
              <a:ext cx="17750" cy="52420"/>
            </a:xfrm>
            <a:custGeom>
              <a:avLst/>
              <a:pathLst>
                <a:path w="17750" h="52420">
                  <a:moveTo>
                    <a:pt x="0" y="52420"/>
                  </a:moveTo>
                  <a:lnTo>
                    <a:pt x="177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l5154"/>
            <p:cNvSpPr/>
            <p:nvPr/>
          </p:nvSpPr>
          <p:spPr>
            <a:xfrm>
              <a:off x="7974842" y="2905502"/>
              <a:ext cx="7372" cy="11748"/>
            </a:xfrm>
            <a:custGeom>
              <a:avLst/>
              <a:pathLst>
                <a:path w="7372" h="11748">
                  <a:moveTo>
                    <a:pt x="0" y="0"/>
                  </a:moveTo>
                  <a:lnTo>
                    <a:pt x="7372" y="117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l5155"/>
            <p:cNvSpPr/>
            <p:nvPr/>
          </p:nvSpPr>
          <p:spPr>
            <a:xfrm>
              <a:off x="7982215" y="2917251"/>
              <a:ext cx="3319" cy="7209"/>
            </a:xfrm>
            <a:custGeom>
              <a:avLst/>
              <a:pathLst>
                <a:path w="3319" h="7209">
                  <a:moveTo>
                    <a:pt x="0" y="0"/>
                  </a:moveTo>
                  <a:lnTo>
                    <a:pt x="3319" y="72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l5156"/>
            <p:cNvSpPr/>
            <p:nvPr/>
          </p:nvSpPr>
          <p:spPr>
            <a:xfrm>
              <a:off x="7985534" y="2924460"/>
              <a:ext cx="3158" cy="6722"/>
            </a:xfrm>
            <a:custGeom>
              <a:avLst/>
              <a:pathLst>
                <a:path w="3158" h="6722">
                  <a:moveTo>
                    <a:pt x="0" y="0"/>
                  </a:moveTo>
                  <a:lnTo>
                    <a:pt x="3158" y="67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l5157"/>
            <p:cNvSpPr/>
            <p:nvPr/>
          </p:nvSpPr>
          <p:spPr>
            <a:xfrm>
              <a:off x="7988693" y="2931183"/>
              <a:ext cx="2872" cy="5727"/>
            </a:xfrm>
            <a:custGeom>
              <a:avLst/>
              <a:pathLst>
                <a:path w="2872" h="5727">
                  <a:moveTo>
                    <a:pt x="0" y="0"/>
                  </a:moveTo>
                  <a:lnTo>
                    <a:pt x="2872" y="57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l5158"/>
            <p:cNvSpPr/>
            <p:nvPr/>
          </p:nvSpPr>
          <p:spPr>
            <a:xfrm>
              <a:off x="7991565" y="2932528"/>
              <a:ext cx="233" cy="4382"/>
            </a:xfrm>
            <a:custGeom>
              <a:avLst/>
              <a:pathLst>
                <a:path w="233" h="4382">
                  <a:moveTo>
                    <a:pt x="0" y="4382"/>
                  </a:moveTo>
                  <a:lnTo>
                    <a:pt x="2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l5159"/>
            <p:cNvSpPr/>
            <p:nvPr/>
          </p:nvSpPr>
          <p:spPr>
            <a:xfrm>
              <a:off x="7982215" y="2908291"/>
              <a:ext cx="3071" cy="8959"/>
            </a:xfrm>
            <a:custGeom>
              <a:avLst/>
              <a:pathLst>
                <a:path w="3071" h="8959">
                  <a:moveTo>
                    <a:pt x="0" y="8959"/>
                  </a:moveTo>
                  <a:lnTo>
                    <a:pt x="30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l5160"/>
            <p:cNvSpPr/>
            <p:nvPr/>
          </p:nvSpPr>
          <p:spPr>
            <a:xfrm>
              <a:off x="7889222" y="2829933"/>
              <a:ext cx="65706" cy="100638"/>
            </a:xfrm>
            <a:custGeom>
              <a:avLst/>
              <a:pathLst>
                <a:path w="65706" h="100638">
                  <a:moveTo>
                    <a:pt x="0" y="100638"/>
                  </a:moveTo>
                  <a:lnTo>
                    <a:pt x="657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l5161"/>
            <p:cNvSpPr/>
            <p:nvPr/>
          </p:nvSpPr>
          <p:spPr>
            <a:xfrm>
              <a:off x="7954929" y="2829933"/>
              <a:ext cx="3730" cy="7289"/>
            </a:xfrm>
            <a:custGeom>
              <a:avLst/>
              <a:pathLst>
                <a:path w="3730" h="7289">
                  <a:moveTo>
                    <a:pt x="0" y="0"/>
                  </a:moveTo>
                  <a:lnTo>
                    <a:pt x="3730" y="7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l5162"/>
            <p:cNvSpPr/>
            <p:nvPr/>
          </p:nvSpPr>
          <p:spPr>
            <a:xfrm>
              <a:off x="7958659" y="2837222"/>
              <a:ext cx="3623" cy="7061"/>
            </a:xfrm>
            <a:custGeom>
              <a:avLst/>
              <a:pathLst>
                <a:path w="3623" h="7061">
                  <a:moveTo>
                    <a:pt x="0" y="0"/>
                  </a:moveTo>
                  <a:lnTo>
                    <a:pt x="3623" y="70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l5163"/>
            <p:cNvSpPr/>
            <p:nvPr/>
          </p:nvSpPr>
          <p:spPr>
            <a:xfrm>
              <a:off x="7962283" y="2844284"/>
              <a:ext cx="3442" cy="6581"/>
            </a:xfrm>
            <a:custGeom>
              <a:avLst/>
              <a:pathLst>
                <a:path w="3442" h="6581">
                  <a:moveTo>
                    <a:pt x="0" y="0"/>
                  </a:moveTo>
                  <a:lnTo>
                    <a:pt x="3442" y="65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l5164"/>
            <p:cNvSpPr/>
            <p:nvPr/>
          </p:nvSpPr>
          <p:spPr>
            <a:xfrm>
              <a:off x="7965726" y="2850865"/>
              <a:ext cx="3114" cy="5599"/>
            </a:xfrm>
            <a:custGeom>
              <a:avLst/>
              <a:pathLst>
                <a:path w="3114" h="5599">
                  <a:moveTo>
                    <a:pt x="0" y="0"/>
                  </a:moveTo>
                  <a:lnTo>
                    <a:pt x="3114" y="55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l5165"/>
            <p:cNvSpPr/>
            <p:nvPr/>
          </p:nvSpPr>
          <p:spPr>
            <a:xfrm>
              <a:off x="7968840" y="2852077"/>
              <a:ext cx="46" cy="4388"/>
            </a:xfrm>
            <a:custGeom>
              <a:avLst/>
              <a:pathLst>
                <a:path w="46" h="4388">
                  <a:moveTo>
                    <a:pt x="0" y="4388"/>
                  </a:moveTo>
                  <a:lnTo>
                    <a:pt x="4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l5166"/>
            <p:cNvSpPr/>
            <p:nvPr/>
          </p:nvSpPr>
          <p:spPr>
            <a:xfrm>
              <a:off x="7840136" y="2723181"/>
              <a:ext cx="61227" cy="124154"/>
            </a:xfrm>
            <a:custGeom>
              <a:avLst/>
              <a:pathLst>
                <a:path w="61227" h="124154">
                  <a:moveTo>
                    <a:pt x="0" y="124154"/>
                  </a:moveTo>
                  <a:lnTo>
                    <a:pt x="612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l5167"/>
            <p:cNvSpPr/>
            <p:nvPr/>
          </p:nvSpPr>
          <p:spPr>
            <a:xfrm>
              <a:off x="7901363" y="2723181"/>
              <a:ext cx="12155" cy="28100"/>
            </a:xfrm>
            <a:custGeom>
              <a:avLst/>
              <a:pathLst>
                <a:path w="12155" h="28100">
                  <a:moveTo>
                    <a:pt x="0" y="0"/>
                  </a:moveTo>
                  <a:lnTo>
                    <a:pt x="12155" y="281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l5168"/>
            <p:cNvSpPr/>
            <p:nvPr/>
          </p:nvSpPr>
          <p:spPr>
            <a:xfrm>
              <a:off x="7913519" y="2751282"/>
              <a:ext cx="22170" cy="29912"/>
            </a:xfrm>
            <a:custGeom>
              <a:avLst/>
              <a:pathLst>
                <a:path w="22170" h="29912">
                  <a:moveTo>
                    <a:pt x="0" y="0"/>
                  </a:moveTo>
                  <a:lnTo>
                    <a:pt x="22170" y="299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l5169"/>
            <p:cNvSpPr/>
            <p:nvPr/>
          </p:nvSpPr>
          <p:spPr>
            <a:xfrm>
              <a:off x="7935689" y="2781194"/>
              <a:ext cx="9072" cy="13942"/>
            </a:xfrm>
            <a:custGeom>
              <a:avLst/>
              <a:pathLst>
                <a:path w="9072" h="13942">
                  <a:moveTo>
                    <a:pt x="0" y="0"/>
                  </a:moveTo>
                  <a:lnTo>
                    <a:pt x="9072" y="139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l5170"/>
            <p:cNvSpPr/>
            <p:nvPr/>
          </p:nvSpPr>
          <p:spPr>
            <a:xfrm>
              <a:off x="7944762" y="2795137"/>
              <a:ext cx="5545" cy="8034"/>
            </a:xfrm>
            <a:custGeom>
              <a:avLst/>
              <a:pathLst>
                <a:path w="5545" h="8034">
                  <a:moveTo>
                    <a:pt x="0" y="0"/>
                  </a:moveTo>
                  <a:lnTo>
                    <a:pt x="5545" y="80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l5171"/>
            <p:cNvSpPr/>
            <p:nvPr/>
          </p:nvSpPr>
          <p:spPr>
            <a:xfrm>
              <a:off x="7950308" y="2803171"/>
              <a:ext cx="3256" cy="5518"/>
            </a:xfrm>
            <a:custGeom>
              <a:avLst/>
              <a:pathLst>
                <a:path w="3256" h="5518">
                  <a:moveTo>
                    <a:pt x="0" y="0"/>
                  </a:moveTo>
                  <a:lnTo>
                    <a:pt x="3256" y="55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l5172"/>
            <p:cNvSpPr/>
            <p:nvPr/>
          </p:nvSpPr>
          <p:spPr>
            <a:xfrm>
              <a:off x="7953498" y="2804302"/>
              <a:ext cx="66" cy="4387"/>
            </a:xfrm>
            <a:custGeom>
              <a:avLst/>
              <a:pathLst>
                <a:path w="66" h="4387">
                  <a:moveTo>
                    <a:pt x="66" y="43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l5173"/>
            <p:cNvSpPr/>
            <p:nvPr/>
          </p:nvSpPr>
          <p:spPr>
            <a:xfrm>
              <a:off x="7935689" y="2763738"/>
              <a:ext cx="840" cy="17456"/>
            </a:xfrm>
            <a:custGeom>
              <a:avLst/>
              <a:pathLst>
                <a:path w="840" h="17456">
                  <a:moveTo>
                    <a:pt x="0" y="17456"/>
                  </a:moveTo>
                  <a:lnTo>
                    <a:pt x="8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l5174"/>
            <p:cNvSpPr/>
            <p:nvPr/>
          </p:nvSpPr>
          <p:spPr>
            <a:xfrm>
              <a:off x="7936530" y="2763738"/>
              <a:ext cx="3373" cy="5447"/>
            </a:xfrm>
            <a:custGeom>
              <a:avLst/>
              <a:pathLst>
                <a:path w="3373" h="5447">
                  <a:moveTo>
                    <a:pt x="0" y="0"/>
                  </a:moveTo>
                  <a:lnTo>
                    <a:pt x="3373" y="54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l5175"/>
            <p:cNvSpPr/>
            <p:nvPr/>
          </p:nvSpPr>
          <p:spPr>
            <a:xfrm>
              <a:off x="7939744" y="2764800"/>
              <a:ext cx="159" cy="4385"/>
            </a:xfrm>
            <a:custGeom>
              <a:avLst/>
              <a:pathLst>
                <a:path w="159" h="4385">
                  <a:moveTo>
                    <a:pt x="159" y="43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l5176"/>
            <p:cNvSpPr/>
            <p:nvPr/>
          </p:nvSpPr>
          <p:spPr>
            <a:xfrm>
              <a:off x="7752901" y="2526709"/>
              <a:ext cx="43679" cy="192261"/>
            </a:xfrm>
            <a:custGeom>
              <a:avLst/>
              <a:pathLst>
                <a:path w="43679" h="192261">
                  <a:moveTo>
                    <a:pt x="0" y="192261"/>
                  </a:moveTo>
                  <a:lnTo>
                    <a:pt x="436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l5177"/>
            <p:cNvSpPr/>
            <p:nvPr/>
          </p:nvSpPr>
          <p:spPr>
            <a:xfrm>
              <a:off x="7796581" y="2526709"/>
              <a:ext cx="15322" cy="26560"/>
            </a:xfrm>
            <a:custGeom>
              <a:avLst/>
              <a:pathLst>
                <a:path w="15322" h="26560">
                  <a:moveTo>
                    <a:pt x="0" y="0"/>
                  </a:moveTo>
                  <a:lnTo>
                    <a:pt x="15322" y="265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l5178"/>
            <p:cNvSpPr/>
            <p:nvPr/>
          </p:nvSpPr>
          <p:spPr>
            <a:xfrm>
              <a:off x="7811903" y="2553270"/>
              <a:ext cx="24645" cy="31600"/>
            </a:xfrm>
            <a:custGeom>
              <a:avLst/>
              <a:pathLst>
                <a:path w="24645" h="31600">
                  <a:moveTo>
                    <a:pt x="0" y="0"/>
                  </a:moveTo>
                  <a:lnTo>
                    <a:pt x="24645" y="316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l5179"/>
            <p:cNvSpPr/>
            <p:nvPr/>
          </p:nvSpPr>
          <p:spPr>
            <a:xfrm>
              <a:off x="7836549" y="2584871"/>
              <a:ext cx="20185" cy="30183"/>
            </a:xfrm>
            <a:custGeom>
              <a:avLst/>
              <a:pathLst>
                <a:path w="20185" h="30183">
                  <a:moveTo>
                    <a:pt x="0" y="0"/>
                  </a:moveTo>
                  <a:lnTo>
                    <a:pt x="20185" y="3018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l5180"/>
            <p:cNvSpPr/>
            <p:nvPr/>
          </p:nvSpPr>
          <p:spPr>
            <a:xfrm>
              <a:off x="7856734" y="2615054"/>
              <a:ext cx="20527" cy="26004"/>
            </a:xfrm>
            <a:custGeom>
              <a:avLst/>
              <a:pathLst>
                <a:path w="20527" h="26004">
                  <a:moveTo>
                    <a:pt x="0" y="0"/>
                  </a:moveTo>
                  <a:lnTo>
                    <a:pt x="20527" y="260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l5181"/>
            <p:cNvSpPr/>
            <p:nvPr/>
          </p:nvSpPr>
          <p:spPr>
            <a:xfrm>
              <a:off x="7877262" y="2641058"/>
              <a:ext cx="14423" cy="16426"/>
            </a:xfrm>
            <a:custGeom>
              <a:avLst/>
              <a:pathLst>
                <a:path w="14423" h="16426">
                  <a:moveTo>
                    <a:pt x="0" y="0"/>
                  </a:moveTo>
                  <a:lnTo>
                    <a:pt x="14423" y="164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l5182"/>
            <p:cNvSpPr/>
            <p:nvPr/>
          </p:nvSpPr>
          <p:spPr>
            <a:xfrm>
              <a:off x="7891685" y="2657485"/>
              <a:ext cx="4298" cy="6671"/>
            </a:xfrm>
            <a:custGeom>
              <a:avLst/>
              <a:pathLst>
                <a:path w="4298" h="6671">
                  <a:moveTo>
                    <a:pt x="0" y="0"/>
                  </a:moveTo>
                  <a:lnTo>
                    <a:pt x="4298" y="66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l5183"/>
            <p:cNvSpPr/>
            <p:nvPr/>
          </p:nvSpPr>
          <p:spPr>
            <a:xfrm>
              <a:off x="7895983" y="2664156"/>
              <a:ext cx="4071" cy="6212"/>
            </a:xfrm>
            <a:custGeom>
              <a:avLst/>
              <a:pathLst>
                <a:path w="4071" h="6212">
                  <a:moveTo>
                    <a:pt x="0" y="0"/>
                  </a:moveTo>
                  <a:lnTo>
                    <a:pt x="4071" y="62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l5184"/>
            <p:cNvSpPr/>
            <p:nvPr/>
          </p:nvSpPr>
          <p:spPr>
            <a:xfrm>
              <a:off x="7900055" y="2670369"/>
              <a:ext cx="3648" cy="5267"/>
            </a:xfrm>
            <a:custGeom>
              <a:avLst/>
              <a:pathLst>
                <a:path w="3648" h="5267">
                  <a:moveTo>
                    <a:pt x="0" y="0"/>
                  </a:moveTo>
                  <a:lnTo>
                    <a:pt x="3648" y="52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l5185"/>
            <p:cNvSpPr/>
            <p:nvPr/>
          </p:nvSpPr>
          <p:spPr>
            <a:xfrm>
              <a:off x="7903703" y="2675637"/>
              <a:ext cx="2833" cy="3350"/>
            </a:xfrm>
            <a:custGeom>
              <a:avLst/>
              <a:pathLst>
                <a:path w="2833" h="3350">
                  <a:moveTo>
                    <a:pt x="0" y="0"/>
                  </a:moveTo>
                  <a:lnTo>
                    <a:pt x="2833" y="33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l5186"/>
            <p:cNvSpPr/>
            <p:nvPr/>
          </p:nvSpPr>
          <p:spPr>
            <a:xfrm>
              <a:off x="7900055" y="2663557"/>
              <a:ext cx="13" cy="6812"/>
            </a:xfrm>
            <a:custGeom>
              <a:avLst/>
              <a:pathLst>
                <a:path w="13" h="6812">
                  <a:moveTo>
                    <a:pt x="0" y="6812"/>
                  </a:moveTo>
                  <a:lnTo>
                    <a:pt x="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l5187"/>
            <p:cNvSpPr/>
            <p:nvPr/>
          </p:nvSpPr>
          <p:spPr>
            <a:xfrm>
              <a:off x="7874811" y="2619336"/>
              <a:ext cx="2450" cy="21722"/>
            </a:xfrm>
            <a:custGeom>
              <a:avLst/>
              <a:pathLst>
                <a:path w="2450" h="21722">
                  <a:moveTo>
                    <a:pt x="2450" y="21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l5188"/>
            <p:cNvSpPr/>
            <p:nvPr/>
          </p:nvSpPr>
          <p:spPr>
            <a:xfrm>
              <a:off x="7874811" y="2609998"/>
              <a:ext cx="1584" cy="9337"/>
            </a:xfrm>
            <a:custGeom>
              <a:avLst/>
              <a:pathLst>
                <a:path w="1584" h="9337">
                  <a:moveTo>
                    <a:pt x="0" y="9337"/>
                  </a:moveTo>
                  <a:lnTo>
                    <a:pt x="15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l5189"/>
            <p:cNvSpPr/>
            <p:nvPr/>
          </p:nvSpPr>
          <p:spPr>
            <a:xfrm>
              <a:off x="7855023" y="2580255"/>
              <a:ext cx="1711" cy="34798"/>
            </a:xfrm>
            <a:custGeom>
              <a:avLst/>
              <a:pathLst>
                <a:path w="1711" h="34798">
                  <a:moveTo>
                    <a:pt x="1711" y="347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l5190"/>
            <p:cNvSpPr/>
            <p:nvPr/>
          </p:nvSpPr>
          <p:spPr>
            <a:xfrm>
              <a:off x="7855023" y="2580255"/>
              <a:ext cx="6683" cy="7782"/>
            </a:xfrm>
            <a:custGeom>
              <a:avLst/>
              <a:pathLst>
                <a:path w="6683" h="7782">
                  <a:moveTo>
                    <a:pt x="0" y="0"/>
                  </a:moveTo>
                  <a:lnTo>
                    <a:pt x="6683" y="77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l5191"/>
            <p:cNvSpPr/>
            <p:nvPr/>
          </p:nvSpPr>
          <p:spPr>
            <a:xfrm>
              <a:off x="7861706" y="2588038"/>
              <a:ext cx="4332" cy="6033"/>
            </a:xfrm>
            <a:custGeom>
              <a:avLst/>
              <a:pathLst>
                <a:path w="4332" h="6033">
                  <a:moveTo>
                    <a:pt x="0" y="0"/>
                  </a:moveTo>
                  <a:lnTo>
                    <a:pt x="4332" y="60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l5192"/>
            <p:cNvSpPr/>
            <p:nvPr/>
          </p:nvSpPr>
          <p:spPr>
            <a:xfrm>
              <a:off x="7865762" y="2587265"/>
              <a:ext cx="277" cy="6806"/>
            </a:xfrm>
            <a:custGeom>
              <a:avLst/>
              <a:pathLst>
                <a:path w="277" h="6806">
                  <a:moveTo>
                    <a:pt x="277" y="68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l5193"/>
            <p:cNvSpPr/>
            <p:nvPr/>
          </p:nvSpPr>
          <p:spPr>
            <a:xfrm>
              <a:off x="7861706" y="2579718"/>
              <a:ext cx="446" cy="8320"/>
            </a:xfrm>
            <a:custGeom>
              <a:avLst/>
              <a:pathLst>
                <a:path w="446" h="8320">
                  <a:moveTo>
                    <a:pt x="0" y="8320"/>
                  </a:moveTo>
                  <a:lnTo>
                    <a:pt x="44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l5194"/>
            <p:cNvSpPr/>
            <p:nvPr/>
          </p:nvSpPr>
          <p:spPr>
            <a:xfrm>
              <a:off x="7811903" y="2505961"/>
              <a:ext cx="5299" cy="47308"/>
            </a:xfrm>
            <a:custGeom>
              <a:avLst/>
              <a:pathLst>
                <a:path w="5299" h="47308">
                  <a:moveTo>
                    <a:pt x="0" y="47308"/>
                  </a:moveTo>
                  <a:lnTo>
                    <a:pt x="529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l5195"/>
            <p:cNvSpPr/>
            <p:nvPr/>
          </p:nvSpPr>
          <p:spPr>
            <a:xfrm>
              <a:off x="7817203" y="2505961"/>
              <a:ext cx="7009" cy="7490"/>
            </a:xfrm>
            <a:custGeom>
              <a:avLst/>
              <a:pathLst>
                <a:path w="7009" h="7490">
                  <a:moveTo>
                    <a:pt x="0" y="0"/>
                  </a:moveTo>
                  <a:lnTo>
                    <a:pt x="7009" y="74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l5196"/>
            <p:cNvSpPr/>
            <p:nvPr/>
          </p:nvSpPr>
          <p:spPr>
            <a:xfrm>
              <a:off x="7824213" y="2513452"/>
              <a:ext cx="4586" cy="5842"/>
            </a:xfrm>
            <a:custGeom>
              <a:avLst/>
              <a:pathLst>
                <a:path w="4586" h="5842">
                  <a:moveTo>
                    <a:pt x="0" y="0"/>
                  </a:moveTo>
                  <a:lnTo>
                    <a:pt x="4586" y="58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l5197"/>
            <p:cNvSpPr/>
            <p:nvPr/>
          </p:nvSpPr>
          <p:spPr>
            <a:xfrm>
              <a:off x="7828232" y="2512506"/>
              <a:ext cx="567" cy="6788"/>
            </a:xfrm>
            <a:custGeom>
              <a:avLst/>
              <a:pathLst>
                <a:path w="567" h="6788">
                  <a:moveTo>
                    <a:pt x="567" y="67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l5198"/>
            <p:cNvSpPr/>
            <p:nvPr/>
          </p:nvSpPr>
          <p:spPr>
            <a:xfrm>
              <a:off x="7817183" y="2494707"/>
              <a:ext cx="20" cy="11253"/>
            </a:xfrm>
            <a:custGeom>
              <a:avLst/>
              <a:pathLst>
                <a:path w="20" h="11253">
                  <a:moveTo>
                    <a:pt x="20" y="112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l5199"/>
            <p:cNvSpPr/>
            <p:nvPr/>
          </p:nvSpPr>
          <p:spPr>
            <a:xfrm>
              <a:off x="7817183" y="2494707"/>
              <a:ext cx="3161" cy="3043"/>
            </a:xfrm>
            <a:custGeom>
              <a:avLst/>
              <a:pathLst>
                <a:path w="3161" h="3043">
                  <a:moveTo>
                    <a:pt x="0" y="0"/>
                  </a:moveTo>
                  <a:lnTo>
                    <a:pt x="3161" y="304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l5200"/>
            <p:cNvSpPr/>
            <p:nvPr/>
          </p:nvSpPr>
          <p:spPr>
            <a:xfrm>
              <a:off x="7816354" y="2490398"/>
              <a:ext cx="829" cy="4309"/>
            </a:xfrm>
            <a:custGeom>
              <a:avLst/>
              <a:pathLst>
                <a:path w="829" h="4309">
                  <a:moveTo>
                    <a:pt x="829" y="43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l5201"/>
            <p:cNvSpPr/>
            <p:nvPr/>
          </p:nvSpPr>
          <p:spPr>
            <a:xfrm>
              <a:off x="7681532" y="2412398"/>
              <a:ext cx="71198" cy="195953"/>
            </a:xfrm>
            <a:custGeom>
              <a:avLst/>
              <a:pathLst>
                <a:path w="71198" h="195953">
                  <a:moveTo>
                    <a:pt x="0" y="195953"/>
                  </a:moveTo>
                  <a:lnTo>
                    <a:pt x="7119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l5202"/>
            <p:cNvSpPr/>
            <p:nvPr/>
          </p:nvSpPr>
          <p:spPr>
            <a:xfrm>
              <a:off x="7752731" y="2412398"/>
              <a:ext cx="10059" cy="13995"/>
            </a:xfrm>
            <a:custGeom>
              <a:avLst/>
              <a:pathLst>
                <a:path w="10059" h="13995">
                  <a:moveTo>
                    <a:pt x="0" y="0"/>
                  </a:moveTo>
                  <a:lnTo>
                    <a:pt x="10059" y="139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l5203"/>
            <p:cNvSpPr/>
            <p:nvPr/>
          </p:nvSpPr>
          <p:spPr>
            <a:xfrm>
              <a:off x="7762791" y="2426393"/>
              <a:ext cx="13491" cy="17505"/>
            </a:xfrm>
            <a:custGeom>
              <a:avLst/>
              <a:pathLst>
                <a:path w="13491" h="17505">
                  <a:moveTo>
                    <a:pt x="0" y="0"/>
                  </a:moveTo>
                  <a:lnTo>
                    <a:pt x="13491" y="175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l5204"/>
            <p:cNvSpPr/>
            <p:nvPr/>
          </p:nvSpPr>
          <p:spPr>
            <a:xfrm>
              <a:off x="7776283" y="2443898"/>
              <a:ext cx="14769" cy="12194"/>
            </a:xfrm>
            <a:custGeom>
              <a:avLst/>
              <a:pathLst>
                <a:path w="14769" h="12194">
                  <a:moveTo>
                    <a:pt x="0" y="0"/>
                  </a:moveTo>
                  <a:lnTo>
                    <a:pt x="14769" y="121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l5205"/>
            <p:cNvSpPr/>
            <p:nvPr/>
          </p:nvSpPr>
          <p:spPr>
            <a:xfrm>
              <a:off x="7791052" y="2456093"/>
              <a:ext cx="5037" cy="6133"/>
            </a:xfrm>
            <a:custGeom>
              <a:avLst/>
              <a:pathLst>
                <a:path w="5037" h="6133">
                  <a:moveTo>
                    <a:pt x="0" y="0"/>
                  </a:moveTo>
                  <a:lnTo>
                    <a:pt x="5037" y="61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l5206"/>
            <p:cNvSpPr/>
            <p:nvPr/>
          </p:nvSpPr>
          <p:spPr>
            <a:xfrm>
              <a:off x="7796089" y="2462226"/>
              <a:ext cx="4758" cy="5703"/>
            </a:xfrm>
            <a:custGeom>
              <a:avLst/>
              <a:pathLst>
                <a:path w="4758" h="5703">
                  <a:moveTo>
                    <a:pt x="0" y="0"/>
                  </a:moveTo>
                  <a:lnTo>
                    <a:pt x="4758" y="57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l5207"/>
            <p:cNvSpPr/>
            <p:nvPr/>
          </p:nvSpPr>
          <p:spPr>
            <a:xfrm>
              <a:off x="7800848" y="2467929"/>
              <a:ext cx="4229" cy="4813"/>
            </a:xfrm>
            <a:custGeom>
              <a:avLst/>
              <a:pathLst>
                <a:path w="4229" h="4813">
                  <a:moveTo>
                    <a:pt x="0" y="0"/>
                  </a:moveTo>
                  <a:lnTo>
                    <a:pt x="4229" y="48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l5208"/>
            <p:cNvSpPr/>
            <p:nvPr/>
          </p:nvSpPr>
          <p:spPr>
            <a:xfrm>
              <a:off x="7804194" y="2468444"/>
              <a:ext cx="884" cy="4298"/>
            </a:xfrm>
            <a:custGeom>
              <a:avLst/>
              <a:pathLst>
                <a:path w="884" h="4298">
                  <a:moveTo>
                    <a:pt x="884" y="42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l5209"/>
            <p:cNvSpPr/>
            <p:nvPr/>
          </p:nvSpPr>
          <p:spPr>
            <a:xfrm>
              <a:off x="7795932" y="2453895"/>
              <a:ext cx="157" cy="8330"/>
            </a:xfrm>
            <a:custGeom>
              <a:avLst/>
              <a:pathLst>
                <a:path w="157" h="8330">
                  <a:moveTo>
                    <a:pt x="157" y="83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l5210"/>
            <p:cNvSpPr/>
            <p:nvPr/>
          </p:nvSpPr>
          <p:spPr>
            <a:xfrm>
              <a:off x="7772857" y="2425054"/>
              <a:ext cx="3425" cy="18844"/>
            </a:xfrm>
            <a:custGeom>
              <a:avLst/>
              <a:pathLst>
                <a:path w="3425" h="18844">
                  <a:moveTo>
                    <a:pt x="3425" y="1884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l5211"/>
            <p:cNvSpPr/>
            <p:nvPr/>
          </p:nvSpPr>
          <p:spPr>
            <a:xfrm>
              <a:off x="7771434" y="2414945"/>
              <a:ext cx="1423" cy="10109"/>
            </a:xfrm>
            <a:custGeom>
              <a:avLst/>
              <a:pathLst>
                <a:path w="1423" h="10109">
                  <a:moveTo>
                    <a:pt x="1423" y="10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l5212"/>
            <p:cNvSpPr/>
            <p:nvPr/>
          </p:nvSpPr>
          <p:spPr>
            <a:xfrm>
              <a:off x="7770404" y="2410679"/>
              <a:ext cx="1030" cy="4265"/>
            </a:xfrm>
            <a:custGeom>
              <a:avLst/>
              <a:pathLst>
                <a:path w="1030" h="4265">
                  <a:moveTo>
                    <a:pt x="1030" y="42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l5213"/>
            <p:cNvSpPr/>
            <p:nvPr/>
          </p:nvSpPr>
          <p:spPr>
            <a:xfrm>
              <a:off x="7762716" y="2400677"/>
              <a:ext cx="74" cy="25715"/>
            </a:xfrm>
            <a:custGeom>
              <a:avLst/>
              <a:pathLst>
                <a:path w="74" h="25715">
                  <a:moveTo>
                    <a:pt x="74" y="2571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l5214"/>
            <p:cNvSpPr/>
            <p:nvPr/>
          </p:nvSpPr>
          <p:spPr>
            <a:xfrm>
              <a:off x="7762716" y="2400677"/>
              <a:ext cx="3325" cy="2863"/>
            </a:xfrm>
            <a:custGeom>
              <a:avLst/>
              <a:pathLst>
                <a:path w="3325" h="2863">
                  <a:moveTo>
                    <a:pt x="0" y="0"/>
                  </a:moveTo>
                  <a:lnTo>
                    <a:pt x="3325" y="28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l5215"/>
            <p:cNvSpPr/>
            <p:nvPr/>
          </p:nvSpPr>
          <p:spPr>
            <a:xfrm>
              <a:off x="7761649" y="2396421"/>
              <a:ext cx="1066" cy="4256"/>
            </a:xfrm>
            <a:custGeom>
              <a:avLst/>
              <a:pathLst>
                <a:path w="1066" h="4256">
                  <a:moveTo>
                    <a:pt x="1066" y="42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l5216"/>
            <p:cNvSpPr/>
            <p:nvPr/>
          </p:nvSpPr>
          <p:spPr>
            <a:xfrm>
              <a:off x="7752731" y="2389320"/>
              <a:ext cx="4495" cy="23077"/>
            </a:xfrm>
            <a:custGeom>
              <a:avLst/>
              <a:pathLst>
                <a:path w="4495" h="23077">
                  <a:moveTo>
                    <a:pt x="0" y="23077"/>
                  </a:moveTo>
                  <a:lnTo>
                    <a:pt x="44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l5217"/>
            <p:cNvSpPr/>
            <p:nvPr/>
          </p:nvSpPr>
          <p:spPr>
            <a:xfrm>
              <a:off x="7559698" y="2233565"/>
              <a:ext cx="38507" cy="247111"/>
            </a:xfrm>
            <a:custGeom>
              <a:avLst/>
              <a:pathLst>
                <a:path w="38507" h="247111">
                  <a:moveTo>
                    <a:pt x="0" y="247111"/>
                  </a:moveTo>
                  <a:lnTo>
                    <a:pt x="385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l5218"/>
            <p:cNvSpPr/>
            <p:nvPr/>
          </p:nvSpPr>
          <p:spPr>
            <a:xfrm>
              <a:off x="7598205" y="2233565"/>
              <a:ext cx="22640" cy="15916"/>
            </a:xfrm>
            <a:custGeom>
              <a:avLst/>
              <a:pathLst>
                <a:path w="22640" h="15916">
                  <a:moveTo>
                    <a:pt x="0" y="0"/>
                  </a:moveTo>
                  <a:lnTo>
                    <a:pt x="22640" y="159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l5219"/>
            <p:cNvSpPr/>
            <p:nvPr/>
          </p:nvSpPr>
          <p:spPr>
            <a:xfrm>
              <a:off x="7620845" y="2249481"/>
              <a:ext cx="9905" cy="10719"/>
            </a:xfrm>
            <a:custGeom>
              <a:avLst/>
              <a:pathLst>
                <a:path w="9905" h="10719">
                  <a:moveTo>
                    <a:pt x="0" y="0"/>
                  </a:moveTo>
                  <a:lnTo>
                    <a:pt x="9905" y="107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l5220"/>
            <p:cNvSpPr/>
            <p:nvPr/>
          </p:nvSpPr>
          <p:spPr>
            <a:xfrm>
              <a:off x="7630751" y="2260201"/>
              <a:ext cx="13606" cy="15856"/>
            </a:xfrm>
            <a:custGeom>
              <a:avLst/>
              <a:pathLst>
                <a:path w="13606" h="15856">
                  <a:moveTo>
                    <a:pt x="0" y="0"/>
                  </a:moveTo>
                  <a:lnTo>
                    <a:pt x="13606" y="158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l5221"/>
            <p:cNvSpPr/>
            <p:nvPr/>
          </p:nvSpPr>
          <p:spPr>
            <a:xfrm>
              <a:off x="7644357" y="2276058"/>
              <a:ext cx="20840" cy="26247"/>
            </a:xfrm>
            <a:custGeom>
              <a:avLst/>
              <a:pathLst>
                <a:path w="20840" h="26247">
                  <a:moveTo>
                    <a:pt x="0" y="0"/>
                  </a:moveTo>
                  <a:lnTo>
                    <a:pt x="20840" y="262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l5222"/>
            <p:cNvSpPr/>
            <p:nvPr/>
          </p:nvSpPr>
          <p:spPr>
            <a:xfrm>
              <a:off x="7665198" y="2302305"/>
              <a:ext cx="37449" cy="30284"/>
            </a:xfrm>
            <a:custGeom>
              <a:avLst/>
              <a:pathLst>
                <a:path w="37449" h="30284">
                  <a:moveTo>
                    <a:pt x="0" y="0"/>
                  </a:moveTo>
                  <a:lnTo>
                    <a:pt x="37449" y="302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l5223"/>
            <p:cNvSpPr/>
            <p:nvPr/>
          </p:nvSpPr>
          <p:spPr>
            <a:xfrm>
              <a:off x="7702647" y="2332589"/>
              <a:ext cx="12475" cy="11317"/>
            </a:xfrm>
            <a:custGeom>
              <a:avLst/>
              <a:pathLst>
                <a:path w="12475" h="11317">
                  <a:moveTo>
                    <a:pt x="0" y="0"/>
                  </a:moveTo>
                  <a:lnTo>
                    <a:pt x="12475" y="113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l5224"/>
            <p:cNvSpPr/>
            <p:nvPr/>
          </p:nvSpPr>
          <p:spPr>
            <a:xfrm>
              <a:off x="7715123" y="2343907"/>
              <a:ext cx="8885" cy="10958"/>
            </a:xfrm>
            <a:custGeom>
              <a:avLst/>
              <a:pathLst>
                <a:path w="8885" h="10958">
                  <a:moveTo>
                    <a:pt x="0" y="0"/>
                  </a:moveTo>
                  <a:lnTo>
                    <a:pt x="8885" y="109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l5225"/>
            <p:cNvSpPr/>
            <p:nvPr/>
          </p:nvSpPr>
          <p:spPr>
            <a:xfrm>
              <a:off x="7724008" y="2354866"/>
              <a:ext cx="10778" cy="11616"/>
            </a:xfrm>
            <a:custGeom>
              <a:avLst/>
              <a:pathLst>
                <a:path w="10778" h="11616">
                  <a:moveTo>
                    <a:pt x="0" y="0"/>
                  </a:moveTo>
                  <a:lnTo>
                    <a:pt x="10778" y="116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l5226"/>
            <p:cNvSpPr/>
            <p:nvPr/>
          </p:nvSpPr>
          <p:spPr>
            <a:xfrm>
              <a:off x="7731288" y="2353816"/>
              <a:ext cx="3498" cy="12666"/>
            </a:xfrm>
            <a:custGeom>
              <a:avLst/>
              <a:pathLst>
                <a:path w="3498" h="12666">
                  <a:moveTo>
                    <a:pt x="3498" y="126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l5227"/>
            <p:cNvSpPr/>
            <p:nvPr/>
          </p:nvSpPr>
          <p:spPr>
            <a:xfrm>
              <a:off x="7730058" y="2347116"/>
              <a:ext cx="1230" cy="6700"/>
            </a:xfrm>
            <a:custGeom>
              <a:avLst/>
              <a:pathLst>
                <a:path w="1230" h="6700">
                  <a:moveTo>
                    <a:pt x="1230" y="67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l5228"/>
            <p:cNvSpPr/>
            <p:nvPr/>
          </p:nvSpPr>
          <p:spPr>
            <a:xfrm>
              <a:off x="7721992" y="2337417"/>
              <a:ext cx="2015" cy="17448"/>
            </a:xfrm>
            <a:custGeom>
              <a:avLst/>
              <a:pathLst>
                <a:path w="2015" h="17448">
                  <a:moveTo>
                    <a:pt x="2015" y="174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l5229"/>
            <p:cNvSpPr/>
            <p:nvPr/>
          </p:nvSpPr>
          <p:spPr>
            <a:xfrm>
              <a:off x="7720762" y="2333205"/>
              <a:ext cx="1229" cy="4212"/>
            </a:xfrm>
            <a:custGeom>
              <a:avLst/>
              <a:pathLst>
                <a:path w="1229" h="4212">
                  <a:moveTo>
                    <a:pt x="1229" y="42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l5230"/>
            <p:cNvSpPr/>
            <p:nvPr/>
          </p:nvSpPr>
          <p:spPr>
            <a:xfrm>
              <a:off x="7715123" y="2326279"/>
              <a:ext cx="947" cy="17628"/>
            </a:xfrm>
            <a:custGeom>
              <a:avLst/>
              <a:pathLst>
                <a:path w="947" h="17628">
                  <a:moveTo>
                    <a:pt x="0" y="17628"/>
                  </a:moveTo>
                  <a:lnTo>
                    <a:pt x="9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l5231"/>
            <p:cNvSpPr/>
            <p:nvPr/>
          </p:nvSpPr>
          <p:spPr>
            <a:xfrm>
              <a:off x="7702647" y="2312288"/>
              <a:ext cx="570" cy="20300"/>
            </a:xfrm>
            <a:custGeom>
              <a:avLst/>
              <a:pathLst>
                <a:path w="570" h="20300">
                  <a:moveTo>
                    <a:pt x="0" y="20300"/>
                  </a:moveTo>
                  <a:lnTo>
                    <a:pt x="57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l5232"/>
            <p:cNvSpPr/>
            <p:nvPr/>
          </p:nvSpPr>
          <p:spPr>
            <a:xfrm>
              <a:off x="7701817" y="2305622"/>
              <a:ext cx="1401" cy="6666"/>
            </a:xfrm>
            <a:custGeom>
              <a:avLst/>
              <a:pathLst>
                <a:path w="1401" h="6666">
                  <a:moveTo>
                    <a:pt x="1401" y="66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l5233"/>
            <p:cNvSpPr/>
            <p:nvPr/>
          </p:nvSpPr>
          <p:spPr>
            <a:xfrm>
              <a:off x="7630751" y="2224871"/>
              <a:ext cx="11443" cy="35329"/>
            </a:xfrm>
            <a:custGeom>
              <a:avLst/>
              <a:pathLst>
                <a:path w="11443" h="35329">
                  <a:moveTo>
                    <a:pt x="0" y="35329"/>
                  </a:moveTo>
                  <a:lnTo>
                    <a:pt x="114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l5234"/>
            <p:cNvSpPr/>
            <p:nvPr/>
          </p:nvSpPr>
          <p:spPr>
            <a:xfrm>
              <a:off x="7598205" y="2191905"/>
              <a:ext cx="9152" cy="41659"/>
            </a:xfrm>
            <a:custGeom>
              <a:avLst/>
              <a:pathLst>
                <a:path w="9152" h="41659">
                  <a:moveTo>
                    <a:pt x="0" y="41659"/>
                  </a:moveTo>
                  <a:lnTo>
                    <a:pt x="91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l5235"/>
            <p:cNvSpPr/>
            <p:nvPr/>
          </p:nvSpPr>
          <p:spPr>
            <a:xfrm>
              <a:off x="7607358" y="2191905"/>
              <a:ext cx="7941" cy="7649"/>
            </a:xfrm>
            <a:custGeom>
              <a:avLst/>
              <a:pathLst>
                <a:path w="7941" h="7649">
                  <a:moveTo>
                    <a:pt x="0" y="0"/>
                  </a:moveTo>
                  <a:lnTo>
                    <a:pt x="7941" y="764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l5236"/>
            <p:cNvSpPr/>
            <p:nvPr/>
          </p:nvSpPr>
          <p:spPr>
            <a:xfrm>
              <a:off x="7615300" y="2199555"/>
              <a:ext cx="7964" cy="5645"/>
            </a:xfrm>
            <a:custGeom>
              <a:avLst/>
              <a:pathLst>
                <a:path w="7964" h="5645">
                  <a:moveTo>
                    <a:pt x="0" y="0"/>
                  </a:moveTo>
                  <a:lnTo>
                    <a:pt x="7964" y="56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l5237"/>
            <p:cNvSpPr/>
            <p:nvPr/>
          </p:nvSpPr>
          <p:spPr>
            <a:xfrm>
              <a:off x="7623264" y="2205201"/>
              <a:ext cx="4951" cy="4066"/>
            </a:xfrm>
            <a:custGeom>
              <a:avLst/>
              <a:pathLst>
                <a:path w="4951" h="4066">
                  <a:moveTo>
                    <a:pt x="0" y="0"/>
                  </a:moveTo>
                  <a:lnTo>
                    <a:pt x="4951" y="406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l5238"/>
            <p:cNvSpPr/>
            <p:nvPr/>
          </p:nvSpPr>
          <p:spPr>
            <a:xfrm>
              <a:off x="7628216" y="2209268"/>
              <a:ext cx="3643" cy="2446"/>
            </a:xfrm>
            <a:custGeom>
              <a:avLst/>
              <a:pathLst>
                <a:path w="3643" h="2446">
                  <a:moveTo>
                    <a:pt x="0" y="0"/>
                  </a:moveTo>
                  <a:lnTo>
                    <a:pt x="3643" y="24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l5239"/>
            <p:cNvSpPr/>
            <p:nvPr/>
          </p:nvSpPr>
          <p:spPr>
            <a:xfrm>
              <a:off x="7626649" y="2205169"/>
              <a:ext cx="1566" cy="4099"/>
            </a:xfrm>
            <a:custGeom>
              <a:avLst/>
              <a:pathLst>
                <a:path w="1566" h="4099">
                  <a:moveTo>
                    <a:pt x="1566" y="40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l5240"/>
            <p:cNvSpPr/>
            <p:nvPr/>
          </p:nvSpPr>
          <p:spPr>
            <a:xfrm>
              <a:off x="7612471" y="2189746"/>
              <a:ext cx="2828" cy="9809"/>
            </a:xfrm>
            <a:custGeom>
              <a:avLst/>
              <a:pathLst>
                <a:path w="2828" h="9809">
                  <a:moveTo>
                    <a:pt x="2828" y="98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l5241"/>
            <p:cNvSpPr/>
            <p:nvPr/>
          </p:nvSpPr>
          <p:spPr>
            <a:xfrm>
              <a:off x="7612471" y="2189746"/>
              <a:ext cx="3674" cy="2399"/>
            </a:xfrm>
            <a:custGeom>
              <a:avLst/>
              <a:pathLst>
                <a:path w="3674" h="2399">
                  <a:moveTo>
                    <a:pt x="0" y="0"/>
                  </a:moveTo>
                  <a:lnTo>
                    <a:pt x="3674" y="23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l5242"/>
            <p:cNvSpPr/>
            <p:nvPr/>
          </p:nvSpPr>
          <p:spPr>
            <a:xfrm>
              <a:off x="7605531" y="2179212"/>
              <a:ext cx="1826" cy="12693"/>
            </a:xfrm>
            <a:custGeom>
              <a:avLst/>
              <a:pathLst>
                <a:path w="1826" h="12693">
                  <a:moveTo>
                    <a:pt x="1826" y="126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l5243"/>
            <p:cNvSpPr/>
            <p:nvPr/>
          </p:nvSpPr>
          <p:spPr>
            <a:xfrm>
              <a:off x="7443145" y="2099089"/>
              <a:ext cx="54000" cy="268947"/>
            </a:xfrm>
            <a:custGeom>
              <a:avLst/>
              <a:pathLst>
                <a:path w="54000" h="268947">
                  <a:moveTo>
                    <a:pt x="0" y="268947"/>
                  </a:moveTo>
                  <a:lnTo>
                    <a:pt x="5400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l5244"/>
            <p:cNvSpPr/>
            <p:nvPr/>
          </p:nvSpPr>
          <p:spPr>
            <a:xfrm>
              <a:off x="7497146" y="2099089"/>
              <a:ext cx="32980" cy="17817"/>
            </a:xfrm>
            <a:custGeom>
              <a:avLst/>
              <a:pathLst>
                <a:path w="32980" h="17817">
                  <a:moveTo>
                    <a:pt x="0" y="0"/>
                  </a:moveTo>
                  <a:lnTo>
                    <a:pt x="32980" y="17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l5245"/>
            <p:cNvSpPr/>
            <p:nvPr/>
          </p:nvSpPr>
          <p:spPr>
            <a:xfrm>
              <a:off x="7530126" y="2116906"/>
              <a:ext cx="8892" cy="7800"/>
            </a:xfrm>
            <a:custGeom>
              <a:avLst/>
              <a:pathLst>
                <a:path w="8892" h="7800">
                  <a:moveTo>
                    <a:pt x="0" y="0"/>
                  </a:moveTo>
                  <a:lnTo>
                    <a:pt x="8892" y="78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l5246"/>
            <p:cNvSpPr/>
            <p:nvPr/>
          </p:nvSpPr>
          <p:spPr>
            <a:xfrm>
              <a:off x="7539018" y="2124706"/>
              <a:ext cx="9378" cy="6452"/>
            </a:xfrm>
            <a:custGeom>
              <a:avLst/>
              <a:pathLst>
                <a:path w="9378" h="6452">
                  <a:moveTo>
                    <a:pt x="0" y="0"/>
                  </a:moveTo>
                  <a:lnTo>
                    <a:pt x="9378" y="64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l5247"/>
            <p:cNvSpPr/>
            <p:nvPr/>
          </p:nvSpPr>
          <p:spPr>
            <a:xfrm>
              <a:off x="7548396" y="2131159"/>
              <a:ext cx="7427" cy="6351"/>
            </a:xfrm>
            <a:custGeom>
              <a:avLst/>
              <a:pathLst>
                <a:path w="7427" h="6351">
                  <a:moveTo>
                    <a:pt x="0" y="0"/>
                  </a:moveTo>
                  <a:lnTo>
                    <a:pt x="7427" y="63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l5248"/>
            <p:cNvSpPr/>
            <p:nvPr/>
          </p:nvSpPr>
          <p:spPr>
            <a:xfrm>
              <a:off x="7555824" y="2137510"/>
              <a:ext cx="8300" cy="7420"/>
            </a:xfrm>
            <a:custGeom>
              <a:avLst/>
              <a:pathLst>
                <a:path w="8300" h="7420">
                  <a:moveTo>
                    <a:pt x="0" y="0"/>
                  </a:moveTo>
                  <a:lnTo>
                    <a:pt x="8300" y="742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l5249"/>
            <p:cNvSpPr/>
            <p:nvPr/>
          </p:nvSpPr>
          <p:spPr>
            <a:xfrm>
              <a:off x="7564124" y="2144931"/>
              <a:ext cx="10049" cy="9542"/>
            </a:xfrm>
            <a:custGeom>
              <a:avLst/>
              <a:pathLst>
                <a:path w="10049" h="9542">
                  <a:moveTo>
                    <a:pt x="0" y="0"/>
                  </a:moveTo>
                  <a:lnTo>
                    <a:pt x="10049" y="95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l5250"/>
            <p:cNvSpPr/>
            <p:nvPr/>
          </p:nvSpPr>
          <p:spPr>
            <a:xfrm>
              <a:off x="7574174" y="2154474"/>
              <a:ext cx="11510" cy="7300"/>
            </a:xfrm>
            <a:custGeom>
              <a:avLst/>
              <a:pathLst>
                <a:path w="11510" h="7300">
                  <a:moveTo>
                    <a:pt x="0" y="0"/>
                  </a:moveTo>
                  <a:lnTo>
                    <a:pt x="11510" y="73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l5251"/>
            <p:cNvSpPr/>
            <p:nvPr/>
          </p:nvSpPr>
          <p:spPr>
            <a:xfrm>
              <a:off x="7585684" y="2161774"/>
              <a:ext cx="5739" cy="4714"/>
            </a:xfrm>
            <a:custGeom>
              <a:avLst/>
              <a:pathLst>
                <a:path w="5739" h="4714">
                  <a:moveTo>
                    <a:pt x="0" y="0"/>
                  </a:moveTo>
                  <a:lnTo>
                    <a:pt x="5739" y="471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l5252"/>
            <p:cNvSpPr/>
            <p:nvPr/>
          </p:nvSpPr>
          <p:spPr>
            <a:xfrm>
              <a:off x="7591424" y="2166488"/>
              <a:ext cx="5054" cy="3938"/>
            </a:xfrm>
            <a:custGeom>
              <a:avLst/>
              <a:pathLst>
                <a:path w="5054" h="3938">
                  <a:moveTo>
                    <a:pt x="0" y="0"/>
                  </a:moveTo>
                  <a:lnTo>
                    <a:pt x="5054" y="39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l5253"/>
            <p:cNvSpPr/>
            <p:nvPr/>
          </p:nvSpPr>
          <p:spPr>
            <a:xfrm>
              <a:off x="7596478" y="2170427"/>
              <a:ext cx="3704" cy="2352"/>
            </a:xfrm>
            <a:custGeom>
              <a:avLst/>
              <a:pathLst>
                <a:path w="3704" h="2352">
                  <a:moveTo>
                    <a:pt x="0" y="0"/>
                  </a:moveTo>
                  <a:lnTo>
                    <a:pt x="3704" y="23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l5254"/>
            <p:cNvSpPr/>
            <p:nvPr/>
          </p:nvSpPr>
          <p:spPr>
            <a:xfrm>
              <a:off x="7589404" y="2159982"/>
              <a:ext cx="2020" cy="6505"/>
            </a:xfrm>
            <a:custGeom>
              <a:avLst/>
              <a:pathLst>
                <a:path w="2020" h="6505">
                  <a:moveTo>
                    <a:pt x="2020" y="65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l5255"/>
            <p:cNvSpPr/>
            <p:nvPr/>
          </p:nvSpPr>
          <p:spPr>
            <a:xfrm>
              <a:off x="7583974" y="2153619"/>
              <a:ext cx="1710" cy="8154"/>
            </a:xfrm>
            <a:custGeom>
              <a:avLst/>
              <a:pathLst>
                <a:path w="1710" h="8154">
                  <a:moveTo>
                    <a:pt x="1710" y="8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l5256"/>
            <p:cNvSpPr/>
            <p:nvPr/>
          </p:nvSpPr>
          <p:spPr>
            <a:xfrm>
              <a:off x="7569651" y="2141138"/>
              <a:ext cx="4522" cy="13335"/>
            </a:xfrm>
            <a:custGeom>
              <a:avLst/>
              <a:pathLst>
                <a:path w="4522" h="13335">
                  <a:moveTo>
                    <a:pt x="4522" y="13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l5257"/>
            <p:cNvSpPr/>
            <p:nvPr/>
          </p:nvSpPr>
          <p:spPr>
            <a:xfrm>
              <a:off x="7569651" y="2141138"/>
              <a:ext cx="5120" cy="3851"/>
            </a:xfrm>
            <a:custGeom>
              <a:avLst/>
              <a:pathLst>
                <a:path w="5120" h="3851">
                  <a:moveTo>
                    <a:pt x="0" y="0"/>
                  </a:moveTo>
                  <a:lnTo>
                    <a:pt x="5120" y="38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l5258"/>
            <p:cNvSpPr/>
            <p:nvPr/>
          </p:nvSpPr>
          <p:spPr>
            <a:xfrm>
              <a:off x="7574772" y="2144990"/>
              <a:ext cx="3744" cy="2288"/>
            </a:xfrm>
            <a:custGeom>
              <a:avLst/>
              <a:pathLst>
                <a:path w="3744" h="2288">
                  <a:moveTo>
                    <a:pt x="0" y="0"/>
                  </a:moveTo>
                  <a:lnTo>
                    <a:pt x="3744" y="228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l5259"/>
            <p:cNvSpPr/>
            <p:nvPr/>
          </p:nvSpPr>
          <p:spPr>
            <a:xfrm>
              <a:off x="7561982" y="2128398"/>
              <a:ext cx="2142" cy="16532"/>
            </a:xfrm>
            <a:custGeom>
              <a:avLst/>
              <a:pathLst>
                <a:path w="2142" h="16532">
                  <a:moveTo>
                    <a:pt x="2142" y="165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l5260"/>
            <p:cNvSpPr/>
            <p:nvPr/>
          </p:nvSpPr>
          <p:spPr>
            <a:xfrm>
              <a:off x="7539018" y="2107539"/>
              <a:ext cx="2387" cy="17167"/>
            </a:xfrm>
            <a:custGeom>
              <a:avLst/>
              <a:pathLst>
                <a:path w="2387" h="17167">
                  <a:moveTo>
                    <a:pt x="0" y="17167"/>
                  </a:moveTo>
                  <a:lnTo>
                    <a:pt x="23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l5261"/>
            <p:cNvSpPr/>
            <p:nvPr/>
          </p:nvSpPr>
          <p:spPr>
            <a:xfrm>
              <a:off x="7539563" y="2103556"/>
              <a:ext cx="1842" cy="3982"/>
            </a:xfrm>
            <a:custGeom>
              <a:avLst/>
              <a:pathLst>
                <a:path w="1842" h="3982">
                  <a:moveTo>
                    <a:pt x="1842" y="39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l5262"/>
            <p:cNvSpPr/>
            <p:nvPr/>
          </p:nvSpPr>
          <p:spPr>
            <a:xfrm>
              <a:off x="7530126" y="2097406"/>
              <a:ext cx="3766" cy="19500"/>
            </a:xfrm>
            <a:custGeom>
              <a:avLst/>
              <a:pathLst>
                <a:path w="3766" h="19500">
                  <a:moveTo>
                    <a:pt x="0" y="19500"/>
                  </a:moveTo>
                  <a:lnTo>
                    <a:pt x="37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l5263"/>
            <p:cNvSpPr/>
            <p:nvPr/>
          </p:nvSpPr>
          <p:spPr>
            <a:xfrm>
              <a:off x="7484871" y="2061486"/>
              <a:ext cx="12275" cy="37602"/>
            </a:xfrm>
            <a:custGeom>
              <a:avLst/>
              <a:pathLst>
                <a:path w="12275" h="37602">
                  <a:moveTo>
                    <a:pt x="12275" y="376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l5264"/>
            <p:cNvSpPr/>
            <p:nvPr/>
          </p:nvSpPr>
          <p:spPr>
            <a:xfrm>
              <a:off x="7484871" y="2061486"/>
              <a:ext cx="9638" cy="6038"/>
            </a:xfrm>
            <a:custGeom>
              <a:avLst/>
              <a:pathLst>
                <a:path w="9638" h="6038">
                  <a:moveTo>
                    <a:pt x="0" y="0"/>
                  </a:moveTo>
                  <a:lnTo>
                    <a:pt x="9638" y="60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l5265"/>
            <p:cNvSpPr/>
            <p:nvPr/>
          </p:nvSpPr>
          <p:spPr>
            <a:xfrm>
              <a:off x="7494509" y="2067525"/>
              <a:ext cx="7661" cy="5995"/>
            </a:xfrm>
            <a:custGeom>
              <a:avLst/>
              <a:pathLst>
                <a:path w="7661" h="5995">
                  <a:moveTo>
                    <a:pt x="0" y="0"/>
                  </a:moveTo>
                  <a:lnTo>
                    <a:pt x="7661" y="59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l5266"/>
            <p:cNvSpPr/>
            <p:nvPr/>
          </p:nvSpPr>
          <p:spPr>
            <a:xfrm>
              <a:off x="7502170" y="2073521"/>
              <a:ext cx="8535" cy="6981"/>
            </a:xfrm>
            <a:custGeom>
              <a:avLst/>
              <a:pathLst>
                <a:path w="8535" h="6981">
                  <a:moveTo>
                    <a:pt x="0" y="0"/>
                  </a:moveTo>
                  <a:lnTo>
                    <a:pt x="8535" y="6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l5267"/>
            <p:cNvSpPr/>
            <p:nvPr/>
          </p:nvSpPr>
          <p:spPr>
            <a:xfrm>
              <a:off x="7510706" y="2080502"/>
              <a:ext cx="8395" cy="4981"/>
            </a:xfrm>
            <a:custGeom>
              <a:avLst/>
              <a:pathLst>
                <a:path w="8395" h="4981">
                  <a:moveTo>
                    <a:pt x="0" y="0"/>
                  </a:moveTo>
                  <a:lnTo>
                    <a:pt x="8395" y="4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l5268"/>
            <p:cNvSpPr/>
            <p:nvPr/>
          </p:nvSpPr>
          <p:spPr>
            <a:xfrm>
              <a:off x="7519101" y="2085484"/>
              <a:ext cx="5264" cy="3652"/>
            </a:xfrm>
            <a:custGeom>
              <a:avLst/>
              <a:pathLst>
                <a:path w="5264" h="3652">
                  <a:moveTo>
                    <a:pt x="0" y="0"/>
                  </a:moveTo>
                  <a:lnTo>
                    <a:pt x="5264" y="36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l5269"/>
            <p:cNvSpPr/>
            <p:nvPr/>
          </p:nvSpPr>
          <p:spPr>
            <a:xfrm>
              <a:off x="7524366" y="2089137"/>
              <a:ext cx="3829" cy="2143"/>
            </a:xfrm>
            <a:custGeom>
              <a:avLst/>
              <a:pathLst>
                <a:path w="3829" h="2143">
                  <a:moveTo>
                    <a:pt x="0" y="0"/>
                  </a:moveTo>
                  <a:lnTo>
                    <a:pt x="3829" y="214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l5270"/>
            <p:cNvSpPr/>
            <p:nvPr/>
          </p:nvSpPr>
          <p:spPr>
            <a:xfrm>
              <a:off x="7516723" y="2079101"/>
              <a:ext cx="2377" cy="6383"/>
            </a:xfrm>
            <a:custGeom>
              <a:avLst/>
              <a:pathLst>
                <a:path w="2377" h="6383">
                  <a:moveTo>
                    <a:pt x="2377" y="638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l5271"/>
            <p:cNvSpPr/>
            <p:nvPr/>
          </p:nvSpPr>
          <p:spPr>
            <a:xfrm>
              <a:off x="7507092" y="2070954"/>
              <a:ext cx="3613" cy="9548"/>
            </a:xfrm>
            <a:custGeom>
              <a:avLst/>
              <a:pathLst>
                <a:path w="3613" h="9548">
                  <a:moveTo>
                    <a:pt x="3613" y="95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l5272"/>
            <p:cNvSpPr/>
            <p:nvPr/>
          </p:nvSpPr>
          <p:spPr>
            <a:xfrm>
              <a:off x="7507092" y="2070954"/>
              <a:ext cx="3856" cy="2093"/>
            </a:xfrm>
            <a:custGeom>
              <a:avLst/>
              <a:pathLst>
                <a:path w="3856" h="2093">
                  <a:moveTo>
                    <a:pt x="0" y="0"/>
                  </a:moveTo>
                  <a:lnTo>
                    <a:pt x="3856" y="20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l5273"/>
            <p:cNvSpPr/>
            <p:nvPr/>
          </p:nvSpPr>
          <p:spPr>
            <a:xfrm>
              <a:off x="7090953" y="1857556"/>
              <a:ext cx="85971" cy="373399"/>
            </a:xfrm>
            <a:custGeom>
              <a:avLst/>
              <a:pathLst>
                <a:path w="85971" h="373399">
                  <a:moveTo>
                    <a:pt x="85971" y="3733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l5274"/>
            <p:cNvSpPr/>
            <p:nvPr/>
          </p:nvSpPr>
          <p:spPr>
            <a:xfrm>
              <a:off x="7090953" y="1857556"/>
              <a:ext cx="129718" cy="46839"/>
            </a:xfrm>
            <a:custGeom>
              <a:avLst/>
              <a:pathLst>
                <a:path w="129718" h="46839">
                  <a:moveTo>
                    <a:pt x="0" y="0"/>
                  </a:moveTo>
                  <a:lnTo>
                    <a:pt x="129718" y="468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l5275"/>
            <p:cNvSpPr/>
            <p:nvPr/>
          </p:nvSpPr>
          <p:spPr>
            <a:xfrm>
              <a:off x="7220671" y="1904396"/>
              <a:ext cx="85450" cy="32459"/>
            </a:xfrm>
            <a:custGeom>
              <a:avLst/>
              <a:pathLst>
                <a:path w="85450" h="32459">
                  <a:moveTo>
                    <a:pt x="0" y="0"/>
                  </a:moveTo>
                  <a:lnTo>
                    <a:pt x="85450" y="324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l5276"/>
            <p:cNvSpPr/>
            <p:nvPr/>
          </p:nvSpPr>
          <p:spPr>
            <a:xfrm>
              <a:off x="7306121" y="1936855"/>
              <a:ext cx="34243" cy="24945"/>
            </a:xfrm>
            <a:custGeom>
              <a:avLst/>
              <a:pathLst>
                <a:path w="34243" h="24945">
                  <a:moveTo>
                    <a:pt x="0" y="0"/>
                  </a:moveTo>
                  <a:lnTo>
                    <a:pt x="34243" y="249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l5277"/>
            <p:cNvSpPr/>
            <p:nvPr/>
          </p:nvSpPr>
          <p:spPr>
            <a:xfrm>
              <a:off x="7340365" y="1961800"/>
              <a:ext cx="41900" cy="22303"/>
            </a:xfrm>
            <a:custGeom>
              <a:avLst/>
              <a:pathLst>
                <a:path w="41900" h="22303">
                  <a:moveTo>
                    <a:pt x="0" y="0"/>
                  </a:moveTo>
                  <a:lnTo>
                    <a:pt x="41900" y="223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l5278"/>
            <p:cNvSpPr/>
            <p:nvPr/>
          </p:nvSpPr>
          <p:spPr>
            <a:xfrm>
              <a:off x="7382265" y="1984103"/>
              <a:ext cx="36224" cy="16708"/>
            </a:xfrm>
            <a:custGeom>
              <a:avLst/>
              <a:pathLst>
                <a:path w="36224" h="16708">
                  <a:moveTo>
                    <a:pt x="0" y="0"/>
                  </a:moveTo>
                  <a:lnTo>
                    <a:pt x="36224" y="167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l5279"/>
            <p:cNvSpPr/>
            <p:nvPr/>
          </p:nvSpPr>
          <p:spPr>
            <a:xfrm>
              <a:off x="7418490" y="2000812"/>
              <a:ext cx="13151" cy="10463"/>
            </a:xfrm>
            <a:custGeom>
              <a:avLst/>
              <a:pathLst>
                <a:path w="13151" h="10463">
                  <a:moveTo>
                    <a:pt x="0" y="0"/>
                  </a:moveTo>
                  <a:lnTo>
                    <a:pt x="13151" y="104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l5280"/>
            <p:cNvSpPr/>
            <p:nvPr/>
          </p:nvSpPr>
          <p:spPr>
            <a:xfrm>
              <a:off x="7431642" y="2011275"/>
              <a:ext cx="16508" cy="10193"/>
            </a:xfrm>
            <a:custGeom>
              <a:avLst/>
              <a:pathLst>
                <a:path w="16508" h="10193">
                  <a:moveTo>
                    <a:pt x="0" y="0"/>
                  </a:moveTo>
                  <a:lnTo>
                    <a:pt x="16508" y="101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l5281"/>
            <p:cNvSpPr/>
            <p:nvPr/>
          </p:nvSpPr>
          <p:spPr>
            <a:xfrm>
              <a:off x="7448150" y="2021469"/>
              <a:ext cx="12143" cy="6188"/>
            </a:xfrm>
            <a:custGeom>
              <a:avLst/>
              <a:pathLst>
                <a:path w="12143" h="6188">
                  <a:moveTo>
                    <a:pt x="0" y="0"/>
                  </a:moveTo>
                  <a:lnTo>
                    <a:pt x="12143" y="618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l5282"/>
            <p:cNvSpPr/>
            <p:nvPr/>
          </p:nvSpPr>
          <p:spPr>
            <a:xfrm>
              <a:off x="7460294" y="2027657"/>
              <a:ext cx="6156" cy="4155"/>
            </a:xfrm>
            <a:custGeom>
              <a:avLst/>
              <a:pathLst>
                <a:path w="6156" h="4155">
                  <a:moveTo>
                    <a:pt x="0" y="0"/>
                  </a:moveTo>
                  <a:lnTo>
                    <a:pt x="6156" y="41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l5283"/>
            <p:cNvSpPr/>
            <p:nvPr/>
          </p:nvSpPr>
          <p:spPr>
            <a:xfrm>
              <a:off x="7466451" y="2031813"/>
              <a:ext cx="5401" cy="3447"/>
            </a:xfrm>
            <a:custGeom>
              <a:avLst/>
              <a:pathLst>
                <a:path w="5401" h="3447">
                  <a:moveTo>
                    <a:pt x="0" y="0"/>
                  </a:moveTo>
                  <a:lnTo>
                    <a:pt x="5401" y="34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l5284"/>
            <p:cNvSpPr/>
            <p:nvPr/>
          </p:nvSpPr>
          <p:spPr>
            <a:xfrm>
              <a:off x="7469808" y="2031377"/>
              <a:ext cx="2044" cy="3883"/>
            </a:xfrm>
            <a:custGeom>
              <a:avLst/>
              <a:pathLst>
                <a:path w="2044" h="3883">
                  <a:moveTo>
                    <a:pt x="2044" y="388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l5285"/>
            <p:cNvSpPr/>
            <p:nvPr/>
          </p:nvSpPr>
          <p:spPr>
            <a:xfrm>
              <a:off x="7442397" y="2008616"/>
              <a:ext cx="5753" cy="12852"/>
            </a:xfrm>
            <a:custGeom>
              <a:avLst/>
              <a:pathLst>
                <a:path w="5753" h="12852">
                  <a:moveTo>
                    <a:pt x="5753" y="128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l5286"/>
            <p:cNvSpPr/>
            <p:nvPr/>
          </p:nvSpPr>
          <p:spPr>
            <a:xfrm>
              <a:off x="7442397" y="2008616"/>
              <a:ext cx="5459" cy="3354"/>
            </a:xfrm>
            <a:custGeom>
              <a:avLst/>
              <a:pathLst>
                <a:path w="5459" h="3354">
                  <a:moveTo>
                    <a:pt x="0" y="0"/>
                  </a:moveTo>
                  <a:lnTo>
                    <a:pt x="5459" y="33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l5287"/>
            <p:cNvSpPr/>
            <p:nvPr/>
          </p:nvSpPr>
          <p:spPr>
            <a:xfrm>
              <a:off x="7447856" y="2011971"/>
              <a:ext cx="3942" cy="1927"/>
            </a:xfrm>
            <a:custGeom>
              <a:avLst/>
              <a:pathLst>
                <a:path w="3942" h="1927">
                  <a:moveTo>
                    <a:pt x="0" y="0"/>
                  </a:moveTo>
                  <a:lnTo>
                    <a:pt x="3942" y="19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l5288"/>
            <p:cNvSpPr/>
            <p:nvPr/>
          </p:nvSpPr>
          <p:spPr>
            <a:xfrm>
              <a:off x="7424098" y="1991490"/>
              <a:ext cx="7543" cy="19785"/>
            </a:xfrm>
            <a:custGeom>
              <a:avLst/>
              <a:pathLst>
                <a:path w="7543" h="19785">
                  <a:moveTo>
                    <a:pt x="7543" y="197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l5289"/>
            <p:cNvSpPr/>
            <p:nvPr/>
          </p:nvSpPr>
          <p:spPr>
            <a:xfrm>
              <a:off x="7424098" y="1991490"/>
              <a:ext cx="5501" cy="3284"/>
            </a:xfrm>
            <a:custGeom>
              <a:avLst/>
              <a:pathLst>
                <a:path w="5501" h="3284">
                  <a:moveTo>
                    <a:pt x="0" y="0"/>
                  </a:moveTo>
                  <a:lnTo>
                    <a:pt x="5501" y="32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l5290"/>
            <p:cNvSpPr/>
            <p:nvPr/>
          </p:nvSpPr>
          <p:spPr>
            <a:xfrm>
              <a:off x="7427441" y="1990954"/>
              <a:ext cx="2159" cy="3820"/>
            </a:xfrm>
            <a:custGeom>
              <a:avLst/>
              <a:pathLst>
                <a:path w="2159" h="3820">
                  <a:moveTo>
                    <a:pt x="2159" y="38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l5291"/>
            <p:cNvSpPr/>
            <p:nvPr/>
          </p:nvSpPr>
          <p:spPr>
            <a:xfrm>
              <a:off x="7421291" y="1985284"/>
              <a:ext cx="2807" cy="6206"/>
            </a:xfrm>
            <a:custGeom>
              <a:avLst/>
              <a:pathLst>
                <a:path w="2807" h="6206">
                  <a:moveTo>
                    <a:pt x="2807" y="62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l5292"/>
            <p:cNvSpPr/>
            <p:nvPr/>
          </p:nvSpPr>
          <p:spPr>
            <a:xfrm>
              <a:off x="7415116" y="1979639"/>
              <a:ext cx="3373" cy="21172"/>
            </a:xfrm>
            <a:custGeom>
              <a:avLst/>
              <a:pathLst>
                <a:path w="3373" h="21172">
                  <a:moveTo>
                    <a:pt x="3373" y="211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l5293"/>
            <p:cNvSpPr/>
            <p:nvPr/>
          </p:nvSpPr>
          <p:spPr>
            <a:xfrm>
              <a:off x="7363210" y="1948031"/>
              <a:ext cx="19054" cy="36072"/>
            </a:xfrm>
            <a:custGeom>
              <a:avLst/>
              <a:pathLst>
                <a:path w="19054" h="36072">
                  <a:moveTo>
                    <a:pt x="19054" y="360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l5294"/>
            <p:cNvSpPr/>
            <p:nvPr/>
          </p:nvSpPr>
          <p:spPr>
            <a:xfrm>
              <a:off x="7363210" y="1948031"/>
              <a:ext cx="10118" cy="5195"/>
            </a:xfrm>
            <a:custGeom>
              <a:avLst/>
              <a:pathLst>
                <a:path w="10118" h="5195">
                  <a:moveTo>
                    <a:pt x="0" y="0"/>
                  </a:moveTo>
                  <a:lnTo>
                    <a:pt x="10118" y="51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l5295"/>
            <p:cNvSpPr/>
            <p:nvPr/>
          </p:nvSpPr>
          <p:spPr>
            <a:xfrm>
              <a:off x="7373328" y="1953226"/>
              <a:ext cx="8144" cy="5320"/>
            </a:xfrm>
            <a:custGeom>
              <a:avLst/>
              <a:pathLst>
                <a:path w="8144" h="5320">
                  <a:moveTo>
                    <a:pt x="0" y="0"/>
                  </a:moveTo>
                  <a:lnTo>
                    <a:pt x="8144" y="532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l5296"/>
            <p:cNvSpPr/>
            <p:nvPr/>
          </p:nvSpPr>
          <p:spPr>
            <a:xfrm>
              <a:off x="7381473" y="1958546"/>
              <a:ext cx="9099" cy="6228"/>
            </a:xfrm>
            <a:custGeom>
              <a:avLst/>
              <a:pathLst>
                <a:path w="9099" h="6228">
                  <a:moveTo>
                    <a:pt x="0" y="0"/>
                  </a:moveTo>
                  <a:lnTo>
                    <a:pt x="9099" y="62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l5297"/>
            <p:cNvSpPr/>
            <p:nvPr/>
          </p:nvSpPr>
          <p:spPr>
            <a:xfrm>
              <a:off x="7386158" y="1955569"/>
              <a:ext cx="4414" cy="9205"/>
            </a:xfrm>
            <a:custGeom>
              <a:avLst/>
              <a:pathLst>
                <a:path w="4414" h="9205">
                  <a:moveTo>
                    <a:pt x="4414" y="92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l5298"/>
            <p:cNvSpPr/>
            <p:nvPr/>
          </p:nvSpPr>
          <p:spPr>
            <a:xfrm>
              <a:off x="7386158" y="1955569"/>
              <a:ext cx="4021" cy="1757"/>
            </a:xfrm>
            <a:custGeom>
              <a:avLst/>
              <a:pathLst>
                <a:path w="4021" h="1757">
                  <a:moveTo>
                    <a:pt x="0" y="0"/>
                  </a:moveTo>
                  <a:lnTo>
                    <a:pt x="4021" y="17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l5299"/>
            <p:cNvSpPr/>
            <p:nvPr/>
          </p:nvSpPr>
          <p:spPr>
            <a:xfrm>
              <a:off x="7383885" y="1951815"/>
              <a:ext cx="2272" cy="3753"/>
            </a:xfrm>
            <a:custGeom>
              <a:avLst/>
              <a:pathLst>
                <a:path w="2272" h="3753">
                  <a:moveTo>
                    <a:pt x="2272" y="37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l5300"/>
            <p:cNvSpPr/>
            <p:nvPr/>
          </p:nvSpPr>
          <p:spPr>
            <a:xfrm>
              <a:off x="7377568" y="1946331"/>
              <a:ext cx="3904" cy="12215"/>
            </a:xfrm>
            <a:custGeom>
              <a:avLst/>
              <a:pathLst>
                <a:path w="3904" h="12215">
                  <a:moveTo>
                    <a:pt x="3904" y="1221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l5301"/>
            <p:cNvSpPr/>
            <p:nvPr/>
          </p:nvSpPr>
          <p:spPr>
            <a:xfrm>
              <a:off x="7321565" y="1911671"/>
              <a:ext cx="18799" cy="50129"/>
            </a:xfrm>
            <a:custGeom>
              <a:avLst/>
              <a:pathLst>
                <a:path w="18799" h="50129">
                  <a:moveTo>
                    <a:pt x="18799" y="501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l5302"/>
            <p:cNvSpPr/>
            <p:nvPr/>
          </p:nvSpPr>
          <p:spPr>
            <a:xfrm>
              <a:off x="7321565" y="1911671"/>
              <a:ext cx="14273" cy="4749"/>
            </a:xfrm>
            <a:custGeom>
              <a:avLst/>
              <a:pathLst>
                <a:path w="14273" h="4749">
                  <a:moveTo>
                    <a:pt x="0" y="0"/>
                  </a:moveTo>
                  <a:lnTo>
                    <a:pt x="14273" y="474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l5303"/>
            <p:cNvSpPr/>
            <p:nvPr/>
          </p:nvSpPr>
          <p:spPr>
            <a:xfrm>
              <a:off x="7335839" y="1916420"/>
              <a:ext cx="6488" cy="3615"/>
            </a:xfrm>
            <a:custGeom>
              <a:avLst/>
              <a:pathLst>
                <a:path w="6488" h="3615">
                  <a:moveTo>
                    <a:pt x="0" y="0"/>
                  </a:moveTo>
                  <a:lnTo>
                    <a:pt x="6488" y="36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l5304"/>
            <p:cNvSpPr/>
            <p:nvPr/>
          </p:nvSpPr>
          <p:spPr>
            <a:xfrm>
              <a:off x="7342327" y="1920036"/>
              <a:ext cx="5675" cy="2974"/>
            </a:xfrm>
            <a:custGeom>
              <a:avLst/>
              <a:pathLst>
                <a:path w="5675" h="2974">
                  <a:moveTo>
                    <a:pt x="0" y="0"/>
                  </a:moveTo>
                  <a:lnTo>
                    <a:pt x="5675" y="29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l5305"/>
            <p:cNvSpPr/>
            <p:nvPr/>
          </p:nvSpPr>
          <p:spPr>
            <a:xfrm>
              <a:off x="7348003" y="1923010"/>
              <a:ext cx="4064" cy="1653"/>
            </a:xfrm>
            <a:custGeom>
              <a:avLst/>
              <a:pathLst>
                <a:path w="4064" h="1653">
                  <a:moveTo>
                    <a:pt x="0" y="0"/>
                  </a:moveTo>
                  <a:lnTo>
                    <a:pt x="4064" y="16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l5306"/>
            <p:cNvSpPr/>
            <p:nvPr/>
          </p:nvSpPr>
          <p:spPr>
            <a:xfrm>
              <a:off x="7339180" y="1913994"/>
              <a:ext cx="3147" cy="6041"/>
            </a:xfrm>
            <a:custGeom>
              <a:avLst/>
              <a:pathLst>
                <a:path w="3147" h="6041">
                  <a:moveTo>
                    <a:pt x="3147" y="60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l5307"/>
            <p:cNvSpPr/>
            <p:nvPr/>
          </p:nvSpPr>
          <p:spPr>
            <a:xfrm>
              <a:off x="7332702" y="1908701"/>
              <a:ext cx="3137" cy="7719"/>
            </a:xfrm>
            <a:custGeom>
              <a:avLst/>
              <a:pathLst>
                <a:path w="3137" h="7719">
                  <a:moveTo>
                    <a:pt x="3137" y="77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l5308"/>
            <p:cNvSpPr/>
            <p:nvPr/>
          </p:nvSpPr>
          <p:spPr>
            <a:xfrm>
              <a:off x="7313921" y="1898714"/>
              <a:ext cx="7644" cy="12956"/>
            </a:xfrm>
            <a:custGeom>
              <a:avLst/>
              <a:pathLst>
                <a:path w="7644" h="12956">
                  <a:moveTo>
                    <a:pt x="7644" y="129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l5309"/>
            <p:cNvSpPr/>
            <p:nvPr/>
          </p:nvSpPr>
          <p:spPr>
            <a:xfrm>
              <a:off x="7313921" y="1898714"/>
              <a:ext cx="8188" cy="3136"/>
            </a:xfrm>
            <a:custGeom>
              <a:avLst/>
              <a:pathLst>
                <a:path w="8188" h="3136">
                  <a:moveTo>
                    <a:pt x="0" y="0"/>
                  </a:moveTo>
                  <a:lnTo>
                    <a:pt x="8188" y="313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l5310"/>
            <p:cNvSpPr/>
            <p:nvPr/>
          </p:nvSpPr>
          <p:spPr>
            <a:xfrm>
              <a:off x="7322109" y="1901851"/>
              <a:ext cx="4092" cy="1584"/>
            </a:xfrm>
            <a:custGeom>
              <a:avLst/>
              <a:pathLst>
                <a:path w="4092" h="1584">
                  <a:moveTo>
                    <a:pt x="0" y="0"/>
                  </a:moveTo>
                  <a:lnTo>
                    <a:pt x="4092" y="15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l5311"/>
            <p:cNvSpPr/>
            <p:nvPr/>
          </p:nvSpPr>
          <p:spPr>
            <a:xfrm>
              <a:off x="7319678" y="1898198"/>
              <a:ext cx="2430" cy="3653"/>
            </a:xfrm>
            <a:custGeom>
              <a:avLst/>
              <a:pathLst>
                <a:path w="2430" h="3653">
                  <a:moveTo>
                    <a:pt x="2430" y="36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l5312"/>
            <p:cNvSpPr/>
            <p:nvPr/>
          </p:nvSpPr>
          <p:spPr>
            <a:xfrm>
              <a:off x="7309027" y="1891439"/>
              <a:ext cx="4893" cy="7275"/>
            </a:xfrm>
            <a:custGeom>
              <a:avLst/>
              <a:pathLst>
                <a:path w="4893" h="7275">
                  <a:moveTo>
                    <a:pt x="4893" y="72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l5313"/>
            <p:cNvSpPr/>
            <p:nvPr/>
          </p:nvSpPr>
          <p:spPr>
            <a:xfrm>
              <a:off x="7309027" y="1891439"/>
              <a:ext cx="4105" cy="1549"/>
            </a:xfrm>
            <a:custGeom>
              <a:avLst/>
              <a:pathLst>
                <a:path w="4105" h="1549">
                  <a:moveTo>
                    <a:pt x="0" y="0"/>
                  </a:moveTo>
                  <a:lnTo>
                    <a:pt x="4105" y="154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l5314"/>
            <p:cNvSpPr/>
            <p:nvPr/>
          </p:nvSpPr>
          <p:spPr>
            <a:xfrm>
              <a:off x="7295857" y="1881138"/>
              <a:ext cx="10264" cy="55717"/>
            </a:xfrm>
            <a:custGeom>
              <a:avLst/>
              <a:pathLst>
                <a:path w="10264" h="55717">
                  <a:moveTo>
                    <a:pt x="10264" y="557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l5315"/>
            <p:cNvSpPr/>
            <p:nvPr/>
          </p:nvSpPr>
          <p:spPr>
            <a:xfrm>
              <a:off x="7295857" y="1881138"/>
              <a:ext cx="4118" cy="1514"/>
            </a:xfrm>
            <a:custGeom>
              <a:avLst/>
              <a:pathLst>
                <a:path w="4118" h="1514">
                  <a:moveTo>
                    <a:pt x="0" y="0"/>
                  </a:moveTo>
                  <a:lnTo>
                    <a:pt x="4118" y="151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l5316"/>
            <p:cNvSpPr/>
            <p:nvPr/>
          </p:nvSpPr>
          <p:spPr>
            <a:xfrm>
              <a:off x="7171848" y="1821263"/>
              <a:ext cx="48822" cy="83132"/>
            </a:xfrm>
            <a:custGeom>
              <a:avLst/>
              <a:pathLst>
                <a:path w="48822" h="83132">
                  <a:moveTo>
                    <a:pt x="48822" y="831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l5317"/>
            <p:cNvSpPr/>
            <p:nvPr/>
          </p:nvSpPr>
          <p:spPr>
            <a:xfrm>
              <a:off x="7171848" y="1821263"/>
              <a:ext cx="29244" cy="18340"/>
            </a:xfrm>
            <a:custGeom>
              <a:avLst/>
              <a:pathLst>
                <a:path w="29244" h="18340">
                  <a:moveTo>
                    <a:pt x="0" y="0"/>
                  </a:moveTo>
                  <a:lnTo>
                    <a:pt x="29244" y="183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l5318"/>
            <p:cNvSpPr/>
            <p:nvPr/>
          </p:nvSpPr>
          <p:spPr>
            <a:xfrm>
              <a:off x="7201093" y="1839603"/>
              <a:ext cx="42344" cy="15444"/>
            </a:xfrm>
            <a:custGeom>
              <a:avLst/>
              <a:pathLst>
                <a:path w="42344" h="15444">
                  <a:moveTo>
                    <a:pt x="0" y="0"/>
                  </a:moveTo>
                  <a:lnTo>
                    <a:pt x="42344" y="154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l5319"/>
            <p:cNvSpPr/>
            <p:nvPr/>
          </p:nvSpPr>
          <p:spPr>
            <a:xfrm>
              <a:off x="7243437" y="1855047"/>
              <a:ext cx="17196" cy="6043"/>
            </a:xfrm>
            <a:custGeom>
              <a:avLst/>
              <a:pathLst>
                <a:path w="17196" h="6043">
                  <a:moveTo>
                    <a:pt x="0" y="0"/>
                  </a:moveTo>
                  <a:lnTo>
                    <a:pt x="17196" y="604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l5320"/>
            <p:cNvSpPr/>
            <p:nvPr/>
          </p:nvSpPr>
          <p:spPr>
            <a:xfrm>
              <a:off x="7260634" y="1861091"/>
              <a:ext cx="9531" cy="3794"/>
            </a:xfrm>
            <a:custGeom>
              <a:avLst/>
              <a:pathLst>
                <a:path w="9531" h="3794">
                  <a:moveTo>
                    <a:pt x="0" y="0"/>
                  </a:moveTo>
                  <a:lnTo>
                    <a:pt x="9531" y="37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l5321"/>
            <p:cNvSpPr/>
            <p:nvPr/>
          </p:nvSpPr>
          <p:spPr>
            <a:xfrm>
              <a:off x="7270165" y="1864885"/>
              <a:ext cx="6636" cy="3335"/>
            </a:xfrm>
            <a:custGeom>
              <a:avLst/>
              <a:pathLst>
                <a:path w="6636" h="3335">
                  <a:moveTo>
                    <a:pt x="0" y="0"/>
                  </a:moveTo>
                  <a:lnTo>
                    <a:pt x="6636" y="333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l5322"/>
            <p:cNvSpPr/>
            <p:nvPr/>
          </p:nvSpPr>
          <p:spPr>
            <a:xfrm>
              <a:off x="7276802" y="1868221"/>
              <a:ext cx="5797" cy="2729"/>
            </a:xfrm>
            <a:custGeom>
              <a:avLst/>
              <a:pathLst>
                <a:path w="5797" h="2729">
                  <a:moveTo>
                    <a:pt x="0" y="0"/>
                  </a:moveTo>
                  <a:lnTo>
                    <a:pt x="5797" y="27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l5323"/>
            <p:cNvSpPr/>
            <p:nvPr/>
          </p:nvSpPr>
          <p:spPr>
            <a:xfrm>
              <a:off x="7280076" y="1867360"/>
              <a:ext cx="2523" cy="3590"/>
            </a:xfrm>
            <a:custGeom>
              <a:avLst/>
              <a:pathLst>
                <a:path w="2523" h="3590">
                  <a:moveTo>
                    <a:pt x="2523" y="35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l5324"/>
            <p:cNvSpPr/>
            <p:nvPr/>
          </p:nvSpPr>
          <p:spPr>
            <a:xfrm>
              <a:off x="7266701" y="1857307"/>
              <a:ext cx="3463" cy="7578"/>
            </a:xfrm>
            <a:custGeom>
              <a:avLst/>
              <a:pathLst>
                <a:path w="3463" h="7578">
                  <a:moveTo>
                    <a:pt x="3463" y="75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l5325"/>
            <p:cNvSpPr/>
            <p:nvPr/>
          </p:nvSpPr>
          <p:spPr>
            <a:xfrm>
              <a:off x="7233974" y="1838357"/>
              <a:ext cx="9463" cy="16689"/>
            </a:xfrm>
            <a:custGeom>
              <a:avLst/>
              <a:pathLst>
                <a:path w="9463" h="16689">
                  <a:moveTo>
                    <a:pt x="9463" y="166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l5326"/>
            <p:cNvSpPr/>
            <p:nvPr/>
          </p:nvSpPr>
          <p:spPr>
            <a:xfrm>
              <a:off x="7233974" y="1838357"/>
              <a:ext cx="8337" cy="2713"/>
            </a:xfrm>
            <a:custGeom>
              <a:avLst/>
              <a:pathLst>
                <a:path w="8337" h="2713">
                  <a:moveTo>
                    <a:pt x="0" y="0"/>
                  </a:moveTo>
                  <a:lnTo>
                    <a:pt x="8337" y="27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l5327"/>
            <p:cNvSpPr/>
            <p:nvPr/>
          </p:nvSpPr>
          <p:spPr>
            <a:xfrm>
              <a:off x="7242312" y="1841071"/>
              <a:ext cx="4168" cy="1372"/>
            </a:xfrm>
            <a:custGeom>
              <a:avLst/>
              <a:pathLst>
                <a:path w="4168" h="1372">
                  <a:moveTo>
                    <a:pt x="0" y="0"/>
                  </a:moveTo>
                  <a:lnTo>
                    <a:pt x="4168" y="13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l5328"/>
            <p:cNvSpPr/>
            <p:nvPr/>
          </p:nvSpPr>
          <p:spPr>
            <a:xfrm>
              <a:off x="7172609" y="1804173"/>
              <a:ext cx="28483" cy="35429"/>
            </a:xfrm>
            <a:custGeom>
              <a:avLst/>
              <a:pathLst>
                <a:path w="28483" h="35429">
                  <a:moveTo>
                    <a:pt x="28483" y="354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l5329"/>
            <p:cNvSpPr/>
            <p:nvPr/>
          </p:nvSpPr>
          <p:spPr>
            <a:xfrm>
              <a:off x="7172609" y="1804173"/>
              <a:ext cx="12622" cy="5225"/>
            </a:xfrm>
            <a:custGeom>
              <a:avLst/>
              <a:pathLst>
                <a:path w="12622" h="5225">
                  <a:moveTo>
                    <a:pt x="0" y="0"/>
                  </a:moveTo>
                  <a:lnTo>
                    <a:pt x="12622" y="522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l5330"/>
            <p:cNvSpPr/>
            <p:nvPr/>
          </p:nvSpPr>
          <p:spPr>
            <a:xfrm>
              <a:off x="7185232" y="1809399"/>
              <a:ext cx="9908" cy="3487"/>
            </a:xfrm>
            <a:custGeom>
              <a:avLst/>
              <a:pathLst>
                <a:path w="9908" h="3487">
                  <a:moveTo>
                    <a:pt x="0" y="0"/>
                  </a:moveTo>
                  <a:lnTo>
                    <a:pt x="9908" y="34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l5331"/>
            <p:cNvSpPr/>
            <p:nvPr/>
          </p:nvSpPr>
          <p:spPr>
            <a:xfrm>
              <a:off x="7195140" y="1812886"/>
              <a:ext cx="7211" cy="3314"/>
            </a:xfrm>
            <a:custGeom>
              <a:avLst/>
              <a:pathLst>
                <a:path w="7211" h="3314">
                  <a:moveTo>
                    <a:pt x="0" y="0"/>
                  </a:moveTo>
                  <a:lnTo>
                    <a:pt x="7211" y="331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l5332"/>
            <p:cNvSpPr/>
            <p:nvPr/>
          </p:nvSpPr>
          <p:spPr>
            <a:xfrm>
              <a:off x="7202352" y="1816200"/>
              <a:ext cx="6773" cy="3048"/>
            </a:xfrm>
            <a:custGeom>
              <a:avLst/>
              <a:pathLst>
                <a:path w="6773" h="3048">
                  <a:moveTo>
                    <a:pt x="0" y="0"/>
                  </a:moveTo>
                  <a:lnTo>
                    <a:pt x="6773" y="3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l5333"/>
            <p:cNvSpPr/>
            <p:nvPr/>
          </p:nvSpPr>
          <p:spPr>
            <a:xfrm>
              <a:off x="7209125" y="1819249"/>
              <a:ext cx="5908" cy="2479"/>
            </a:xfrm>
            <a:custGeom>
              <a:avLst/>
              <a:pathLst>
                <a:path w="5908" h="2479">
                  <a:moveTo>
                    <a:pt x="0" y="0"/>
                  </a:moveTo>
                  <a:lnTo>
                    <a:pt x="5908" y="24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l5334"/>
            <p:cNvSpPr/>
            <p:nvPr/>
          </p:nvSpPr>
          <p:spPr>
            <a:xfrm>
              <a:off x="7212359" y="1818249"/>
              <a:ext cx="2674" cy="3479"/>
            </a:xfrm>
            <a:custGeom>
              <a:avLst/>
              <a:pathLst>
                <a:path w="2674" h="3479">
                  <a:moveTo>
                    <a:pt x="2674" y="34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l5335"/>
            <p:cNvSpPr/>
            <p:nvPr/>
          </p:nvSpPr>
          <p:spPr>
            <a:xfrm>
              <a:off x="7191642" y="1804084"/>
              <a:ext cx="3498" cy="8801"/>
            </a:xfrm>
            <a:custGeom>
              <a:avLst/>
              <a:pathLst>
                <a:path w="3498" h="8801">
                  <a:moveTo>
                    <a:pt x="3498" y="88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l5336"/>
            <p:cNvSpPr/>
            <p:nvPr/>
          </p:nvSpPr>
          <p:spPr>
            <a:xfrm>
              <a:off x="7180478" y="1798210"/>
              <a:ext cx="4753" cy="11188"/>
            </a:xfrm>
            <a:custGeom>
              <a:avLst/>
              <a:pathLst>
                <a:path w="4753" h="11188">
                  <a:moveTo>
                    <a:pt x="4753" y="111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l5337"/>
            <p:cNvSpPr/>
            <p:nvPr/>
          </p:nvSpPr>
          <p:spPr>
            <a:xfrm>
              <a:off x="7180478" y="1798210"/>
              <a:ext cx="4217" cy="1211"/>
            </a:xfrm>
            <a:custGeom>
              <a:avLst/>
              <a:pathLst>
                <a:path w="4217" h="1211">
                  <a:moveTo>
                    <a:pt x="0" y="0"/>
                  </a:moveTo>
                  <a:lnTo>
                    <a:pt x="4217" y="12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l5338"/>
            <p:cNvSpPr/>
            <p:nvPr/>
          </p:nvSpPr>
          <p:spPr>
            <a:xfrm>
              <a:off x="7166517" y="1789010"/>
              <a:ext cx="6092" cy="15162"/>
            </a:xfrm>
            <a:custGeom>
              <a:avLst/>
              <a:pathLst>
                <a:path w="6092" h="15162">
                  <a:moveTo>
                    <a:pt x="6092" y="151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l5339"/>
            <p:cNvSpPr/>
            <p:nvPr/>
          </p:nvSpPr>
          <p:spPr>
            <a:xfrm>
              <a:off x="7166517" y="1789010"/>
              <a:ext cx="4227" cy="1175"/>
            </a:xfrm>
            <a:custGeom>
              <a:avLst/>
              <a:pathLst>
                <a:path w="4227" h="1175">
                  <a:moveTo>
                    <a:pt x="0" y="0"/>
                  </a:moveTo>
                  <a:lnTo>
                    <a:pt x="4227" y="117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l5340"/>
            <p:cNvSpPr/>
            <p:nvPr/>
          </p:nvSpPr>
          <p:spPr>
            <a:xfrm>
              <a:off x="7163740" y="1785613"/>
              <a:ext cx="2777" cy="3397"/>
            </a:xfrm>
            <a:custGeom>
              <a:avLst/>
              <a:pathLst>
                <a:path w="2777" h="3397">
                  <a:moveTo>
                    <a:pt x="2777" y="33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l5341"/>
            <p:cNvSpPr/>
            <p:nvPr/>
          </p:nvSpPr>
          <p:spPr>
            <a:xfrm>
              <a:off x="7156716" y="1781069"/>
              <a:ext cx="15132" cy="40193"/>
            </a:xfrm>
            <a:custGeom>
              <a:avLst/>
              <a:pathLst>
                <a:path w="15132" h="40193">
                  <a:moveTo>
                    <a:pt x="15132" y="401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l5342"/>
            <p:cNvSpPr/>
            <p:nvPr/>
          </p:nvSpPr>
          <p:spPr>
            <a:xfrm>
              <a:off x="7008282" y="1732175"/>
              <a:ext cx="82670" cy="125381"/>
            </a:xfrm>
            <a:custGeom>
              <a:avLst/>
              <a:pathLst>
                <a:path w="82670" h="125381">
                  <a:moveTo>
                    <a:pt x="82670" y="1253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l5343"/>
            <p:cNvSpPr/>
            <p:nvPr/>
          </p:nvSpPr>
          <p:spPr>
            <a:xfrm>
              <a:off x="7008282" y="1732175"/>
              <a:ext cx="45700" cy="14645"/>
            </a:xfrm>
            <a:custGeom>
              <a:avLst/>
              <a:pathLst>
                <a:path w="45700" h="14645">
                  <a:moveTo>
                    <a:pt x="0" y="0"/>
                  </a:moveTo>
                  <a:lnTo>
                    <a:pt x="45700" y="146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l5344"/>
            <p:cNvSpPr/>
            <p:nvPr/>
          </p:nvSpPr>
          <p:spPr>
            <a:xfrm>
              <a:off x="7053983" y="1746821"/>
              <a:ext cx="35460" cy="8300"/>
            </a:xfrm>
            <a:custGeom>
              <a:avLst/>
              <a:pathLst>
                <a:path w="35460" h="8300">
                  <a:moveTo>
                    <a:pt x="0" y="0"/>
                  </a:moveTo>
                  <a:lnTo>
                    <a:pt x="35460" y="83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l5345"/>
            <p:cNvSpPr/>
            <p:nvPr/>
          </p:nvSpPr>
          <p:spPr>
            <a:xfrm>
              <a:off x="7089444" y="1755121"/>
              <a:ext cx="14540" cy="4049"/>
            </a:xfrm>
            <a:custGeom>
              <a:avLst/>
              <a:pathLst>
                <a:path w="14540" h="4049">
                  <a:moveTo>
                    <a:pt x="0" y="0"/>
                  </a:moveTo>
                  <a:lnTo>
                    <a:pt x="14540" y="404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l5346"/>
            <p:cNvSpPr/>
            <p:nvPr/>
          </p:nvSpPr>
          <p:spPr>
            <a:xfrm>
              <a:off x="7099835" y="1745811"/>
              <a:ext cx="4149" cy="13359"/>
            </a:xfrm>
            <a:custGeom>
              <a:avLst/>
              <a:pathLst>
                <a:path w="4149" h="13359">
                  <a:moveTo>
                    <a:pt x="4149" y="133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l5347"/>
            <p:cNvSpPr/>
            <p:nvPr/>
          </p:nvSpPr>
          <p:spPr>
            <a:xfrm>
              <a:off x="7082281" y="1738546"/>
              <a:ext cx="7162" cy="16574"/>
            </a:xfrm>
            <a:custGeom>
              <a:avLst/>
              <a:pathLst>
                <a:path w="7162" h="16574">
                  <a:moveTo>
                    <a:pt x="7162" y="165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l5348"/>
            <p:cNvSpPr/>
            <p:nvPr/>
          </p:nvSpPr>
          <p:spPr>
            <a:xfrm>
              <a:off x="7082281" y="1738546"/>
              <a:ext cx="6081" cy="2018"/>
            </a:xfrm>
            <a:custGeom>
              <a:avLst/>
              <a:pathLst>
                <a:path w="6081" h="2018">
                  <a:moveTo>
                    <a:pt x="0" y="0"/>
                  </a:moveTo>
                  <a:lnTo>
                    <a:pt x="6081" y="20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l5349"/>
            <p:cNvSpPr/>
            <p:nvPr/>
          </p:nvSpPr>
          <p:spPr>
            <a:xfrm>
              <a:off x="7088363" y="1740565"/>
              <a:ext cx="4278" cy="975"/>
            </a:xfrm>
            <a:custGeom>
              <a:avLst/>
              <a:pathLst>
                <a:path w="4278" h="975">
                  <a:moveTo>
                    <a:pt x="0" y="0"/>
                  </a:moveTo>
                  <a:lnTo>
                    <a:pt x="4278" y="97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l5350"/>
            <p:cNvSpPr/>
            <p:nvPr/>
          </p:nvSpPr>
          <p:spPr>
            <a:xfrm>
              <a:off x="7030670" y="1717048"/>
              <a:ext cx="23313" cy="29772"/>
            </a:xfrm>
            <a:custGeom>
              <a:avLst/>
              <a:pathLst>
                <a:path w="23313" h="29772">
                  <a:moveTo>
                    <a:pt x="23313" y="297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l5351"/>
            <p:cNvSpPr/>
            <p:nvPr/>
          </p:nvSpPr>
          <p:spPr>
            <a:xfrm>
              <a:off x="7030670" y="1717048"/>
              <a:ext cx="12916" cy="4070"/>
            </a:xfrm>
            <a:custGeom>
              <a:avLst/>
              <a:pathLst>
                <a:path w="12916" h="4070">
                  <a:moveTo>
                    <a:pt x="0" y="0"/>
                  </a:moveTo>
                  <a:lnTo>
                    <a:pt x="12916" y="40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l5352"/>
            <p:cNvSpPr/>
            <p:nvPr/>
          </p:nvSpPr>
          <p:spPr>
            <a:xfrm>
              <a:off x="7043587" y="1721119"/>
              <a:ext cx="9948" cy="2504"/>
            </a:xfrm>
            <a:custGeom>
              <a:avLst/>
              <a:pathLst>
                <a:path w="9948" h="2504">
                  <a:moveTo>
                    <a:pt x="0" y="0"/>
                  </a:moveTo>
                  <a:lnTo>
                    <a:pt x="9948" y="25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l5353"/>
            <p:cNvSpPr/>
            <p:nvPr/>
          </p:nvSpPr>
          <p:spPr>
            <a:xfrm>
              <a:off x="7049102" y="1716568"/>
              <a:ext cx="4433" cy="7054"/>
            </a:xfrm>
            <a:custGeom>
              <a:avLst/>
              <a:pathLst>
                <a:path w="4433" h="7054">
                  <a:moveTo>
                    <a:pt x="4433" y="70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l5354"/>
            <p:cNvSpPr/>
            <p:nvPr/>
          </p:nvSpPr>
          <p:spPr>
            <a:xfrm>
              <a:off x="7037478" y="1711667"/>
              <a:ext cx="6108" cy="9451"/>
            </a:xfrm>
            <a:custGeom>
              <a:avLst/>
              <a:pathLst>
                <a:path w="6108" h="9451">
                  <a:moveTo>
                    <a:pt x="6108" y="9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l5355"/>
            <p:cNvSpPr/>
            <p:nvPr/>
          </p:nvSpPr>
          <p:spPr>
            <a:xfrm>
              <a:off x="7037478" y="1711667"/>
              <a:ext cx="4305" cy="847"/>
            </a:xfrm>
            <a:custGeom>
              <a:avLst/>
              <a:pathLst>
                <a:path w="4305" h="847">
                  <a:moveTo>
                    <a:pt x="0" y="0"/>
                  </a:moveTo>
                  <a:lnTo>
                    <a:pt x="4305" y="8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l5356"/>
            <p:cNvSpPr/>
            <p:nvPr/>
          </p:nvSpPr>
          <p:spPr>
            <a:xfrm>
              <a:off x="7022783" y="1703691"/>
              <a:ext cx="7886" cy="13357"/>
            </a:xfrm>
            <a:custGeom>
              <a:avLst/>
              <a:pathLst>
                <a:path w="7886" h="13357">
                  <a:moveTo>
                    <a:pt x="7886" y="133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l5357"/>
            <p:cNvSpPr/>
            <p:nvPr/>
          </p:nvSpPr>
          <p:spPr>
            <a:xfrm>
              <a:off x="7022783" y="1703691"/>
              <a:ext cx="4312" cy="810"/>
            </a:xfrm>
            <a:custGeom>
              <a:avLst/>
              <a:pathLst>
                <a:path w="4312" h="810">
                  <a:moveTo>
                    <a:pt x="0" y="0"/>
                  </a:moveTo>
                  <a:lnTo>
                    <a:pt x="4312" y="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l5358"/>
            <p:cNvSpPr/>
            <p:nvPr/>
          </p:nvSpPr>
          <p:spPr>
            <a:xfrm>
              <a:off x="7019727" y="1700543"/>
              <a:ext cx="3056" cy="3148"/>
            </a:xfrm>
            <a:custGeom>
              <a:avLst/>
              <a:pathLst>
                <a:path w="3056" h="3148">
                  <a:moveTo>
                    <a:pt x="3056" y="31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l5359"/>
            <p:cNvSpPr/>
            <p:nvPr/>
          </p:nvSpPr>
          <p:spPr>
            <a:xfrm>
              <a:off x="6978086" y="1687873"/>
              <a:ext cx="30196" cy="44301"/>
            </a:xfrm>
            <a:custGeom>
              <a:avLst/>
              <a:pathLst>
                <a:path w="30196" h="44301">
                  <a:moveTo>
                    <a:pt x="30196" y="443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l5360"/>
            <p:cNvSpPr/>
            <p:nvPr/>
          </p:nvSpPr>
          <p:spPr>
            <a:xfrm>
              <a:off x="6978086" y="1687873"/>
              <a:ext cx="11421" cy="2839"/>
            </a:xfrm>
            <a:custGeom>
              <a:avLst/>
              <a:pathLst>
                <a:path w="11421" h="2839">
                  <a:moveTo>
                    <a:pt x="0" y="0"/>
                  </a:moveTo>
                  <a:lnTo>
                    <a:pt x="11421" y="28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l5361"/>
            <p:cNvSpPr/>
            <p:nvPr/>
          </p:nvSpPr>
          <p:spPr>
            <a:xfrm>
              <a:off x="6989507" y="1690713"/>
              <a:ext cx="9877" cy="3612"/>
            </a:xfrm>
            <a:custGeom>
              <a:avLst/>
              <a:pathLst>
                <a:path w="9877" h="3612">
                  <a:moveTo>
                    <a:pt x="0" y="0"/>
                  </a:moveTo>
                  <a:lnTo>
                    <a:pt x="9877" y="36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l5362"/>
            <p:cNvSpPr/>
            <p:nvPr/>
          </p:nvSpPr>
          <p:spPr>
            <a:xfrm>
              <a:off x="6999384" y="1694325"/>
              <a:ext cx="8636" cy="1516"/>
            </a:xfrm>
            <a:custGeom>
              <a:avLst/>
              <a:pathLst>
                <a:path w="8636" h="1516">
                  <a:moveTo>
                    <a:pt x="0" y="0"/>
                  </a:moveTo>
                  <a:lnTo>
                    <a:pt x="8636" y="15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l5363"/>
            <p:cNvSpPr/>
            <p:nvPr/>
          </p:nvSpPr>
          <p:spPr>
            <a:xfrm>
              <a:off x="7008021" y="1695841"/>
              <a:ext cx="4319" cy="773"/>
            </a:xfrm>
            <a:custGeom>
              <a:avLst/>
              <a:pathLst>
                <a:path w="4319" h="773">
                  <a:moveTo>
                    <a:pt x="0" y="0"/>
                  </a:moveTo>
                  <a:lnTo>
                    <a:pt x="4319" y="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l5364"/>
            <p:cNvSpPr/>
            <p:nvPr/>
          </p:nvSpPr>
          <p:spPr>
            <a:xfrm>
              <a:off x="6993192" y="1688117"/>
              <a:ext cx="6192" cy="6207"/>
            </a:xfrm>
            <a:custGeom>
              <a:avLst/>
              <a:pathLst>
                <a:path w="6192" h="6207">
                  <a:moveTo>
                    <a:pt x="6192" y="62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l5365"/>
            <p:cNvSpPr/>
            <p:nvPr/>
          </p:nvSpPr>
          <p:spPr>
            <a:xfrm>
              <a:off x="6993192" y="1688117"/>
              <a:ext cx="4325" cy="736"/>
            </a:xfrm>
            <a:custGeom>
              <a:avLst/>
              <a:pathLst>
                <a:path w="4325" h="736">
                  <a:moveTo>
                    <a:pt x="0" y="0"/>
                  </a:moveTo>
                  <a:lnTo>
                    <a:pt x="4325" y="73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l5366"/>
            <p:cNvSpPr/>
            <p:nvPr/>
          </p:nvSpPr>
          <p:spPr>
            <a:xfrm>
              <a:off x="6982630" y="1681220"/>
              <a:ext cx="6877" cy="9492"/>
            </a:xfrm>
            <a:custGeom>
              <a:avLst/>
              <a:pathLst>
                <a:path w="6877" h="9492">
                  <a:moveTo>
                    <a:pt x="6877" y="94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l5367"/>
            <p:cNvSpPr/>
            <p:nvPr/>
          </p:nvSpPr>
          <p:spPr>
            <a:xfrm>
              <a:off x="6970826" y="1676769"/>
              <a:ext cx="7259" cy="11103"/>
            </a:xfrm>
            <a:custGeom>
              <a:avLst/>
              <a:pathLst>
                <a:path w="7259" h="11103">
                  <a:moveTo>
                    <a:pt x="7259" y="111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l5368"/>
            <p:cNvSpPr/>
            <p:nvPr/>
          </p:nvSpPr>
          <p:spPr>
            <a:xfrm>
              <a:off x="6970826" y="1676769"/>
              <a:ext cx="4335" cy="681"/>
            </a:xfrm>
            <a:custGeom>
              <a:avLst/>
              <a:pathLst>
                <a:path w="4335" h="681">
                  <a:moveTo>
                    <a:pt x="0" y="0"/>
                  </a:moveTo>
                  <a:lnTo>
                    <a:pt x="4335" y="6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l5369"/>
            <p:cNvSpPr/>
            <p:nvPr/>
          </p:nvSpPr>
          <p:spPr>
            <a:xfrm>
              <a:off x="6851438" y="1645187"/>
              <a:ext cx="98793" cy="443182"/>
            </a:xfrm>
            <a:custGeom>
              <a:avLst/>
              <a:pathLst>
                <a:path w="98793" h="443182">
                  <a:moveTo>
                    <a:pt x="98793" y="4431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l5370"/>
            <p:cNvSpPr/>
            <p:nvPr/>
          </p:nvSpPr>
          <p:spPr>
            <a:xfrm>
              <a:off x="6851438" y="1645187"/>
              <a:ext cx="20111" cy="2842"/>
            </a:xfrm>
            <a:custGeom>
              <a:avLst/>
              <a:pathLst>
                <a:path w="20111" h="2842">
                  <a:moveTo>
                    <a:pt x="0" y="0"/>
                  </a:moveTo>
                  <a:lnTo>
                    <a:pt x="20111" y="28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l5371"/>
            <p:cNvSpPr/>
            <p:nvPr/>
          </p:nvSpPr>
          <p:spPr>
            <a:xfrm>
              <a:off x="6871550" y="1648029"/>
              <a:ext cx="17493" cy="6263"/>
            </a:xfrm>
            <a:custGeom>
              <a:avLst/>
              <a:pathLst>
                <a:path w="17493" h="6263">
                  <a:moveTo>
                    <a:pt x="0" y="0"/>
                  </a:moveTo>
                  <a:lnTo>
                    <a:pt x="17493" y="62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l5372"/>
            <p:cNvSpPr/>
            <p:nvPr/>
          </p:nvSpPr>
          <p:spPr>
            <a:xfrm>
              <a:off x="6889044" y="1654293"/>
              <a:ext cx="23542" cy="7776"/>
            </a:xfrm>
            <a:custGeom>
              <a:avLst/>
              <a:pathLst>
                <a:path w="23542" h="7776">
                  <a:moveTo>
                    <a:pt x="0" y="0"/>
                  </a:moveTo>
                  <a:lnTo>
                    <a:pt x="23542" y="777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l5373"/>
            <p:cNvSpPr/>
            <p:nvPr/>
          </p:nvSpPr>
          <p:spPr>
            <a:xfrm>
              <a:off x="6912586" y="1662069"/>
              <a:ext cx="24018" cy="3923"/>
            </a:xfrm>
            <a:custGeom>
              <a:avLst/>
              <a:pathLst>
                <a:path w="24018" h="3923">
                  <a:moveTo>
                    <a:pt x="0" y="0"/>
                  </a:moveTo>
                  <a:lnTo>
                    <a:pt x="24018" y="39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l5374"/>
            <p:cNvSpPr/>
            <p:nvPr/>
          </p:nvSpPr>
          <p:spPr>
            <a:xfrm>
              <a:off x="6936604" y="1665993"/>
              <a:ext cx="13013" cy="1824"/>
            </a:xfrm>
            <a:custGeom>
              <a:avLst/>
              <a:pathLst>
                <a:path w="13013" h="1824">
                  <a:moveTo>
                    <a:pt x="0" y="0"/>
                  </a:moveTo>
                  <a:lnTo>
                    <a:pt x="13013" y="182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l5375"/>
            <p:cNvSpPr/>
            <p:nvPr/>
          </p:nvSpPr>
          <p:spPr>
            <a:xfrm>
              <a:off x="6949617" y="1667818"/>
              <a:ext cx="6218" cy="1546"/>
            </a:xfrm>
            <a:custGeom>
              <a:avLst/>
              <a:pathLst>
                <a:path w="6218" h="1546">
                  <a:moveTo>
                    <a:pt x="0" y="0"/>
                  </a:moveTo>
                  <a:lnTo>
                    <a:pt x="6218" y="15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l5376"/>
            <p:cNvSpPr/>
            <p:nvPr/>
          </p:nvSpPr>
          <p:spPr>
            <a:xfrm>
              <a:off x="6955836" y="1669364"/>
              <a:ext cx="4340" cy="644"/>
            </a:xfrm>
            <a:custGeom>
              <a:avLst/>
              <a:pathLst>
                <a:path w="4340" h="644">
                  <a:moveTo>
                    <a:pt x="0" y="0"/>
                  </a:moveTo>
                  <a:lnTo>
                    <a:pt x="4340" y="6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l5377"/>
            <p:cNvSpPr/>
            <p:nvPr/>
          </p:nvSpPr>
          <p:spPr>
            <a:xfrm>
              <a:off x="6952660" y="1666335"/>
              <a:ext cx="3175" cy="3028"/>
            </a:xfrm>
            <a:custGeom>
              <a:avLst/>
              <a:pathLst>
                <a:path w="3175" h="3028">
                  <a:moveTo>
                    <a:pt x="3175" y="302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l5378"/>
            <p:cNvSpPr/>
            <p:nvPr/>
          </p:nvSpPr>
          <p:spPr>
            <a:xfrm>
              <a:off x="6926995" y="1657029"/>
              <a:ext cx="9608" cy="8963"/>
            </a:xfrm>
            <a:custGeom>
              <a:avLst/>
              <a:pathLst>
                <a:path w="9608" h="8963">
                  <a:moveTo>
                    <a:pt x="9608" y="89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l5379"/>
            <p:cNvSpPr/>
            <p:nvPr/>
          </p:nvSpPr>
          <p:spPr>
            <a:xfrm>
              <a:off x="6926995" y="1657029"/>
              <a:ext cx="6237" cy="1466"/>
            </a:xfrm>
            <a:custGeom>
              <a:avLst/>
              <a:pathLst>
                <a:path w="6237" h="1466">
                  <a:moveTo>
                    <a:pt x="0" y="0"/>
                  </a:moveTo>
                  <a:lnTo>
                    <a:pt x="6237" y="146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l5380"/>
            <p:cNvSpPr/>
            <p:nvPr/>
          </p:nvSpPr>
          <p:spPr>
            <a:xfrm>
              <a:off x="6933233" y="1658496"/>
              <a:ext cx="4348" cy="588"/>
            </a:xfrm>
            <a:custGeom>
              <a:avLst/>
              <a:pathLst>
                <a:path w="4348" h="588">
                  <a:moveTo>
                    <a:pt x="0" y="0"/>
                  </a:moveTo>
                  <a:lnTo>
                    <a:pt x="4348" y="58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l5381"/>
            <p:cNvSpPr/>
            <p:nvPr/>
          </p:nvSpPr>
          <p:spPr>
            <a:xfrm>
              <a:off x="6894580" y="1645101"/>
              <a:ext cx="18005" cy="16968"/>
            </a:xfrm>
            <a:custGeom>
              <a:avLst/>
              <a:pathLst>
                <a:path w="18005" h="16968">
                  <a:moveTo>
                    <a:pt x="18005" y="169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l5382"/>
            <p:cNvSpPr/>
            <p:nvPr/>
          </p:nvSpPr>
          <p:spPr>
            <a:xfrm>
              <a:off x="6887619" y="1637633"/>
              <a:ext cx="6960" cy="7468"/>
            </a:xfrm>
            <a:custGeom>
              <a:avLst/>
              <a:pathLst>
                <a:path w="6960" h="7468">
                  <a:moveTo>
                    <a:pt x="6960" y="74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l5383"/>
            <p:cNvSpPr/>
            <p:nvPr/>
          </p:nvSpPr>
          <p:spPr>
            <a:xfrm>
              <a:off x="6884330" y="1634728"/>
              <a:ext cx="3289" cy="2904"/>
            </a:xfrm>
            <a:custGeom>
              <a:avLst/>
              <a:pathLst>
                <a:path w="3289" h="2904">
                  <a:moveTo>
                    <a:pt x="3289" y="29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l5384"/>
            <p:cNvSpPr/>
            <p:nvPr/>
          </p:nvSpPr>
          <p:spPr>
            <a:xfrm>
              <a:off x="6872298" y="1630939"/>
              <a:ext cx="16745" cy="23354"/>
            </a:xfrm>
            <a:custGeom>
              <a:avLst/>
              <a:pathLst>
                <a:path w="16745" h="23354">
                  <a:moveTo>
                    <a:pt x="16745" y="233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l5385"/>
            <p:cNvSpPr/>
            <p:nvPr/>
          </p:nvSpPr>
          <p:spPr>
            <a:xfrm>
              <a:off x="6872298" y="1630939"/>
              <a:ext cx="4366" cy="440"/>
            </a:xfrm>
            <a:custGeom>
              <a:avLst/>
              <a:pathLst>
                <a:path w="4366" h="440">
                  <a:moveTo>
                    <a:pt x="0" y="0"/>
                  </a:moveTo>
                  <a:lnTo>
                    <a:pt x="4366" y="4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l5386"/>
            <p:cNvSpPr/>
            <p:nvPr/>
          </p:nvSpPr>
          <p:spPr>
            <a:xfrm>
              <a:off x="6840473" y="1620407"/>
              <a:ext cx="10965" cy="24779"/>
            </a:xfrm>
            <a:custGeom>
              <a:avLst/>
              <a:pathLst>
                <a:path w="10965" h="24779">
                  <a:moveTo>
                    <a:pt x="10965" y="247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l5387"/>
            <p:cNvSpPr/>
            <p:nvPr/>
          </p:nvSpPr>
          <p:spPr>
            <a:xfrm>
              <a:off x="6833749" y="1614778"/>
              <a:ext cx="6723" cy="5628"/>
            </a:xfrm>
            <a:custGeom>
              <a:avLst/>
              <a:pathLst>
                <a:path w="6723" h="5628">
                  <a:moveTo>
                    <a:pt x="6723" y="562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l5388"/>
            <p:cNvSpPr/>
            <p:nvPr/>
          </p:nvSpPr>
          <p:spPr>
            <a:xfrm>
              <a:off x="6833749" y="1614778"/>
              <a:ext cx="4374" cy="346"/>
            </a:xfrm>
            <a:custGeom>
              <a:avLst/>
              <a:pathLst>
                <a:path w="4374" h="346">
                  <a:moveTo>
                    <a:pt x="0" y="0"/>
                  </a:moveTo>
                  <a:lnTo>
                    <a:pt x="4374" y="3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l5389"/>
            <p:cNvSpPr/>
            <p:nvPr/>
          </p:nvSpPr>
          <p:spPr>
            <a:xfrm>
              <a:off x="6637369" y="1591181"/>
              <a:ext cx="98065" cy="432005"/>
            </a:xfrm>
            <a:custGeom>
              <a:avLst/>
              <a:pathLst>
                <a:path w="98065" h="432005">
                  <a:moveTo>
                    <a:pt x="98065" y="4320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l5390"/>
            <p:cNvSpPr/>
            <p:nvPr/>
          </p:nvSpPr>
          <p:spPr>
            <a:xfrm>
              <a:off x="6637369" y="1590234"/>
              <a:ext cx="68270" cy="947"/>
            </a:xfrm>
            <a:custGeom>
              <a:avLst/>
              <a:pathLst>
                <a:path w="68270" h="947">
                  <a:moveTo>
                    <a:pt x="0" y="947"/>
                  </a:moveTo>
                  <a:lnTo>
                    <a:pt x="6827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l5391"/>
            <p:cNvSpPr/>
            <p:nvPr/>
          </p:nvSpPr>
          <p:spPr>
            <a:xfrm>
              <a:off x="6705640" y="1590234"/>
              <a:ext cx="24083" cy="6753"/>
            </a:xfrm>
            <a:custGeom>
              <a:avLst/>
              <a:pathLst>
                <a:path w="24083" h="6753">
                  <a:moveTo>
                    <a:pt x="0" y="0"/>
                  </a:moveTo>
                  <a:lnTo>
                    <a:pt x="24083" y="6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l5392"/>
            <p:cNvSpPr/>
            <p:nvPr/>
          </p:nvSpPr>
          <p:spPr>
            <a:xfrm>
              <a:off x="6729724" y="1596988"/>
              <a:ext cx="28862" cy="1744"/>
            </a:xfrm>
            <a:custGeom>
              <a:avLst/>
              <a:pathLst>
                <a:path w="28862" h="1744">
                  <a:moveTo>
                    <a:pt x="0" y="0"/>
                  </a:moveTo>
                  <a:lnTo>
                    <a:pt x="28862" y="17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l5393"/>
            <p:cNvSpPr/>
            <p:nvPr/>
          </p:nvSpPr>
          <p:spPr>
            <a:xfrm>
              <a:off x="6758587" y="1598732"/>
              <a:ext cx="19107" cy="5610"/>
            </a:xfrm>
            <a:custGeom>
              <a:avLst/>
              <a:pathLst>
                <a:path w="19107" h="5610">
                  <a:moveTo>
                    <a:pt x="0" y="0"/>
                  </a:moveTo>
                  <a:lnTo>
                    <a:pt x="19107" y="56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l5394"/>
            <p:cNvSpPr/>
            <p:nvPr/>
          </p:nvSpPr>
          <p:spPr>
            <a:xfrm>
              <a:off x="6777695" y="1604342"/>
              <a:ext cx="24503" cy="2203"/>
            </a:xfrm>
            <a:custGeom>
              <a:avLst/>
              <a:pathLst>
                <a:path w="24503" h="2203">
                  <a:moveTo>
                    <a:pt x="0" y="0"/>
                  </a:moveTo>
                  <a:lnTo>
                    <a:pt x="24503" y="22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l5395"/>
            <p:cNvSpPr/>
            <p:nvPr/>
          </p:nvSpPr>
          <p:spPr>
            <a:xfrm>
              <a:off x="6802198" y="1606546"/>
              <a:ext cx="9717" cy="934"/>
            </a:xfrm>
            <a:custGeom>
              <a:avLst/>
              <a:pathLst>
                <a:path w="9717" h="934">
                  <a:moveTo>
                    <a:pt x="0" y="0"/>
                  </a:moveTo>
                  <a:lnTo>
                    <a:pt x="9717" y="9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l5396"/>
            <p:cNvSpPr/>
            <p:nvPr/>
          </p:nvSpPr>
          <p:spPr>
            <a:xfrm>
              <a:off x="6811916" y="1607481"/>
              <a:ext cx="6318" cy="1064"/>
            </a:xfrm>
            <a:custGeom>
              <a:avLst/>
              <a:pathLst>
                <a:path w="6318" h="1064">
                  <a:moveTo>
                    <a:pt x="0" y="0"/>
                  </a:moveTo>
                  <a:lnTo>
                    <a:pt x="6318" y="10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l5397"/>
            <p:cNvSpPr/>
            <p:nvPr/>
          </p:nvSpPr>
          <p:spPr>
            <a:xfrm>
              <a:off x="6818235" y="1608545"/>
              <a:ext cx="4377" cy="309"/>
            </a:xfrm>
            <a:custGeom>
              <a:avLst/>
              <a:pathLst>
                <a:path w="4377" h="309">
                  <a:moveTo>
                    <a:pt x="0" y="0"/>
                  </a:moveTo>
                  <a:lnTo>
                    <a:pt x="4377" y="3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l5398"/>
            <p:cNvSpPr/>
            <p:nvPr/>
          </p:nvSpPr>
          <p:spPr>
            <a:xfrm>
              <a:off x="6794864" y="1599444"/>
              <a:ext cx="7333" cy="7102"/>
            </a:xfrm>
            <a:custGeom>
              <a:avLst/>
              <a:pathLst>
                <a:path w="7333" h="7102">
                  <a:moveTo>
                    <a:pt x="7333" y="71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l5399"/>
            <p:cNvSpPr/>
            <p:nvPr/>
          </p:nvSpPr>
          <p:spPr>
            <a:xfrm>
              <a:off x="6791431" y="1596711"/>
              <a:ext cx="3433" cy="2732"/>
            </a:xfrm>
            <a:custGeom>
              <a:avLst/>
              <a:pathLst>
                <a:path w="3433" h="2732">
                  <a:moveTo>
                    <a:pt x="3433" y="27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l5400"/>
            <p:cNvSpPr/>
            <p:nvPr/>
          </p:nvSpPr>
          <p:spPr>
            <a:xfrm>
              <a:off x="6708042" y="1574199"/>
              <a:ext cx="21682" cy="22788"/>
            </a:xfrm>
            <a:custGeom>
              <a:avLst/>
              <a:pathLst>
                <a:path w="21682" h="22788">
                  <a:moveTo>
                    <a:pt x="21682" y="227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l5401"/>
            <p:cNvSpPr/>
            <p:nvPr/>
          </p:nvSpPr>
          <p:spPr>
            <a:xfrm>
              <a:off x="6708042" y="1574199"/>
              <a:ext cx="10241" cy="602"/>
            </a:xfrm>
            <a:custGeom>
              <a:avLst/>
              <a:pathLst>
                <a:path w="10241" h="602">
                  <a:moveTo>
                    <a:pt x="0" y="0"/>
                  </a:moveTo>
                  <a:lnTo>
                    <a:pt x="10241" y="6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l5402"/>
            <p:cNvSpPr/>
            <p:nvPr/>
          </p:nvSpPr>
          <p:spPr>
            <a:xfrm>
              <a:off x="6718283" y="1574802"/>
              <a:ext cx="7349" cy="1077"/>
            </a:xfrm>
            <a:custGeom>
              <a:avLst/>
              <a:pathLst>
                <a:path w="7349" h="1077">
                  <a:moveTo>
                    <a:pt x="0" y="0"/>
                  </a:moveTo>
                  <a:lnTo>
                    <a:pt x="7349" y="10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l5403"/>
            <p:cNvSpPr/>
            <p:nvPr/>
          </p:nvSpPr>
          <p:spPr>
            <a:xfrm>
              <a:off x="6725632" y="1575879"/>
              <a:ext cx="6361" cy="766"/>
            </a:xfrm>
            <a:custGeom>
              <a:avLst/>
              <a:pathLst>
                <a:path w="6361" h="766">
                  <a:moveTo>
                    <a:pt x="0" y="0"/>
                  </a:moveTo>
                  <a:lnTo>
                    <a:pt x="6361" y="76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l5404"/>
            <p:cNvSpPr/>
            <p:nvPr/>
          </p:nvSpPr>
          <p:spPr>
            <a:xfrm>
              <a:off x="6731994" y="1576645"/>
              <a:ext cx="4387" cy="103"/>
            </a:xfrm>
            <a:custGeom>
              <a:avLst/>
              <a:pathLst>
                <a:path w="4387" h="103">
                  <a:moveTo>
                    <a:pt x="0" y="0"/>
                  </a:moveTo>
                  <a:lnTo>
                    <a:pt x="4387" y="1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l5405"/>
            <p:cNvSpPr/>
            <p:nvPr/>
          </p:nvSpPr>
          <p:spPr>
            <a:xfrm>
              <a:off x="6728469" y="1574032"/>
              <a:ext cx="3525" cy="2613"/>
            </a:xfrm>
            <a:custGeom>
              <a:avLst/>
              <a:pathLst>
                <a:path w="3525" h="2613">
                  <a:moveTo>
                    <a:pt x="3525" y="26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l5406"/>
            <p:cNvSpPr/>
            <p:nvPr/>
          </p:nvSpPr>
          <p:spPr>
            <a:xfrm>
              <a:off x="6720545" y="1571348"/>
              <a:ext cx="5086" cy="4530"/>
            </a:xfrm>
            <a:custGeom>
              <a:avLst/>
              <a:pathLst>
                <a:path w="5086" h="4530">
                  <a:moveTo>
                    <a:pt x="5086" y="45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l5407"/>
            <p:cNvSpPr/>
            <p:nvPr/>
          </p:nvSpPr>
          <p:spPr>
            <a:xfrm>
              <a:off x="6712610" y="1568699"/>
              <a:ext cx="5672" cy="6103"/>
            </a:xfrm>
            <a:custGeom>
              <a:avLst/>
              <a:pathLst>
                <a:path w="5672" h="6103">
                  <a:moveTo>
                    <a:pt x="5672" y="61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l5408"/>
            <p:cNvSpPr/>
            <p:nvPr/>
          </p:nvSpPr>
          <p:spPr>
            <a:xfrm>
              <a:off x="6581186" y="1550788"/>
              <a:ext cx="56183" cy="40392"/>
            </a:xfrm>
            <a:custGeom>
              <a:avLst/>
              <a:pathLst>
                <a:path w="56183" h="40392">
                  <a:moveTo>
                    <a:pt x="56183" y="403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l5409"/>
            <p:cNvSpPr/>
            <p:nvPr/>
          </p:nvSpPr>
          <p:spPr>
            <a:xfrm>
              <a:off x="6581186" y="1550788"/>
              <a:ext cx="20992" cy="1412"/>
            </a:xfrm>
            <a:custGeom>
              <a:avLst/>
              <a:pathLst>
                <a:path w="20992" h="1412">
                  <a:moveTo>
                    <a:pt x="0" y="0"/>
                  </a:moveTo>
                  <a:lnTo>
                    <a:pt x="20992" y="1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l5410"/>
            <p:cNvSpPr/>
            <p:nvPr/>
          </p:nvSpPr>
          <p:spPr>
            <a:xfrm>
              <a:off x="6602179" y="1552201"/>
              <a:ext cx="22232" cy="4756"/>
            </a:xfrm>
            <a:custGeom>
              <a:avLst/>
              <a:pathLst>
                <a:path w="22232" h="4756">
                  <a:moveTo>
                    <a:pt x="0" y="0"/>
                  </a:moveTo>
                  <a:lnTo>
                    <a:pt x="22232" y="47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l5411"/>
            <p:cNvSpPr/>
            <p:nvPr/>
          </p:nvSpPr>
          <p:spPr>
            <a:xfrm>
              <a:off x="6624411" y="1556957"/>
              <a:ext cx="24570" cy="169"/>
            </a:xfrm>
            <a:custGeom>
              <a:avLst/>
              <a:pathLst>
                <a:path w="24570" h="169">
                  <a:moveTo>
                    <a:pt x="0" y="0"/>
                  </a:moveTo>
                  <a:lnTo>
                    <a:pt x="24570" y="16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l5412"/>
            <p:cNvSpPr/>
            <p:nvPr/>
          </p:nvSpPr>
          <p:spPr>
            <a:xfrm>
              <a:off x="6637960" y="1548362"/>
              <a:ext cx="11021" cy="8764"/>
            </a:xfrm>
            <a:custGeom>
              <a:avLst/>
              <a:pathLst>
                <a:path w="11021" h="8764">
                  <a:moveTo>
                    <a:pt x="11021" y="87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l5413"/>
            <p:cNvSpPr/>
            <p:nvPr/>
          </p:nvSpPr>
          <p:spPr>
            <a:xfrm>
              <a:off x="6637960" y="1548362"/>
              <a:ext cx="6390" cy="466"/>
            </a:xfrm>
            <a:custGeom>
              <a:avLst/>
              <a:pathLst>
                <a:path w="6390" h="466">
                  <a:moveTo>
                    <a:pt x="0" y="0"/>
                  </a:moveTo>
                  <a:lnTo>
                    <a:pt x="6390" y="46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l5414"/>
            <p:cNvSpPr/>
            <p:nvPr/>
          </p:nvSpPr>
          <p:spPr>
            <a:xfrm>
              <a:off x="6640707" y="1546383"/>
              <a:ext cx="3643" cy="2445"/>
            </a:xfrm>
            <a:custGeom>
              <a:avLst/>
              <a:pathLst>
                <a:path w="3643" h="2445">
                  <a:moveTo>
                    <a:pt x="3643" y="24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l5415"/>
            <p:cNvSpPr/>
            <p:nvPr/>
          </p:nvSpPr>
          <p:spPr>
            <a:xfrm>
              <a:off x="6604072" y="1541680"/>
              <a:ext cx="20338" cy="15277"/>
            </a:xfrm>
            <a:custGeom>
              <a:avLst/>
              <a:pathLst>
                <a:path w="20338" h="15277">
                  <a:moveTo>
                    <a:pt x="20338" y="152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l5416"/>
            <p:cNvSpPr/>
            <p:nvPr/>
          </p:nvSpPr>
          <p:spPr>
            <a:xfrm>
              <a:off x="6604072" y="1541574"/>
              <a:ext cx="9761" cy="105"/>
            </a:xfrm>
            <a:custGeom>
              <a:avLst/>
              <a:pathLst>
                <a:path w="9761" h="105">
                  <a:moveTo>
                    <a:pt x="0" y="105"/>
                  </a:moveTo>
                  <a:lnTo>
                    <a:pt x="97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l5417"/>
            <p:cNvSpPr/>
            <p:nvPr/>
          </p:nvSpPr>
          <p:spPr>
            <a:xfrm>
              <a:off x="6613834" y="1541574"/>
              <a:ext cx="6396" cy="385"/>
            </a:xfrm>
            <a:custGeom>
              <a:avLst/>
              <a:pathLst>
                <a:path w="6396" h="385">
                  <a:moveTo>
                    <a:pt x="0" y="0"/>
                  </a:moveTo>
                  <a:lnTo>
                    <a:pt x="6396" y="3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l5418"/>
            <p:cNvSpPr/>
            <p:nvPr/>
          </p:nvSpPr>
          <p:spPr>
            <a:xfrm>
              <a:off x="6620230" y="1541800"/>
              <a:ext cx="4385" cy="158"/>
            </a:xfrm>
            <a:custGeom>
              <a:avLst/>
              <a:pathLst>
                <a:path w="4385" h="158">
                  <a:moveTo>
                    <a:pt x="0" y="158"/>
                  </a:moveTo>
                  <a:lnTo>
                    <a:pt x="43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l5419"/>
            <p:cNvSpPr/>
            <p:nvPr/>
          </p:nvSpPr>
          <p:spPr>
            <a:xfrm>
              <a:off x="6616555" y="1539561"/>
              <a:ext cx="3674" cy="2398"/>
            </a:xfrm>
            <a:custGeom>
              <a:avLst/>
              <a:pathLst>
                <a:path w="3674" h="2398">
                  <a:moveTo>
                    <a:pt x="3674" y="23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l5420"/>
            <p:cNvSpPr/>
            <p:nvPr/>
          </p:nvSpPr>
          <p:spPr>
            <a:xfrm>
              <a:off x="6608485" y="1537355"/>
              <a:ext cx="5348" cy="4218"/>
            </a:xfrm>
            <a:custGeom>
              <a:avLst/>
              <a:pathLst>
                <a:path w="5348" h="4218">
                  <a:moveTo>
                    <a:pt x="5348" y="42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l5421"/>
            <p:cNvSpPr/>
            <p:nvPr/>
          </p:nvSpPr>
          <p:spPr>
            <a:xfrm>
              <a:off x="6596023" y="1535399"/>
              <a:ext cx="8048" cy="6280"/>
            </a:xfrm>
            <a:custGeom>
              <a:avLst/>
              <a:pathLst>
                <a:path w="8048" h="6280">
                  <a:moveTo>
                    <a:pt x="8048" y="62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l5422"/>
            <p:cNvSpPr/>
            <p:nvPr/>
          </p:nvSpPr>
          <p:spPr>
            <a:xfrm>
              <a:off x="6596023" y="1535184"/>
              <a:ext cx="4383" cy="214"/>
            </a:xfrm>
            <a:custGeom>
              <a:avLst/>
              <a:pathLst>
                <a:path w="4383" h="214">
                  <a:moveTo>
                    <a:pt x="0" y="214"/>
                  </a:moveTo>
                  <a:lnTo>
                    <a:pt x="43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l5423"/>
            <p:cNvSpPr/>
            <p:nvPr/>
          </p:nvSpPr>
          <p:spPr>
            <a:xfrm>
              <a:off x="6565331" y="1528928"/>
              <a:ext cx="15855" cy="21859"/>
            </a:xfrm>
            <a:custGeom>
              <a:avLst/>
              <a:pathLst>
                <a:path w="15855" h="21859">
                  <a:moveTo>
                    <a:pt x="15855" y="218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l5424"/>
            <p:cNvSpPr/>
            <p:nvPr/>
          </p:nvSpPr>
          <p:spPr>
            <a:xfrm>
              <a:off x="6565331" y="1528928"/>
              <a:ext cx="6403" cy="221"/>
            </a:xfrm>
            <a:custGeom>
              <a:avLst/>
              <a:pathLst>
                <a:path w="6403" h="221">
                  <a:moveTo>
                    <a:pt x="0" y="0"/>
                  </a:moveTo>
                  <a:lnTo>
                    <a:pt x="6403" y="22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l5425"/>
            <p:cNvSpPr/>
            <p:nvPr/>
          </p:nvSpPr>
          <p:spPr>
            <a:xfrm>
              <a:off x="6571735" y="1528879"/>
              <a:ext cx="4379" cy="270"/>
            </a:xfrm>
            <a:custGeom>
              <a:avLst/>
              <a:pathLst>
                <a:path w="4379" h="270">
                  <a:moveTo>
                    <a:pt x="0" y="270"/>
                  </a:moveTo>
                  <a:lnTo>
                    <a:pt x="43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l5426"/>
            <p:cNvSpPr/>
            <p:nvPr/>
          </p:nvSpPr>
          <p:spPr>
            <a:xfrm>
              <a:off x="6479096" y="1521896"/>
              <a:ext cx="86877" cy="452708"/>
            </a:xfrm>
            <a:custGeom>
              <a:avLst/>
              <a:pathLst>
                <a:path w="86877" h="452708">
                  <a:moveTo>
                    <a:pt x="86877" y="4527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l5427"/>
            <p:cNvSpPr/>
            <p:nvPr/>
          </p:nvSpPr>
          <p:spPr>
            <a:xfrm>
              <a:off x="6479096" y="1521896"/>
              <a:ext cx="16495" cy="668"/>
            </a:xfrm>
            <a:custGeom>
              <a:avLst/>
              <a:pathLst>
                <a:path w="16495" h="668">
                  <a:moveTo>
                    <a:pt x="0" y="0"/>
                  </a:moveTo>
                  <a:lnTo>
                    <a:pt x="16495" y="6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l5428"/>
            <p:cNvSpPr/>
            <p:nvPr/>
          </p:nvSpPr>
          <p:spPr>
            <a:xfrm>
              <a:off x="6495591" y="1522565"/>
              <a:ext cx="16193" cy="741"/>
            </a:xfrm>
            <a:custGeom>
              <a:avLst/>
              <a:pathLst>
                <a:path w="16193" h="741">
                  <a:moveTo>
                    <a:pt x="0" y="0"/>
                  </a:moveTo>
                  <a:lnTo>
                    <a:pt x="16193" y="7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l5429"/>
            <p:cNvSpPr/>
            <p:nvPr/>
          </p:nvSpPr>
          <p:spPr>
            <a:xfrm>
              <a:off x="6511785" y="1522283"/>
              <a:ext cx="13832" cy="1022"/>
            </a:xfrm>
            <a:custGeom>
              <a:avLst/>
              <a:pathLst>
                <a:path w="13832" h="1022">
                  <a:moveTo>
                    <a:pt x="0" y="1022"/>
                  </a:moveTo>
                  <a:lnTo>
                    <a:pt x="138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l5430"/>
            <p:cNvSpPr/>
            <p:nvPr/>
          </p:nvSpPr>
          <p:spPr>
            <a:xfrm>
              <a:off x="6525618" y="1522283"/>
              <a:ext cx="7924" cy="437"/>
            </a:xfrm>
            <a:custGeom>
              <a:avLst/>
              <a:pathLst>
                <a:path w="7924" h="437">
                  <a:moveTo>
                    <a:pt x="0" y="0"/>
                  </a:moveTo>
                  <a:lnTo>
                    <a:pt x="7924" y="4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l5431"/>
            <p:cNvSpPr/>
            <p:nvPr/>
          </p:nvSpPr>
          <p:spPr>
            <a:xfrm>
              <a:off x="6533542" y="1522721"/>
              <a:ext cx="7419" cy="351"/>
            </a:xfrm>
            <a:custGeom>
              <a:avLst/>
              <a:pathLst>
                <a:path w="7419" h="351">
                  <a:moveTo>
                    <a:pt x="0" y="0"/>
                  </a:moveTo>
                  <a:lnTo>
                    <a:pt x="7419" y="3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l5432"/>
            <p:cNvSpPr/>
            <p:nvPr/>
          </p:nvSpPr>
          <p:spPr>
            <a:xfrm>
              <a:off x="6540962" y="1523072"/>
              <a:ext cx="6406" cy="139"/>
            </a:xfrm>
            <a:custGeom>
              <a:avLst/>
              <a:pathLst>
                <a:path w="6406" h="139">
                  <a:moveTo>
                    <a:pt x="0" y="0"/>
                  </a:moveTo>
                  <a:lnTo>
                    <a:pt x="6406" y="1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l5433"/>
            <p:cNvSpPr/>
            <p:nvPr/>
          </p:nvSpPr>
          <p:spPr>
            <a:xfrm>
              <a:off x="6543604" y="1520956"/>
              <a:ext cx="3764" cy="2255"/>
            </a:xfrm>
            <a:custGeom>
              <a:avLst/>
              <a:pathLst>
                <a:path w="3764" h="2255">
                  <a:moveTo>
                    <a:pt x="3764" y="225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l5434"/>
            <p:cNvSpPr/>
            <p:nvPr/>
          </p:nvSpPr>
          <p:spPr>
            <a:xfrm>
              <a:off x="6527299" y="1517203"/>
              <a:ext cx="6243" cy="5517"/>
            </a:xfrm>
            <a:custGeom>
              <a:avLst/>
              <a:pathLst>
                <a:path w="6243" h="5517">
                  <a:moveTo>
                    <a:pt x="6243" y="55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l5435"/>
            <p:cNvSpPr/>
            <p:nvPr/>
          </p:nvSpPr>
          <p:spPr>
            <a:xfrm>
              <a:off x="6519134" y="1515379"/>
              <a:ext cx="6483" cy="6904"/>
            </a:xfrm>
            <a:custGeom>
              <a:avLst/>
              <a:pathLst>
                <a:path w="6483" h="6904">
                  <a:moveTo>
                    <a:pt x="6483" y="69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l5436"/>
            <p:cNvSpPr/>
            <p:nvPr/>
          </p:nvSpPr>
          <p:spPr>
            <a:xfrm>
              <a:off x="6500187" y="1514007"/>
              <a:ext cx="11598" cy="9299"/>
            </a:xfrm>
            <a:custGeom>
              <a:avLst/>
              <a:pathLst>
                <a:path w="11598" h="9299">
                  <a:moveTo>
                    <a:pt x="11598" y="92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l5437"/>
            <p:cNvSpPr/>
            <p:nvPr/>
          </p:nvSpPr>
          <p:spPr>
            <a:xfrm>
              <a:off x="6500187" y="1514007"/>
              <a:ext cx="6407" cy="2"/>
            </a:xfrm>
            <a:custGeom>
              <a:avLst/>
              <a:pathLst>
                <a:path w="6407" h="2">
                  <a:moveTo>
                    <a:pt x="0" y="0"/>
                  </a:moveTo>
                  <a:lnTo>
                    <a:pt x="6407" y="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l5438"/>
            <p:cNvSpPr/>
            <p:nvPr/>
          </p:nvSpPr>
          <p:spPr>
            <a:xfrm>
              <a:off x="6506594" y="1513590"/>
              <a:ext cx="4368" cy="420"/>
            </a:xfrm>
            <a:custGeom>
              <a:avLst/>
              <a:pathLst>
                <a:path w="4368" h="420">
                  <a:moveTo>
                    <a:pt x="0" y="420"/>
                  </a:moveTo>
                  <a:lnTo>
                    <a:pt x="43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l5439"/>
            <p:cNvSpPr/>
            <p:nvPr/>
          </p:nvSpPr>
          <p:spPr>
            <a:xfrm>
              <a:off x="6494596" y="1510116"/>
              <a:ext cx="5590" cy="3891"/>
            </a:xfrm>
            <a:custGeom>
              <a:avLst/>
              <a:pathLst>
                <a:path w="5590" h="3891">
                  <a:moveTo>
                    <a:pt x="5590" y="38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l5440"/>
            <p:cNvSpPr/>
            <p:nvPr/>
          </p:nvSpPr>
          <p:spPr>
            <a:xfrm>
              <a:off x="6333406" y="1505037"/>
              <a:ext cx="87753" cy="453665"/>
            </a:xfrm>
            <a:custGeom>
              <a:avLst/>
              <a:pathLst>
                <a:path w="87753" h="453665">
                  <a:moveTo>
                    <a:pt x="87753" y="4536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l5441"/>
            <p:cNvSpPr/>
            <p:nvPr/>
          </p:nvSpPr>
          <p:spPr>
            <a:xfrm>
              <a:off x="6333406" y="1505037"/>
              <a:ext cx="14794" cy="541"/>
            </a:xfrm>
            <a:custGeom>
              <a:avLst/>
              <a:pathLst>
                <a:path w="14794" h="541">
                  <a:moveTo>
                    <a:pt x="0" y="0"/>
                  </a:moveTo>
                  <a:lnTo>
                    <a:pt x="14794" y="5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l5442"/>
            <p:cNvSpPr/>
            <p:nvPr/>
          </p:nvSpPr>
          <p:spPr>
            <a:xfrm>
              <a:off x="6348200" y="1505578"/>
              <a:ext cx="21210" cy="1557"/>
            </a:xfrm>
            <a:custGeom>
              <a:avLst/>
              <a:pathLst>
                <a:path w="21210" h="1557">
                  <a:moveTo>
                    <a:pt x="0" y="0"/>
                  </a:moveTo>
                  <a:lnTo>
                    <a:pt x="21210" y="15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l5443"/>
            <p:cNvSpPr/>
            <p:nvPr/>
          </p:nvSpPr>
          <p:spPr>
            <a:xfrm>
              <a:off x="6369411" y="1505853"/>
              <a:ext cx="27457" cy="1281"/>
            </a:xfrm>
            <a:custGeom>
              <a:avLst/>
              <a:pathLst>
                <a:path w="27457" h="1281">
                  <a:moveTo>
                    <a:pt x="0" y="1281"/>
                  </a:moveTo>
                  <a:lnTo>
                    <a:pt x="274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l5444"/>
            <p:cNvSpPr/>
            <p:nvPr/>
          </p:nvSpPr>
          <p:spPr>
            <a:xfrm>
              <a:off x="6377672" y="1493528"/>
              <a:ext cx="19196" cy="12325"/>
            </a:xfrm>
            <a:custGeom>
              <a:avLst/>
              <a:pathLst>
                <a:path w="19196" h="12325">
                  <a:moveTo>
                    <a:pt x="19196" y="123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l5445"/>
            <p:cNvSpPr/>
            <p:nvPr/>
          </p:nvSpPr>
          <p:spPr>
            <a:xfrm>
              <a:off x="6377672" y="1493277"/>
              <a:ext cx="7423" cy="250"/>
            </a:xfrm>
            <a:custGeom>
              <a:avLst/>
              <a:pathLst>
                <a:path w="7423" h="250">
                  <a:moveTo>
                    <a:pt x="0" y="250"/>
                  </a:moveTo>
                  <a:lnTo>
                    <a:pt x="74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l5446"/>
            <p:cNvSpPr/>
            <p:nvPr/>
          </p:nvSpPr>
          <p:spPr>
            <a:xfrm>
              <a:off x="6379283" y="1489726"/>
              <a:ext cx="5813" cy="3550"/>
            </a:xfrm>
            <a:custGeom>
              <a:avLst/>
              <a:pathLst>
                <a:path w="5813" h="3550">
                  <a:moveTo>
                    <a:pt x="5813" y="35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l5447"/>
            <p:cNvSpPr/>
            <p:nvPr/>
          </p:nvSpPr>
          <p:spPr>
            <a:xfrm>
              <a:off x="6371002" y="1488534"/>
              <a:ext cx="6669" cy="4993"/>
            </a:xfrm>
            <a:custGeom>
              <a:avLst/>
              <a:pathLst>
                <a:path w="6669" h="4993">
                  <a:moveTo>
                    <a:pt x="6669" y="49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l5448"/>
            <p:cNvSpPr/>
            <p:nvPr/>
          </p:nvSpPr>
          <p:spPr>
            <a:xfrm>
              <a:off x="6344587" y="1488998"/>
              <a:ext cx="24823" cy="18136"/>
            </a:xfrm>
            <a:custGeom>
              <a:avLst/>
              <a:pathLst>
                <a:path w="24823" h="18136">
                  <a:moveTo>
                    <a:pt x="24823" y="181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l5449"/>
            <p:cNvSpPr/>
            <p:nvPr/>
          </p:nvSpPr>
          <p:spPr>
            <a:xfrm>
              <a:off x="6337832" y="1484119"/>
              <a:ext cx="6754" cy="4879"/>
            </a:xfrm>
            <a:custGeom>
              <a:avLst/>
              <a:pathLst>
                <a:path w="6754" h="4879">
                  <a:moveTo>
                    <a:pt x="6754" y="48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l5450"/>
            <p:cNvSpPr/>
            <p:nvPr/>
          </p:nvSpPr>
          <p:spPr>
            <a:xfrm>
              <a:off x="6321221" y="1482124"/>
              <a:ext cx="12185" cy="22912"/>
            </a:xfrm>
            <a:custGeom>
              <a:avLst/>
              <a:pathLst>
                <a:path w="12185" h="22912">
                  <a:moveTo>
                    <a:pt x="12185" y="229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l5451"/>
            <p:cNvSpPr/>
            <p:nvPr/>
          </p:nvSpPr>
          <p:spPr>
            <a:xfrm>
              <a:off x="6119624" y="1503887"/>
              <a:ext cx="144961" cy="464922"/>
            </a:xfrm>
            <a:custGeom>
              <a:avLst/>
              <a:pathLst>
                <a:path w="144961" h="464922">
                  <a:moveTo>
                    <a:pt x="144961" y="4649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l5452"/>
            <p:cNvSpPr/>
            <p:nvPr/>
          </p:nvSpPr>
          <p:spPr>
            <a:xfrm>
              <a:off x="6119624" y="1500192"/>
              <a:ext cx="17697" cy="3695"/>
            </a:xfrm>
            <a:custGeom>
              <a:avLst/>
              <a:pathLst>
                <a:path w="17697" h="3695">
                  <a:moveTo>
                    <a:pt x="0" y="3695"/>
                  </a:moveTo>
                  <a:lnTo>
                    <a:pt x="176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l5453"/>
            <p:cNvSpPr/>
            <p:nvPr/>
          </p:nvSpPr>
          <p:spPr>
            <a:xfrm>
              <a:off x="6137322" y="1499295"/>
              <a:ext cx="16808" cy="897"/>
            </a:xfrm>
            <a:custGeom>
              <a:avLst/>
              <a:pathLst>
                <a:path w="16808" h="897">
                  <a:moveTo>
                    <a:pt x="0" y="897"/>
                  </a:moveTo>
                  <a:lnTo>
                    <a:pt x="168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l5454"/>
            <p:cNvSpPr/>
            <p:nvPr/>
          </p:nvSpPr>
          <p:spPr>
            <a:xfrm>
              <a:off x="6154130" y="1498895"/>
              <a:ext cx="25369" cy="399"/>
            </a:xfrm>
            <a:custGeom>
              <a:avLst/>
              <a:pathLst>
                <a:path w="25369" h="399">
                  <a:moveTo>
                    <a:pt x="0" y="399"/>
                  </a:moveTo>
                  <a:lnTo>
                    <a:pt x="253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l5455"/>
            <p:cNvSpPr/>
            <p:nvPr/>
          </p:nvSpPr>
          <p:spPr>
            <a:xfrm>
              <a:off x="6179500" y="1495426"/>
              <a:ext cx="35510" cy="3469"/>
            </a:xfrm>
            <a:custGeom>
              <a:avLst/>
              <a:pathLst>
                <a:path w="35510" h="3469">
                  <a:moveTo>
                    <a:pt x="0" y="3469"/>
                  </a:moveTo>
                  <a:lnTo>
                    <a:pt x="3551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l5456"/>
            <p:cNvSpPr/>
            <p:nvPr/>
          </p:nvSpPr>
          <p:spPr>
            <a:xfrm>
              <a:off x="6215011" y="1486970"/>
              <a:ext cx="31872" cy="8455"/>
            </a:xfrm>
            <a:custGeom>
              <a:avLst/>
              <a:pathLst>
                <a:path w="31872" h="8455">
                  <a:moveTo>
                    <a:pt x="0" y="8455"/>
                  </a:moveTo>
                  <a:lnTo>
                    <a:pt x="3187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l5457"/>
            <p:cNvSpPr/>
            <p:nvPr/>
          </p:nvSpPr>
          <p:spPr>
            <a:xfrm>
              <a:off x="6246883" y="1486431"/>
              <a:ext cx="9919" cy="539"/>
            </a:xfrm>
            <a:custGeom>
              <a:avLst/>
              <a:pathLst>
                <a:path w="9919" h="539">
                  <a:moveTo>
                    <a:pt x="0" y="539"/>
                  </a:moveTo>
                  <a:lnTo>
                    <a:pt x="99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l5458"/>
            <p:cNvSpPr/>
            <p:nvPr/>
          </p:nvSpPr>
          <p:spPr>
            <a:xfrm>
              <a:off x="6256803" y="1486077"/>
              <a:ext cx="11451" cy="353"/>
            </a:xfrm>
            <a:custGeom>
              <a:avLst/>
              <a:pathLst>
                <a:path w="11451" h="353">
                  <a:moveTo>
                    <a:pt x="0" y="353"/>
                  </a:moveTo>
                  <a:lnTo>
                    <a:pt x="114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l5459"/>
            <p:cNvSpPr/>
            <p:nvPr/>
          </p:nvSpPr>
          <p:spPr>
            <a:xfrm>
              <a:off x="6258679" y="1477235"/>
              <a:ext cx="9575" cy="8842"/>
            </a:xfrm>
            <a:custGeom>
              <a:avLst/>
              <a:pathLst>
                <a:path w="9575" h="8842">
                  <a:moveTo>
                    <a:pt x="9575" y="88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l5460"/>
            <p:cNvSpPr/>
            <p:nvPr/>
          </p:nvSpPr>
          <p:spPr>
            <a:xfrm>
              <a:off x="6258679" y="1476260"/>
              <a:ext cx="4278" cy="974"/>
            </a:xfrm>
            <a:custGeom>
              <a:avLst/>
              <a:pathLst>
                <a:path w="4278" h="974">
                  <a:moveTo>
                    <a:pt x="0" y="974"/>
                  </a:moveTo>
                  <a:lnTo>
                    <a:pt x="42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l5461"/>
            <p:cNvSpPr/>
            <p:nvPr/>
          </p:nvSpPr>
          <p:spPr>
            <a:xfrm>
              <a:off x="6246281" y="1474905"/>
              <a:ext cx="10521" cy="11526"/>
            </a:xfrm>
            <a:custGeom>
              <a:avLst/>
              <a:pathLst>
                <a:path w="10521" h="11526">
                  <a:moveTo>
                    <a:pt x="10521" y="115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l5462"/>
            <p:cNvSpPr/>
            <p:nvPr/>
          </p:nvSpPr>
          <p:spPr>
            <a:xfrm>
              <a:off x="6237939" y="1474281"/>
              <a:ext cx="8944" cy="12689"/>
            </a:xfrm>
            <a:custGeom>
              <a:avLst/>
              <a:pathLst>
                <a:path w="8944" h="12689">
                  <a:moveTo>
                    <a:pt x="8944" y="126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l5463"/>
            <p:cNvSpPr/>
            <p:nvPr/>
          </p:nvSpPr>
          <p:spPr>
            <a:xfrm>
              <a:off x="6184539" y="1480460"/>
              <a:ext cx="30471" cy="14965"/>
            </a:xfrm>
            <a:custGeom>
              <a:avLst/>
              <a:pathLst>
                <a:path w="30471" h="14965">
                  <a:moveTo>
                    <a:pt x="30471" y="149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l5464"/>
            <p:cNvSpPr/>
            <p:nvPr/>
          </p:nvSpPr>
          <p:spPr>
            <a:xfrm>
              <a:off x="6184539" y="1479807"/>
              <a:ext cx="13843" cy="653"/>
            </a:xfrm>
            <a:custGeom>
              <a:avLst/>
              <a:pathLst>
                <a:path w="13843" h="653">
                  <a:moveTo>
                    <a:pt x="0" y="653"/>
                  </a:moveTo>
                  <a:lnTo>
                    <a:pt x="138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l5465"/>
            <p:cNvSpPr/>
            <p:nvPr/>
          </p:nvSpPr>
          <p:spPr>
            <a:xfrm>
              <a:off x="6198382" y="1476546"/>
              <a:ext cx="13234" cy="3260"/>
            </a:xfrm>
            <a:custGeom>
              <a:avLst/>
              <a:pathLst>
                <a:path w="13234" h="3260">
                  <a:moveTo>
                    <a:pt x="0" y="3260"/>
                  </a:moveTo>
                  <a:lnTo>
                    <a:pt x="132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l5466"/>
            <p:cNvSpPr/>
            <p:nvPr/>
          </p:nvSpPr>
          <p:spPr>
            <a:xfrm>
              <a:off x="6211617" y="1475664"/>
              <a:ext cx="7375" cy="882"/>
            </a:xfrm>
            <a:custGeom>
              <a:avLst/>
              <a:pathLst>
                <a:path w="7375" h="882">
                  <a:moveTo>
                    <a:pt x="0" y="882"/>
                  </a:moveTo>
                  <a:lnTo>
                    <a:pt x="737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l5467"/>
            <p:cNvSpPr/>
            <p:nvPr/>
          </p:nvSpPr>
          <p:spPr>
            <a:xfrm>
              <a:off x="6218992" y="1474739"/>
              <a:ext cx="6340" cy="924"/>
            </a:xfrm>
            <a:custGeom>
              <a:avLst/>
              <a:pathLst>
                <a:path w="6340" h="924">
                  <a:moveTo>
                    <a:pt x="0" y="924"/>
                  </a:moveTo>
                  <a:lnTo>
                    <a:pt x="6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l5468"/>
            <p:cNvSpPr/>
            <p:nvPr/>
          </p:nvSpPr>
          <p:spPr>
            <a:xfrm>
              <a:off x="6221246" y="1473139"/>
              <a:ext cx="4085" cy="1600"/>
            </a:xfrm>
            <a:custGeom>
              <a:avLst/>
              <a:pathLst>
                <a:path w="4085" h="1600">
                  <a:moveTo>
                    <a:pt x="4085" y="16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l5469"/>
            <p:cNvSpPr/>
            <p:nvPr/>
          </p:nvSpPr>
          <p:spPr>
            <a:xfrm>
              <a:off x="6212897" y="1472621"/>
              <a:ext cx="6094" cy="3042"/>
            </a:xfrm>
            <a:custGeom>
              <a:avLst/>
              <a:pathLst>
                <a:path w="6094" h="3042">
                  <a:moveTo>
                    <a:pt x="6094" y="30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l5470"/>
            <p:cNvSpPr/>
            <p:nvPr/>
          </p:nvSpPr>
          <p:spPr>
            <a:xfrm>
              <a:off x="6204545" y="1472140"/>
              <a:ext cx="7071" cy="4406"/>
            </a:xfrm>
            <a:custGeom>
              <a:avLst/>
              <a:pathLst>
                <a:path w="7071" h="4406">
                  <a:moveTo>
                    <a:pt x="7071" y="44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l5471"/>
            <p:cNvSpPr/>
            <p:nvPr/>
          </p:nvSpPr>
          <p:spPr>
            <a:xfrm>
              <a:off x="6185624" y="1473846"/>
              <a:ext cx="12757" cy="5960"/>
            </a:xfrm>
            <a:custGeom>
              <a:avLst/>
              <a:pathLst>
                <a:path w="12757" h="5960">
                  <a:moveTo>
                    <a:pt x="12757" y="5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l5472"/>
            <p:cNvSpPr/>
            <p:nvPr/>
          </p:nvSpPr>
          <p:spPr>
            <a:xfrm>
              <a:off x="6185624" y="1472814"/>
              <a:ext cx="6323" cy="1032"/>
            </a:xfrm>
            <a:custGeom>
              <a:avLst/>
              <a:pathLst>
                <a:path w="6323" h="1032">
                  <a:moveTo>
                    <a:pt x="0" y="1032"/>
                  </a:moveTo>
                  <a:lnTo>
                    <a:pt x="63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l5473"/>
            <p:cNvSpPr/>
            <p:nvPr/>
          </p:nvSpPr>
          <p:spPr>
            <a:xfrm>
              <a:off x="6187836" y="1471283"/>
              <a:ext cx="4112" cy="1530"/>
            </a:xfrm>
            <a:custGeom>
              <a:avLst/>
              <a:pathLst>
                <a:path w="4112" h="1530">
                  <a:moveTo>
                    <a:pt x="4112" y="15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l5474"/>
            <p:cNvSpPr/>
            <p:nvPr/>
          </p:nvSpPr>
          <p:spPr>
            <a:xfrm>
              <a:off x="6171120" y="1470569"/>
              <a:ext cx="13419" cy="9891"/>
            </a:xfrm>
            <a:custGeom>
              <a:avLst/>
              <a:pathLst>
                <a:path w="13419" h="9891">
                  <a:moveTo>
                    <a:pt x="13419" y="98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l5475"/>
            <p:cNvSpPr/>
            <p:nvPr/>
          </p:nvSpPr>
          <p:spPr>
            <a:xfrm>
              <a:off x="6144890" y="1473732"/>
              <a:ext cx="34610" cy="25162"/>
            </a:xfrm>
            <a:custGeom>
              <a:avLst/>
              <a:pathLst>
                <a:path w="34610" h="25162">
                  <a:moveTo>
                    <a:pt x="34610" y="251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l5476"/>
            <p:cNvSpPr/>
            <p:nvPr/>
          </p:nvSpPr>
          <p:spPr>
            <a:xfrm>
              <a:off x="6144890" y="1472598"/>
              <a:ext cx="7340" cy="1134"/>
            </a:xfrm>
            <a:custGeom>
              <a:avLst/>
              <a:pathLst>
                <a:path w="7340" h="1134">
                  <a:moveTo>
                    <a:pt x="0" y="1134"/>
                  </a:moveTo>
                  <a:lnTo>
                    <a:pt x="7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l5477"/>
            <p:cNvSpPr/>
            <p:nvPr/>
          </p:nvSpPr>
          <p:spPr>
            <a:xfrm>
              <a:off x="6152231" y="1471458"/>
              <a:ext cx="6305" cy="1140"/>
            </a:xfrm>
            <a:custGeom>
              <a:avLst/>
              <a:pathLst>
                <a:path w="6305" h="1140">
                  <a:moveTo>
                    <a:pt x="0" y="1140"/>
                  </a:moveTo>
                  <a:lnTo>
                    <a:pt x="63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l5478"/>
            <p:cNvSpPr/>
            <p:nvPr/>
          </p:nvSpPr>
          <p:spPr>
            <a:xfrm>
              <a:off x="6158536" y="1470266"/>
              <a:ext cx="4223" cy="1192"/>
            </a:xfrm>
            <a:custGeom>
              <a:avLst/>
              <a:pathLst>
                <a:path w="4223" h="1192">
                  <a:moveTo>
                    <a:pt x="0" y="1192"/>
                  </a:moveTo>
                  <a:lnTo>
                    <a:pt x="42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l5479"/>
            <p:cNvSpPr/>
            <p:nvPr/>
          </p:nvSpPr>
          <p:spPr>
            <a:xfrm>
              <a:off x="6137672" y="1469569"/>
              <a:ext cx="7217" cy="4162"/>
            </a:xfrm>
            <a:custGeom>
              <a:avLst/>
              <a:pathLst>
                <a:path w="7217" h="4162">
                  <a:moveTo>
                    <a:pt x="7217" y="41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l5480"/>
            <p:cNvSpPr/>
            <p:nvPr/>
          </p:nvSpPr>
          <p:spPr>
            <a:xfrm>
              <a:off x="6129308" y="1469409"/>
              <a:ext cx="24822" cy="29885"/>
            </a:xfrm>
            <a:custGeom>
              <a:avLst/>
              <a:pathLst>
                <a:path w="24822" h="29885">
                  <a:moveTo>
                    <a:pt x="24822" y="298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l5481"/>
            <p:cNvSpPr/>
            <p:nvPr/>
          </p:nvSpPr>
          <p:spPr>
            <a:xfrm>
              <a:off x="6120943" y="1469284"/>
              <a:ext cx="16378" cy="30908"/>
            </a:xfrm>
            <a:custGeom>
              <a:avLst/>
              <a:pathLst>
                <a:path w="16378" h="30908">
                  <a:moveTo>
                    <a:pt x="16378" y="309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l5482"/>
            <p:cNvSpPr/>
            <p:nvPr/>
          </p:nvSpPr>
          <p:spPr>
            <a:xfrm>
              <a:off x="6102113" y="1471796"/>
              <a:ext cx="17511" cy="32091"/>
            </a:xfrm>
            <a:custGeom>
              <a:avLst/>
              <a:pathLst>
                <a:path w="17511" h="32091">
                  <a:moveTo>
                    <a:pt x="17511" y="320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l5483"/>
            <p:cNvSpPr/>
            <p:nvPr/>
          </p:nvSpPr>
          <p:spPr>
            <a:xfrm>
              <a:off x="6102113" y="1470495"/>
              <a:ext cx="6274" cy="1301"/>
            </a:xfrm>
            <a:custGeom>
              <a:avLst/>
              <a:pathLst>
                <a:path w="6274" h="1301">
                  <a:moveTo>
                    <a:pt x="0" y="1301"/>
                  </a:moveTo>
                  <a:lnTo>
                    <a:pt x="62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l5484"/>
            <p:cNvSpPr/>
            <p:nvPr/>
          </p:nvSpPr>
          <p:spPr>
            <a:xfrm>
              <a:off x="6104213" y="1469141"/>
              <a:ext cx="4174" cy="1353"/>
            </a:xfrm>
            <a:custGeom>
              <a:avLst/>
              <a:pathLst>
                <a:path w="4174" h="1353">
                  <a:moveTo>
                    <a:pt x="4174" y="13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l5485"/>
            <p:cNvSpPr/>
            <p:nvPr/>
          </p:nvSpPr>
          <p:spPr>
            <a:xfrm>
              <a:off x="6095847" y="1469123"/>
              <a:ext cx="6265" cy="2672"/>
            </a:xfrm>
            <a:custGeom>
              <a:avLst/>
              <a:pathLst>
                <a:path w="6265" h="2672">
                  <a:moveTo>
                    <a:pt x="6265" y="26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l5486"/>
            <p:cNvSpPr/>
            <p:nvPr/>
          </p:nvSpPr>
          <p:spPr>
            <a:xfrm>
              <a:off x="4657184" y="2630576"/>
              <a:ext cx="868216" cy="484241"/>
            </a:xfrm>
            <a:custGeom>
              <a:avLst/>
              <a:pathLst>
                <a:path w="868216" h="484241">
                  <a:moveTo>
                    <a:pt x="868216" y="0"/>
                  </a:moveTo>
                  <a:lnTo>
                    <a:pt x="0" y="4842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l5487"/>
            <p:cNvSpPr/>
            <p:nvPr/>
          </p:nvSpPr>
          <p:spPr>
            <a:xfrm>
              <a:off x="4657184" y="2822591"/>
              <a:ext cx="93828" cy="292225"/>
            </a:xfrm>
            <a:custGeom>
              <a:avLst/>
              <a:pathLst>
                <a:path w="93828" h="292225">
                  <a:moveTo>
                    <a:pt x="0" y="292225"/>
                  </a:moveTo>
                  <a:lnTo>
                    <a:pt x="938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l5488"/>
            <p:cNvSpPr/>
            <p:nvPr/>
          </p:nvSpPr>
          <p:spPr>
            <a:xfrm>
              <a:off x="4751012" y="2245140"/>
              <a:ext cx="120753" cy="577451"/>
            </a:xfrm>
            <a:custGeom>
              <a:avLst/>
              <a:pathLst>
                <a:path w="120753" h="577451">
                  <a:moveTo>
                    <a:pt x="0" y="577451"/>
                  </a:moveTo>
                  <a:lnTo>
                    <a:pt x="12075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l5489"/>
            <p:cNvSpPr/>
            <p:nvPr/>
          </p:nvSpPr>
          <p:spPr>
            <a:xfrm>
              <a:off x="4871766" y="2214391"/>
              <a:ext cx="26708" cy="30748"/>
            </a:xfrm>
            <a:custGeom>
              <a:avLst/>
              <a:pathLst>
                <a:path w="26708" h="30748">
                  <a:moveTo>
                    <a:pt x="0" y="30748"/>
                  </a:moveTo>
                  <a:lnTo>
                    <a:pt x="267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l5490"/>
            <p:cNvSpPr/>
            <p:nvPr/>
          </p:nvSpPr>
          <p:spPr>
            <a:xfrm>
              <a:off x="4898474" y="2166478"/>
              <a:ext cx="46675" cy="47913"/>
            </a:xfrm>
            <a:custGeom>
              <a:avLst/>
              <a:pathLst>
                <a:path w="46675" h="47913">
                  <a:moveTo>
                    <a:pt x="0" y="47913"/>
                  </a:moveTo>
                  <a:lnTo>
                    <a:pt x="4667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l5491"/>
            <p:cNvSpPr/>
            <p:nvPr/>
          </p:nvSpPr>
          <p:spPr>
            <a:xfrm>
              <a:off x="4945150" y="2081263"/>
              <a:ext cx="58288" cy="85214"/>
            </a:xfrm>
            <a:custGeom>
              <a:avLst/>
              <a:pathLst>
                <a:path w="58288" h="85214">
                  <a:moveTo>
                    <a:pt x="0" y="85214"/>
                  </a:moveTo>
                  <a:lnTo>
                    <a:pt x="5828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l5492"/>
            <p:cNvSpPr/>
            <p:nvPr/>
          </p:nvSpPr>
          <p:spPr>
            <a:xfrm>
              <a:off x="5003438" y="2032932"/>
              <a:ext cx="60241" cy="48330"/>
            </a:xfrm>
            <a:custGeom>
              <a:avLst/>
              <a:pathLst>
                <a:path w="60241" h="48330">
                  <a:moveTo>
                    <a:pt x="0" y="48330"/>
                  </a:moveTo>
                  <a:lnTo>
                    <a:pt x="602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l5493"/>
            <p:cNvSpPr/>
            <p:nvPr/>
          </p:nvSpPr>
          <p:spPr>
            <a:xfrm>
              <a:off x="5063680" y="1935659"/>
              <a:ext cx="90425" cy="97272"/>
            </a:xfrm>
            <a:custGeom>
              <a:avLst/>
              <a:pathLst>
                <a:path w="90425" h="97272">
                  <a:moveTo>
                    <a:pt x="0" y="97272"/>
                  </a:moveTo>
                  <a:lnTo>
                    <a:pt x="904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l5494"/>
            <p:cNvSpPr/>
            <p:nvPr/>
          </p:nvSpPr>
          <p:spPr>
            <a:xfrm>
              <a:off x="5154105" y="1877253"/>
              <a:ext cx="94136" cy="58406"/>
            </a:xfrm>
            <a:custGeom>
              <a:avLst/>
              <a:pathLst>
                <a:path w="94136" h="58406">
                  <a:moveTo>
                    <a:pt x="0" y="58406"/>
                  </a:moveTo>
                  <a:lnTo>
                    <a:pt x="941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l5495"/>
            <p:cNvSpPr/>
            <p:nvPr/>
          </p:nvSpPr>
          <p:spPr>
            <a:xfrm>
              <a:off x="5248241" y="1752702"/>
              <a:ext cx="142015" cy="124550"/>
            </a:xfrm>
            <a:custGeom>
              <a:avLst/>
              <a:pathLst>
                <a:path w="142015" h="124550">
                  <a:moveTo>
                    <a:pt x="0" y="124550"/>
                  </a:moveTo>
                  <a:lnTo>
                    <a:pt x="1420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l5496"/>
            <p:cNvSpPr/>
            <p:nvPr/>
          </p:nvSpPr>
          <p:spPr>
            <a:xfrm>
              <a:off x="5390257" y="1709831"/>
              <a:ext cx="76288" cy="42871"/>
            </a:xfrm>
            <a:custGeom>
              <a:avLst/>
              <a:pathLst>
                <a:path w="76288" h="42871">
                  <a:moveTo>
                    <a:pt x="0" y="42871"/>
                  </a:moveTo>
                  <a:lnTo>
                    <a:pt x="7628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l5497"/>
            <p:cNvSpPr/>
            <p:nvPr/>
          </p:nvSpPr>
          <p:spPr>
            <a:xfrm>
              <a:off x="5466546" y="1663700"/>
              <a:ext cx="64794" cy="46130"/>
            </a:xfrm>
            <a:custGeom>
              <a:avLst/>
              <a:pathLst>
                <a:path w="64794" h="46130">
                  <a:moveTo>
                    <a:pt x="0" y="46130"/>
                  </a:moveTo>
                  <a:lnTo>
                    <a:pt x="647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l5498"/>
            <p:cNvSpPr/>
            <p:nvPr/>
          </p:nvSpPr>
          <p:spPr>
            <a:xfrm>
              <a:off x="5531340" y="1643123"/>
              <a:ext cx="63976" cy="20577"/>
            </a:xfrm>
            <a:custGeom>
              <a:avLst/>
              <a:pathLst>
                <a:path w="63976" h="20577">
                  <a:moveTo>
                    <a:pt x="0" y="20577"/>
                  </a:moveTo>
                  <a:lnTo>
                    <a:pt x="639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l5499"/>
            <p:cNvSpPr/>
            <p:nvPr/>
          </p:nvSpPr>
          <p:spPr>
            <a:xfrm>
              <a:off x="5595317" y="1610468"/>
              <a:ext cx="116260" cy="32654"/>
            </a:xfrm>
            <a:custGeom>
              <a:avLst/>
              <a:pathLst>
                <a:path w="116260" h="32654">
                  <a:moveTo>
                    <a:pt x="0" y="32654"/>
                  </a:moveTo>
                  <a:lnTo>
                    <a:pt x="1162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l5500"/>
            <p:cNvSpPr/>
            <p:nvPr/>
          </p:nvSpPr>
          <p:spPr>
            <a:xfrm>
              <a:off x="5711578" y="1536902"/>
              <a:ext cx="160463" cy="73566"/>
            </a:xfrm>
            <a:custGeom>
              <a:avLst/>
              <a:pathLst>
                <a:path w="160463" h="73566">
                  <a:moveTo>
                    <a:pt x="0" y="73566"/>
                  </a:moveTo>
                  <a:lnTo>
                    <a:pt x="1604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l5501"/>
            <p:cNvSpPr/>
            <p:nvPr/>
          </p:nvSpPr>
          <p:spPr>
            <a:xfrm>
              <a:off x="5872042" y="1510853"/>
              <a:ext cx="74771" cy="26049"/>
            </a:xfrm>
            <a:custGeom>
              <a:avLst/>
              <a:pathLst>
                <a:path w="74771" h="26049">
                  <a:moveTo>
                    <a:pt x="0" y="26049"/>
                  </a:moveTo>
                  <a:lnTo>
                    <a:pt x="747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l5502"/>
            <p:cNvSpPr/>
            <p:nvPr/>
          </p:nvSpPr>
          <p:spPr>
            <a:xfrm>
              <a:off x="5946813" y="1493249"/>
              <a:ext cx="44454" cy="17603"/>
            </a:xfrm>
            <a:custGeom>
              <a:avLst/>
              <a:pathLst>
                <a:path w="44454" h="17603">
                  <a:moveTo>
                    <a:pt x="0" y="17603"/>
                  </a:moveTo>
                  <a:lnTo>
                    <a:pt x="444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l5503"/>
            <p:cNvSpPr/>
            <p:nvPr/>
          </p:nvSpPr>
          <p:spPr>
            <a:xfrm>
              <a:off x="5991268" y="1486587"/>
              <a:ext cx="28560" cy="6661"/>
            </a:xfrm>
            <a:custGeom>
              <a:avLst/>
              <a:pathLst>
                <a:path w="28560" h="6661">
                  <a:moveTo>
                    <a:pt x="0" y="6661"/>
                  </a:moveTo>
                  <a:lnTo>
                    <a:pt x="285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l5504"/>
            <p:cNvSpPr/>
            <p:nvPr/>
          </p:nvSpPr>
          <p:spPr>
            <a:xfrm>
              <a:off x="6019828" y="1479141"/>
              <a:ext cx="23858" cy="7446"/>
            </a:xfrm>
            <a:custGeom>
              <a:avLst/>
              <a:pathLst>
                <a:path w="23858" h="7446">
                  <a:moveTo>
                    <a:pt x="0" y="7446"/>
                  </a:moveTo>
                  <a:lnTo>
                    <a:pt x="238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l5505"/>
            <p:cNvSpPr/>
            <p:nvPr/>
          </p:nvSpPr>
          <p:spPr>
            <a:xfrm>
              <a:off x="6043686" y="1476231"/>
              <a:ext cx="10217" cy="2910"/>
            </a:xfrm>
            <a:custGeom>
              <a:avLst/>
              <a:pathLst>
                <a:path w="10217" h="2910">
                  <a:moveTo>
                    <a:pt x="0" y="2910"/>
                  </a:moveTo>
                  <a:lnTo>
                    <a:pt x="1021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l5506"/>
            <p:cNvSpPr/>
            <p:nvPr/>
          </p:nvSpPr>
          <p:spPr>
            <a:xfrm>
              <a:off x="6053904" y="1474743"/>
              <a:ext cx="8052" cy="1487"/>
            </a:xfrm>
            <a:custGeom>
              <a:avLst/>
              <a:pathLst>
                <a:path w="8052" h="1487">
                  <a:moveTo>
                    <a:pt x="0" y="1487"/>
                  </a:moveTo>
                  <a:lnTo>
                    <a:pt x="80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l5507"/>
            <p:cNvSpPr/>
            <p:nvPr/>
          </p:nvSpPr>
          <p:spPr>
            <a:xfrm>
              <a:off x="6061956" y="1473291"/>
              <a:ext cx="7802" cy="1451"/>
            </a:xfrm>
            <a:custGeom>
              <a:avLst/>
              <a:pathLst>
                <a:path w="7802" h="1451">
                  <a:moveTo>
                    <a:pt x="0" y="1451"/>
                  </a:moveTo>
                  <a:lnTo>
                    <a:pt x="78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l5508"/>
            <p:cNvSpPr/>
            <p:nvPr/>
          </p:nvSpPr>
          <p:spPr>
            <a:xfrm>
              <a:off x="6069758" y="1471876"/>
              <a:ext cx="7291" cy="1415"/>
            </a:xfrm>
            <a:custGeom>
              <a:avLst/>
              <a:pathLst>
                <a:path w="7291" h="1415">
                  <a:moveTo>
                    <a:pt x="0" y="1415"/>
                  </a:moveTo>
                  <a:lnTo>
                    <a:pt x="729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l5509"/>
            <p:cNvSpPr/>
            <p:nvPr/>
          </p:nvSpPr>
          <p:spPr>
            <a:xfrm>
              <a:off x="6077050" y="1470495"/>
              <a:ext cx="6257" cy="1381"/>
            </a:xfrm>
            <a:custGeom>
              <a:avLst/>
              <a:pathLst>
                <a:path w="6257" h="1381">
                  <a:moveTo>
                    <a:pt x="0" y="1381"/>
                  </a:moveTo>
                  <a:lnTo>
                    <a:pt x="62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l5510"/>
            <p:cNvSpPr/>
            <p:nvPr/>
          </p:nvSpPr>
          <p:spPr>
            <a:xfrm>
              <a:off x="6083307" y="1469141"/>
              <a:ext cx="4174" cy="1353"/>
            </a:xfrm>
            <a:custGeom>
              <a:avLst/>
              <a:pathLst>
                <a:path w="4174" h="1353">
                  <a:moveTo>
                    <a:pt x="0" y="1353"/>
                  </a:moveTo>
                  <a:lnTo>
                    <a:pt x="41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l5511"/>
            <p:cNvSpPr/>
            <p:nvPr/>
          </p:nvSpPr>
          <p:spPr>
            <a:xfrm>
              <a:off x="6062386" y="1469409"/>
              <a:ext cx="7372" cy="3882"/>
            </a:xfrm>
            <a:custGeom>
              <a:avLst/>
              <a:pathLst>
                <a:path w="7372" h="3882">
                  <a:moveTo>
                    <a:pt x="7372" y="38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l5512"/>
            <p:cNvSpPr/>
            <p:nvPr/>
          </p:nvSpPr>
          <p:spPr>
            <a:xfrm>
              <a:off x="6045659" y="1469766"/>
              <a:ext cx="8244" cy="6464"/>
            </a:xfrm>
            <a:custGeom>
              <a:avLst/>
              <a:pathLst>
                <a:path w="8244" h="6464">
                  <a:moveTo>
                    <a:pt x="8244" y="64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l5513"/>
            <p:cNvSpPr/>
            <p:nvPr/>
          </p:nvSpPr>
          <p:spPr>
            <a:xfrm>
              <a:off x="6033158" y="1471458"/>
              <a:ext cx="10528" cy="7682"/>
            </a:xfrm>
            <a:custGeom>
              <a:avLst/>
              <a:pathLst>
                <a:path w="10528" h="7682">
                  <a:moveTo>
                    <a:pt x="10528" y="76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l5514"/>
            <p:cNvSpPr/>
            <p:nvPr/>
          </p:nvSpPr>
          <p:spPr>
            <a:xfrm>
              <a:off x="6028935" y="1470266"/>
              <a:ext cx="4223" cy="1192"/>
            </a:xfrm>
            <a:custGeom>
              <a:avLst/>
              <a:pathLst>
                <a:path w="4223" h="1192">
                  <a:moveTo>
                    <a:pt x="4223" y="11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l5515"/>
            <p:cNvSpPr/>
            <p:nvPr/>
          </p:nvSpPr>
          <p:spPr>
            <a:xfrm>
              <a:off x="5995255" y="1477039"/>
              <a:ext cx="24573" cy="9548"/>
            </a:xfrm>
            <a:custGeom>
              <a:avLst/>
              <a:pathLst>
                <a:path w="24573" h="9548">
                  <a:moveTo>
                    <a:pt x="24573" y="95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l5516"/>
            <p:cNvSpPr/>
            <p:nvPr/>
          </p:nvSpPr>
          <p:spPr>
            <a:xfrm>
              <a:off x="5995255" y="1475322"/>
              <a:ext cx="7748" cy="1716"/>
            </a:xfrm>
            <a:custGeom>
              <a:avLst/>
              <a:pathLst>
                <a:path w="7748" h="1716">
                  <a:moveTo>
                    <a:pt x="0" y="1716"/>
                  </a:moveTo>
                  <a:lnTo>
                    <a:pt x="77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l5517"/>
            <p:cNvSpPr/>
            <p:nvPr/>
          </p:nvSpPr>
          <p:spPr>
            <a:xfrm>
              <a:off x="6003004" y="1473659"/>
              <a:ext cx="7239" cy="1663"/>
            </a:xfrm>
            <a:custGeom>
              <a:avLst/>
              <a:pathLst>
                <a:path w="7239" h="1663">
                  <a:moveTo>
                    <a:pt x="0" y="1663"/>
                  </a:moveTo>
                  <a:lnTo>
                    <a:pt x="72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l5518"/>
            <p:cNvSpPr/>
            <p:nvPr/>
          </p:nvSpPr>
          <p:spPr>
            <a:xfrm>
              <a:off x="6010243" y="1472064"/>
              <a:ext cx="6206" cy="1594"/>
            </a:xfrm>
            <a:custGeom>
              <a:avLst/>
              <a:pathLst>
                <a:path w="6206" h="1594">
                  <a:moveTo>
                    <a:pt x="0" y="1594"/>
                  </a:moveTo>
                  <a:lnTo>
                    <a:pt x="62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l5519"/>
            <p:cNvSpPr/>
            <p:nvPr/>
          </p:nvSpPr>
          <p:spPr>
            <a:xfrm>
              <a:off x="6016449" y="1470569"/>
              <a:ext cx="4125" cy="1495"/>
            </a:xfrm>
            <a:custGeom>
              <a:avLst/>
              <a:pathLst>
                <a:path w="4125" h="1495">
                  <a:moveTo>
                    <a:pt x="0" y="1495"/>
                  </a:moveTo>
                  <a:lnTo>
                    <a:pt x="41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l5520"/>
            <p:cNvSpPr/>
            <p:nvPr/>
          </p:nvSpPr>
          <p:spPr>
            <a:xfrm>
              <a:off x="6012216" y="1470908"/>
              <a:ext cx="4233" cy="1156"/>
            </a:xfrm>
            <a:custGeom>
              <a:avLst/>
              <a:pathLst>
                <a:path w="4233" h="1156">
                  <a:moveTo>
                    <a:pt x="4233" y="11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l5521"/>
            <p:cNvSpPr/>
            <p:nvPr/>
          </p:nvSpPr>
          <p:spPr>
            <a:xfrm>
              <a:off x="6003859" y="1471283"/>
              <a:ext cx="6384" cy="2375"/>
            </a:xfrm>
            <a:custGeom>
              <a:avLst/>
              <a:pathLst>
                <a:path w="6384" h="2375">
                  <a:moveTo>
                    <a:pt x="6384" y="23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l5522"/>
            <p:cNvSpPr/>
            <p:nvPr/>
          </p:nvSpPr>
          <p:spPr>
            <a:xfrm>
              <a:off x="5987149" y="1472140"/>
              <a:ext cx="8105" cy="4899"/>
            </a:xfrm>
            <a:custGeom>
              <a:avLst/>
              <a:pathLst>
                <a:path w="8105" h="4899">
                  <a:moveTo>
                    <a:pt x="8105" y="48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l5523"/>
            <p:cNvSpPr/>
            <p:nvPr/>
          </p:nvSpPr>
          <p:spPr>
            <a:xfrm>
              <a:off x="5961332" y="1477748"/>
              <a:ext cx="29935" cy="15500"/>
            </a:xfrm>
            <a:custGeom>
              <a:avLst/>
              <a:pathLst>
                <a:path w="29935" h="15500">
                  <a:moveTo>
                    <a:pt x="29935" y="155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l5524"/>
            <p:cNvSpPr/>
            <p:nvPr/>
          </p:nvSpPr>
          <p:spPr>
            <a:xfrm>
              <a:off x="5961332" y="1475931"/>
              <a:ext cx="7202" cy="1817"/>
            </a:xfrm>
            <a:custGeom>
              <a:avLst/>
              <a:pathLst>
                <a:path w="7202" h="1817">
                  <a:moveTo>
                    <a:pt x="0" y="1817"/>
                  </a:moveTo>
                  <a:lnTo>
                    <a:pt x="72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l5525"/>
            <p:cNvSpPr/>
            <p:nvPr/>
          </p:nvSpPr>
          <p:spPr>
            <a:xfrm>
              <a:off x="5968534" y="1474205"/>
              <a:ext cx="6170" cy="1726"/>
            </a:xfrm>
            <a:custGeom>
              <a:avLst/>
              <a:pathLst>
                <a:path w="6170" h="1726">
                  <a:moveTo>
                    <a:pt x="0" y="1726"/>
                  </a:moveTo>
                  <a:lnTo>
                    <a:pt x="617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l5526"/>
            <p:cNvSpPr/>
            <p:nvPr/>
          </p:nvSpPr>
          <p:spPr>
            <a:xfrm>
              <a:off x="5974705" y="1472621"/>
              <a:ext cx="4092" cy="1583"/>
            </a:xfrm>
            <a:custGeom>
              <a:avLst/>
              <a:pathLst>
                <a:path w="4092" h="1583">
                  <a:moveTo>
                    <a:pt x="0" y="1583"/>
                  </a:moveTo>
                  <a:lnTo>
                    <a:pt x="40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l5527"/>
            <p:cNvSpPr/>
            <p:nvPr/>
          </p:nvSpPr>
          <p:spPr>
            <a:xfrm>
              <a:off x="5970448" y="1473139"/>
              <a:ext cx="4256" cy="1065"/>
            </a:xfrm>
            <a:custGeom>
              <a:avLst/>
              <a:pathLst>
                <a:path w="4256" h="1065">
                  <a:moveTo>
                    <a:pt x="4256" y="10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l5528"/>
            <p:cNvSpPr/>
            <p:nvPr/>
          </p:nvSpPr>
          <p:spPr>
            <a:xfrm>
              <a:off x="5962100" y="1473692"/>
              <a:ext cx="6433" cy="2239"/>
            </a:xfrm>
            <a:custGeom>
              <a:avLst/>
              <a:pathLst>
                <a:path w="6433" h="2239">
                  <a:moveTo>
                    <a:pt x="6433" y="22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l5529"/>
            <p:cNvSpPr/>
            <p:nvPr/>
          </p:nvSpPr>
          <p:spPr>
            <a:xfrm>
              <a:off x="5899367" y="1492379"/>
              <a:ext cx="47446" cy="18473"/>
            </a:xfrm>
            <a:custGeom>
              <a:avLst/>
              <a:pathLst>
                <a:path w="47446" h="18473">
                  <a:moveTo>
                    <a:pt x="47446" y="184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l5530"/>
            <p:cNvSpPr/>
            <p:nvPr/>
          </p:nvSpPr>
          <p:spPr>
            <a:xfrm>
              <a:off x="5899367" y="1483622"/>
              <a:ext cx="21632" cy="8756"/>
            </a:xfrm>
            <a:custGeom>
              <a:avLst/>
              <a:pathLst>
                <a:path w="21632" h="8756">
                  <a:moveTo>
                    <a:pt x="0" y="8756"/>
                  </a:moveTo>
                  <a:lnTo>
                    <a:pt x="216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l5531"/>
            <p:cNvSpPr/>
            <p:nvPr/>
          </p:nvSpPr>
          <p:spPr>
            <a:xfrm>
              <a:off x="5920999" y="1479889"/>
              <a:ext cx="12237" cy="3733"/>
            </a:xfrm>
            <a:custGeom>
              <a:avLst/>
              <a:pathLst>
                <a:path w="12237" h="3733">
                  <a:moveTo>
                    <a:pt x="0" y="3733"/>
                  </a:moveTo>
                  <a:lnTo>
                    <a:pt x="122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l5532"/>
            <p:cNvSpPr/>
            <p:nvPr/>
          </p:nvSpPr>
          <p:spPr>
            <a:xfrm>
              <a:off x="5933237" y="1476558"/>
              <a:ext cx="8111" cy="3330"/>
            </a:xfrm>
            <a:custGeom>
              <a:avLst/>
              <a:pathLst>
                <a:path w="8111" h="3330">
                  <a:moveTo>
                    <a:pt x="0" y="3330"/>
                  </a:moveTo>
                  <a:lnTo>
                    <a:pt x="81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l5533"/>
            <p:cNvSpPr/>
            <p:nvPr/>
          </p:nvSpPr>
          <p:spPr>
            <a:xfrm>
              <a:off x="5937074" y="1475565"/>
              <a:ext cx="4274" cy="992"/>
            </a:xfrm>
            <a:custGeom>
              <a:avLst/>
              <a:pathLst>
                <a:path w="4274" h="992">
                  <a:moveTo>
                    <a:pt x="4274" y="9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l5534"/>
            <p:cNvSpPr/>
            <p:nvPr/>
          </p:nvSpPr>
          <p:spPr>
            <a:xfrm>
              <a:off x="5908036" y="1479480"/>
              <a:ext cx="12962" cy="4141"/>
            </a:xfrm>
            <a:custGeom>
              <a:avLst/>
              <a:pathLst>
                <a:path w="12962" h="4141">
                  <a:moveTo>
                    <a:pt x="12962" y="41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l5535"/>
            <p:cNvSpPr/>
            <p:nvPr/>
          </p:nvSpPr>
          <p:spPr>
            <a:xfrm>
              <a:off x="5908036" y="1477758"/>
              <a:ext cx="4036" cy="1721"/>
            </a:xfrm>
            <a:custGeom>
              <a:avLst/>
              <a:pathLst>
                <a:path w="4036" h="1721">
                  <a:moveTo>
                    <a:pt x="0" y="1721"/>
                  </a:moveTo>
                  <a:lnTo>
                    <a:pt x="40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l5536"/>
            <p:cNvSpPr/>
            <p:nvPr/>
          </p:nvSpPr>
          <p:spPr>
            <a:xfrm>
              <a:off x="5903746" y="1478560"/>
              <a:ext cx="4290" cy="919"/>
            </a:xfrm>
            <a:custGeom>
              <a:avLst/>
              <a:pathLst>
                <a:path w="4290" h="919">
                  <a:moveTo>
                    <a:pt x="4290" y="9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l5537"/>
            <p:cNvSpPr/>
            <p:nvPr/>
          </p:nvSpPr>
          <p:spPr>
            <a:xfrm>
              <a:off x="5790325" y="1510608"/>
              <a:ext cx="81717" cy="26294"/>
            </a:xfrm>
            <a:custGeom>
              <a:avLst/>
              <a:pathLst>
                <a:path w="81717" h="26294">
                  <a:moveTo>
                    <a:pt x="81717" y="262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l5538"/>
            <p:cNvSpPr/>
            <p:nvPr/>
          </p:nvSpPr>
          <p:spPr>
            <a:xfrm>
              <a:off x="5790325" y="1498129"/>
              <a:ext cx="29099" cy="12479"/>
            </a:xfrm>
            <a:custGeom>
              <a:avLst/>
              <a:pathLst>
                <a:path w="29099" h="12479">
                  <a:moveTo>
                    <a:pt x="0" y="12479"/>
                  </a:moveTo>
                  <a:lnTo>
                    <a:pt x="2909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l5539"/>
            <p:cNvSpPr/>
            <p:nvPr/>
          </p:nvSpPr>
          <p:spPr>
            <a:xfrm>
              <a:off x="5819425" y="1491950"/>
              <a:ext cx="15444" cy="6178"/>
            </a:xfrm>
            <a:custGeom>
              <a:avLst/>
              <a:pathLst>
                <a:path w="15444" h="6178">
                  <a:moveTo>
                    <a:pt x="0" y="6178"/>
                  </a:moveTo>
                  <a:lnTo>
                    <a:pt x="154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l5540"/>
            <p:cNvSpPr/>
            <p:nvPr/>
          </p:nvSpPr>
          <p:spPr>
            <a:xfrm>
              <a:off x="5834869" y="1488079"/>
              <a:ext cx="8961" cy="3871"/>
            </a:xfrm>
            <a:custGeom>
              <a:avLst/>
              <a:pathLst>
                <a:path w="8961" h="3871">
                  <a:moveTo>
                    <a:pt x="0" y="3871"/>
                  </a:moveTo>
                  <a:lnTo>
                    <a:pt x="89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l5541"/>
            <p:cNvSpPr/>
            <p:nvPr/>
          </p:nvSpPr>
          <p:spPr>
            <a:xfrm>
              <a:off x="5843831" y="1485961"/>
              <a:ext cx="6047" cy="2117"/>
            </a:xfrm>
            <a:custGeom>
              <a:avLst/>
              <a:pathLst>
                <a:path w="6047" h="2117">
                  <a:moveTo>
                    <a:pt x="0" y="2117"/>
                  </a:moveTo>
                  <a:lnTo>
                    <a:pt x="60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l5542"/>
            <p:cNvSpPr/>
            <p:nvPr/>
          </p:nvSpPr>
          <p:spPr>
            <a:xfrm>
              <a:off x="5845562" y="1485170"/>
              <a:ext cx="4316" cy="791"/>
            </a:xfrm>
            <a:custGeom>
              <a:avLst/>
              <a:pathLst>
                <a:path w="4316" h="791">
                  <a:moveTo>
                    <a:pt x="4316" y="7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l5543"/>
            <p:cNvSpPr/>
            <p:nvPr/>
          </p:nvSpPr>
          <p:spPr>
            <a:xfrm>
              <a:off x="5825018" y="1489270"/>
              <a:ext cx="9851" cy="2680"/>
            </a:xfrm>
            <a:custGeom>
              <a:avLst/>
              <a:pathLst>
                <a:path w="9851" h="2680">
                  <a:moveTo>
                    <a:pt x="9851" y="26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l5544"/>
            <p:cNvSpPr/>
            <p:nvPr/>
          </p:nvSpPr>
          <p:spPr>
            <a:xfrm>
              <a:off x="5825018" y="1487377"/>
              <a:ext cx="3959" cy="1892"/>
            </a:xfrm>
            <a:custGeom>
              <a:avLst/>
              <a:pathLst>
                <a:path w="3959" h="1892">
                  <a:moveTo>
                    <a:pt x="0" y="1892"/>
                  </a:moveTo>
                  <a:lnTo>
                    <a:pt x="39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l5545"/>
            <p:cNvSpPr/>
            <p:nvPr/>
          </p:nvSpPr>
          <p:spPr>
            <a:xfrm>
              <a:off x="5820692" y="1488534"/>
              <a:ext cx="4326" cy="735"/>
            </a:xfrm>
            <a:custGeom>
              <a:avLst/>
              <a:pathLst>
                <a:path w="4326" h="735">
                  <a:moveTo>
                    <a:pt x="4326" y="7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l5546"/>
            <p:cNvSpPr/>
            <p:nvPr/>
          </p:nvSpPr>
          <p:spPr>
            <a:xfrm>
              <a:off x="5802468" y="1493899"/>
              <a:ext cx="16956" cy="4229"/>
            </a:xfrm>
            <a:custGeom>
              <a:avLst/>
              <a:pathLst>
                <a:path w="16956" h="4229">
                  <a:moveTo>
                    <a:pt x="16956" y="42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l5547"/>
            <p:cNvSpPr/>
            <p:nvPr/>
          </p:nvSpPr>
          <p:spPr>
            <a:xfrm>
              <a:off x="5802468" y="1491653"/>
              <a:ext cx="6001" cy="2246"/>
            </a:xfrm>
            <a:custGeom>
              <a:avLst/>
              <a:pathLst>
                <a:path w="6001" h="2246">
                  <a:moveTo>
                    <a:pt x="0" y="2246"/>
                  </a:moveTo>
                  <a:lnTo>
                    <a:pt x="60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l5548"/>
            <p:cNvSpPr/>
            <p:nvPr/>
          </p:nvSpPr>
          <p:spPr>
            <a:xfrm>
              <a:off x="5808469" y="1489726"/>
              <a:ext cx="3942" cy="1926"/>
            </a:xfrm>
            <a:custGeom>
              <a:avLst/>
              <a:pathLst>
                <a:path w="3942" h="1926">
                  <a:moveTo>
                    <a:pt x="0" y="1926"/>
                  </a:moveTo>
                  <a:lnTo>
                    <a:pt x="39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l5549"/>
            <p:cNvSpPr/>
            <p:nvPr/>
          </p:nvSpPr>
          <p:spPr>
            <a:xfrm>
              <a:off x="5758328" y="1505163"/>
              <a:ext cx="31996" cy="5444"/>
            </a:xfrm>
            <a:custGeom>
              <a:avLst/>
              <a:pathLst>
                <a:path w="31996" h="5444">
                  <a:moveTo>
                    <a:pt x="31996" y="544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l5550"/>
            <p:cNvSpPr/>
            <p:nvPr/>
          </p:nvSpPr>
          <p:spPr>
            <a:xfrm>
              <a:off x="5758328" y="1501990"/>
              <a:ext cx="10560" cy="3173"/>
            </a:xfrm>
            <a:custGeom>
              <a:avLst/>
              <a:pathLst>
                <a:path w="10560" h="3173">
                  <a:moveTo>
                    <a:pt x="0" y="3173"/>
                  </a:moveTo>
                  <a:lnTo>
                    <a:pt x="105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l5551"/>
            <p:cNvSpPr/>
            <p:nvPr/>
          </p:nvSpPr>
          <p:spPr>
            <a:xfrm>
              <a:off x="5758951" y="1499647"/>
              <a:ext cx="9936" cy="2342"/>
            </a:xfrm>
            <a:custGeom>
              <a:avLst/>
              <a:pathLst>
                <a:path w="9936" h="2342">
                  <a:moveTo>
                    <a:pt x="9936" y="23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l5552"/>
            <p:cNvSpPr/>
            <p:nvPr/>
          </p:nvSpPr>
          <p:spPr>
            <a:xfrm>
              <a:off x="5758951" y="1497621"/>
              <a:ext cx="3892" cy="2026"/>
            </a:xfrm>
            <a:custGeom>
              <a:avLst/>
              <a:pathLst>
                <a:path w="3892" h="2026">
                  <a:moveTo>
                    <a:pt x="0" y="2026"/>
                  </a:moveTo>
                  <a:lnTo>
                    <a:pt x="38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l5553"/>
            <p:cNvSpPr/>
            <p:nvPr/>
          </p:nvSpPr>
          <p:spPr>
            <a:xfrm>
              <a:off x="5746368" y="1500534"/>
              <a:ext cx="11959" cy="4629"/>
            </a:xfrm>
            <a:custGeom>
              <a:avLst/>
              <a:pathLst>
                <a:path w="11959" h="4629">
                  <a:moveTo>
                    <a:pt x="11959" y="46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l5554"/>
            <p:cNvSpPr/>
            <p:nvPr/>
          </p:nvSpPr>
          <p:spPr>
            <a:xfrm>
              <a:off x="5532327" y="1599200"/>
              <a:ext cx="179251" cy="11268"/>
            </a:xfrm>
            <a:custGeom>
              <a:avLst/>
              <a:pathLst>
                <a:path w="179251" h="11268">
                  <a:moveTo>
                    <a:pt x="179251" y="112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l5555"/>
            <p:cNvSpPr/>
            <p:nvPr/>
          </p:nvSpPr>
          <p:spPr>
            <a:xfrm>
              <a:off x="5532327" y="1580448"/>
              <a:ext cx="35093" cy="18751"/>
            </a:xfrm>
            <a:custGeom>
              <a:avLst/>
              <a:pathLst>
                <a:path w="35093" h="18751">
                  <a:moveTo>
                    <a:pt x="0" y="18751"/>
                  </a:moveTo>
                  <a:lnTo>
                    <a:pt x="350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l5556"/>
            <p:cNvSpPr/>
            <p:nvPr/>
          </p:nvSpPr>
          <p:spPr>
            <a:xfrm>
              <a:off x="5567421" y="1566708"/>
              <a:ext cx="45345" cy="13740"/>
            </a:xfrm>
            <a:custGeom>
              <a:avLst/>
              <a:pathLst>
                <a:path w="45345" h="13740">
                  <a:moveTo>
                    <a:pt x="0" y="13740"/>
                  </a:moveTo>
                  <a:lnTo>
                    <a:pt x="453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l5557"/>
            <p:cNvSpPr/>
            <p:nvPr/>
          </p:nvSpPr>
          <p:spPr>
            <a:xfrm>
              <a:off x="5612766" y="1537975"/>
              <a:ext cx="50348" cy="28732"/>
            </a:xfrm>
            <a:custGeom>
              <a:avLst/>
              <a:pathLst>
                <a:path w="50348" h="28732">
                  <a:moveTo>
                    <a:pt x="0" y="28732"/>
                  </a:moveTo>
                  <a:lnTo>
                    <a:pt x="503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l5558"/>
            <p:cNvSpPr/>
            <p:nvPr/>
          </p:nvSpPr>
          <p:spPr>
            <a:xfrm>
              <a:off x="5663115" y="1524913"/>
              <a:ext cx="28307" cy="13061"/>
            </a:xfrm>
            <a:custGeom>
              <a:avLst/>
              <a:pathLst>
                <a:path w="28307" h="13061">
                  <a:moveTo>
                    <a:pt x="0" y="13061"/>
                  </a:moveTo>
                  <a:lnTo>
                    <a:pt x="283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l5559"/>
            <p:cNvSpPr/>
            <p:nvPr/>
          </p:nvSpPr>
          <p:spPr>
            <a:xfrm>
              <a:off x="5691422" y="1513821"/>
              <a:ext cx="20816" cy="11092"/>
            </a:xfrm>
            <a:custGeom>
              <a:avLst/>
              <a:pathLst>
                <a:path w="20816" h="11092">
                  <a:moveTo>
                    <a:pt x="0" y="11092"/>
                  </a:moveTo>
                  <a:lnTo>
                    <a:pt x="2081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l5560"/>
            <p:cNvSpPr/>
            <p:nvPr/>
          </p:nvSpPr>
          <p:spPr>
            <a:xfrm>
              <a:off x="5701463" y="1510573"/>
              <a:ext cx="10775" cy="3247"/>
            </a:xfrm>
            <a:custGeom>
              <a:avLst/>
              <a:pathLst>
                <a:path w="10775" h="3247">
                  <a:moveTo>
                    <a:pt x="10775" y="32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l5561"/>
            <p:cNvSpPr/>
            <p:nvPr/>
          </p:nvSpPr>
          <p:spPr>
            <a:xfrm>
              <a:off x="5701463" y="1508431"/>
              <a:ext cx="3829" cy="2142"/>
            </a:xfrm>
            <a:custGeom>
              <a:avLst/>
              <a:pathLst>
                <a:path w="3829" h="2142">
                  <a:moveTo>
                    <a:pt x="0" y="2142"/>
                  </a:moveTo>
                  <a:lnTo>
                    <a:pt x="38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l5562"/>
            <p:cNvSpPr/>
            <p:nvPr/>
          </p:nvSpPr>
          <p:spPr>
            <a:xfrm>
              <a:off x="5667603" y="1521940"/>
              <a:ext cx="23819" cy="2973"/>
            </a:xfrm>
            <a:custGeom>
              <a:avLst/>
              <a:pathLst>
                <a:path w="23819" h="2973">
                  <a:moveTo>
                    <a:pt x="23819" y="29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l5563"/>
            <p:cNvSpPr/>
            <p:nvPr/>
          </p:nvSpPr>
          <p:spPr>
            <a:xfrm>
              <a:off x="5667603" y="1518382"/>
              <a:ext cx="9896" cy="3558"/>
            </a:xfrm>
            <a:custGeom>
              <a:avLst/>
              <a:pathLst>
                <a:path w="9896" h="3558">
                  <a:moveTo>
                    <a:pt x="0" y="3558"/>
                  </a:moveTo>
                  <a:lnTo>
                    <a:pt x="98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l5564"/>
            <p:cNvSpPr/>
            <p:nvPr/>
          </p:nvSpPr>
          <p:spPr>
            <a:xfrm>
              <a:off x="5677499" y="1514010"/>
              <a:ext cx="7600" cy="4371"/>
            </a:xfrm>
            <a:custGeom>
              <a:avLst/>
              <a:pathLst>
                <a:path w="7600" h="4371">
                  <a:moveTo>
                    <a:pt x="0" y="4371"/>
                  </a:moveTo>
                  <a:lnTo>
                    <a:pt x="760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l5565"/>
            <p:cNvSpPr/>
            <p:nvPr/>
          </p:nvSpPr>
          <p:spPr>
            <a:xfrm>
              <a:off x="5680732" y="1513590"/>
              <a:ext cx="4368" cy="420"/>
            </a:xfrm>
            <a:custGeom>
              <a:avLst/>
              <a:pathLst>
                <a:path w="4368" h="420">
                  <a:moveTo>
                    <a:pt x="4368" y="4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l5566"/>
            <p:cNvSpPr/>
            <p:nvPr/>
          </p:nvSpPr>
          <p:spPr>
            <a:xfrm>
              <a:off x="5668767" y="1517586"/>
              <a:ext cx="8732" cy="795"/>
            </a:xfrm>
            <a:custGeom>
              <a:avLst/>
              <a:pathLst>
                <a:path w="8732" h="795">
                  <a:moveTo>
                    <a:pt x="8732" y="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l5567"/>
            <p:cNvSpPr/>
            <p:nvPr/>
          </p:nvSpPr>
          <p:spPr>
            <a:xfrm>
              <a:off x="5664395" y="1517203"/>
              <a:ext cx="4371" cy="382"/>
            </a:xfrm>
            <a:custGeom>
              <a:avLst/>
              <a:pathLst>
                <a:path w="4371" h="382">
                  <a:moveTo>
                    <a:pt x="4371" y="3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l5568"/>
            <p:cNvSpPr/>
            <p:nvPr/>
          </p:nvSpPr>
          <p:spPr>
            <a:xfrm>
              <a:off x="5630040" y="1530765"/>
              <a:ext cx="33074" cy="7209"/>
            </a:xfrm>
            <a:custGeom>
              <a:avLst/>
              <a:pathLst>
                <a:path w="33074" h="7209">
                  <a:moveTo>
                    <a:pt x="33074" y="72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l5569"/>
            <p:cNvSpPr/>
            <p:nvPr/>
          </p:nvSpPr>
          <p:spPr>
            <a:xfrm>
              <a:off x="5630040" y="1525961"/>
              <a:ext cx="8498" cy="4804"/>
            </a:xfrm>
            <a:custGeom>
              <a:avLst/>
              <a:pathLst>
                <a:path w="8498" h="4804">
                  <a:moveTo>
                    <a:pt x="0" y="4804"/>
                  </a:moveTo>
                  <a:lnTo>
                    <a:pt x="849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l5570"/>
            <p:cNvSpPr/>
            <p:nvPr/>
          </p:nvSpPr>
          <p:spPr>
            <a:xfrm>
              <a:off x="5638538" y="1523212"/>
              <a:ext cx="5787" cy="2749"/>
            </a:xfrm>
            <a:custGeom>
              <a:avLst/>
              <a:pathLst>
                <a:path w="5787" h="2749">
                  <a:moveTo>
                    <a:pt x="0" y="2749"/>
                  </a:moveTo>
                  <a:lnTo>
                    <a:pt x="57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l5571"/>
            <p:cNvSpPr/>
            <p:nvPr/>
          </p:nvSpPr>
          <p:spPr>
            <a:xfrm>
              <a:off x="5644326" y="1520956"/>
              <a:ext cx="3764" cy="2255"/>
            </a:xfrm>
            <a:custGeom>
              <a:avLst/>
              <a:pathLst>
                <a:path w="3764" h="2255">
                  <a:moveTo>
                    <a:pt x="0" y="2255"/>
                  </a:moveTo>
                  <a:lnTo>
                    <a:pt x="37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l5572"/>
            <p:cNvSpPr/>
            <p:nvPr/>
          </p:nvSpPr>
          <p:spPr>
            <a:xfrm>
              <a:off x="5639950" y="1522885"/>
              <a:ext cx="4376" cy="326"/>
            </a:xfrm>
            <a:custGeom>
              <a:avLst/>
              <a:pathLst>
                <a:path w="4376" h="326">
                  <a:moveTo>
                    <a:pt x="4376" y="3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l5573"/>
            <p:cNvSpPr/>
            <p:nvPr/>
          </p:nvSpPr>
          <p:spPr>
            <a:xfrm>
              <a:off x="5619959" y="1529150"/>
              <a:ext cx="10080" cy="1615"/>
            </a:xfrm>
            <a:custGeom>
              <a:avLst/>
              <a:pathLst>
                <a:path w="10080" h="1615">
                  <a:moveTo>
                    <a:pt x="10080" y="161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l5574"/>
            <p:cNvSpPr/>
            <p:nvPr/>
          </p:nvSpPr>
          <p:spPr>
            <a:xfrm>
              <a:off x="5615580" y="1528879"/>
              <a:ext cx="4379" cy="270"/>
            </a:xfrm>
            <a:custGeom>
              <a:avLst/>
              <a:pathLst>
                <a:path w="4379" h="270">
                  <a:moveTo>
                    <a:pt x="4379" y="2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l5575"/>
            <p:cNvSpPr/>
            <p:nvPr/>
          </p:nvSpPr>
          <p:spPr>
            <a:xfrm>
              <a:off x="5553314" y="1560957"/>
              <a:ext cx="59451" cy="5750"/>
            </a:xfrm>
            <a:custGeom>
              <a:avLst/>
              <a:pathLst>
                <a:path w="59451" h="5750">
                  <a:moveTo>
                    <a:pt x="59451" y="57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l5576"/>
            <p:cNvSpPr/>
            <p:nvPr/>
          </p:nvSpPr>
          <p:spPr>
            <a:xfrm>
              <a:off x="5553314" y="1549239"/>
              <a:ext cx="21792" cy="11718"/>
            </a:xfrm>
            <a:custGeom>
              <a:avLst/>
              <a:pathLst>
                <a:path w="21792" h="11718">
                  <a:moveTo>
                    <a:pt x="0" y="11718"/>
                  </a:moveTo>
                  <a:lnTo>
                    <a:pt x="217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l5577"/>
            <p:cNvSpPr/>
            <p:nvPr/>
          </p:nvSpPr>
          <p:spPr>
            <a:xfrm>
              <a:off x="5575107" y="1541138"/>
              <a:ext cx="14529" cy="8100"/>
            </a:xfrm>
            <a:custGeom>
              <a:avLst/>
              <a:pathLst>
                <a:path w="14529" h="8100">
                  <a:moveTo>
                    <a:pt x="0" y="8100"/>
                  </a:moveTo>
                  <a:lnTo>
                    <a:pt x="145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l5578"/>
            <p:cNvSpPr/>
            <p:nvPr/>
          </p:nvSpPr>
          <p:spPr>
            <a:xfrm>
              <a:off x="5579524" y="1539738"/>
              <a:ext cx="10112" cy="1400"/>
            </a:xfrm>
            <a:custGeom>
              <a:avLst/>
              <a:pathLst>
                <a:path w="10112" h="1400">
                  <a:moveTo>
                    <a:pt x="10112" y="14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l5579"/>
            <p:cNvSpPr/>
            <p:nvPr/>
          </p:nvSpPr>
          <p:spPr>
            <a:xfrm>
              <a:off x="5575139" y="1539561"/>
              <a:ext cx="4384" cy="177"/>
            </a:xfrm>
            <a:custGeom>
              <a:avLst/>
              <a:pathLst>
                <a:path w="4384" h="177">
                  <a:moveTo>
                    <a:pt x="4384" y="1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l5580"/>
            <p:cNvSpPr/>
            <p:nvPr/>
          </p:nvSpPr>
          <p:spPr>
            <a:xfrm>
              <a:off x="5527086" y="1557640"/>
              <a:ext cx="26228" cy="3317"/>
            </a:xfrm>
            <a:custGeom>
              <a:avLst/>
              <a:pathLst>
                <a:path w="26228" h="3317">
                  <a:moveTo>
                    <a:pt x="26228" y="33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l5581"/>
            <p:cNvSpPr/>
            <p:nvPr/>
          </p:nvSpPr>
          <p:spPr>
            <a:xfrm>
              <a:off x="5527086" y="1554254"/>
              <a:ext cx="6610" cy="3386"/>
            </a:xfrm>
            <a:custGeom>
              <a:avLst/>
              <a:pathLst>
                <a:path w="6610" h="3386">
                  <a:moveTo>
                    <a:pt x="0" y="3386"/>
                  </a:moveTo>
                  <a:lnTo>
                    <a:pt x="661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l5582"/>
            <p:cNvSpPr/>
            <p:nvPr/>
          </p:nvSpPr>
          <p:spPr>
            <a:xfrm>
              <a:off x="5533697" y="1551187"/>
              <a:ext cx="5626" cy="3066"/>
            </a:xfrm>
            <a:custGeom>
              <a:avLst/>
              <a:pathLst>
                <a:path w="5626" h="3066">
                  <a:moveTo>
                    <a:pt x="0" y="3066"/>
                  </a:moveTo>
                  <a:lnTo>
                    <a:pt x="56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l5583"/>
            <p:cNvSpPr/>
            <p:nvPr/>
          </p:nvSpPr>
          <p:spPr>
            <a:xfrm>
              <a:off x="5534936" y="1551103"/>
              <a:ext cx="4387" cy="83"/>
            </a:xfrm>
            <a:custGeom>
              <a:avLst/>
              <a:pathLst>
                <a:path w="4387" h="83">
                  <a:moveTo>
                    <a:pt x="4387" y="8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l5584"/>
            <p:cNvSpPr/>
            <p:nvPr/>
          </p:nvSpPr>
          <p:spPr>
            <a:xfrm>
              <a:off x="5526925" y="1553515"/>
              <a:ext cx="6771" cy="738"/>
            </a:xfrm>
            <a:custGeom>
              <a:avLst/>
              <a:pathLst>
                <a:path w="6771" h="738">
                  <a:moveTo>
                    <a:pt x="6771" y="7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l5585"/>
            <p:cNvSpPr/>
            <p:nvPr/>
          </p:nvSpPr>
          <p:spPr>
            <a:xfrm>
              <a:off x="5518925" y="1555960"/>
              <a:ext cx="8161" cy="1680"/>
            </a:xfrm>
            <a:custGeom>
              <a:avLst/>
              <a:pathLst>
                <a:path w="8161" h="1680">
                  <a:moveTo>
                    <a:pt x="8161" y="16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l5586"/>
            <p:cNvSpPr/>
            <p:nvPr/>
          </p:nvSpPr>
          <p:spPr>
            <a:xfrm>
              <a:off x="5510935" y="1558440"/>
              <a:ext cx="56485" cy="22008"/>
            </a:xfrm>
            <a:custGeom>
              <a:avLst/>
              <a:pathLst>
                <a:path w="56485" h="22008">
                  <a:moveTo>
                    <a:pt x="56485" y="220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l5587"/>
            <p:cNvSpPr/>
            <p:nvPr/>
          </p:nvSpPr>
          <p:spPr>
            <a:xfrm>
              <a:off x="5483158" y="1574363"/>
              <a:ext cx="49168" cy="24837"/>
            </a:xfrm>
            <a:custGeom>
              <a:avLst/>
              <a:pathLst>
                <a:path w="49168" h="24837">
                  <a:moveTo>
                    <a:pt x="49168" y="248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l5588"/>
            <p:cNvSpPr/>
            <p:nvPr/>
          </p:nvSpPr>
          <p:spPr>
            <a:xfrm>
              <a:off x="5483158" y="1566677"/>
              <a:ext cx="10658" cy="7685"/>
            </a:xfrm>
            <a:custGeom>
              <a:avLst/>
              <a:pathLst>
                <a:path w="10658" h="7685">
                  <a:moveTo>
                    <a:pt x="0" y="7685"/>
                  </a:moveTo>
                  <a:lnTo>
                    <a:pt x="106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l5589"/>
            <p:cNvSpPr/>
            <p:nvPr/>
          </p:nvSpPr>
          <p:spPr>
            <a:xfrm>
              <a:off x="5493816" y="1563491"/>
              <a:ext cx="5559" cy="3185"/>
            </a:xfrm>
            <a:custGeom>
              <a:avLst/>
              <a:pathLst>
                <a:path w="5559" h="3185">
                  <a:moveTo>
                    <a:pt x="0" y="3185"/>
                  </a:moveTo>
                  <a:lnTo>
                    <a:pt x="55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l5590"/>
            <p:cNvSpPr/>
            <p:nvPr/>
          </p:nvSpPr>
          <p:spPr>
            <a:xfrm>
              <a:off x="5499376" y="1560953"/>
              <a:ext cx="3580" cy="2537"/>
            </a:xfrm>
            <a:custGeom>
              <a:avLst/>
              <a:pathLst>
                <a:path w="3580" h="2537">
                  <a:moveTo>
                    <a:pt x="0" y="2537"/>
                  </a:moveTo>
                  <a:lnTo>
                    <a:pt x="358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l5591"/>
            <p:cNvSpPr/>
            <p:nvPr/>
          </p:nvSpPr>
          <p:spPr>
            <a:xfrm>
              <a:off x="5487030" y="1566083"/>
              <a:ext cx="6786" cy="594"/>
            </a:xfrm>
            <a:custGeom>
              <a:avLst/>
              <a:pathLst>
                <a:path w="6786" h="594">
                  <a:moveTo>
                    <a:pt x="6786" y="5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l5592"/>
            <p:cNvSpPr/>
            <p:nvPr/>
          </p:nvSpPr>
          <p:spPr>
            <a:xfrm>
              <a:off x="5431648" y="1585103"/>
              <a:ext cx="99692" cy="78597"/>
            </a:xfrm>
            <a:custGeom>
              <a:avLst/>
              <a:pathLst>
                <a:path w="99692" h="78597">
                  <a:moveTo>
                    <a:pt x="99692" y="785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l5593"/>
            <p:cNvSpPr/>
            <p:nvPr/>
          </p:nvSpPr>
          <p:spPr>
            <a:xfrm>
              <a:off x="5354704" y="1637694"/>
              <a:ext cx="111841" cy="72136"/>
            </a:xfrm>
            <a:custGeom>
              <a:avLst/>
              <a:pathLst>
                <a:path w="111841" h="72136">
                  <a:moveTo>
                    <a:pt x="111841" y="721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l5594"/>
            <p:cNvSpPr/>
            <p:nvPr/>
          </p:nvSpPr>
          <p:spPr>
            <a:xfrm>
              <a:off x="5354704" y="1613019"/>
              <a:ext cx="32839" cy="24675"/>
            </a:xfrm>
            <a:custGeom>
              <a:avLst/>
              <a:pathLst>
                <a:path w="32839" h="24675">
                  <a:moveTo>
                    <a:pt x="0" y="24675"/>
                  </a:moveTo>
                  <a:lnTo>
                    <a:pt x="328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l5595"/>
            <p:cNvSpPr/>
            <p:nvPr/>
          </p:nvSpPr>
          <p:spPr>
            <a:xfrm>
              <a:off x="5387543" y="1602935"/>
              <a:ext cx="15083" cy="10084"/>
            </a:xfrm>
            <a:custGeom>
              <a:avLst/>
              <a:pathLst>
                <a:path w="15083" h="10084">
                  <a:moveTo>
                    <a:pt x="0" y="10084"/>
                  </a:moveTo>
                  <a:lnTo>
                    <a:pt x="150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l5596"/>
            <p:cNvSpPr/>
            <p:nvPr/>
          </p:nvSpPr>
          <p:spPr>
            <a:xfrm>
              <a:off x="5402626" y="1596039"/>
              <a:ext cx="10776" cy="6896"/>
            </a:xfrm>
            <a:custGeom>
              <a:avLst/>
              <a:pathLst>
                <a:path w="10776" h="6896">
                  <a:moveTo>
                    <a:pt x="0" y="6896"/>
                  </a:moveTo>
                  <a:lnTo>
                    <a:pt x="107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l5597"/>
            <p:cNvSpPr/>
            <p:nvPr/>
          </p:nvSpPr>
          <p:spPr>
            <a:xfrm>
              <a:off x="5413403" y="1590643"/>
              <a:ext cx="6911" cy="5395"/>
            </a:xfrm>
            <a:custGeom>
              <a:avLst/>
              <a:pathLst>
                <a:path w="6911" h="5395">
                  <a:moveTo>
                    <a:pt x="0" y="5395"/>
                  </a:moveTo>
                  <a:lnTo>
                    <a:pt x="69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l5598"/>
            <p:cNvSpPr/>
            <p:nvPr/>
          </p:nvSpPr>
          <p:spPr>
            <a:xfrm>
              <a:off x="5420315" y="1587955"/>
              <a:ext cx="3468" cy="2688"/>
            </a:xfrm>
            <a:custGeom>
              <a:avLst/>
              <a:pathLst>
                <a:path w="3468" h="2688">
                  <a:moveTo>
                    <a:pt x="0" y="2688"/>
                  </a:moveTo>
                  <a:lnTo>
                    <a:pt x="34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l5599"/>
            <p:cNvSpPr/>
            <p:nvPr/>
          </p:nvSpPr>
          <p:spPr>
            <a:xfrm>
              <a:off x="5415931" y="1590643"/>
              <a:ext cx="4383" cy="197"/>
            </a:xfrm>
            <a:custGeom>
              <a:avLst/>
              <a:pathLst>
                <a:path w="4383" h="197">
                  <a:moveTo>
                    <a:pt x="4383" y="0"/>
                  </a:moveTo>
                  <a:lnTo>
                    <a:pt x="0" y="1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l5600"/>
            <p:cNvSpPr/>
            <p:nvPr/>
          </p:nvSpPr>
          <p:spPr>
            <a:xfrm>
              <a:off x="5389027" y="1602444"/>
              <a:ext cx="13599" cy="490"/>
            </a:xfrm>
            <a:custGeom>
              <a:avLst/>
              <a:pathLst>
                <a:path w="13599" h="490">
                  <a:moveTo>
                    <a:pt x="13599" y="4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l5601"/>
            <p:cNvSpPr/>
            <p:nvPr/>
          </p:nvSpPr>
          <p:spPr>
            <a:xfrm>
              <a:off x="5389027" y="1599697"/>
              <a:ext cx="3422" cy="2747"/>
            </a:xfrm>
            <a:custGeom>
              <a:avLst/>
              <a:pathLst>
                <a:path w="3422" h="2747">
                  <a:moveTo>
                    <a:pt x="0" y="2747"/>
                  </a:moveTo>
                  <a:lnTo>
                    <a:pt x="34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l5602"/>
            <p:cNvSpPr/>
            <p:nvPr/>
          </p:nvSpPr>
          <p:spPr>
            <a:xfrm>
              <a:off x="5384647" y="1602444"/>
              <a:ext cx="4379" cy="271"/>
            </a:xfrm>
            <a:custGeom>
              <a:avLst/>
              <a:pathLst>
                <a:path w="4379" h="271">
                  <a:moveTo>
                    <a:pt x="4379" y="0"/>
                  </a:moveTo>
                  <a:lnTo>
                    <a:pt x="0" y="2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l5603"/>
            <p:cNvSpPr/>
            <p:nvPr/>
          </p:nvSpPr>
          <p:spPr>
            <a:xfrm>
              <a:off x="5368130" y="1612103"/>
              <a:ext cx="19412" cy="916"/>
            </a:xfrm>
            <a:custGeom>
              <a:avLst/>
              <a:pathLst>
                <a:path w="19412" h="916">
                  <a:moveTo>
                    <a:pt x="19412" y="9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l5604"/>
            <p:cNvSpPr/>
            <p:nvPr/>
          </p:nvSpPr>
          <p:spPr>
            <a:xfrm>
              <a:off x="5361320" y="1611973"/>
              <a:ext cx="6810" cy="129"/>
            </a:xfrm>
            <a:custGeom>
              <a:avLst/>
              <a:pathLst>
                <a:path w="6810" h="129">
                  <a:moveTo>
                    <a:pt x="6810" y="1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l5605"/>
            <p:cNvSpPr/>
            <p:nvPr/>
          </p:nvSpPr>
          <p:spPr>
            <a:xfrm>
              <a:off x="5313496" y="1637694"/>
              <a:ext cx="41207" cy="4520"/>
            </a:xfrm>
            <a:custGeom>
              <a:avLst/>
              <a:pathLst>
                <a:path w="41207" h="4520">
                  <a:moveTo>
                    <a:pt x="41207" y="0"/>
                  </a:moveTo>
                  <a:lnTo>
                    <a:pt x="0" y="452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l5606"/>
            <p:cNvSpPr/>
            <p:nvPr/>
          </p:nvSpPr>
          <p:spPr>
            <a:xfrm>
              <a:off x="5313496" y="1636638"/>
              <a:ext cx="9495" cy="5577"/>
            </a:xfrm>
            <a:custGeom>
              <a:avLst/>
              <a:pathLst>
                <a:path w="9495" h="5577">
                  <a:moveTo>
                    <a:pt x="0" y="5577"/>
                  </a:moveTo>
                  <a:lnTo>
                    <a:pt x="94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l5607"/>
            <p:cNvSpPr/>
            <p:nvPr/>
          </p:nvSpPr>
          <p:spPr>
            <a:xfrm>
              <a:off x="5322992" y="1630094"/>
              <a:ext cx="11932" cy="6543"/>
            </a:xfrm>
            <a:custGeom>
              <a:avLst/>
              <a:pathLst>
                <a:path w="11932" h="6543">
                  <a:moveTo>
                    <a:pt x="0" y="6543"/>
                  </a:moveTo>
                  <a:lnTo>
                    <a:pt x="119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l5608"/>
            <p:cNvSpPr/>
            <p:nvPr/>
          </p:nvSpPr>
          <p:spPr>
            <a:xfrm>
              <a:off x="5321842" y="1630094"/>
              <a:ext cx="13081" cy="1240"/>
            </a:xfrm>
            <a:custGeom>
              <a:avLst/>
              <a:pathLst>
                <a:path w="13081" h="1240">
                  <a:moveTo>
                    <a:pt x="13081" y="0"/>
                  </a:moveTo>
                  <a:lnTo>
                    <a:pt x="0" y="12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l5609"/>
            <p:cNvSpPr/>
            <p:nvPr/>
          </p:nvSpPr>
          <p:spPr>
            <a:xfrm>
              <a:off x="5315030" y="1631334"/>
              <a:ext cx="6811" cy="44"/>
            </a:xfrm>
            <a:custGeom>
              <a:avLst/>
              <a:pathLst>
                <a:path w="6811" h="44">
                  <a:moveTo>
                    <a:pt x="6811" y="0"/>
                  </a:moveTo>
                  <a:lnTo>
                    <a:pt x="0" y="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l5610"/>
            <p:cNvSpPr/>
            <p:nvPr/>
          </p:nvSpPr>
          <p:spPr>
            <a:xfrm>
              <a:off x="5255167" y="1670382"/>
              <a:ext cx="135090" cy="82319"/>
            </a:xfrm>
            <a:custGeom>
              <a:avLst/>
              <a:pathLst>
                <a:path w="135090" h="82319">
                  <a:moveTo>
                    <a:pt x="135090" y="823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l5611"/>
            <p:cNvSpPr/>
            <p:nvPr/>
          </p:nvSpPr>
          <p:spPr>
            <a:xfrm>
              <a:off x="5255167" y="1660424"/>
              <a:ext cx="11700" cy="9957"/>
            </a:xfrm>
            <a:custGeom>
              <a:avLst/>
              <a:pathLst>
                <a:path w="11700" h="9957">
                  <a:moveTo>
                    <a:pt x="0" y="9957"/>
                  </a:moveTo>
                  <a:lnTo>
                    <a:pt x="1170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l5612"/>
            <p:cNvSpPr/>
            <p:nvPr/>
          </p:nvSpPr>
          <p:spPr>
            <a:xfrm>
              <a:off x="5266867" y="1654599"/>
              <a:ext cx="9362" cy="5825"/>
            </a:xfrm>
            <a:custGeom>
              <a:avLst/>
              <a:pathLst>
                <a:path w="9362" h="5825">
                  <a:moveTo>
                    <a:pt x="0" y="5825"/>
                  </a:moveTo>
                  <a:lnTo>
                    <a:pt x="93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l5613"/>
            <p:cNvSpPr/>
            <p:nvPr/>
          </p:nvSpPr>
          <p:spPr>
            <a:xfrm>
              <a:off x="5276230" y="1648261"/>
              <a:ext cx="7425" cy="6338"/>
            </a:xfrm>
            <a:custGeom>
              <a:avLst/>
              <a:pathLst>
                <a:path w="7425" h="6338">
                  <a:moveTo>
                    <a:pt x="0" y="6338"/>
                  </a:moveTo>
                  <a:lnTo>
                    <a:pt x="74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l5614"/>
            <p:cNvSpPr/>
            <p:nvPr/>
          </p:nvSpPr>
          <p:spPr>
            <a:xfrm>
              <a:off x="5283655" y="1644457"/>
              <a:ext cx="5156" cy="3804"/>
            </a:xfrm>
            <a:custGeom>
              <a:avLst/>
              <a:pathLst>
                <a:path w="5156" h="3804">
                  <a:moveTo>
                    <a:pt x="0" y="3804"/>
                  </a:moveTo>
                  <a:lnTo>
                    <a:pt x="5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l5615"/>
            <p:cNvSpPr/>
            <p:nvPr/>
          </p:nvSpPr>
          <p:spPr>
            <a:xfrm>
              <a:off x="5288811" y="1641524"/>
              <a:ext cx="3264" cy="2932"/>
            </a:xfrm>
            <a:custGeom>
              <a:avLst/>
              <a:pathLst>
                <a:path w="3264" h="2932">
                  <a:moveTo>
                    <a:pt x="0" y="2932"/>
                  </a:moveTo>
                  <a:lnTo>
                    <a:pt x="32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l5616"/>
            <p:cNvSpPr/>
            <p:nvPr/>
          </p:nvSpPr>
          <p:spPr>
            <a:xfrm>
              <a:off x="5266026" y="1654599"/>
              <a:ext cx="10203" cy="338"/>
            </a:xfrm>
            <a:custGeom>
              <a:avLst/>
              <a:pathLst>
                <a:path w="10203" h="338">
                  <a:moveTo>
                    <a:pt x="10203" y="0"/>
                  </a:moveTo>
                  <a:lnTo>
                    <a:pt x="0" y="3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l5617"/>
            <p:cNvSpPr/>
            <p:nvPr/>
          </p:nvSpPr>
          <p:spPr>
            <a:xfrm>
              <a:off x="5266026" y="1651963"/>
              <a:ext cx="3226" cy="2974"/>
            </a:xfrm>
            <a:custGeom>
              <a:avLst/>
              <a:pathLst>
                <a:path w="3226" h="2974">
                  <a:moveTo>
                    <a:pt x="0" y="2974"/>
                  </a:moveTo>
                  <a:lnTo>
                    <a:pt x="32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l5618"/>
            <p:cNvSpPr/>
            <p:nvPr/>
          </p:nvSpPr>
          <p:spPr>
            <a:xfrm>
              <a:off x="5261675" y="1654937"/>
              <a:ext cx="4351" cy="570"/>
            </a:xfrm>
            <a:custGeom>
              <a:avLst/>
              <a:pathLst>
                <a:path w="4351" h="570">
                  <a:moveTo>
                    <a:pt x="4351" y="0"/>
                  </a:moveTo>
                  <a:lnTo>
                    <a:pt x="0" y="5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l5619"/>
            <p:cNvSpPr/>
            <p:nvPr/>
          </p:nvSpPr>
          <p:spPr>
            <a:xfrm>
              <a:off x="5238320" y="1669644"/>
              <a:ext cx="16846" cy="738"/>
            </a:xfrm>
            <a:custGeom>
              <a:avLst/>
              <a:pathLst>
                <a:path w="16846" h="738">
                  <a:moveTo>
                    <a:pt x="16846" y="7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l5620"/>
            <p:cNvSpPr/>
            <p:nvPr/>
          </p:nvSpPr>
          <p:spPr>
            <a:xfrm>
              <a:off x="5238320" y="1665709"/>
              <a:ext cx="5057" cy="3934"/>
            </a:xfrm>
            <a:custGeom>
              <a:avLst/>
              <a:pathLst>
                <a:path w="5057" h="3934">
                  <a:moveTo>
                    <a:pt x="0" y="3934"/>
                  </a:moveTo>
                  <a:lnTo>
                    <a:pt x="50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l5621"/>
            <p:cNvSpPr/>
            <p:nvPr/>
          </p:nvSpPr>
          <p:spPr>
            <a:xfrm>
              <a:off x="5239034" y="1665709"/>
              <a:ext cx="4343" cy="625"/>
            </a:xfrm>
            <a:custGeom>
              <a:avLst/>
              <a:pathLst>
                <a:path w="4343" h="625">
                  <a:moveTo>
                    <a:pt x="4343" y="0"/>
                  </a:moveTo>
                  <a:lnTo>
                    <a:pt x="0" y="62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l5622"/>
            <p:cNvSpPr/>
            <p:nvPr/>
          </p:nvSpPr>
          <p:spPr>
            <a:xfrm>
              <a:off x="5014713" y="1853692"/>
              <a:ext cx="233528" cy="23560"/>
            </a:xfrm>
            <a:custGeom>
              <a:avLst/>
              <a:pathLst>
                <a:path w="233528" h="23560">
                  <a:moveTo>
                    <a:pt x="233528" y="235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l5623"/>
            <p:cNvSpPr/>
            <p:nvPr/>
          </p:nvSpPr>
          <p:spPr>
            <a:xfrm>
              <a:off x="5014713" y="1833951"/>
              <a:ext cx="26927" cy="19741"/>
            </a:xfrm>
            <a:custGeom>
              <a:avLst/>
              <a:pathLst>
                <a:path w="26927" h="19741">
                  <a:moveTo>
                    <a:pt x="0" y="19741"/>
                  </a:moveTo>
                  <a:lnTo>
                    <a:pt x="269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l5624"/>
            <p:cNvSpPr/>
            <p:nvPr/>
          </p:nvSpPr>
          <p:spPr>
            <a:xfrm>
              <a:off x="5041640" y="1801964"/>
              <a:ext cx="24945" cy="31986"/>
            </a:xfrm>
            <a:custGeom>
              <a:avLst/>
              <a:pathLst>
                <a:path w="24945" h="31986">
                  <a:moveTo>
                    <a:pt x="0" y="31986"/>
                  </a:moveTo>
                  <a:lnTo>
                    <a:pt x="249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l5625"/>
            <p:cNvSpPr/>
            <p:nvPr/>
          </p:nvSpPr>
          <p:spPr>
            <a:xfrm>
              <a:off x="5066586" y="1793768"/>
              <a:ext cx="8035" cy="8195"/>
            </a:xfrm>
            <a:custGeom>
              <a:avLst/>
              <a:pathLst>
                <a:path w="8035" h="8195">
                  <a:moveTo>
                    <a:pt x="0" y="8195"/>
                  </a:moveTo>
                  <a:lnTo>
                    <a:pt x="80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l5626"/>
            <p:cNvSpPr/>
            <p:nvPr/>
          </p:nvSpPr>
          <p:spPr>
            <a:xfrm>
              <a:off x="5074621" y="1787360"/>
              <a:ext cx="7797" cy="6408"/>
            </a:xfrm>
            <a:custGeom>
              <a:avLst/>
              <a:pathLst>
                <a:path w="7797" h="6408">
                  <a:moveTo>
                    <a:pt x="0" y="6408"/>
                  </a:moveTo>
                  <a:lnTo>
                    <a:pt x="77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l5627"/>
            <p:cNvSpPr/>
            <p:nvPr/>
          </p:nvSpPr>
          <p:spPr>
            <a:xfrm>
              <a:off x="5082419" y="1780064"/>
              <a:ext cx="9351" cy="7295"/>
            </a:xfrm>
            <a:custGeom>
              <a:avLst/>
              <a:pathLst>
                <a:path w="9351" h="7295">
                  <a:moveTo>
                    <a:pt x="0" y="7295"/>
                  </a:moveTo>
                  <a:lnTo>
                    <a:pt x="93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l5628"/>
            <p:cNvSpPr/>
            <p:nvPr/>
          </p:nvSpPr>
          <p:spPr>
            <a:xfrm>
              <a:off x="5091770" y="1770996"/>
              <a:ext cx="12448" cy="9067"/>
            </a:xfrm>
            <a:custGeom>
              <a:avLst/>
              <a:pathLst>
                <a:path w="12448" h="9067">
                  <a:moveTo>
                    <a:pt x="0" y="9067"/>
                  </a:moveTo>
                  <a:lnTo>
                    <a:pt x="124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l5629"/>
            <p:cNvSpPr/>
            <p:nvPr/>
          </p:nvSpPr>
          <p:spPr>
            <a:xfrm>
              <a:off x="5104219" y="1758434"/>
              <a:ext cx="18665" cy="12562"/>
            </a:xfrm>
            <a:custGeom>
              <a:avLst/>
              <a:pathLst>
                <a:path w="18665" h="12562">
                  <a:moveTo>
                    <a:pt x="0" y="12562"/>
                  </a:moveTo>
                  <a:lnTo>
                    <a:pt x="186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l5630"/>
            <p:cNvSpPr/>
            <p:nvPr/>
          </p:nvSpPr>
          <p:spPr>
            <a:xfrm>
              <a:off x="5122884" y="1739963"/>
              <a:ext cx="26968" cy="18470"/>
            </a:xfrm>
            <a:custGeom>
              <a:avLst/>
              <a:pathLst>
                <a:path w="26968" h="18470">
                  <a:moveTo>
                    <a:pt x="0" y="18470"/>
                  </a:moveTo>
                  <a:lnTo>
                    <a:pt x="269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l5631"/>
            <p:cNvSpPr/>
            <p:nvPr/>
          </p:nvSpPr>
          <p:spPr>
            <a:xfrm>
              <a:off x="5149852" y="1710209"/>
              <a:ext cx="32286" cy="29754"/>
            </a:xfrm>
            <a:custGeom>
              <a:avLst/>
              <a:pathLst>
                <a:path w="32286" h="29754">
                  <a:moveTo>
                    <a:pt x="0" y="29754"/>
                  </a:moveTo>
                  <a:lnTo>
                    <a:pt x="3228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l5632"/>
            <p:cNvSpPr/>
            <p:nvPr/>
          </p:nvSpPr>
          <p:spPr>
            <a:xfrm>
              <a:off x="5182139" y="1694286"/>
              <a:ext cx="16025" cy="15922"/>
            </a:xfrm>
            <a:custGeom>
              <a:avLst/>
              <a:pathLst>
                <a:path w="16025" h="15922">
                  <a:moveTo>
                    <a:pt x="0" y="15922"/>
                  </a:moveTo>
                  <a:lnTo>
                    <a:pt x="160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l5633"/>
            <p:cNvSpPr/>
            <p:nvPr/>
          </p:nvSpPr>
          <p:spPr>
            <a:xfrm>
              <a:off x="5198165" y="1688810"/>
              <a:ext cx="7734" cy="5476"/>
            </a:xfrm>
            <a:custGeom>
              <a:avLst/>
              <a:pathLst>
                <a:path w="7734" h="5476">
                  <a:moveTo>
                    <a:pt x="0" y="5476"/>
                  </a:moveTo>
                  <a:lnTo>
                    <a:pt x="77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l5634"/>
            <p:cNvSpPr/>
            <p:nvPr/>
          </p:nvSpPr>
          <p:spPr>
            <a:xfrm>
              <a:off x="5205899" y="1682897"/>
              <a:ext cx="8697" cy="5912"/>
            </a:xfrm>
            <a:custGeom>
              <a:avLst/>
              <a:pathLst>
                <a:path w="8697" h="5912">
                  <a:moveTo>
                    <a:pt x="0" y="5912"/>
                  </a:moveTo>
                  <a:lnTo>
                    <a:pt x="86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l5635"/>
            <p:cNvSpPr/>
            <p:nvPr/>
          </p:nvSpPr>
          <p:spPr>
            <a:xfrm>
              <a:off x="5214596" y="1676769"/>
              <a:ext cx="6271" cy="6128"/>
            </a:xfrm>
            <a:custGeom>
              <a:avLst/>
              <a:pathLst>
                <a:path w="6271" h="6128">
                  <a:moveTo>
                    <a:pt x="0" y="6128"/>
                  </a:moveTo>
                  <a:lnTo>
                    <a:pt x="62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l5636"/>
            <p:cNvSpPr/>
            <p:nvPr/>
          </p:nvSpPr>
          <p:spPr>
            <a:xfrm>
              <a:off x="5220868" y="1673713"/>
              <a:ext cx="3149" cy="3055"/>
            </a:xfrm>
            <a:custGeom>
              <a:avLst/>
              <a:pathLst>
                <a:path w="3149" h="3055">
                  <a:moveTo>
                    <a:pt x="0" y="3055"/>
                  </a:moveTo>
                  <a:lnTo>
                    <a:pt x="31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l5637"/>
            <p:cNvSpPr/>
            <p:nvPr/>
          </p:nvSpPr>
          <p:spPr>
            <a:xfrm>
              <a:off x="5194176" y="1688810"/>
              <a:ext cx="11722" cy="44"/>
            </a:xfrm>
            <a:custGeom>
              <a:avLst/>
              <a:pathLst>
                <a:path w="11722" h="44">
                  <a:moveTo>
                    <a:pt x="11722" y="0"/>
                  </a:moveTo>
                  <a:lnTo>
                    <a:pt x="0" y="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l5638"/>
            <p:cNvSpPr/>
            <p:nvPr/>
          </p:nvSpPr>
          <p:spPr>
            <a:xfrm>
              <a:off x="5159339" y="1710209"/>
              <a:ext cx="22800" cy="3209"/>
            </a:xfrm>
            <a:custGeom>
              <a:avLst/>
              <a:pathLst>
                <a:path w="22800" h="3209">
                  <a:moveTo>
                    <a:pt x="22800" y="0"/>
                  </a:moveTo>
                  <a:lnTo>
                    <a:pt x="0" y="32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l5639"/>
            <p:cNvSpPr/>
            <p:nvPr/>
          </p:nvSpPr>
          <p:spPr>
            <a:xfrm>
              <a:off x="5159339" y="1708513"/>
              <a:ext cx="6239" cy="4905"/>
            </a:xfrm>
            <a:custGeom>
              <a:avLst/>
              <a:pathLst>
                <a:path w="6239" h="4905">
                  <a:moveTo>
                    <a:pt x="0" y="4905"/>
                  </a:moveTo>
                  <a:lnTo>
                    <a:pt x="62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l5640"/>
            <p:cNvSpPr/>
            <p:nvPr/>
          </p:nvSpPr>
          <p:spPr>
            <a:xfrm>
              <a:off x="5165578" y="1703877"/>
              <a:ext cx="5803" cy="4636"/>
            </a:xfrm>
            <a:custGeom>
              <a:avLst/>
              <a:pathLst>
                <a:path w="5803" h="4636">
                  <a:moveTo>
                    <a:pt x="0" y="4636"/>
                  </a:moveTo>
                  <a:lnTo>
                    <a:pt x="58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l5641"/>
            <p:cNvSpPr/>
            <p:nvPr/>
          </p:nvSpPr>
          <p:spPr>
            <a:xfrm>
              <a:off x="5171382" y="1699750"/>
              <a:ext cx="4902" cy="4126"/>
            </a:xfrm>
            <a:custGeom>
              <a:avLst/>
              <a:pathLst>
                <a:path w="4902" h="4126">
                  <a:moveTo>
                    <a:pt x="0" y="4126"/>
                  </a:moveTo>
                  <a:lnTo>
                    <a:pt x="49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l5642"/>
            <p:cNvSpPr/>
            <p:nvPr/>
          </p:nvSpPr>
          <p:spPr>
            <a:xfrm>
              <a:off x="5176284" y="1696615"/>
              <a:ext cx="3070" cy="3135"/>
            </a:xfrm>
            <a:custGeom>
              <a:avLst/>
              <a:pathLst>
                <a:path w="3070" h="3135">
                  <a:moveTo>
                    <a:pt x="0" y="3135"/>
                  </a:moveTo>
                  <a:lnTo>
                    <a:pt x="307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l5643"/>
            <p:cNvSpPr/>
            <p:nvPr/>
          </p:nvSpPr>
          <p:spPr>
            <a:xfrm>
              <a:off x="5105586" y="1739963"/>
              <a:ext cx="44266" cy="8544"/>
            </a:xfrm>
            <a:custGeom>
              <a:avLst/>
              <a:pathLst>
                <a:path w="44266" h="8544">
                  <a:moveTo>
                    <a:pt x="44266" y="0"/>
                  </a:moveTo>
                  <a:lnTo>
                    <a:pt x="0" y="85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l5644"/>
            <p:cNvSpPr/>
            <p:nvPr/>
          </p:nvSpPr>
          <p:spPr>
            <a:xfrm>
              <a:off x="5105586" y="1742097"/>
              <a:ext cx="8310" cy="6410"/>
            </a:xfrm>
            <a:custGeom>
              <a:avLst/>
              <a:pathLst>
                <a:path w="8310" h="6410">
                  <a:moveTo>
                    <a:pt x="0" y="6410"/>
                  </a:moveTo>
                  <a:lnTo>
                    <a:pt x="831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l5645"/>
            <p:cNvSpPr/>
            <p:nvPr/>
          </p:nvSpPr>
          <p:spPr>
            <a:xfrm>
              <a:off x="5113897" y="1734690"/>
              <a:ext cx="10158" cy="7407"/>
            </a:xfrm>
            <a:custGeom>
              <a:avLst/>
              <a:pathLst>
                <a:path w="10158" h="7407">
                  <a:moveTo>
                    <a:pt x="0" y="7407"/>
                  </a:moveTo>
                  <a:lnTo>
                    <a:pt x="101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l5646"/>
            <p:cNvSpPr/>
            <p:nvPr/>
          </p:nvSpPr>
          <p:spPr>
            <a:xfrm>
              <a:off x="5124055" y="1726184"/>
              <a:ext cx="9557" cy="8505"/>
            </a:xfrm>
            <a:custGeom>
              <a:avLst/>
              <a:pathLst>
                <a:path w="9557" h="8505">
                  <a:moveTo>
                    <a:pt x="0" y="8505"/>
                  </a:moveTo>
                  <a:lnTo>
                    <a:pt x="95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l5647"/>
            <p:cNvSpPr/>
            <p:nvPr/>
          </p:nvSpPr>
          <p:spPr>
            <a:xfrm>
              <a:off x="5133613" y="1719768"/>
              <a:ext cx="5977" cy="6415"/>
            </a:xfrm>
            <a:custGeom>
              <a:avLst/>
              <a:pathLst>
                <a:path w="5977" h="6415">
                  <a:moveTo>
                    <a:pt x="0" y="6415"/>
                  </a:moveTo>
                  <a:lnTo>
                    <a:pt x="59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l5648"/>
            <p:cNvSpPr/>
            <p:nvPr/>
          </p:nvSpPr>
          <p:spPr>
            <a:xfrm>
              <a:off x="5135292" y="1719768"/>
              <a:ext cx="4298" cy="884"/>
            </a:xfrm>
            <a:custGeom>
              <a:avLst/>
              <a:pathLst>
                <a:path w="4298" h="884">
                  <a:moveTo>
                    <a:pt x="4298" y="0"/>
                  </a:moveTo>
                  <a:lnTo>
                    <a:pt x="0" y="8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l5649"/>
            <p:cNvSpPr/>
            <p:nvPr/>
          </p:nvSpPr>
          <p:spPr>
            <a:xfrm>
              <a:off x="5125033" y="1726184"/>
              <a:ext cx="8579" cy="1810"/>
            </a:xfrm>
            <a:custGeom>
              <a:avLst/>
              <a:pathLst>
                <a:path w="8579" h="1810">
                  <a:moveTo>
                    <a:pt x="8579" y="0"/>
                  </a:moveTo>
                  <a:lnTo>
                    <a:pt x="0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l5650"/>
            <p:cNvSpPr/>
            <p:nvPr/>
          </p:nvSpPr>
          <p:spPr>
            <a:xfrm>
              <a:off x="5120743" y="1727994"/>
              <a:ext cx="4290" cy="920"/>
            </a:xfrm>
            <a:custGeom>
              <a:avLst/>
              <a:pathLst>
                <a:path w="4290" h="920">
                  <a:moveTo>
                    <a:pt x="4290" y="0"/>
                  </a:moveTo>
                  <a:lnTo>
                    <a:pt x="0" y="92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l5651"/>
            <p:cNvSpPr/>
            <p:nvPr/>
          </p:nvSpPr>
          <p:spPr>
            <a:xfrm>
              <a:off x="5110547" y="1734690"/>
              <a:ext cx="13507" cy="1654"/>
            </a:xfrm>
            <a:custGeom>
              <a:avLst/>
              <a:pathLst>
                <a:path w="13507" h="1654">
                  <a:moveTo>
                    <a:pt x="13507" y="0"/>
                  </a:moveTo>
                  <a:lnTo>
                    <a:pt x="0" y="16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l5652"/>
            <p:cNvSpPr/>
            <p:nvPr/>
          </p:nvSpPr>
          <p:spPr>
            <a:xfrm>
              <a:off x="5106265" y="1736344"/>
              <a:ext cx="4282" cy="957"/>
            </a:xfrm>
            <a:custGeom>
              <a:avLst/>
              <a:pathLst>
                <a:path w="4282" h="957">
                  <a:moveTo>
                    <a:pt x="4282" y="0"/>
                  </a:moveTo>
                  <a:lnTo>
                    <a:pt x="0" y="9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l5653"/>
            <p:cNvSpPr/>
            <p:nvPr/>
          </p:nvSpPr>
          <p:spPr>
            <a:xfrm>
              <a:off x="5099053" y="1741541"/>
              <a:ext cx="14843" cy="556"/>
            </a:xfrm>
            <a:custGeom>
              <a:avLst/>
              <a:pathLst>
                <a:path w="14843" h="556">
                  <a:moveTo>
                    <a:pt x="14843" y="5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l5654"/>
            <p:cNvSpPr/>
            <p:nvPr/>
          </p:nvSpPr>
          <p:spPr>
            <a:xfrm>
              <a:off x="5056167" y="1767620"/>
              <a:ext cx="26251" cy="19739"/>
            </a:xfrm>
            <a:custGeom>
              <a:avLst/>
              <a:pathLst>
                <a:path w="26251" h="19739">
                  <a:moveTo>
                    <a:pt x="26251" y="197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l5655"/>
            <p:cNvSpPr/>
            <p:nvPr/>
          </p:nvSpPr>
          <p:spPr>
            <a:xfrm>
              <a:off x="5049085" y="1772073"/>
              <a:ext cx="25535" cy="21695"/>
            </a:xfrm>
            <a:custGeom>
              <a:avLst/>
              <a:pathLst>
                <a:path w="25535" h="21695">
                  <a:moveTo>
                    <a:pt x="25535" y="216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l5656"/>
            <p:cNvSpPr/>
            <p:nvPr/>
          </p:nvSpPr>
          <p:spPr>
            <a:xfrm>
              <a:off x="5039216" y="1779930"/>
              <a:ext cx="27369" cy="22034"/>
            </a:xfrm>
            <a:custGeom>
              <a:avLst/>
              <a:pathLst>
                <a:path w="27369" h="22034">
                  <a:moveTo>
                    <a:pt x="27369" y="220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l5657"/>
            <p:cNvSpPr/>
            <p:nvPr/>
          </p:nvSpPr>
          <p:spPr>
            <a:xfrm>
              <a:off x="5039216" y="1776556"/>
              <a:ext cx="2805" cy="3373"/>
            </a:xfrm>
            <a:custGeom>
              <a:avLst/>
              <a:pathLst>
                <a:path w="2805" h="3373">
                  <a:moveTo>
                    <a:pt x="0" y="3373"/>
                  </a:moveTo>
                  <a:lnTo>
                    <a:pt x="28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l5658"/>
            <p:cNvSpPr/>
            <p:nvPr/>
          </p:nvSpPr>
          <p:spPr>
            <a:xfrm>
              <a:off x="4989581" y="1825733"/>
              <a:ext cx="52059" cy="8217"/>
            </a:xfrm>
            <a:custGeom>
              <a:avLst/>
              <a:pathLst>
                <a:path w="52059" h="8217">
                  <a:moveTo>
                    <a:pt x="52059" y="82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l5659"/>
            <p:cNvSpPr/>
            <p:nvPr/>
          </p:nvSpPr>
          <p:spPr>
            <a:xfrm>
              <a:off x="4989581" y="1814143"/>
              <a:ext cx="12233" cy="11590"/>
            </a:xfrm>
            <a:custGeom>
              <a:avLst/>
              <a:pathLst>
                <a:path w="12233" h="11590">
                  <a:moveTo>
                    <a:pt x="0" y="11590"/>
                  </a:moveTo>
                  <a:lnTo>
                    <a:pt x="122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l5660"/>
            <p:cNvSpPr/>
            <p:nvPr/>
          </p:nvSpPr>
          <p:spPr>
            <a:xfrm>
              <a:off x="5001814" y="1802692"/>
              <a:ext cx="9877" cy="11450"/>
            </a:xfrm>
            <a:custGeom>
              <a:avLst/>
              <a:pathLst>
                <a:path w="9877" h="11450">
                  <a:moveTo>
                    <a:pt x="0" y="11450"/>
                  </a:moveTo>
                  <a:lnTo>
                    <a:pt x="98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l5661"/>
            <p:cNvSpPr/>
            <p:nvPr/>
          </p:nvSpPr>
          <p:spPr>
            <a:xfrm>
              <a:off x="5011692" y="1795819"/>
              <a:ext cx="7960" cy="6873"/>
            </a:xfrm>
            <a:custGeom>
              <a:avLst/>
              <a:pathLst>
                <a:path w="7960" h="6873">
                  <a:moveTo>
                    <a:pt x="0" y="6873"/>
                  </a:moveTo>
                  <a:lnTo>
                    <a:pt x="79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l5662"/>
            <p:cNvSpPr/>
            <p:nvPr/>
          </p:nvSpPr>
          <p:spPr>
            <a:xfrm>
              <a:off x="5011216" y="1795819"/>
              <a:ext cx="8436" cy="2391"/>
            </a:xfrm>
            <a:custGeom>
              <a:avLst/>
              <a:pathLst>
                <a:path w="8436" h="2391">
                  <a:moveTo>
                    <a:pt x="8436" y="0"/>
                  </a:moveTo>
                  <a:lnTo>
                    <a:pt x="0" y="23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l5663"/>
            <p:cNvSpPr/>
            <p:nvPr/>
          </p:nvSpPr>
          <p:spPr>
            <a:xfrm>
              <a:off x="5006998" y="1798210"/>
              <a:ext cx="4217" cy="1211"/>
            </a:xfrm>
            <a:custGeom>
              <a:avLst/>
              <a:pathLst>
                <a:path w="4217" h="1211">
                  <a:moveTo>
                    <a:pt x="4217" y="0"/>
                  </a:moveTo>
                  <a:lnTo>
                    <a:pt x="0" y="12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l5664"/>
            <p:cNvSpPr/>
            <p:nvPr/>
          </p:nvSpPr>
          <p:spPr>
            <a:xfrm>
              <a:off x="5000052" y="1802692"/>
              <a:ext cx="11639" cy="1392"/>
            </a:xfrm>
            <a:custGeom>
              <a:avLst/>
              <a:pathLst>
                <a:path w="11639" h="1392">
                  <a:moveTo>
                    <a:pt x="11639" y="0"/>
                  </a:moveTo>
                  <a:lnTo>
                    <a:pt x="0" y="13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l5665"/>
            <p:cNvSpPr/>
            <p:nvPr/>
          </p:nvSpPr>
          <p:spPr>
            <a:xfrm>
              <a:off x="4986007" y="1814143"/>
              <a:ext cx="15807" cy="2733"/>
            </a:xfrm>
            <a:custGeom>
              <a:avLst/>
              <a:pathLst>
                <a:path w="15807" h="2733">
                  <a:moveTo>
                    <a:pt x="15807" y="0"/>
                  </a:moveTo>
                  <a:lnTo>
                    <a:pt x="0" y="27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l5666"/>
            <p:cNvSpPr/>
            <p:nvPr/>
          </p:nvSpPr>
          <p:spPr>
            <a:xfrm>
              <a:off x="4979335" y="1816876"/>
              <a:ext cx="6672" cy="1372"/>
            </a:xfrm>
            <a:custGeom>
              <a:avLst/>
              <a:pathLst>
                <a:path w="6672" h="1372">
                  <a:moveTo>
                    <a:pt x="6672" y="0"/>
                  </a:moveTo>
                  <a:lnTo>
                    <a:pt x="0" y="13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l5667"/>
            <p:cNvSpPr/>
            <p:nvPr/>
          </p:nvSpPr>
          <p:spPr>
            <a:xfrm>
              <a:off x="4958801" y="1832678"/>
              <a:ext cx="55912" cy="21014"/>
            </a:xfrm>
            <a:custGeom>
              <a:avLst/>
              <a:pathLst>
                <a:path w="55912" h="21014">
                  <a:moveTo>
                    <a:pt x="55912" y="2101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l5668"/>
            <p:cNvSpPr/>
            <p:nvPr/>
          </p:nvSpPr>
          <p:spPr>
            <a:xfrm>
              <a:off x="4835606" y="1964727"/>
              <a:ext cx="228073" cy="68205"/>
            </a:xfrm>
            <a:custGeom>
              <a:avLst/>
              <a:pathLst>
                <a:path w="228073" h="68205">
                  <a:moveTo>
                    <a:pt x="228073" y="682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l5669"/>
            <p:cNvSpPr/>
            <p:nvPr/>
          </p:nvSpPr>
          <p:spPr>
            <a:xfrm>
              <a:off x="4835606" y="1952246"/>
              <a:ext cx="8463" cy="12481"/>
            </a:xfrm>
            <a:custGeom>
              <a:avLst/>
              <a:pathLst>
                <a:path w="8463" h="12481">
                  <a:moveTo>
                    <a:pt x="0" y="12481"/>
                  </a:moveTo>
                  <a:lnTo>
                    <a:pt x="84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l5670"/>
            <p:cNvSpPr/>
            <p:nvPr/>
          </p:nvSpPr>
          <p:spPr>
            <a:xfrm>
              <a:off x="4844069" y="1944444"/>
              <a:ext cx="7188" cy="7801"/>
            </a:xfrm>
            <a:custGeom>
              <a:avLst/>
              <a:pathLst>
                <a:path w="7188" h="7801">
                  <a:moveTo>
                    <a:pt x="0" y="7801"/>
                  </a:moveTo>
                  <a:lnTo>
                    <a:pt x="718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l5671"/>
            <p:cNvSpPr/>
            <p:nvPr/>
          </p:nvSpPr>
          <p:spPr>
            <a:xfrm>
              <a:off x="4851258" y="1935236"/>
              <a:ext cx="8977" cy="9208"/>
            </a:xfrm>
            <a:custGeom>
              <a:avLst/>
              <a:pathLst>
                <a:path w="8977" h="9208">
                  <a:moveTo>
                    <a:pt x="0" y="9208"/>
                  </a:moveTo>
                  <a:lnTo>
                    <a:pt x="89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l5672"/>
            <p:cNvSpPr/>
            <p:nvPr/>
          </p:nvSpPr>
          <p:spPr>
            <a:xfrm>
              <a:off x="4860235" y="1923224"/>
              <a:ext cx="12553" cy="12011"/>
            </a:xfrm>
            <a:custGeom>
              <a:avLst/>
              <a:pathLst>
                <a:path w="12553" h="12011">
                  <a:moveTo>
                    <a:pt x="0" y="12011"/>
                  </a:moveTo>
                  <a:lnTo>
                    <a:pt x="1255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l5673"/>
            <p:cNvSpPr/>
            <p:nvPr/>
          </p:nvSpPr>
          <p:spPr>
            <a:xfrm>
              <a:off x="4872789" y="1907464"/>
              <a:ext cx="13233" cy="15759"/>
            </a:xfrm>
            <a:custGeom>
              <a:avLst/>
              <a:pathLst>
                <a:path w="13233" h="15759">
                  <a:moveTo>
                    <a:pt x="0" y="15759"/>
                  </a:moveTo>
                  <a:lnTo>
                    <a:pt x="132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l5674"/>
            <p:cNvSpPr/>
            <p:nvPr/>
          </p:nvSpPr>
          <p:spPr>
            <a:xfrm>
              <a:off x="4886023" y="1894474"/>
              <a:ext cx="12186" cy="12990"/>
            </a:xfrm>
            <a:custGeom>
              <a:avLst/>
              <a:pathLst>
                <a:path w="12186" h="12990">
                  <a:moveTo>
                    <a:pt x="0" y="12990"/>
                  </a:moveTo>
                  <a:lnTo>
                    <a:pt x="1218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l5675"/>
            <p:cNvSpPr/>
            <p:nvPr/>
          </p:nvSpPr>
          <p:spPr>
            <a:xfrm>
              <a:off x="4898209" y="1881176"/>
              <a:ext cx="10661" cy="13298"/>
            </a:xfrm>
            <a:custGeom>
              <a:avLst/>
              <a:pathLst>
                <a:path w="10661" h="13298">
                  <a:moveTo>
                    <a:pt x="0" y="13298"/>
                  </a:moveTo>
                  <a:lnTo>
                    <a:pt x="106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l5676"/>
            <p:cNvSpPr/>
            <p:nvPr/>
          </p:nvSpPr>
          <p:spPr>
            <a:xfrm>
              <a:off x="4908871" y="1872822"/>
              <a:ext cx="6562" cy="8354"/>
            </a:xfrm>
            <a:custGeom>
              <a:avLst/>
              <a:pathLst>
                <a:path w="6562" h="8354">
                  <a:moveTo>
                    <a:pt x="0" y="8354"/>
                  </a:moveTo>
                  <a:lnTo>
                    <a:pt x="65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l5677"/>
            <p:cNvSpPr/>
            <p:nvPr/>
          </p:nvSpPr>
          <p:spPr>
            <a:xfrm>
              <a:off x="4904963" y="1872429"/>
              <a:ext cx="10469" cy="392"/>
            </a:xfrm>
            <a:custGeom>
              <a:avLst/>
              <a:pathLst>
                <a:path w="10469" h="392">
                  <a:moveTo>
                    <a:pt x="10469" y="3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l5678"/>
            <p:cNvSpPr/>
            <p:nvPr/>
          </p:nvSpPr>
          <p:spPr>
            <a:xfrm>
              <a:off x="4878579" y="1894474"/>
              <a:ext cx="19630" cy="1898"/>
            </a:xfrm>
            <a:custGeom>
              <a:avLst/>
              <a:pathLst>
                <a:path w="19630" h="1898">
                  <a:moveTo>
                    <a:pt x="19630" y="0"/>
                  </a:moveTo>
                  <a:lnTo>
                    <a:pt x="0" y="189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l5679"/>
            <p:cNvSpPr/>
            <p:nvPr/>
          </p:nvSpPr>
          <p:spPr>
            <a:xfrm>
              <a:off x="4878579" y="1891439"/>
              <a:ext cx="4087" cy="4934"/>
            </a:xfrm>
            <a:custGeom>
              <a:avLst/>
              <a:pathLst>
                <a:path w="4087" h="4934">
                  <a:moveTo>
                    <a:pt x="0" y="4934"/>
                  </a:moveTo>
                  <a:lnTo>
                    <a:pt x="40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l5680"/>
            <p:cNvSpPr/>
            <p:nvPr/>
          </p:nvSpPr>
          <p:spPr>
            <a:xfrm>
              <a:off x="4878562" y="1891439"/>
              <a:ext cx="4105" cy="1549"/>
            </a:xfrm>
            <a:custGeom>
              <a:avLst/>
              <a:pathLst>
                <a:path w="4105" h="1549">
                  <a:moveTo>
                    <a:pt x="4105" y="0"/>
                  </a:moveTo>
                  <a:lnTo>
                    <a:pt x="0" y="154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l5681"/>
            <p:cNvSpPr/>
            <p:nvPr/>
          </p:nvSpPr>
          <p:spPr>
            <a:xfrm>
              <a:off x="4872016" y="1896373"/>
              <a:ext cx="6563" cy="1824"/>
            </a:xfrm>
            <a:custGeom>
              <a:avLst/>
              <a:pathLst>
                <a:path w="6563" h="1824">
                  <a:moveTo>
                    <a:pt x="6563" y="0"/>
                  </a:moveTo>
                  <a:lnTo>
                    <a:pt x="0" y="182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l5682"/>
            <p:cNvSpPr/>
            <p:nvPr/>
          </p:nvSpPr>
          <p:spPr>
            <a:xfrm>
              <a:off x="4863078" y="1907099"/>
              <a:ext cx="22944" cy="364"/>
            </a:xfrm>
            <a:custGeom>
              <a:avLst/>
              <a:pathLst>
                <a:path w="22944" h="364">
                  <a:moveTo>
                    <a:pt x="22944" y="3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l5683"/>
            <p:cNvSpPr/>
            <p:nvPr/>
          </p:nvSpPr>
          <p:spPr>
            <a:xfrm>
              <a:off x="4863078" y="1903436"/>
              <a:ext cx="2415" cy="3663"/>
            </a:xfrm>
            <a:custGeom>
              <a:avLst/>
              <a:pathLst>
                <a:path w="2415" h="3663">
                  <a:moveTo>
                    <a:pt x="0" y="3663"/>
                  </a:moveTo>
                  <a:lnTo>
                    <a:pt x="24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l5684"/>
            <p:cNvSpPr/>
            <p:nvPr/>
          </p:nvSpPr>
          <p:spPr>
            <a:xfrm>
              <a:off x="4858993" y="1907099"/>
              <a:ext cx="4085" cy="1601"/>
            </a:xfrm>
            <a:custGeom>
              <a:avLst/>
              <a:pathLst>
                <a:path w="4085" h="1601">
                  <a:moveTo>
                    <a:pt x="4085" y="0"/>
                  </a:moveTo>
                  <a:lnTo>
                    <a:pt x="0" y="16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l5685"/>
            <p:cNvSpPr/>
            <p:nvPr/>
          </p:nvSpPr>
          <p:spPr>
            <a:xfrm>
              <a:off x="4846149" y="1922699"/>
              <a:ext cx="26639" cy="524"/>
            </a:xfrm>
            <a:custGeom>
              <a:avLst/>
              <a:pathLst>
                <a:path w="26639" h="524">
                  <a:moveTo>
                    <a:pt x="26639" y="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l5686"/>
            <p:cNvSpPr/>
            <p:nvPr/>
          </p:nvSpPr>
          <p:spPr>
            <a:xfrm>
              <a:off x="4846149" y="1917679"/>
              <a:ext cx="3981" cy="5020"/>
            </a:xfrm>
            <a:custGeom>
              <a:avLst/>
              <a:pathLst>
                <a:path w="3981" h="5020">
                  <a:moveTo>
                    <a:pt x="0" y="5020"/>
                  </a:moveTo>
                  <a:lnTo>
                    <a:pt x="39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l5687"/>
            <p:cNvSpPr/>
            <p:nvPr/>
          </p:nvSpPr>
          <p:spPr>
            <a:xfrm>
              <a:off x="4850131" y="1913994"/>
              <a:ext cx="2383" cy="3684"/>
            </a:xfrm>
            <a:custGeom>
              <a:avLst/>
              <a:pathLst>
                <a:path w="2383" h="3684">
                  <a:moveTo>
                    <a:pt x="0" y="3684"/>
                  </a:moveTo>
                  <a:lnTo>
                    <a:pt x="23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l5688"/>
            <p:cNvSpPr/>
            <p:nvPr/>
          </p:nvSpPr>
          <p:spPr>
            <a:xfrm>
              <a:off x="4846059" y="1917679"/>
              <a:ext cx="4071" cy="1636"/>
            </a:xfrm>
            <a:custGeom>
              <a:avLst/>
              <a:pathLst>
                <a:path w="4071" h="1636">
                  <a:moveTo>
                    <a:pt x="4071" y="0"/>
                  </a:moveTo>
                  <a:lnTo>
                    <a:pt x="0" y="163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l5689"/>
            <p:cNvSpPr/>
            <p:nvPr/>
          </p:nvSpPr>
          <p:spPr>
            <a:xfrm>
              <a:off x="4839627" y="1922699"/>
              <a:ext cx="6522" cy="1964"/>
            </a:xfrm>
            <a:custGeom>
              <a:avLst/>
              <a:pathLst>
                <a:path w="6522" h="1964">
                  <a:moveTo>
                    <a:pt x="6522" y="0"/>
                  </a:moveTo>
                  <a:lnTo>
                    <a:pt x="0" y="19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l5690"/>
            <p:cNvSpPr/>
            <p:nvPr/>
          </p:nvSpPr>
          <p:spPr>
            <a:xfrm>
              <a:off x="4833217" y="1930040"/>
              <a:ext cx="27018" cy="5195"/>
            </a:xfrm>
            <a:custGeom>
              <a:avLst/>
              <a:pathLst>
                <a:path w="27018" h="5195">
                  <a:moveTo>
                    <a:pt x="27018" y="51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l5691"/>
            <p:cNvSpPr/>
            <p:nvPr/>
          </p:nvSpPr>
          <p:spPr>
            <a:xfrm>
              <a:off x="4826830" y="1935443"/>
              <a:ext cx="24427" cy="9001"/>
            </a:xfrm>
            <a:custGeom>
              <a:avLst/>
              <a:pathLst>
                <a:path w="24427" h="9001">
                  <a:moveTo>
                    <a:pt x="24427" y="90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l5692"/>
            <p:cNvSpPr/>
            <p:nvPr/>
          </p:nvSpPr>
          <p:spPr>
            <a:xfrm>
              <a:off x="4795245" y="1962865"/>
              <a:ext cx="208192" cy="118398"/>
            </a:xfrm>
            <a:custGeom>
              <a:avLst/>
              <a:pathLst>
                <a:path w="208192" h="118398">
                  <a:moveTo>
                    <a:pt x="208192" y="1183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l5693"/>
            <p:cNvSpPr/>
            <p:nvPr/>
          </p:nvSpPr>
          <p:spPr>
            <a:xfrm>
              <a:off x="4712054" y="2077070"/>
              <a:ext cx="233095" cy="89407"/>
            </a:xfrm>
            <a:custGeom>
              <a:avLst/>
              <a:pathLst>
                <a:path w="233095" h="89407">
                  <a:moveTo>
                    <a:pt x="233095" y="89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l5694"/>
            <p:cNvSpPr/>
            <p:nvPr/>
          </p:nvSpPr>
          <p:spPr>
            <a:xfrm>
              <a:off x="4712054" y="2056935"/>
              <a:ext cx="18073" cy="20134"/>
            </a:xfrm>
            <a:custGeom>
              <a:avLst/>
              <a:pathLst>
                <a:path w="18073" h="20134">
                  <a:moveTo>
                    <a:pt x="0" y="20134"/>
                  </a:moveTo>
                  <a:lnTo>
                    <a:pt x="1807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l5695"/>
            <p:cNvSpPr/>
            <p:nvPr/>
          </p:nvSpPr>
          <p:spPr>
            <a:xfrm>
              <a:off x="4730128" y="2026074"/>
              <a:ext cx="16310" cy="30860"/>
            </a:xfrm>
            <a:custGeom>
              <a:avLst/>
              <a:pathLst>
                <a:path w="16310" h="30860">
                  <a:moveTo>
                    <a:pt x="0" y="30860"/>
                  </a:moveTo>
                  <a:lnTo>
                    <a:pt x="1631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l5696"/>
            <p:cNvSpPr/>
            <p:nvPr/>
          </p:nvSpPr>
          <p:spPr>
            <a:xfrm>
              <a:off x="4746438" y="2016185"/>
              <a:ext cx="8423" cy="9889"/>
            </a:xfrm>
            <a:custGeom>
              <a:avLst/>
              <a:pathLst>
                <a:path w="8423" h="9889">
                  <a:moveTo>
                    <a:pt x="0" y="9889"/>
                  </a:moveTo>
                  <a:lnTo>
                    <a:pt x="84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l5697"/>
            <p:cNvSpPr/>
            <p:nvPr/>
          </p:nvSpPr>
          <p:spPr>
            <a:xfrm>
              <a:off x="4754861" y="2003194"/>
              <a:ext cx="11867" cy="12990"/>
            </a:xfrm>
            <a:custGeom>
              <a:avLst/>
              <a:pathLst>
                <a:path w="11867" h="12990">
                  <a:moveTo>
                    <a:pt x="0" y="12990"/>
                  </a:moveTo>
                  <a:lnTo>
                    <a:pt x="1186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l5698"/>
            <p:cNvSpPr/>
            <p:nvPr/>
          </p:nvSpPr>
          <p:spPr>
            <a:xfrm>
              <a:off x="4766728" y="1989559"/>
              <a:ext cx="6893" cy="13634"/>
            </a:xfrm>
            <a:custGeom>
              <a:avLst/>
              <a:pathLst>
                <a:path w="6893" h="13634">
                  <a:moveTo>
                    <a:pt x="0" y="13634"/>
                  </a:moveTo>
                  <a:lnTo>
                    <a:pt x="68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l5699"/>
            <p:cNvSpPr/>
            <p:nvPr/>
          </p:nvSpPr>
          <p:spPr>
            <a:xfrm>
              <a:off x="4773621" y="1983296"/>
              <a:ext cx="4873" cy="6263"/>
            </a:xfrm>
            <a:custGeom>
              <a:avLst/>
              <a:pathLst>
                <a:path w="4873" h="6263">
                  <a:moveTo>
                    <a:pt x="0" y="6263"/>
                  </a:moveTo>
                  <a:lnTo>
                    <a:pt x="487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l5700"/>
            <p:cNvSpPr/>
            <p:nvPr/>
          </p:nvSpPr>
          <p:spPr>
            <a:xfrm>
              <a:off x="4778495" y="1977398"/>
              <a:ext cx="4515" cy="5897"/>
            </a:xfrm>
            <a:custGeom>
              <a:avLst/>
              <a:pathLst>
                <a:path w="4515" h="5897">
                  <a:moveTo>
                    <a:pt x="0" y="5897"/>
                  </a:moveTo>
                  <a:lnTo>
                    <a:pt x="45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l5701"/>
            <p:cNvSpPr/>
            <p:nvPr/>
          </p:nvSpPr>
          <p:spPr>
            <a:xfrm>
              <a:off x="4783011" y="1972212"/>
              <a:ext cx="3763" cy="5185"/>
            </a:xfrm>
            <a:custGeom>
              <a:avLst/>
              <a:pathLst>
                <a:path w="3763" h="5185">
                  <a:moveTo>
                    <a:pt x="0" y="5185"/>
                  </a:moveTo>
                  <a:lnTo>
                    <a:pt x="37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l5702"/>
            <p:cNvSpPr/>
            <p:nvPr/>
          </p:nvSpPr>
          <p:spPr>
            <a:xfrm>
              <a:off x="4786775" y="1968430"/>
              <a:ext cx="2224" cy="3782"/>
            </a:xfrm>
            <a:custGeom>
              <a:avLst/>
              <a:pathLst>
                <a:path w="2224" h="3782">
                  <a:moveTo>
                    <a:pt x="0" y="3782"/>
                  </a:moveTo>
                  <a:lnTo>
                    <a:pt x="22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l5703"/>
            <p:cNvSpPr/>
            <p:nvPr/>
          </p:nvSpPr>
          <p:spPr>
            <a:xfrm>
              <a:off x="4764253" y="1989559"/>
              <a:ext cx="9368" cy="1394"/>
            </a:xfrm>
            <a:custGeom>
              <a:avLst/>
              <a:pathLst>
                <a:path w="9368" h="1394">
                  <a:moveTo>
                    <a:pt x="9368" y="0"/>
                  </a:moveTo>
                  <a:lnTo>
                    <a:pt x="0" y="13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l5704"/>
            <p:cNvSpPr/>
            <p:nvPr/>
          </p:nvSpPr>
          <p:spPr>
            <a:xfrm>
              <a:off x="4667328" y="2089137"/>
              <a:ext cx="231146" cy="125254"/>
            </a:xfrm>
            <a:custGeom>
              <a:avLst/>
              <a:pathLst>
                <a:path w="231146" h="125254">
                  <a:moveTo>
                    <a:pt x="231146" y="1252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l5705"/>
            <p:cNvSpPr/>
            <p:nvPr/>
          </p:nvSpPr>
          <p:spPr>
            <a:xfrm>
              <a:off x="4663499" y="2089137"/>
              <a:ext cx="3829" cy="2143"/>
            </a:xfrm>
            <a:custGeom>
              <a:avLst/>
              <a:pathLst>
                <a:path w="3829" h="2143">
                  <a:moveTo>
                    <a:pt x="3829" y="0"/>
                  </a:moveTo>
                  <a:lnTo>
                    <a:pt x="0" y="214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l5706"/>
            <p:cNvSpPr/>
            <p:nvPr/>
          </p:nvSpPr>
          <p:spPr>
            <a:xfrm>
              <a:off x="4655942" y="2101380"/>
              <a:ext cx="215823" cy="143759"/>
            </a:xfrm>
            <a:custGeom>
              <a:avLst/>
              <a:pathLst>
                <a:path w="215823" h="143759">
                  <a:moveTo>
                    <a:pt x="215823" y="1437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l5707"/>
            <p:cNvSpPr/>
            <p:nvPr/>
          </p:nvSpPr>
          <p:spPr>
            <a:xfrm>
              <a:off x="4652131" y="2101380"/>
              <a:ext cx="3810" cy="2175"/>
            </a:xfrm>
            <a:custGeom>
              <a:avLst/>
              <a:pathLst>
                <a:path w="3810" h="2175">
                  <a:moveTo>
                    <a:pt x="3810" y="0"/>
                  </a:moveTo>
                  <a:lnTo>
                    <a:pt x="0" y="217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l5708"/>
            <p:cNvSpPr/>
            <p:nvPr/>
          </p:nvSpPr>
          <p:spPr>
            <a:xfrm>
              <a:off x="4367658" y="2822591"/>
              <a:ext cx="383353" cy="470404"/>
            </a:xfrm>
            <a:custGeom>
              <a:avLst/>
              <a:pathLst>
                <a:path w="383353" h="470404">
                  <a:moveTo>
                    <a:pt x="383353" y="0"/>
                  </a:moveTo>
                  <a:lnTo>
                    <a:pt x="0" y="4704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l5709"/>
            <p:cNvSpPr/>
            <p:nvPr/>
          </p:nvSpPr>
          <p:spPr>
            <a:xfrm>
              <a:off x="4349909" y="3216442"/>
              <a:ext cx="17749" cy="76553"/>
            </a:xfrm>
            <a:custGeom>
              <a:avLst/>
              <a:pathLst>
                <a:path w="17749" h="76553">
                  <a:moveTo>
                    <a:pt x="17749" y="765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l5710"/>
            <p:cNvSpPr/>
            <p:nvPr/>
          </p:nvSpPr>
          <p:spPr>
            <a:xfrm>
              <a:off x="4349909" y="3173956"/>
              <a:ext cx="1661" cy="42485"/>
            </a:xfrm>
            <a:custGeom>
              <a:avLst/>
              <a:pathLst>
                <a:path w="1661" h="42485">
                  <a:moveTo>
                    <a:pt x="0" y="42485"/>
                  </a:moveTo>
                  <a:lnTo>
                    <a:pt x="16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l5711"/>
            <p:cNvSpPr/>
            <p:nvPr/>
          </p:nvSpPr>
          <p:spPr>
            <a:xfrm>
              <a:off x="4351571" y="3106805"/>
              <a:ext cx="9792" cy="67151"/>
            </a:xfrm>
            <a:custGeom>
              <a:avLst/>
              <a:pathLst>
                <a:path w="9792" h="67151">
                  <a:moveTo>
                    <a:pt x="0" y="67151"/>
                  </a:moveTo>
                  <a:lnTo>
                    <a:pt x="97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l5712"/>
            <p:cNvSpPr/>
            <p:nvPr/>
          </p:nvSpPr>
          <p:spPr>
            <a:xfrm>
              <a:off x="4361363" y="2990831"/>
              <a:ext cx="11867" cy="115973"/>
            </a:xfrm>
            <a:custGeom>
              <a:avLst/>
              <a:pathLst>
                <a:path w="11867" h="115973">
                  <a:moveTo>
                    <a:pt x="0" y="115973"/>
                  </a:moveTo>
                  <a:lnTo>
                    <a:pt x="1186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l5713"/>
            <p:cNvSpPr/>
            <p:nvPr/>
          </p:nvSpPr>
          <p:spPr>
            <a:xfrm>
              <a:off x="4373231" y="2837824"/>
              <a:ext cx="33636" cy="153006"/>
            </a:xfrm>
            <a:custGeom>
              <a:avLst/>
              <a:pathLst>
                <a:path w="33636" h="153006">
                  <a:moveTo>
                    <a:pt x="0" y="153006"/>
                  </a:moveTo>
                  <a:lnTo>
                    <a:pt x="336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l5714"/>
            <p:cNvSpPr/>
            <p:nvPr/>
          </p:nvSpPr>
          <p:spPr>
            <a:xfrm>
              <a:off x="4406867" y="2659677"/>
              <a:ext cx="24809" cy="178147"/>
            </a:xfrm>
            <a:custGeom>
              <a:avLst/>
              <a:pathLst>
                <a:path w="24809" h="178147">
                  <a:moveTo>
                    <a:pt x="0" y="178147"/>
                  </a:moveTo>
                  <a:lnTo>
                    <a:pt x="24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l5715"/>
            <p:cNvSpPr/>
            <p:nvPr/>
          </p:nvSpPr>
          <p:spPr>
            <a:xfrm>
              <a:off x="4431677" y="2504997"/>
              <a:ext cx="28450" cy="154679"/>
            </a:xfrm>
            <a:custGeom>
              <a:avLst/>
              <a:pathLst>
                <a:path w="28450" h="154679">
                  <a:moveTo>
                    <a:pt x="0" y="154679"/>
                  </a:moveTo>
                  <a:lnTo>
                    <a:pt x="284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l5716"/>
            <p:cNvSpPr/>
            <p:nvPr/>
          </p:nvSpPr>
          <p:spPr>
            <a:xfrm>
              <a:off x="4460127" y="2448538"/>
              <a:ext cx="30083" cy="56458"/>
            </a:xfrm>
            <a:custGeom>
              <a:avLst/>
              <a:pathLst>
                <a:path w="30083" h="56458">
                  <a:moveTo>
                    <a:pt x="0" y="56458"/>
                  </a:moveTo>
                  <a:lnTo>
                    <a:pt x="300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l5717"/>
            <p:cNvSpPr/>
            <p:nvPr/>
          </p:nvSpPr>
          <p:spPr>
            <a:xfrm>
              <a:off x="4490211" y="2361904"/>
              <a:ext cx="46533" cy="86634"/>
            </a:xfrm>
            <a:custGeom>
              <a:avLst/>
              <a:pathLst>
                <a:path w="46533" h="86634">
                  <a:moveTo>
                    <a:pt x="0" y="86634"/>
                  </a:moveTo>
                  <a:lnTo>
                    <a:pt x="465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l5718"/>
            <p:cNvSpPr/>
            <p:nvPr/>
          </p:nvSpPr>
          <p:spPr>
            <a:xfrm>
              <a:off x="4536744" y="2238540"/>
              <a:ext cx="49406" cy="123363"/>
            </a:xfrm>
            <a:custGeom>
              <a:avLst/>
              <a:pathLst>
                <a:path w="49406" h="123363">
                  <a:moveTo>
                    <a:pt x="0" y="123363"/>
                  </a:moveTo>
                  <a:lnTo>
                    <a:pt x="494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l5719"/>
            <p:cNvSpPr/>
            <p:nvPr/>
          </p:nvSpPr>
          <p:spPr>
            <a:xfrm>
              <a:off x="4586151" y="2180359"/>
              <a:ext cx="23326" cy="58180"/>
            </a:xfrm>
            <a:custGeom>
              <a:avLst/>
              <a:pathLst>
                <a:path w="23326" h="58180">
                  <a:moveTo>
                    <a:pt x="0" y="58180"/>
                  </a:moveTo>
                  <a:lnTo>
                    <a:pt x="233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l5720"/>
            <p:cNvSpPr/>
            <p:nvPr/>
          </p:nvSpPr>
          <p:spPr>
            <a:xfrm>
              <a:off x="4609477" y="2152365"/>
              <a:ext cx="15148" cy="27994"/>
            </a:xfrm>
            <a:custGeom>
              <a:avLst/>
              <a:pathLst>
                <a:path w="15148" h="27994">
                  <a:moveTo>
                    <a:pt x="0" y="27994"/>
                  </a:moveTo>
                  <a:lnTo>
                    <a:pt x="151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l5721"/>
            <p:cNvSpPr/>
            <p:nvPr/>
          </p:nvSpPr>
          <p:spPr>
            <a:xfrm>
              <a:off x="4624625" y="2132816"/>
              <a:ext cx="10067" cy="19549"/>
            </a:xfrm>
            <a:custGeom>
              <a:avLst/>
              <a:pathLst>
                <a:path w="10067" h="19549">
                  <a:moveTo>
                    <a:pt x="0" y="19549"/>
                  </a:moveTo>
                  <a:lnTo>
                    <a:pt x="1006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l5722"/>
            <p:cNvSpPr/>
            <p:nvPr/>
          </p:nvSpPr>
          <p:spPr>
            <a:xfrm>
              <a:off x="4634692" y="2121707"/>
              <a:ext cx="6348" cy="11108"/>
            </a:xfrm>
            <a:custGeom>
              <a:avLst/>
              <a:pathLst>
                <a:path w="6348" h="11108">
                  <a:moveTo>
                    <a:pt x="0" y="11108"/>
                  </a:moveTo>
                  <a:lnTo>
                    <a:pt x="63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l5723"/>
            <p:cNvSpPr/>
            <p:nvPr/>
          </p:nvSpPr>
          <p:spPr>
            <a:xfrm>
              <a:off x="4641041" y="2113721"/>
              <a:ext cx="3620" cy="7986"/>
            </a:xfrm>
            <a:custGeom>
              <a:avLst/>
              <a:pathLst>
                <a:path w="3620" h="7986">
                  <a:moveTo>
                    <a:pt x="0" y="7986"/>
                  </a:moveTo>
                  <a:lnTo>
                    <a:pt x="36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l5724"/>
            <p:cNvSpPr/>
            <p:nvPr/>
          </p:nvSpPr>
          <p:spPr>
            <a:xfrm>
              <a:off x="4644661" y="2109731"/>
              <a:ext cx="1825" cy="3990"/>
            </a:xfrm>
            <a:custGeom>
              <a:avLst/>
              <a:pathLst>
                <a:path w="1825" h="3990">
                  <a:moveTo>
                    <a:pt x="0" y="3990"/>
                  </a:moveTo>
                  <a:lnTo>
                    <a:pt x="18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l5725"/>
            <p:cNvSpPr/>
            <p:nvPr/>
          </p:nvSpPr>
          <p:spPr>
            <a:xfrm>
              <a:off x="4633485" y="2121707"/>
              <a:ext cx="7555" cy="4450"/>
            </a:xfrm>
            <a:custGeom>
              <a:avLst/>
              <a:pathLst>
                <a:path w="7555" h="4450">
                  <a:moveTo>
                    <a:pt x="7555" y="0"/>
                  </a:moveTo>
                  <a:lnTo>
                    <a:pt x="0" y="44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l5726"/>
            <p:cNvSpPr/>
            <p:nvPr/>
          </p:nvSpPr>
          <p:spPr>
            <a:xfrm>
              <a:off x="4633485" y="2122152"/>
              <a:ext cx="1791" cy="4005"/>
            </a:xfrm>
            <a:custGeom>
              <a:avLst/>
              <a:pathLst>
                <a:path w="1791" h="4005">
                  <a:moveTo>
                    <a:pt x="0" y="4005"/>
                  </a:moveTo>
                  <a:lnTo>
                    <a:pt x="179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l5727"/>
            <p:cNvSpPr/>
            <p:nvPr/>
          </p:nvSpPr>
          <p:spPr>
            <a:xfrm>
              <a:off x="4622417" y="2132816"/>
              <a:ext cx="12275" cy="5873"/>
            </a:xfrm>
            <a:custGeom>
              <a:avLst/>
              <a:pathLst>
                <a:path w="12275" h="5873">
                  <a:moveTo>
                    <a:pt x="12275" y="0"/>
                  </a:moveTo>
                  <a:lnTo>
                    <a:pt x="0" y="58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l5728"/>
            <p:cNvSpPr/>
            <p:nvPr/>
          </p:nvSpPr>
          <p:spPr>
            <a:xfrm>
              <a:off x="4622417" y="2134668"/>
              <a:ext cx="1757" cy="4021"/>
            </a:xfrm>
            <a:custGeom>
              <a:avLst/>
              <a:pathLst>
                <a:path w="1757" h="4021">
                  <a:moveTo>
                    <a:pt x="0" y="4021"/>
                  </a:moveTo>
                  <a:lnTo>
                    <a:pt x="17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l5729"/>
            <p:cNvSpPr/>
            <p:nvPr/>
          </p:nvSpPr>
          <p:spPr>
            <a:xfrm>
              <a:off x="4604659" y="2152365"/>
              <a:ext cx="19966" cy="10998"/>
            </a:xfrm>
            <a:custGeom>
              <a:avLst/>
              <a:pathLst>
                <a:path w="19966" h="10998">
                  <a:moveTo>
                    <a:pt x="19966" y="0"/>
                  </a:moveTo>
                  <a:lnTo>
                    <a:pt x="0" y="1099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l5730"/>
            <p:cNvSpPr/>
            <p:nvPr/>
          </p:nvSpPr>
          <p:spPr>
            <a:xfrm>
              <a:off x="4604659" y="2156938"/>
              <a:ext cx="3725" cy="6425"/>
            </a:xfrm>
            <a:custGeom>
              <a:avLst/>
              <a:pathLst>
                <a:path w="3725" h="6425">
                  <a:moveTo>
                    <a:pt x="0" y="6425"/>
                  </a:moveTo>
                  <a:lnTo>
                    <a:pt x="37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l5731"/>
            <p:cNvSpPr/>
            <p:nvPr/>
          </p:nvSpPr>
          <p:spPr>
            <a:xfrm>
              <a:off x="4608384" y="2151314"/>
              <a:ext cx="3070" cy="5623"/>
            </a:xfrm>
            <a:custGeom>
              <a:avLst/>
              <a:pathLst>
                <a:path w="3070" h="5623">
                  <a:moveTo>
                    <a:pt x="0" y="5623"/>
                  </a:moveTo>
                  <a:lnTo>
                    <a:pt x="307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l5732"/>
            <p:cNvSpPr/>
            <p:nvPr/>
          </p:nvSpPr>
          <p:spPr>
            <a:xfrm>
              <a:off x="4611455" y="2147278"/>
              <a:ext cx="1723" cy="4035"/>
            </a:xfrm>
            <a:custGeom>
              <a:avLst/>
              <a:pathLst>
                <a:path w="1723" h="4035">
                  <a:moveTo>
                    <a:pt x="0" y="4035"/>
                  </a:moveTo>
                  <a:lnTo>
                    <a:pt x="17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l5733"/>
            <p:cNvSpPr/>
            <p:nvPr/>
          </p:nvSpPr>
          <p:spPr>
            <a:xfrm>
              <a:off x="4596887" y="2163364"/>
              <a:ext cx="7771" cy="3004"/>
            </a:xfrm>
            <a:custGeom>
              <a:avLst/>
              <a:pathLst>
                <a:path w="7771" h="3004">
                  <a:moveTo>
                    <a:pt x="7771" y="0"/>
                  </a:moveTo>
                  <a:lnTo>
                    <a:pt x="0" y="30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l5734"/>
            <p:cNvSpPr/>
            <p:nvPr/>
          </p:nvSpPr>
          <p:spPr>
            <a:xfrm>
              <a:off x="4579351" y="2180359"/>
              <a:ext cx="30125" cy="15551"/>
            </a:xfrm>
            <a:custGeom>
              <a:avLst/>
              <a:pathLst>
                <a:path w="30125" h="15551">
                  <a:moveTo>
                    <a:pt x="30125" y="0"/>
                  </a:moveTo>
                  <a:lnTo>
                    <a:pt x="0" y="155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l5735"/>
            <p:cNvSpPr/>
            <p:nvPr/>
          </p:nvSpPr>
          <p:spPr>
            <a:xfrm>
              <a:off x="4579351" y="2189008"/>
              <a:ext cx="3916" cy="6902"/>
            </a:xfrm>
            <a:custGeom>
              <a:avLst/>
              <a:pathLst>
                <a:path w="3916" h="6902">
                  <a:moveTo>
                    <a:pt x="0" y="6902"/>
                  </a:moveTo>
                  <a:lnTo>
                    <a:pt x="391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l5736"/>
            <p:cNvSpPr/>
            <p:nvPr/>
          </p:nvSpPr>
          <p:spPr>
            <a:xfrm>
              <a:off x="4583268" y="2182519"/>
              <a:ext cx="3615" cy="6488"/>
            </a:xfrm>
            <a:custGeom>
              <a:avLst/>
              <a:pathLst>
                <a:path w="3615" h="6488">
                  <a:moveTo>
                    <a:pt x="0" y="6488"/>
                  </a:moveTo>
                  <a:lnTo>
                    <a:pt x="36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l5737"/>
            <p:cNvSpPr/>
            <p:nvPr/>
          </p:nvSpPr>
          <p:spPr>
            <a:xfrm>
              <a:off x="4586883" y="2176844"/>
              <a:ext cx="2974" cy="5675"/>
            </a:xfrm>
            <a:custGeom>
              <a:avLst/>
              <a:pathLst>
                <a:path w="2974" h="5675">
                  <a:moveTo>
                    <a:pt x="0" y="5675"/>
                  </a:moveTo>
                  <a:lnTo>
                    <a:pt x="29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l5738"/>
            <p:cNvSpPr/>
            <p:nvPr/>
          </p:nvSpPr>
          <p:spPr>
            <a:xfrm>
              <a:off x="4586163" y="2176844"/>
              <a:ext cx="3694" cy="2367"/>
            </a:xfrm>
            <a:custGeom>
              <a:avLst/>
              <a:pathLst>
                <a:path w="3694" h="2367">
                  <a:moveTo>
                    <a:pt x="3694" y="0"/>
                  </a:moveTo>
                  <a:lnTo>
                    <a:pt x="0" y="23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l5739"/>
            <p:cNvSpPr/>
            <p:nvPr/>
          </p:nvSpPr>
          <p:spPr>
            <a:xfrm>
              <a:off x="4580842" y="2182519"/>
              <a:ext cx="6041" cy="3147"/>
            </a:xfrm>
            <a:custGeom>
              <a:avLst/>
              <a:pathLst>
                <a:path w="6041" h="3147">
                  <a:moveTo>
                    <a:pt x="6041" y="0"/>
                  </a:moveTo>
                  <a:lnTo>
                    <a:pt x="0" y="31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l5740"/>
            <p:cNvSpPr/>
            <p:nvPr/>
          </p:nvSpPr>
          <p:spPr>
            <a:xfrm>
              <a:off x="4575549" y="2189008"/>
              <a:ext cx="7719" cy="3137"/>
            </a:xfrm>
            <a:custGeom>
              <a:avLst/>
              <a:pathLst>
                <a:path w="7719" h="3137">
                  <a:moveTo>
                    <a:pt x="7719" y="0"/>
                  </a:moveTo>
                  <a:lnTo>
                    <a:pt x="0" y="31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l5741"/>
            <p:cNvSpPr/>
            <p:nvPr/>
          </p:nvSpPr>
          <p:spPr>
            <a:xfrm>
              <a:off x="4570283" y="2195911"/>
              <a:ext cx="9067" cy="2735"/>
            </a:xfrm>
            <a:custGeom>
              <a:avLst/>
              <a:pathLst>
                <a:path w="9067" h="2735">
                  <a:moveTo>
                    <a:pt x="9067" y="0"/>
                  </a:moveTo>
                  <a:lnTo>
                    <a:pt x="0" y="273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l5742"/>
            <p:cNvSpPr/>
            <p:nvPr/>
          </p:nvSpPr>
          <p:spPr>
            <a:xfrm>
              <a:off x="4533943" y="2238540"/>
              <a:ext cx="52207" cy="35459"/>
            </a:xfrm>
            <a:custGeom>
              <a:avLst/>
              <a:pathLst>
                <a:path w="52207" h="35459">
                  <a:moveTo>
                    <a:pt x="52207" y="0"/>
                  </a:moveTo>
                  <a:lnTo>
                    <a:pt x="0" y="354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l5743"/>
            <p:cNvSpPr/>
            <p:nvPr/>
          </p:nvSpPr>
          <p:spPr>
            <a:xfrm>
              <a:off x="4533943" y="2248515"/>
              <a:ext cx="10796" cy="25484"/>
            </a:xfrm>
            <a:custGeom>
              <a:avLst/>
              <a:pathLst>
                <a:path w="10796" h="25484">
                  <a:moveTo>
                    <a:pt x="0" y="25484"/>
                  </a:moveTo>
                  <a:lnTo>
                    <a:pt x="10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l5744"/>
            <p:cNvSpPr/>
            <p:nvPr/>
          </p:nvSpPr>
          <p:spPr>
            <a:xfrm>
              <a:off x="4544739" y="2234304"/>
              <a:ext cx="7550" cy="14211"/>
            </a:xfrm>
            <a:custGeom>
              <a:avLst/>
              <a:pathLst>
                <a:path w="7550" h="14211">
                  <a:moveTo>
                    <a:pt x="0" y="14211"/>
                  </a:moveTo>
                  <a:lnTo>
                    <a:pt x="75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l5745"/>
            <p:cNvSpPr/>
            <p:nvPr/>
          </p:nvSpPr>
          <p:spPr>
            <a:xfrm>
              <a:off x="4540123" y="2234304"/>
              <a:ext cx="12166" cy="7089"/>
            </a:xfrm>
            <a:custGeom>
              <a:avLst/>
              <a:pathLst>
                <a:path w="12166" h="7089">
                  <a:moveTo>
                    <a:pt x="12166" y="0"/>
                  </a:moveTo>
                  <a:lnTo>
                    <a:pt x="0" y="70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l5746"/>
            <p:cNvSpPr/>
            <p:nvPr/>
          </p:nvSpPr>
          <p:spPr>
            <a:xfrm>
              <a:off x="4540123" y="2235608"/>
              <a:ext cx="2754" cy="5785"/>
            </a:xfrm>
            <a:custGeom>
              <a:avLst/>
              <a:pathLst>
                <a:path w="2754" h="5785">
                  <a:moveTo>
                    <a:pt x="0" y="5785"/>
                  </a:moveTo>
                  <a:lnTo>
                    <a:pt x="27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l5747"/>
            <p:cNvSpPr/>
            <p:nvPr/>
          </p:nvSpPr>
          <p:spPr>
            <a:xfrm>
              <a:off x="4542877" y="2231482"/>
              <a:ext cx="1496" cy="4125"/>
            </a:xfrm>
            <a:custGeom>
              <a:avLst/>
              <a:pathLst>
                <a:path w="1496" h="4125">
                  <a:moveTo>
                    <a:pt x="0" y="4125"/>
                  </a:moveTo>
                  <a:lnTo>
                    <a:pt x="14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l5748"/>
            <p:cNvSpPr/>
            <p:nvPr/>
          </p:nvSpPr>
          <p:spPr>
            <a:xfrm>
              <a:off x="4527723" y="2248515"/>
              <a:ext cx="17016" cy="7076"/>
            </a:xfrm>
            <a:custGeom>
              <a:avLst/>
              <a:pathLst>
                <a:path w="17016" h="7076">
                  <a:moveTo>
                    <a:pt x="17016" y="0"/>
                  </a:moveTo>
                  <a:lnTo>
                    <a:pt x="0" y="707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l5749"/>
            <p:cNvSpPr/>
            <p:nvPr/>
          </p:nvSpPr>
          <p:spPr>
            <a:xfrm>
              <a:off x="4527723" y="2251447"/>
              <a:ext cx="1443" cy="4144"/>
            </a:xfrm>
            <a:custGeom>
              <a:avLst/>
              <a:pathLst>
                <a:path w="1443" h="4144">
                  <a:moveTo>
                    <a:pt x="0" y="4144"/>
                  </a:moveTo>
                  <a:lnTo>
                    <a:pt x="14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l5750"/>
            <p:cNvSpPr/>
            <p:nvPr/>
          </p:nvSpPr>
          <p:spPr>
            <a:xfrm>
              <a:off x="4508414" y="2274000"/>
              <a:ext cx="25528" cy="14681"/>
            </a:xfrm>
            <a:custGeom>
              <a:avLst/>
              <a:pathLst>
                <a:path w="25528" h="14681">
                  <a:moveTo>
                    <a:pt x="25528" y="0"/>
                  </a:moveTo>
                  <a:lnTo>
                    <a:pt x="0" y="146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l5751"/>
            <p:cNvSpPr/>
            <p:nvPr/>
          </p:nvSpPr>
          <p:spPr>
            <a:xfrm>
              <a:off x="4508414" y="2281557"/>
              <a:ext cx="3497" cy="7124"/>
            </a:xfrm>
            <a:custGeom>
              <a:avLst/>
              <a:pathLst>
                <a:path w="3497" h="7124">
                  <a:moveTo>
                    <a:pt x="0" y="7124"/>
                  </a:moveTo>
                  <a:lnTo>
                    <a:pt x="34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l5752"/>
            <p:cNvSpPr/>
            <p:nvPr/>
          </p:nvSpPr>
          <p:spPr>
            <a:xfrm>
              <a:off x="4511912" y="2274864"/>
              <a:ext cx="3221" cy="6692"/>
            </a:xfrm>
            <a:custGeom>
              <a:avLst/>
              <a:pathLst>
                <a:path w="3221" h="6692">
                  <a:moveTo>
                    <a:pt x="0" y="6692"/>
                  </a:moveTo>
                  <a:lnTo>
                    <a:pt x="322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l5753"/>
            <p:cNvSpPr/>
            <p:nvPr/>
          </p:nvSpPr>
          <p:spPr>
            <a:xfrm>
              <a:off x="4515133" y="2269021"/>
              <a:ext cx="2630" cy="5843"/>
            </a:xfrm>
            <a:custGeom>
              <a:avLst/>
              <a:pathLst>
                <a:path w="2630" h="5843">
                  <a:moveTo>
                    <a:pt x="0" y="5843"/>
                  </a:moveTo>
                  <a:lnTo>
                    <a:pt x="263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l5754"/>
            <p:cNvSpPr/>
            <p:nvPr/>
          </p:nvSpPr>
          <p:spPr>
            <a:xfrm>
              <a:off x="4517763" y="2264865"/>
              <a:ext cx="1408" cy="4156"/>
            </a:xfrm>
            <a:custGeom>
              <a:avLst/>
              <a:pathLst>
                <a:path w="1408" h="4156">
                  <a:moveTo>
                    <a:pt x="0" y="4156"/>
                  </a:moveTo>
                  <a:lnTo>
                    <a:pt x="14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l5755"/>
            <p:cNvSpPr/>
            <p:nvPr/>
          </p:nvSpPr>
          <p:spPr>
            <a:xfrm>
              <a:off x="4509291" y="2274864"/>
              <a:ext cx="5842" cy="3502"/>
            </a:xfrm>
            <a:custGeom>
              <a:avLst/>
              <a:pathLst>
                <a:path w="5842" h="3502">
                  <a:moveTo>
                    <a:pt x="5842" y="0"/>
                  </a:moveTo>
                  <a:lnTo>
                    <a:pt x="0" y="3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l5756"/>
            <p:cNvSpPr/>
            <p:nvPr/>
          </p:nvSpPr>
          <p:spPr>
            <a:xfrm>
              <a:off x="4504394" y="2281557"/>
              <a:ext cx="7517" cy="3592"/>
            </a:xfrm>
            <a:custGeom>
              <a:avLst/>
              <a:pathLst>
                <a:path w="7517" h="3592">
                  <a:moveTo>
                    <a:pt x="7517" y="0"/>
                  </a:moveTo>
                  <a:lnTo>
                    <a:pt x="0" y="35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l5757"/>
            <p:cNvSpPr/>
            <p:nvPr/>
          </p:nvSpPr>
          <p:spPr>
            <a:xfrm>
              <a:off x="4435043" y="2361904"/>
              <a:ext cx="101701" cy="88006"/>
            </a:xfrm>
            <a:custGeom>
              <a:avLst/>
              <a:pathLst>
                <a:path w="101701" h="88006">
                  <a:moveTo>
                    <a:pt x="101701" y="0"/>
                  </a:moveTo>
                  <a:lnTo>
                    <a:pt x="0" y="880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l5758"/>
            <p:cNvSpPr/>
            <p:nvPr/>
          </p:nvSpPr>
          <p:spPr>
            <a:xfrm>
              <a:off x="4435043" y="2418236"/>
              <a:ext cx="15958" cy="31675"/>
            </a:xfrm>
            <a:custGeom>
              <a:avLst/>
              <a:pathLst>
                <a:path w="15958" h="31675">
                  <a:moveTo>
                    <a:pt x="0" y="31675"/>
                  </a:moveTo>
                  <a:lnTo>
                    <a:pt x="159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l5759"/>
            <p:cNvSpPr/>
            <p:nvPr/>
          </p:nvSpPr>
          <p:spPr>
            <a:xfrm>
              <a:off x="4451002" y="2372423"/>
              <a:ext cx="13161" cy="45813"/>
            </a:xfrm>
            <a:custGeom>
              <a:avLst/>
              <a:pathLst>
                <a:path w="13161" h="45813">
                  <a:moveTo>
                    <a:pt x="0" y="45813"/>
                  </a:moveTo>
                  <a:lnTo>
                    <a:pt x="131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l5760"/>
            <p:cNvSpPr/>
            <p:nvPr/>
          </p:nvSpPr>
          <p:spPr>
            <a:xfrm>
              <a:off x="4464164" y="2356199"/>
              <a:ext cx="7428" cy="16224"/>
            </a:xfrm>
            <a:custGeom>
              <a:avLst/>
              <a:pathLst>
                <a:path w="7428" h="16224">
                  <a:moveTo>
                    <a:pt x="0" y="16224"/>
                  </a:moveTo>
                  <a:lnTo>
                    <a:pt x="74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l5761"/>
            <p:cNvSpPr/>
            <p:nvPr/>
          </p:nvSpPr>
          <p:spPr>
            <a:xfrm>
              <a:off x="4471593" y="2339160"/>
              <a:ext cx="8170" cy="17038"/>
            </a:xfrm>
            <a:custGeom>
              <a:avLst/>
              <a:pathLst>
                <a:path w="8170" h="17038">
                  <a:moveTo>
                    <a:pt x="0" y="17038"/>
                  </a:moveTo>
                  <a:lnTo>
                    <a:pt x="817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l5762"/>
            <p:cNvSpPr/>
            <p:nvPr/>
          </p:nvSpPr>
          <p:spPr>
            <a:xfrm>
              <a:off x="4479763" y="2321425"/>
              <a:ext cx="7251" cy="17735"/>
            </a:xfrm>
            <a:custGeom>
              <a:avLst/>
              <a:pathLst>
                <a:path w="7251" h="17735">
                  <a:moveTo>
                    <a:pt x="0" y="17735"/>
                  </a:moveTo>
                  <a:lnTo>
                    <a:pt x="72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l5763"/>
            <p:cNvSpPr/>
            <p:nvPr/>
          </p:nvSpPr>
          <p:spPr>
            <a:xfrm>
              <a:off x="4487014" y="2308860"/>
              <a:ext cx="3848" cy="12564"/>
            </a:xfrm>
            <a:custGeom>
              <a:avLst/>
              <a:pathLst>
                <a:path w="3848" h="12564">
                  <a:moveTo>
                    <a:pt x="0" y="12564"/>
                  </a:moveTo>
                  <a:lnTo>
                    <a:pt x="38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l5764"/>
            <p:cNvSpPr/>
            <p:nvPr/>
          </p:nvSpPr>
          <p:spPr>
            <a:xfrm>
              <a:off x="4490863" y="2302963"/>
              <a:ext cx="2504" cy="5897"/>
            </a:xfrm>
            <a:custGeom>
              <a:avLst/>
              <a:pathLst>
                <a:path w="2504" h="5897">
                  <a:moveTo>
                    <a:pt x="0" y="5897"/>
                  </a:moveTo>
                  <a:lnTo>
                    <a:pt x="250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l5765"/>
            <p:cNvSpPr/>
            <p:nvPr/>
          </p:nvSpPr>
          <p:spPr>
            <a:xfrm>
              <a:off x="4489877" y="2302963"/>
              <a:ext cx="3490" cy="2659"/>
            </a:xfrm>
            <a:custGeom>
              <a:avLst/>
              <a:pathLst>
                <a:path w="3490" h="2659">
                  <a:moveTo>
                    <a:pt x="3490" y="0"/>
                  </a:moveTo>
                  <a:lnTo>
                    <a:pt x="0" y="2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l5766"/>
            <p:cNvSpPr/>
            <p:nvPr/>
          </p:nvSpPr>
          <p:spPr>
            <a:xfrm>
              <a:off x="4412626" y="2418236"/>
              <a:ext cx="38376" cy="30429"/>
            </a:xfrm>
            <a:custGeom>
              <a:avLst/>
              <a:pathLst>
                <a:path w="38376" h="30429">
                  <a:moveTo>
                    <a:pt x="38376" y="0"/>
                  </a:moveTo>
                  <a:lnTo>
                    <a:pt x="0" y="304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l5767"/>
            <p:cNvSpPr/>
            <p:nvPr/>
          </p:nvSpPr>
          <p:spPr>
            <a:xfrm>
              <a:off x="4412626" y="2436839"/>
              <a:ext cx="5396" cy="11826"/>
            </a:xfrm>
            <a:custGeom>
              <a:avLst/>
              <a:pathLst>
                <a:path w="5396" h="11826">
                  <a:moveTo>
                    <a:pt x="0" y="11826"/>
                  </a:moveTo>
                  <a:lnTo>
                    <a:pt x="53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l5768"/>
            <p:cNvSpPr/>
            <p:nvPr/>
          </p:nvSpPr>
          <p:spPr>
            <a:xfrm>
              <a:off x="4403191" y="2436839"/>
              <a:ext cx="14830" cy="6860"/>
            </a:xfrm>
            <a:custGeom>
              <a:avLst/>
              <a:pathLst>
                <a:path w="14830" h="6860">
                  <a:moveTo>
                    <a:pt x="14830" y="0"/>
                  </a:moveTo>
                  <a:lnTo>
                    <a:pt x="0" y="68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l5769"/>
            <p:cNvSpPr/>
            <p:nvPr/>
          </p:nvSpPr>
          <p:spPr>
            <a:xfrm>
              <a:off x="4403191" y="2439417"/>
              <a:ext cx="957" cy="4282"/>
            </a:xfrm>
            <a:custGeom>
              <a:avLst/>
              <a:pathLst>
                <a:path w="957" h="4282">
                  <a:moveTo>
                    <a:pt x="0" y="4282"/>
                  </a:moveTo>
                  <a:lnTo>
                    <a:pt x="9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l5770"/>
            <p:cNvSpPr/>
            <p:nvPr/>
          </p:nvSpPr>
          <p:spPr>
            <a:xfrm>
              <a:off x="4378199" y="2448538"/>
              <a:ext cx="112012" cy="50542"/>
            </a:xfrm>
            <a:custGeom>
              <a:avLst/>
              <a:pathLst>
                <a:path w="112012" h="50542">
                  <a:moveTo>
                    <a:pt x="112012" y="0"/>
                  </a:moveTo>
                  <a:lnTo>
                    <a:pt x="0" y="505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l5771"/>
            <p:cNvSpPr/>
            <p:nvPr/>
          </p:nvSpPr>
          <p:spPr>
            <a:xfrm>
              <a:off x="4378199" y="2486178"/>
              <a:ext cx="2488" cy="12902"/>
            </a:xfrm>
            <a:custGeom>
              <a:avLst/>
              <a:pathLst>
                <a:path w="2488" h="12902">
                  <a:moveTo>
                    <a:pt x="0" y="12902"/>
                  </a:moveTo>
                  <a:lnTo>
                    <a:pt x="248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l5772"/>
            <p:cNvSpPr/>
            <p:nvPr/>
          </p:nvSpPr>
          <p:spPr>
            <a:xfrm>
              <a:off x="4380687" y="2480047"/>
              <a:ext cx="1862" cy="6131"/>
            </a:xfrm>
            <a:custGeom>
              <a:avLst/>
              <a:pathLst>
                <a:path w="1862" h="6131">
                  <a:moveTo>
                    <a:pt x="0" y="6131"/>
                  </a:moveTo>
                  <a:lnTo>
                    <a:pt x="18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l5773"/>
            <p:cNvSpPr/>
            <p:nvPr/>
          </p:nvSpPr>
          <p:spPr>
            <a:xfrm>
              <a:off x="4382550" y="2475745"/>
              <a:ext cx="865" cy="4302"/>
            </a:xfrm>
            <a:custGeom>
              <a:avLst/>
              <a:pathLst>
                <a:path w="865" h="4302">
                  <a:moveTo>
                    <a:pt x="0" y="4302"/>
                  </a:moveTo>
                  <a:lnTo>
                    <a:pt x="8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l5774"/>
            <p:cNvSpPr/>
            <p:nvPr/>
          </p:nvSpPr>
          <p:spPr>
            <a:xfrm>
              <a:off x="4375340" y="2486178"/>
              <a:ext cx="5347" cy="4220"/>
            </a:xfrm>
            <a:custGeom>
              <a:avLst/>
              <a:pathLst>
                <a:path w="5347" h="4220">
                  <a:moveTo>
                    <a:pt x="5347" y="0"/>
                  </a:moveTo>
                  <a:lnTo>
                    <a:pt x="0" y="422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l5775"/>
            <p:cNvSpPr/>
            <p:nvPr/>
          </p:nvSpPr>
          <p:spPr>
            <a:xfrm>
              <a:off x="4358811" y="2504997"/>
              <a:ext cx="101316" cy="19234"/>
            </a:xfrm>
            <a:custGeom>
              <a:avLst/>
              <a:pathLst>
                <a:path w="101316" h="19234">
                  <a:moveTo>
                    <a:pt x="101316" y="0"/>
                  </a:moveTo>
                  <a:lnTo>
                    <a:pt x="0" y="192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l5776"/>
            <p:cNvSpPr/>
            <p:nvPr/>
          </p:nvSpPr>
          <p:spPr>
            <a:xfrm>
              <a:off x="4358811" y="2519909"/>
              <a:ext cx="755" cy="4322"/>
            </a:xfrm>
            <a:custGeom>
              <a:avLst/>
              <a:pathLst>
                <a:path w="755" h="4322">
                  <a:moveTo>
                    <a:pt x="0" y="4322"/>
                  </a:moveTo>
                  <a:lnTo>
                    <a:pt x="7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l5777"/>
            <p:cNvSpPr/>
            <p:nvPr/>
          </p:nvSpPr>
          <p:spPr>
            <a:xfrm>
              <a:off x="4355702" y="2524232"/>
              <a:ext cx="3109" cy="3096"/>
            </a:xfrm>
            <a:custGeom>
              <a:avLst/>
              <a:pathLst>
                <a:path w="3109" h="3096">
                  <a:moveTo>
                    <a:pt x="3109" y="0"/>
                  </a:moveTo>
                  <a:lnTo>
                    <a:pt x="0" y="30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l5778"/>
            <p:cNvSpPr/>
            <p:nvPr/>
          </p:nvSpPr>
          <p:spPr>
            <a:xfrm>
              <a:off x="4297281" y="2659677"/>
              <a:ext cx="134396" cy="109032"/>
            </a:xfrm>
            <a:custGeom>
              <a:avLst/>
              <a:pathLst>
                <a:path w="134396" h="109032">
                  <a:moveTo>
                    <a:pt x="134396" y="0"/>
                  </a:moveTo>
                  <a:lnTo>
                    <a:pt x="0" y="1090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l5779"/>
            <p:cNvSpPr/>
            <p:nvPr/>
          </p:nvSpPr>
          <p:spPr>
            <a:xfrm>
              <a:off x="4297281" y="2737683"/>
              <a:ext cx="8841" cy="31026"/>
            </a:xfrm>
            <a:custGeom>
              <a:avLst/>
              <a:pathLst>
                <a:path w="8841" h="31026">
                  <a:moveTo>
                    <a:pt x="0" y="31026"/>
                  </a:moveTo>
                  <a:lnTo>
                    <a:pt x="88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l5780"/>
            <p:cNvSpPr/>
            <p:nvPr/>
          </p:nvSpPr>
          <p:spPr>
            <a:xfrm>
              <a:off x="4306122" y="2692136"/>
              <a:ext cx="15382" cy="45547"/>
            </a:xfrm>
            <a:custGeom>
              <a:avLst/>
              <a:pathLst>
                <a:path w="15382" h="45547">
                  <a:moveTo>
                    <a:pt x="0" y="45547"/>
                  </a:moveTo>
                  <a:lnTo>
                    <a:pt x="1538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l5781"/>
            <p:cNvSpPr/>
            <p:nvPr/>
          </p:nvSpPr>
          <p:spPr>
            <a:xfrm>
              <a:off x="4321505" y="2628978"/>
              <a:ext cx="5624" cy="63158"/>
            </a:xfrm>
            <a:custGeom>
              <a:avLst/>
              <a:pathLst>
                <a:path w="5624" h="63158">
                  <a:moveTo>
                    <a:pt x="0" y="63158"/>
                  </a:moveTo>
                  <a:lnTo>
                    <a:pt x="56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l5782"/>
            <p:cNvSpPr/>
            <p:nvPr/>
          </p:nvSpPr>
          <p:spPr>
            <a:xfrm>
              <a:off x="4327129" y="2613997"/>
              <a:ext cx="2452" cy="14980"/>
            </a:xfrm>
            <a:custGeom>
              <a:avLst/>
              <a:pathLst>
                <a:path w="2452" h="14980">
                  <a:moveTo>
                    <a:pt x="0" y="14980"/>
                  </a:moveTo>
                  <a:lnTo>
                    <a:pt x="24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l5783"/>
            <p:cNvSpPr/>
            <p:nvPr/>
          </p:nvSpPr>
          <p:spPr>
            <a:xfrm>
              <a:off x="4329582" y="2603785"/>
              <a:ext cx="3277" cy="10211"/>
            </a:xfrm>
            <a:custGeom>
              <a:avLst/>
              <a:pathLst>
                <a:path w="3277" h="10211">
                  <a:moveTo>
                    <a:pt x="0" y="10211"/>
                  </a:moveTo>
                  <a:lnTo>
                    <a:pt x="32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l5784"/>
            <p:cNvSpPr/>
            <p:nvPr/>
          </p:nvSpPr>
          <p:spPr>
            <a:xfrm>
              <a:off x="4332859" y="2591473"/>
              <a:ext cx="4340" cy="12312"/>
            </a:xfrm>
            <a:custGeom>
              <a:avLst/>
              <a:pathLst>
                <a:path w="4340" h="12312">
                  <a:moveTo>
                    <a:pt x="0" y="12312"/>
                  </a:moveTo>
                  <a:lnTo>
                    <a:pt x="4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l5785"/>
            <p:cNvSpPr/>
            <p:nvPr/>
          </p:nvSpPr>
          <p:spPr>
            <a:xfrm>
              <a:off x="4337200" y="2574973"/>
              <a:ext cx="6472" cy="16500"/>
            </a:xfrm>
            <a:custGeom>
              <a:avLst/>
              <a:pathLst>
                <a:path w="6472" h="16500">
                  <a:moveTo>
                    <a:pt x="0" y="16500"/>
                  </a:moveTo>
                  <a:lnTo>
                    <a:pt x="647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l5786"/>
            <p:cNvSpPr/>
            <p:nvPr/>
          </p:nvSpPr>
          <p:spPr>
            <a:xfrm>
              <a:off x="4343672" y="2554872"/>
              <a:ext cx="3984" cy="20100"/>
            </a:xfrm>
            <a:custGeom>
              <a:avLst/>
              <a:pathLst>
                <a:path w="3984" h="20100">
                  <a:moveTo>
                    <a:pt x="0" y="20100"/>
                  </a:moveTo>
                  <a:lnTo>
                    <a:pt x="39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l5787"/>
            <p:cNvSpPr/>
            <p:nvPr/>
          </p:nvSpPr>
          <p:spPr>
            <a:xfrm>
              <a:off x="4347657" y="2545285"/>
              <a:ext cx="1841" cy="9587"/>
            </a:xfrm>
            <a:custGeom>
              <a:avLst/>
              <a:pathLst>
                <a:path w="1841" h="9587">
                  <a:moveTo>
                    <a:pt x="0" y="9587"/>
                  </a:moveTo>
                  <a:lnTo>
                    <a:pt x="18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l5788"/>
            <p:cNvSpPr/>
            <p:nvPr/>
          </p:nvSpPr>
          <p:spPr>
            <a:xfrm>
              <a:off x="4349498" y="2539094"/>
              <a:ext cx="1651" cy="6191"/>
            </a:xfrm>
            <a:custGeom>
              <a:avLst/>
              <a:pathLst>
                <a:path w="1651" h="6191">
                  <a:moveTo>
                    <a:pt x="0" y="6191"/>
                  </a:moveTo>
                  <a:lnTo>
                    <a:pt x="16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l5789"/>
            <p:cNvSpPr/>
            <p:nvPr/>
          </p:nvSpPr>
          <p:spPr>
            <a:xfrm>
              <a:off x="4348068" y="2539094"/>
              <a:ext cx="3082" cy="3123"/>
            </a:xfrm>
            <a:custGeom>
              <a:avLst/>
              <a:pathLst>
                <a:path w="3082" h="3123">
                  <a:moveTo>
                    <a:pt x="3082" y="0"/>
                  </a:moveTo>
                  <a:lnTo>
                    <a:pt x="0" y="31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l5790"/>
            <p:cNvSpPr/>
            <p:nvPr/>
          </p:nvSpPr>
          <p:spPr>
            <a:xfrm>
              <a:off x="4344298" y="2545285"/>
              <a:ext cx="5199" cy="4400"/>
            </a:xfrm>
            <a:custGeom>
              <a:avLst/>
              <a:pathLst>
                <a:path w="5199" h="4400">
                  <a:moveTo>
                    <a:pt x="5199" y="0"/>
                  </a:moveTo>
                  <a:lnTo>
                    <a:pt x="0" y="44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l5791"/>
            <p:cNvSpPr/>
            <p:nvPr/>
          </p:nvSpPr>
          <p:spPr>
            <a:xfrm>
              <a:off x="4339898" y="2554872"/>
              <a:ext cx="7758" cy="6635"/>
            </a:xfrm>
            <a:custGeom>
              <a:avLst/>
              <a:pathLst>
                <a:path w="7758" h="6635">
                  <a:moveTo>
                    <a:pt x="7758" y="0"/>
                  </a:moveTo>
                  <a:lnTo>
                    <a:pt x="0" y="663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l5792"/>
            <p:cNvSpPr/>
            <p:nvPr/>
          </p:nvSpPr>
          <p:spPr>
            <a:xfrm>
              <a:off x="4339898" y="2557170"/>
              <a:ext cx="662" cy="4337"/>
            </a:xfrm>
            <a:custGeom>
              <a:avLst/>
              <a:pathLst>
                <a:path w="662" h="4337">
                  <a:moveTo>
                    <a:pt x="0" y="4337"/>
                  </a:moveTo>
                  <a:lnTo>
                    <a:pt x="6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l5793"/>
            <p:cNvSpPr/>
            <p:nvPr/>
          </p:nvSpPr>
          <p:spPr>
            <a:xfrm>
              <a:off x="4336856" y="2561508"/>
              <a:ext cx="3042" cy="3162"/>
            </a:xfrm>
            <a:custGeom>
              <a:avLst/>
              <a:pathLst>
                <a:path w="3042" h="3162">
                  <a:moveTo>
                    <a:pt x="3042" y="0"/>
                  </a:moveTo>
                  <a:lnTo>
                    <a:pt x="0" y="31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l5794"/>
            <p:cNvSpPr/>
            <p:nvPr/>
          </p:nvSpPr>
          <p:spPr>
            <a:xfrm>
              <a:off x="4329091" y="2574973"/>
              <a:ext cx="14581" cy="14950"/>
            </a:xfrm>
            <a:custGeom>
              <a:avLst/>
              <a:pathLst>
                <a:path w="14581" h="14950">
                  <a:moveTo>
                    <a:pt x="14581" y="0"/>
                  </a:moveTo>
                  <a:lnTo>
                    <a:pt x="0" y="149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l5795"/>
            <p:cNvSpPr/>
            <p:nvPr/>
          </p:nvSpPr>
          <p:spPr>
            <a:xfrm>
              <a:off x="4329091" y="2582755"/>
              <a:ext cx="1945" cy="7168"/>
            </a:xfrm>
            <a:custGeom>
              <a:avLst/>
              <a:pathLst>
                <a:path w="1945" h="7168">
                  <a:moveTo>
                    <a:pt x="0" y="7168"/>
                  </a:moveTo>
                  <a:lnTo>
                    <a:pt x="19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l5796"/>
            <p:cNvSpPr/>
            <p:nvPr/>
          </p:nvSpPr>
          <p:spPr>
            <a:xfrm>
              <a:off x="4331037" y="2576530"/>
              <a:ext cx="1519" cy="6224"/>
            </a:xfrm>
            <a:custGeom>
              <a:avLst/>
              <a:pathLst>
                <a:path w="1519" h="6224">
                  <a:moveTo>
                    <a:pt x="0" y="6224"/>
                  </a:moveTo>
                  <a:lnTo>
                    <a:pt x="15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l5797"/>
            <p:cNvSpPr/>
            <p:nvPr/>
          </p:nvSpPr>
          <p:spPr>
            <a:xfrm>
              <a:off x="4329541" y="2576530"/>
              <a:ext cx="3015" cy="3188"/>
            </a:xfrm>
            <a:custGeom>
              <a:avLst/>
              <a:pathLst>
                <a:path w="3015" h="3188">
                  <a:moveTo>
                    <a:pt x="3015" y="0"/>
                  </a:moveTo>
                  <a:lnTo>
                    <a:pt x="0" y="318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l5798"/>
            <p:cNvSpPr/>
            <p:nvPr/>
          </p:nvSpPr>
          <p:spPr>
            <a:xfrm>
              <a:off x="4306543" y="2628978"/>
              <a:ext cx="20585" cy="6877"/>
            </a:xfrm>
            <a:custGeom>
              <a:avLst/>
              <a:pathLst>
                <a:path w="20585" h="6877">
                  <a:moveTo>
                    <a:pt x="20585" y="0"/>
                  </a:moveTo>
                  <a:lnTo>
                    <a:pt x="0" y="68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l5799"/>
            <p:cNvSpPr/>
            <p:nvPr/>
          </p:nvSpPr>
          <p:spPr>
            <a:xfrm>
              <a:off x="4306543" y="2629588"/>
              <a:ext cx="1332" cy="6267"/>
            </a:xfrm>
            <a:custGeom>
              <a:avLst/>
              <a:pathLst>
                <a:path w="1332" h="6267">
                  <a:moveTo>
                    <a:pt x="0" y="6267"/>
                  </a:moveTo>
                  <a:lnTo>
                    <a:pt x="13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l5800"/>
            <p:cNvSpPr/>
            <p:nvPr/>
          </p:nvSpPr>
          <p:spPr>
            <a:xfrm>
              <a:off x="4304957" y="2629588"/>
              <a:ext cx="2918" cy="3276"/>
            </a:xfrm>
            <a:custGeom>
              <a:avLst/>
              <a:pathLst>
                <a:path w="2918" h="3276">
                  <a:moveTo>
                    <a:pt x="2918" y="0"/>
                  </a:moveTo>
                  <a:lnTo>
                    <a:pt x="0" y="327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l5801"/>
            <p:cNvSpPr/>
            <p:nvPr/>
          </p:nvSpPr>
          <p:spPr>
            <a:xfrm>
              <a:off x="4280733" y="2692136"/>
              <a:ext cx="40771" cy="48561"/>
            </a:xfrm>
            <a:custGeom>
              <a:avLst/>
              <a:pathLst>
                <a:path w="40771" h="48561">
                  <a:moveTo>
                    <a:pt x="40771" y="0"/>
                  </a:moveTo>
                  <a:lnTo>
                    <a:pt x="0" y="485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l5802"/>
            <p:cNvSpPr/>
            <p:nvPr/>
          </p:nvSpPr>
          <p:spPr>
            <a:xfrm>
              <a:off x="4280733" y="2721061"/>
              <a:ext cx="4708" cy="19636"/>
            </a:xfrm>
            <a:custGeom>
              <a:avLst/>
              <a:pathLst>
                <a:path w="4708" h="19636">
                  <a:moveTo>
                    <a:pt x="0" y="19636"/>
                  </a:moveTo>
                  <a:lnTo>
                    <a:pt x="47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l5803"/>
            <p:cNvSpPr/>
            <p:nvPr/>
          </p:nvSpPr>
          <p:spPr>
            <a:xfrm>
              <a:off x="4285442" y="2699686"/>
              <a:ext cx="4196" cy="21375"/>
            </a:xfrm>
            <a:custGeom>
              <a:avLst/>
              <a:pathLst>
                <a:path w="4196" h="21375">
                  <a:moveTo>
                    <a:pt x="0" y="21375"/>
                  </a:moveTo>
                  <a:lnTo>
                    <a:pt x="41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l5804"/>
            <p:cNvSpPr/>
            <p:nvPr/>
          </p:nvSpPr>
          <p:spPr>
            <a:xfrm>
              <a:off x="4289638" y="2681563"/>
              <a:ext cx="3099" cy="18122"/>
            </a:xfrm>
            <a:custGeom>
              <a:avLst/>
              <a:pathLst>
                <a:path w="3099" h="18122">
                  <a:moveTo>
                    <a:pt x="0" y="18122"/>
                  </a:moveTo>
                  <a:lnTo>
                    <a:pt x="309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l5805"/>
            <p:cNvSpPr/>
            <p:nvPr/>
          </p:nvSpPr>
          <p:spPr>
            <a:xfrm>
              <a:off x="4292737" y="2668518"/>
              <a:ext cx="2572" cy="13045"/>
            </a:xfrm>
            <a:custGeom>
              <a:avLst/>
              <a:pathLst>
                <a:path w="2572" h="13045">
                  <a:moveTo>
                    <a:pt x="0" y="13045"/>
                  </a:moveTo>
                  <a:lnTo>
                    <a:pt x="257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l5806"/>
            <p:cNvSpPr/>
            <p:nvPr/>
          </p:nvSpPr>
          <p:spPr>
            <a:xfrm>
              <a:off x="4295309" y="2658833"/>
              <a:ext cx="1224" cy="9685"/>
            </a:xfrm>
            <a:custGeom>
              <a:avLst/>
              <a:pathLst>
                <a:path w="1224" h="9685">
                  <a:moveTo>
                    <a:pt x="0" y="9685"/>
                  </a:moveTo>
                  <a:lnTo>
                    <a:pt x="12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l5807"/>
            <p:cNvSpPr/>
            <p:nvPr/>
          </p:nvSpPr>
          <p:spPr>
            <a:xfrm>
              <a:off x="4291626" y="2658833"/>
              <a:ext cx="4907" cy="4724"/>
            </a:xfrm>
            <a:custGeom>
              <a:avLst/>
              <a:pathLst>
                <a:path w="4907" h="4724">
                  <a:moveTo>
                    <a:pt x="4907" y="0"/>
                  </a:moveTo>
                  <a:lnTo>
                    <a:pt x="0" y="472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l5808"/>
            <p:cNvSpPr/>
            <p:nvPr/>
          </p:nvSpPr>
          <p:spPr>
            <a:xfrm>
              <a:off x="4287991" y="2668518"/>
              <a:ext cx="7318" cy="7118"/>
            </a:xfrm>
            <a:custGeom>
              <a:avLst/>
              <a:pathLst>
                <a:path w="7318" h="7118">
                  <a:moveTo>
                    <a:pt x="7318" y="0"/>
                  </a:moveTo>
                  <a:lnTo>
                    <a:pt x="0" y="7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l5809"/>
            <p:cNvSpPr/>
            <p:nvPr/>
          </p:nvSpPr>
          <p:spPr>
            <a:xfrm>
              <a:off x="4287991" y="2671265"/>
              <a:ext cx="384" cy="4371"/>
            </a:xfrm>
            <a:custGeom>
              <a:avLst/>
              <a:pathLst>
                <a:path w="384" h="4371">
                  <a:moveTo>
                    <a:pt x="0" y="4371"/>
                  </a:moveTo>
                  <a:lnTo>
                    <a:pt x="3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l5810"/>
            <p:cNvSpPr/>
            <p:nvPr/>
          </p:nvSpPr>
          <p:spPr>
            <a:xfrm>
              <a:off x="4285157" y="2675637"/>
              <a:ext cx="2833" cy="3350"/>
            </a:xfrm>
            <a:custGeom>
              <a:avLst/>
              <a:pathLst>
                <a:path w="2833" h="3350">
                  <a:moveTo>
                    <a:pt x="2833" y="0"/>
                  </a:moveTo>
                  <a:lnTo>
                    <a:pt x="0" y="33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l5811"/>
            <p:cNvSpPr/>
            <p:nvPr/>
          </p:nvSpPr>
          <p:spPr>
            <a:xfrm>
              <a:off x="4274328" y="2699686"/>
              <a:ext cx="15309" cy="13244"/>
            </a:xfrm>
            <a:custGeom>
              <a:avLst/>
              <a:pathLst>
                <a:path w="15309" h="13244">
                  <a:moveTo>
                    <a:pt x="15309" y="0"/>
                  </a:moveTo>
                  <a:lnTo>
                    <a:pt x="0" y="132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l5812"/>
            <p:cNvSpPr/>
            <p:nvPr/>
          </p:nvSpPr>
          <p:spPr>
            <a:xfrm>
              <a:off x="4269564" y="2712931"/>
              <a:ext cx="4764" cy="4868"/>
            </a:xfrm>
            <a:custGeom>
              <a:avLst/>
              <a:pathLst>
                <a:path w="4764" h="4868">
                  <a:moveTo>
                    <a:pt x="4764" y="0"/>
                  </a:moveTo>
                  <a:lnTo>
                    <a:pt x="0" y="48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l5813"/>
            <p:cNvSpPr/>
            <p:nvPr/>
          </p:nvSpPr>
          <p:spPr>
            <a:xfrm>
              <a:off x="4265308" y="2721061"/>
              <a:ext cx="20133" cy="15253"/>
            </a:xfrm>
            <a:custGeom>
              <a:avLst/>
              <a:pathLst>
                <a:path w="20133" h="15253">
                  <a:moveTo>
                    <a:pt x="20133" y="0"/>
                  </a:moveTo>
                  <a:lnTo>
                    <a:pt x="0" y="152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l5814"/>
            <p:cNvSpPr/>
            <p:nvPr/>
          </p:nvSpPr>
          <p:spPr>
            <a:xfrm>
              <a:off x="4260607" y="2736314"/>
              <a:ext cx="4701" cy="4929"/>
            </a:xfrm>
            <a:custGeom>
              <a:avLst/>
              <a:pathLst>
                <a:path w="4701" h="4929">
                  <a:moveTo>
                    <a:pt x="4701" y="0"/>
                  </a:moveTo>
                  <a:lnTo>
                    <a:pt x="0" y="49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l5815"/>
            <p:cNvSpPr/>
            <p:nvPr/>
          </p:nvSpPr>
          <p:spPr>
            <a:xfrm>
              <a:off x="4257490" y="2740697"/>
              <a:ext cx="23242" cy="12769"/>
            </a:xfrm>
            <a:custGeom>
              <a:avLst/>
              <a:pathLst>
                <a:path w="23242" h="12769">
                  <a:moveTo>
                    <a:pt x="23242" y="0"/>
                  </a:moveTo>
                  <a:lnTo>
                    <a:pt x="0" y="1276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l5816"/>
            <p:cNvSpPr/>
            <p:nvPr/>
          </p:nvSpPr>
          <p:spPr>
            <a:xfrm>
              <a:off x="4257490" y="2749083"/>
              <a:ext cx="197" cy="4383"/>
            </a:xfrm>
            <a:custGeom>
              <a:avLst/>
              <a:pathLst>
                <a:path w="197" h="4383">
                  <a:moveTo>
                    <a:pt x="0" y="4383"/>
                  </a:moveTo>
                  <a:lnTo>
                    <a:pt x="1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l5817"/>
            <p:cNvSpPr/>
            <p:nvPr/>
          </p:nvSpPr>
          <p:spPr>
            <a:xfrm>
              <a:off x="4254802" y="2753467"/>
              <a:ext cx="2688" cy="3468"/>
            </a:xfrm>
            <a:custGeom>
              <a:avLst/>
              <a:pathLst>
                <a:path w="2688" h="3468">
                  <a:moveTo>
                    <a:pt x="2688" y="0"/>
                  </a:moveTo>
                  <a:lnTo>
                    <a:pt x="0" y="34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l5818"/>
            <p:cNvSpPr/>
            <p:nvPr/>
          </p:nvSpPr>
          <p:spPr>
            <a:xfrm>
              <a:off x="4251791" y="2737683"/>
              <a:ext cx="54331" cy="31502"/>
            </a:xfrm>
            <a:custGeom>
              <a:avLst/>
              <a:pathLst>
                <a:path w="54331" h="31502">
                  <a:moveTo>
                    <a:pt x="54331" y="0"/>
                  </a:moveTo>
                  <a:lnTo>
                    <a:pt x="0" y="3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l5819"/>
            <p:cNvSpPr/>
            <p:nvPr/>
          </p:nvSpPr>
          <p:spPr>
            <a:xfrm>
              <a:off x="4251791" y="2764800"/>
              <a:ext cx="159" cy="4385"/>
            </a:xfrm>
            <a:custGeom>
              <a:avLst/>
              <a:pathLst>
                <a:path w="159" h="4385">
                  <a:moveTo>
                    <a:pt x="0" y="4385"/>
                  </a:moveTo>
                  <a:lnTo>
                    <a:pt x="1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l5820"/>
            <p:cNvSpPr/>
            <p:nvPr/>
          </p:nvSpPr>
          <p:spPr>
            <a:xfrm>
              <a:off x="4246225" y="2768710"/>
              <a:ext cx="51055" cy="16242"/>
            </a:xfrm>
            <a:custGeom>
              <a:avLst/>
              <a:pathLst>
                <a:path w="51055" h="16242">
                  <a:moveTo>
                    <a:pt x="51055" y="0"/>
                  </a:moveTo>
                  <a:lnTo>
                    <a:pt x="0" y="16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l5821"/>
            <p:cNvSpPr/>
            <p:nvPr/>
          </p:nvSpPr>
          <p:spPr>
            <a:xfrm>
              <a:off x="4246225" y="2780565"/>
              <a:ext cx="122" cy="4386"/>
            </a:xfrm>
            <a:custGeom>
              <a:avLst/>
              <a:pathLst>
                <a:path w="122" h="4386">
                  <a:moveTo>
                    <a:pt x="0" y="4386"/>
                  </a:moveTo>
                  <a:lnTo>
                    <a:pt x="1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l5822"/>
            <p:cNvSpPr/>
            <p:nvPr/>
          </p:nvSpPr>
          <p:spPr>
            <a:xfrm>
              <a:off x="4233694" y="2837824"/>
              <a:ext cx="173173" cy="134764"/>
            </a:xfrm>
            <a:custGeom>
              <a:avLst/>
              <a:pathLst>
                <a:path w="173173" h="134764">
                  <a:moveTo>
                    <a:pt x="173173" y="0"/>
                  </a:moveTo>
                  <a:lnTo>
                    <a:pt x="0" y="1347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l5823"/>
            <p:cNvSpPr/>
            <p:nvPr/>
          </p:nvSpPr>
          <p:spPr>
            <a:xfrm>
              <a:off x="4232999" y="2907087"/>
              <a:ext cx="694" cy="65501"/>
            </a:xfrm>
            <a:custGeom>
              <a:avLst/>
              <a:pathLst>
                <a:path w="694" h="65501">
                  <a:moveTo>
                    <a:pt x="694" y="655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l5824"/>
            <p:cNvSpPr/>
            <p:nvPr/>
          </p:nvSpPr>
          <p:spPr>
            <a:xfrm>
              <a:off x="4232999" y="2867507"/>
              <a:ext cx="1808" cy="39579"/>
            </a:xfrm>
            <a:custGeom>
              <a:avLst/>
              <a:pathLst>
                <a:path w="1808" h="39579">
                  <a:moveTo>
                    <a:pt x="0" y="39579"/>
                  </a:moveTo>
                  <a:lnTo>
                    <a:pt x="18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l5825"/>
            <p:cNvSpPr/>
            <p:nvPr/>
          </p:nvSpPr>
          <p:spPr>
            <a:xfrm>
              <a:off x="4234807" y="2844014"/>
              <a:ext cx="271" cy="23493"/>
            </a:xfrm>
            <a:custGeom>
              <a:avLst/>
              <a:pathLst>
                <a:path w="271" h="23493">
                  <a:moveTo>
                    <a:pt x="0" y="23493"/>
                  </a:moveTo>
                  <a:lnTo>
                    <a:pt x="2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l5826"/>
            <p:cNvSpPr/>
            <p:nvPr/>
          </p:nvSpPr>
          <p:spPr>
            <a:xfrm>
              <a:off x="4235078" y="2832820"/>
              <a:ext cx="2157" cy="11193"/>
            </a:xfrm>
            <a:custGeom>
              <a:avLst/>
              <a:pathLst>
                <a:path w="2157" h="11193">
                  <a:moveTo>
                    <a:pt x="0" y="11193"/>
                  </a:moveTo>
                  <a:lnTo>
                    <a:pt x="21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l5827"/>
            <p:cNvSpPr/>
            <p:nvPr/>
          </p:nvSpPr>
          <p:spPr>
            <a:xfrm>
              <a:off x="4237236" y="2822333"/>
              <a:ext cx="595" cy="10487"/>
            </a:xfrm>
            <a:custGeom>
              <a:avLst/>
              <a:pathLst>
                <a:path w="595" h="10487">
                  <a:moveTo>
                    <a:pt x="0" y="10487"/>
                  </a:moveTo>
                  <a:lnTo>
                    <a:pt x="5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l5828"/>
            <p:cNvSpPr/>
            <p:nvPr/>
          </p:nvSpPr>
          <p:spPr>
            <a:xfrm>
              <a:off x="4237831" y="2814484"/>
              <a:ext cx="1178" cy="7848"/>
            </a:xfrm>
            <a:custGeom>
              <a:avLst/>
              <a:pathLst>
                <a:path w="1178" h="7848">
                  <a:moveTo>
                    <a:pt x="0" y="7848"/>
                  </a:moveTo>
                  <a:lnTo>
                    <a:pt x="11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l5829"/>
            <p:cNvSpPr/>
            <p:nvPr/>
          </p:nvSpPr>
          <p:spPr>
            <a:xfrm>
              <a:off x="4239009" y="2807130"/>
              <a:ext cx="1045" cy="7353"/>
            </a:xfrm>
            <a:custGeom>
              <a:avLst/>
              <a:pathLst>
                <a:path w="1045" h="7353">
                  <a:moveTo>
                    <a:pt x="0" y="7353"/>
                  </a:moveTo>
                  <a:lnTo>
                    <a:pt x="10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l5830"/>
            <p:cNvSpPr/>
            <p:nvPr/>
          </p:nvSpPr>
          <p:spPr>
            <a:xfrm>
              <a:off x="4240055" y="2800765"/>
              <a:ext cx="739" cy="6364"/>
            </a:xfrm>
            <a:custGeom>
              <a:avLst/>
              <a:pathLst>
                <a:path w="739" h="6364">
                  <a:moveTo>
                    <a:pt x="0" y="6364"/>
                  </a:moveTo>
                  <a:lnTo>
                    <a:pt x="7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l5831"/>
            <p:cNvSpPr/>
            <p:nvPr/>
          </p:nvSpPr>
          <p:spPr>
            <a:xfrm>
              <a:off x="4238196" y="2800765"/>
              <a:ext cx="2598" cy="3536"/>
            </a:xfrm>
            <a:custGeom>
              <a:avLst/>
              <a:pathLst>
                <a:path w="2598" h="3536">
                  <a:moveTo>
                    <a:pt x="2598" y="0"/>
                  </a:moveTo>
                  <a:lnTo>
                    <a:pt x="0" y="353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l5832"/>
            <p:cNvSpPr/>
            <p:nvPr/>
          </p:nvSpPr>
          <p:spPr>
            <a:xfrm>
              <a:off x="4230349" y="2822333"/>
              <a:ext cx="7482" cy="5807"/>
            </a:xfrm>
            <a:custGeom>
              <a:avLst/>
              <a:pathLst>
                <a:path w="7482" h="5807">
                  <a:moveTo>
                    <a:pt x="7482" y="0"/>
                  </a:moveTo>
                  <a:lnTo>
                    <a:pt x="0" y="58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l5833"/>
            <p:cNvSpPr/>
            <p:nvPr/>
          </p:nvSpPr>
          <p:spPr>
            <a:xfrm>
              <a:off x="4227810" y="2832820"/>
              <a:ext cx="9425" cy="7676"/>
            </a:xfrm>
            <a:custGeom>
              <a:avLst/>
              <a:pathLst>
                <a:path w="9425" h="7676">
                  <a:moveTo>
                    <a:pt x="9425" y="0"/>
                  </a:moveTo>
                  <a:lnTo>
                    <a:pt x="0" y="767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l5834"/>
            <p:cNvSpPr/>
            <p:nvPr/>
          </p:nvSpPr>
          <p:spPr>
            <a:xfrm>
              <a:off x="4225287" y="2840497"/>
              <a:ext cx="2522" cy="3590"/>
            </a:xfrm>
            <a:custGeom>
              <a:avLst/>
              <a:pathLst>
                <a:path w="2522" h="3590">
                  <a:moveTo>
                    <a:pt x="2522" y="0"/>
                  </a:moveTo>
                  <a:lnTo>
                    <a:pt x="0" y="35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l5835"/>
            <p:cNvSpPr/>
            <p:nvPr/>
          </p:nvSpPr>
          <p:spPr>
            <a:xfrm>
              <a:off x="4222808" y="2844014"/>
              <a:ext cx="12270" cy="8063"/>
            </a:xfrm>
            <a:custGeom>
              <a:avLst/>
              <a:pathLst>
                <a:path w="12270" h="8063">
                  <a:moveTo>
                    <a:pt x="12270" y="0"/>
                  </a:moveTo>
                  <a:lnTo>
                    <a:pt x="0" y="80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l5836"/>
            <p:cNvSpPr/>
            <p:nvPr/>
          </p:nvSpPr>
          <p:spPr>
            <a:xfrm>
              <a:off x="4218202" y="2867507"/>
              <a:ext cx="16604" cy="18613"/>
            </a:xfrm>
            <a:custGeom>
              <a:avLst/>
              <a:pathLst>
                <a:path w="16604" h="18613">
                  <a:moveTo>
                    <a:pt x="16604" y="0"/>
                  </a:moveTo>
                  <a:lnTo>
                    <a:pt x="0" y="186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l5837"/>
            <p:cNvSpPr/>
            <p:nvPr/>
          </p:nvSpPr>
          <p:spPr>
            <a:xfrm>
              <a:off x="4218202" y="2878237"/>
              <a:ext cx="909" cy="7884"/>
            </a:xfrm>
            <a:custGeom>
              <a:avLst/>
              <a:pathLst>
                <a:path w="909" h="7884">
                  <a:moveTo>
                    <a:pt x="0" y="7884"/>
                  </a:moveTo>
                  <a:lnTo>
                    <a:pt x="9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l5838"/>
            <p:cNvSpPr/>
            <p:nvPr/>
          </p:nvSpPr>
          <p:spPr>
            <a:xfrm>
              <a:off x="4219112" y="2870852"/>
              <a:ext cx="793" cy="7385"/>
            </a:xfrm>
            <a:custGeom>
              <a:avLst/>
              <a:pathLst>
                <a:path w="793" h="7385">
                  <a:moveTo>
                    <a:pt x="0" y="7385"/>
                  </a:moveTo>
                  <a:lnTo>
                    <a:pt x="7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l5839"/>
            <p:cNvSpPr/>
            <p:nvPr/>
          </p:nvSpPr>
          <p:spPr>
            <a:xfrm>
              <a:off x="4219906" y="2864465"/>
              <a:ext cx="521" cy="6386"/>
            </a:xfrm>
            <a:custGeom>
              <a:avLst/>
              <a:pathLst>
                <a:path w="521" h="6386">
                  <a:moveTo>
                    <a:pt x="0" y="6386"/>
                  </a:moveTo>
                  <a:lnTo>
                    <a:pt x="52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l5840"/>
            <p:cNvSpPr/>
            <p:nvPr/>
          </p:nvSpPr>
          <p:spPr>
            <a:xfrm>
              <a:off x="4220362" y="2860077"/>
              <a:ext cx="64" cy="4387"/>
            </a:xfrm>
            <a:custGeom>
              <a:avLst/>
              <a:pathLst>
                <a:path w="64" h="4387">
                  <a:moveTo>
                    <a:pt x="64" y="43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l5841"/>
            <p:cNvSpPr/>
            <p:nvPr/>
          </p:nvSpPr>
          <p:spPr>
            <a:xfrm>
              <a:off x="4213231" y="2878237"/>
              <a:ext cx="5880" cy="5902"/>
            </a:xfrm>
            <a:custGeom>
              <a:avLst/>
              <a:pathLst>
                <a:path w="5880" h="5902">
                  <a:moveTo>
                    <a:pt x="5880" y="0"/>
                  </a:moveTo>
                  <a:lnTo>
                    <a:pt x="0" y="59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l5842"/>
            <p:cNvSpPr/>
            <p:nvPr/>
          </p:nvSpPr>
          <p:spPr>
            <a:xfrm>
              <a:off x="4206246" y="2907087"/>
              <a:ext cx="26752" cy="32755"/>
            </a:xfrm>
            <a:custGeom>
              <a:avLst/>
              <a:pathLst>
                <a:path w="26752" h="32755">
                  <a:moveTo>
                    <a:pt x="26752" y="0"/>
                  </a:moveTo>
                  <a:lnTo>
                    <a:pt x="0" y="327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l5843"/>
            <p:cNvSpPr/>
            <p:nvPr/>
          </p:nvSpPr>
          <p:spPr>
            <a:xfrm>
              <a:off x="4206246" y="2928672"/>
              <a:ext cx="1549" cy="11171"/>
            </a:xfrm>
            <a:custGeom>
              <a:avLst/>
              <a:pathLst>
                <a:path w="1549" h="11171">
                  <a:moveTo>
                    <a:pt x="0" y="11171"/>
                  </a:moveTo>
                  <a:lnTo>
                    <a:pt x="15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l5844"/>
            <p:cNvSpPr/>
            <p:nvPr/>
          </p:nvSpPr>
          <p:spPr>
            <a:xfrm>
              <a:off x="4207785" y="2918413"/>
              <a:ext cx="10" cy="10258"/>
            </a:xfrm>
            <a:custGeom>
              <a:avLst/>
              <a:pathLst>
                <a:path w="10" h="10258">
                  <a:moveTo>
                    <a:pt x="10" y="102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l5845"/>
            <p:cNvSpPr/>
            <p:nvPr/>
          </p:nvSpPr>
          <p:spPr>
            <a:xfrm>
              <a:off x="4207785" y="2911013"/>
              <a:ext cx="636" cy="7400"/>
            </a:xfrm>
            <a:custGeom>
              <a:avLst/>
              <a:pathLst>
                <a:path w="636" h="7400">
                  <a:moveTo>
                    <a:pt x="0" y="7400"/>
                  </a:moveTo>
                  <a:lnTo>
                    <a:pt x="6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l5846"/>
            <p:cNvSpPr/>
            <p:nvPr/>
          </p:nvSpPr>
          <p:spPr>
            <a:xfrm>
              <a:off x="4204203" y="2911013"/>
              <a:ext cx="4218" cy="5348"/>
            </a:xfrm>
            <a:custGeom>
              <a:avLst/>
              <a:pathLst>
                <a:path w="4218" h="5348">
                  <a:moveTo>
                    <a:pt x="4218" y="0"/>
                  </a:moveTo>
                  <a:lnTo>
                    <a:pt x="0" y="53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l5847"/>
            <p:cNvSpPr/>
            <p:nvPr/>
          </p:nvSpPr>
          <p:spPr>
            <a:xfrm>
              <a:off x="4193668" y="2972589"/>
              <a:ext cx="40025" cy="55836"/>
            </a:xfrm>
            <a:custGeom>
              <a:avLst/>
              <a:pathLst>
                <a:path w="40025" h="55836">
                  <a:moveTo>
                    <a:pt x="40025" y="0"/>
                  </a:moveTo>
                  <a:lnTo>
                    <a:pt x="0" y="5583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l5848"/>
            <p:cNvSpPr/>
            <p:nvPr/>
          </p:nvSpPr>
          <p:spPr>
            <a:xfrm>
              <a:off x="4178751" y="3028425"/>
              <a:ext cx="14917" cy="19771"/>
            </a:xfrm>
            <a:custGeom>
              <a:avLst/>
              <a:pathLst>
                <a:path w="14917" h="19771">
                  <a:moveTo>
                    <a:pt x="14917" y="0"/>
                  </a:moveTo>
                  <a:lnTo>
                    <a:pt x="0" y="197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l5849"/>
            <p:cNvSpPr/>
            <p:nvPr/>
          </p:nvSpPr>
          <p:spPr>
            <a:xfrm>
              <a:off x="4178751" y="3040264"/>
              <a:ext cx="234" cy="7933"/>
            </a:xfrm>
            <a:custGeom>
              <a:avLst/>
              <a:pathLst>
                <a:path w="234" h="7933">
                  <a:moveTo>
                    <a:pt x="0" y="7933"/>
                  </a:moveTo>
                  <a:lnTo>
                    <a:pt x="2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l5850"/>
            <p:cNvSpPr/>
            <p:nvPr/>
          </p:nvSpPr>
          <p:spPr>
            <a:xfrm>
              <a:off x="4178985" y="3032838"/>
              <a:ext cx="161" cy="7426"/>
            </a:xfrm>
            <a:custGeom>
              <a:avLst/>
              <a:pathLst>
                <a:path w="161" h="7426">
                  <a:moveTo>
                    <a:pt x="0" y="7426"/>
                  </a:moveTo>
                  <a:lnTo>
                    <a:pt x="1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l5851"/>
            <p:cNvSpPr/>
            <p:nvPr/>
          </p:nvSpPr>
          <p:spPr>
            <a:xfrm>
              <a:off x="4179122" y="3026430"/>
              <a:ext cx="24" cy="6407"/>
            </a:xfrm>
            <a:custGeom>
              <a:avLst/>
              <a:pathLst>
                <a:path w="24" h="6407">
                  <a:moveTo>
                    <a:pt x="24" y="6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l5852"/>
            <p:cNvSpPr/>
            <p:nvPr/>
          </p:nvSpPr>
          <p:spPr>
            <a:xfrm>
              <a:off x="4178683" y="3022064"/>
              <a:ext cx="438" cy="4366"/>
            </a:xfrm>
            <a:custGeom>
              <a:avLst/>
              <a:pathLst>
                <a:path w="438" h="4366">
                  <a:moveTo>
                    <a:pt x="438" y="43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l5853"/>
            <p:cNvSpPr/>
            <p:nvPr/>
          </p:nvSpPr>
          <p:spPr>
            <a:xfrm>
              <a:off x="4176963" y="3026430"/>
              <a:ext cx="2158" cy="3820"/>
            </a:xfrm>
            <a:custGeom>
              <a:avLst/>
              <a:pathLst>
                <a:path w="2158" h="3820">
                  <a:moveTo>
                    <a:pt x="2158" y="0"/>
                  </a:moveTo>
                  <a:lnTo>
                    <a:pt x="0" y="382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l5854"/>
            <p:cNvSpPr/>
            <p:nvPr/>
          </p:nvSpPr>
          <p:spPr>
            <a:xfrm>
              <a:off x="4172014" y="3048197"/>
              <a:ext cx="6736" cy="6657"/>
            </a:xfrm>
            <a:custGeom>
              <a:avLst/>
              <a:pathLst>
                <a:path w="6736" h="6657">
                  <a:moveTo>
                    <a:pt x="6736" y="0"/>
                  </a:moveTo>
                  <a:lnTo>
                    <a:pt x="0" y="66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l5855"/>
            <p:cNvSpPr/>
            <p:nvPr/>
          </p:nvSpPr>
          <p:spPr>
            <a:xfrm>
              <a:off x="4171977" y="2990831"/>
              <a:ext cx="201253" cy="124796"/>
            </a:xfrm>
            <a:custGeom>
              <a:avLst/>
              <a:pathLst>
                <a:path w="201253" h="124796">
                  <a:moveTo>
                    <a:pt x="201253" y="0"/>
                  </a:moveTo>
                  <a:lnTo>
                    <a:pt x="0" y="124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l5856"/>
            <p:cNvSpPr/>
            <p:nvPr/>
          </p:nvSpPr>
          <p:spPr>
            <a:xfrm>
              <a:off x="4171159" y="3104283"/>
              <a:ext cx="818" cy="11344"/>
            </a:xfrm>
            <a:custGeom>
              <a:avLst/>
              <a:pathLst>
                <a:path w="818" h="11344">
                  <a:moveTo>
                    <a:pt x="818" y="1134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l5857"/>
            <p:cNvSpPr/>
            <p:nvPr/>
          </p:nvSpPr>
          <p:spPr>
            <a:xfrm>
              <a:off x="4171159" y="3094560"/>
              <a:ext cx="314" cy="9723"/>
            </a:xfrm>
            <a:custGeom>
              <a:avLst/>
              <a:pathLst>
                <a:path w="314" h="9723">
                  <a:moveTo>
                    <a:pt x="0" y="9723"/>
                  </a:moveTo>
                  <a:lnTo>
                    <a:pt x="3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l5858"/>
            <p:cNvSpPr/>
            <p:nvPr/>
          </p:nvSpPr>
          <p:spPr>
            <a:xfrm>
              <a:off x="4171473" y="3083549"/>
              <a:ext cx="593" cy="11011"/>
            </a:xfrm>
            <a:custGeom>
              <a:avLst/>
              <a:pathLst>
                <a:path w="593" h="11011">
                  <a:moveTo>
                    <a:pt x="0" y="11011"/>
                  </a:moveTo>
                  <a:lnTo>
                    <a:pt x="5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l5859"/>
            <p:cNvSpPr/>
            <p:nvPr/>
          </p:nvSpPr>
          <p:spPr>
            <a:xfrm>
              <a:off x="4171129" y="3073832"/>
              <a:ext cx="937" cy="9717"/>
            </a:xfrm>
            <a:custGeom>
              <a:avLst/>
              <a:pathLst>
                <a:path w="937" h="9717">
                  <a:moveTo>
                    <a:pt x="937" y="97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l5860"/>
            <p:cNvSpPr/>
            <p:nvPr/>
          </p:nvSpPr>
          <p:spPr>
            <a:xfrm>
              <a:off x="4167381" y="3073832"/>
              <a:ext cx="3747" cy="5688"/>
            </a:xfrm>
            <a:custGeom>
              <a:avLst/>
              <a:pathLst>
                <a:path w="3747" h="5688">
                  <a:moveTo>
                    <a:pt x="3747" y="0"/>
                  </a:moveTo>
                  <a:lnTo>
                    <a:pt x="0" y="568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l5861"/>
            <p:cNvSpPr/>
            <p:nvPr/>
          </p:nvSpPr>
          <p:spPr>
            <a:xfrm>
              <a:off x="4166495" y="3083549"/>
              <a:ext cx="5571" cy="8554"/>
            </a:xfrm>
            <a:custGeom>
              <a:avLst/>
              <a:pathLst>
                <a:path w="5571" h="8554">
                  <a:moveTo>
                    <a:pt x="5571" y="0"/>
                  </a:moveTo>
                  <a:lnTo>
                    <a:pt x="0" y="85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l5862"/>
            <p:cNvSpPr/>
            <p:nvPr/>
          </p:nvSpPr>
          <p:spPr>
            <a:xfrm>
              <a:off x="4165907" y="3087755"/>
              <a:ext cx="587" cy="4348"/>
            </a:xfrm>
            <a:custGeom>
              <a:avLst/>
              <a:pathLst>
                <a:path w="587" h="4348">
                  <a:moveTo>
                    <a:pt x="587" y="43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l5863"/>
            <p:cNvSpPr/>
            <p:nvPr/>
          </p:nvSpPr>
          <p:spPr>
            <a:xfrm>
              <a:off x="4161696" y="3104283"/>
              <a:ext cx="9462" cy="8212"/>
            </a:xfrm>
            <a:custGeom>
              <a:avLst/>
              <a:pathLst>
                <a:path w="9462" h="8212">
                  <a:moveTo>
                    <a:pt x="9462" y="0"/>
                  </a:moveTo>
                  <a:lnTo>
                    <a:pt x="0" y="82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l5864"/>
            <p:cNvSpPr/>
            <p:nvPr/>
          </p:nvSpPr>
          <p:spPr>
            <a:xfrm>
              <a:off x="4161024" y="3115628"/>
              <a:ext cx="10952" cy="9465"/>
            </a:xfrm>
            <a:custGeom>
              <a:avLst/>
              <a:pathLst>
                <a:path w="10952" h="9465">
                  <a:moveTo>
                    <a:pt x="10952" y="0"/>
                  </a:moveTo>
                  <a:lnTo>
                    <a:pt x="0" y="94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l5865"/>
            <p:cNvSpPr/>
            <p:nvPr/>
          </p:nvSpPr>
          <p:spPr>
            <a:xfrm>
              <a:off x="4160362" y="3120755"/>
              <a:ext cx="661" cy="4338"/>
            </a:xfrm>
            <a:custGeom>
              <a:avLst/>
              <a:pathLst>
                <a:path w="661" h="4338">
                  <a:moveTo>
                    <a:pt x="661" y="43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l5866"/>
            <p:cNvSpPr/>
            <p:nvPr/>
          </p:nvSpPr>
          <p:spPr>
            <a:xfrm>
              <a:off x="4159064" y="3125093"/>
              <a:ext cx="1959" cy="3926"/>
            </a:xfrm>
            <a:custGeom>
              <a:avLst/>
              <a:pathLst>
                <a:path w="1959" h="3926">
                  <a:moveTo>
                    <a:pt x="1959" y="0"/>
                  </a:moveTo>
                  <a:lnTo>
                    <a:pt x="0" y="39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l5867"/>
            <p:cNvSpPr/>
            <p:nvPr/>
          </p:nvSpPr>
          <p:spPr>
            <a:xfrm>
              <a:off x="4161556" y="3106805"/>
              <a:ext cx="199806" cy="92393"/>
            </a:xfrm>
            <a:custGeom>
              <a:avLst/>
              <a:pathLst>
                <a:path w="199806" h="92393">
                  <a:moveTo>
                    <a:pt x="199806" y="0"/>
                  </a:moveTo>
                  <a:lnTo>
                    <a:pt x="0" y="923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l5868"/>
            <p:cNvSpPr/>
            <p:nvPr/>
          </p:nvSpPr>
          <p:spPr>
            <a:xfrm>
              <a:off x="4161556" y="3184975"/>
              <a:ext cx="400" cy="14222"/>
            </a:xfrm>
            <a:custGeom>
              <a:avLst/>
              <a:pathLst>
                <a:path w="400" h="14222">
                  <a:moveTo>
                    <a:pt x="0" y="14222"/>
                  </a:moveTo>
                  <a:lnTo>
                    <a:pt x="40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l5869"/>
            <p:cNvSpPr/>
            <p:nvPr/>
          </p:nvSpPr>
          <p:spPr>
            <a:xfrm>
              <a:off x="4161368" y="3168893"/>
              <a:ext cx="589" cy="16082"/>
            </a:xfrm>
            <a:custGeom>
              <a:avLst/>
              <a:pathLst>
                <a:path w="589" h="16082">
                  <a:moveTo>
                    <a:pt x="589" y="160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l5870"/>
            <p:cNvSpPr/>
            <p:nvPr/>
          </p:nvSpPr>
          <p:spPr>
            <a:xfrm>
              <a:off x="4159190" y="3155438"/>
              <a:ext cx="2177" cy="13454"/>
            </a:xfrm>
            <a:custGeom>
              <a:avLst/>
              <a:pathLst>
                <a:path w="2177" h="13454">
                  <a:moveTo>
                    <a:pt x="2177" y="134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l5871"/>
            <p:cNvSpPr/>
            <p:nvPr/>
          </p:nvSpPr>
          <p:spPr>
            <a:xfrm>
              <a:off x="4158908" y="3148016"/>
              <a:ext cx="282" cy="7422"/>
            </a:xfrm>
            <a:custGeom>
              <a:avLst/>
              <a:pathLst>
                <a:path w="282" h="7422">
                  <a:moveTo>
                    <a:pt x="282" y="74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l5872"/>
            <p:cNvSpPr/>
            <p:nvPr/>
          </p:nvSpPr>
          <p:spPr>
            <a:xfrm>
              <a:off x="4158500" y="3141621"/>
              <a:ext cx="407" cy="6394"/>
            </a:xfrm>
            <a:custGeom>
              <a:avLst/>
              <a:pathLst>
                <a:path w="407" h="6394">
                  <a:moveTo>
                    <a:pt x="407" y="63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l5873"/>
            <p:cNvSpPr/>
            <p:nvPr/>
          </p:nvSpPr>
          <p:spPr>
            <a:xfrm>
              <a:off x="4156574" y="3141621"/>
              <a:ext cx="1926" cy="3942"/>
            </a:xfrm>
            <a:custGeom>
              <a:avLst/>
              <a:pathLst>
                <a:path w="1926" h="3942">
                  <a:moveTo>
                    <a:pt x="1926" y="0"/>
                  </a:moveTo>
                  <a:lnTo>
                    <a:pt x="0" y="39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l5874"/>
            <p:cNvSpPr/>
            <p:nvPr/>
          </p:nvSpPr>
          <p:spPr>
            <a:xfrm>
              <a:off x="4161185" y="3292995"/>
              <a:ext cx="206472" cy="66474"/>
            </a:xfrm>
            <a:custGeom>
              <a:avLst/>
              <a:pathLst>
                <a:path w="206472" h="66474">
                  <a:moveTo>
                    <a:pt x="206472" y="0"/>
                  </a:moveTo>
                  <a:lnTo>
                    <a:pt x="0" y="664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l5875"/>
            <p:cNvSpPr/>
            <p:nvPr/>
          </p:nvSpPr>
          <p:spPr>
            <a:xfrm>
              <a:off x="4154323" y="3332937"/>
              <a:ext cx="6862" cy="26532"/>
            </a:xfrm>
            <a:custGeom>
              <a:avLst/>
              <a:pathLst>
                <a:path w="6862" h="26532">
                  <a:moveTo>
                    <a:pt x="6862" y="265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l5876"/>
            <p:cNvSpPr/>
            <p:nvPr/>
          </p:nvSpPr>
          <p:spPr>
            <a:xfrm>
              <a:off x="4151146" y="3317529"/>
              <a:ext cx="3177" cy="15408"/>
            </a:xfrm>
            <a:custGeom>
              <a:avLst/>
              <a:pathLst>
                <a:path w="3177" h="15408">
                  <a:moveTo>
                    <a:pt x="3177" y="154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l5877"/>
            <p:cNvSpPr/>
            <p:nvPr/>
          </p:nvSpPr>
          <p:spPr>
            <a:xfrm>
              <a:off x="4150525" y="3305709"/>
              <a:ext cx="620" cy="11820"/>
            </a:xfrm>
            <a:custGeom>
              <a:avLst/>
              <a:pathLst>
                <a:path w="620" h="11820">
                  <a:moveTo>
                    <a:pt x="620" y="118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l5878"/>
            <p:cNvSpPr/>
            <p:nvPr/>
          </p:nvSpPr>
          <p:spPr>
            <a:xfrm>
              <a:off x="4148599" y="3294499"/>
              <a:ext cx="1926" cy="11209"/>
            </a:xfrm>
            <a:custGeom>
              <a:avLst/>
              <a:pathLst>
                <a:path w="1926" h="11209">
                  <a:moveTo>
                    <a:pt x="1926" y="112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l5879"/>
            <p:cNvSpPr/>
            <p:nvPr/>
          </p:nvSpPr>
          <p:spPr>
            <a:xfrm>
              <a:off x="4147958" y="3284792"/>
              <a:ext cx="640" cy="9707"/>
            </a:xfrm>
            <a:custGeom>
              <a:avLst/>
              <a:pathLst>
                <a:path w="640" h="9707">
                  <a:moveTo>
                    <a:pt x="640" y="97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l5880"/>
            <p:cNvSpPr/>
            <p:nvPr/>
          </p:nvSpPr>
          <p:spPr>
            <a:xfrm>
              <a:off x="4147470" y="3273776"/>
              <a:ext cx="488" cy="11016"/>
            </a:xfrm>
            <a:custGeom>
              <a:avLst/>
              <a:pathLst>
                <a:path w="488" h="11016">
                  <a:moveTo>
                    <a:pt x="488" y="110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l5881"/>
            <p:cNvSpPr/>
            <p:nvPr/>
          </p:nvSpPr>
          <p:spPr>
            <a:xfrm>
              <a:off x="4145584" y="3264197"/>
              <a:ext cx="1885" cy="9578"/>
            </a:xfrm>
            <a:custGeom>
              <a:avLst/>
              <a:pathLst>
                <a:path w="1885" h="9578">
                  <a:moveTo>
                    <a:pt x="1885" y="95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l5882"/>
            <p:cNvSpPr/>
            <p:nvPr/>
          </p:nvSpPr>
          <p:spPr>
            <a:xfrm>
              <a:off x="4144795" y="3257838"/>
              <a:ext cx="788" cy="6358"/>
            </a:xfrm>
            <a:custGeom>
              <a:avLst/>
              <a:pathLst>
                <a:path w="788" h="6358">
                  <a:moveTo>
                    <a:pt x="788" y="63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l5883"/>
            <p:cNvSpPr/>
            <p:nvPr/>
          </p:nvSpPr>
          <p:spPr>
            <a:xfrm>
              <a:off x="4143839" y="3253556"/>
              <a:ext cx="956" cy="4282"/>
            </a:xfrm>
            <a:custGeom>
              <a:avLst/>
              <a:pathLst>
                <a:path w="956" h="4282">
                  <a:moveTo>
                    <a:pt x="956" y="42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l5884"/>
            <p:cNvSpPr/>
            <p:nvPr/>
          </p:nvSpPr>
          <p:spPr>
            <a:xfrm>
              <a:off x="4142764" y="3273776"/>
              <a:ext cx="4706" cy="9059"/>
            </a:xfrm>
            <a:custGeom>
              <a:avLst/>
              <a:pathLst>
                <a:path w="4706" h="9059">
                  <a:moveTo>
                    <a:pt x="4706" y="0"/>
                  </a:moveTo>
                  <a:lnTo>
                    <a:pt x="0" y="90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l5885"/>
            <p:cNvSpPr/>
            <p:nvPr/>
          </p:nvSpPr>
          <p:spPr>
            <a:xfrm>
              <a:off x="4141753" y="3278566"/>
              <a:ext cx="1011" cy="4270"/>
            </a:xfrm>
            <a:custGeom>
              <a:avLst/>
              <a:pathLst>
                <a:path w="1011" h="4270">
                  <a:moveTo>
                    <a:pt x="1011" y="42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l5886"/>
            <p:cNvSpPr/>
            <p:nvPr/>
          </p:nvSpPr>
          <p:spPr>
            <a:xfrm>
              <a:off x="4139986" y="3294499"/>
              <a:ext cx="8612" cy="9100"/>
            </a:xfrm>
            <a:custGeom>
              <a:avLst/>
              <a:pathLst>
                <a:path w="8612" h="9100">
                  <a:moveTo>
                    <a:pt x="8612" y="0"/>
                  </a:moveTo>
                  <a:lnTo>
                    <a:pt x="0" y="91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l5887"/>
            <p:cNvSpPr/>
            <p:nvPr/>
          </p:nvSpPr>
          <p:spPr>
            <a:xfrm>
              <a:off x="4143118" y="3359470"/>
              <a:ext cx="18067" cy="25762"/>
            </a:xfrm>
            <a:custGeom>
              <a:avLst/>
              <a:pathLst>
                <a:path w="18067" h="25762">
                  <a:moveTo>
                    <a:pt x="18067" y="0"/>
                  </a:moveTo>
                  <a:lnTo>
                    <a:pt x="0" y="257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l5888"/>
            <p:cNvSpPr/>
            <p:nvPr/>
          </p:nvSpPr>
          <p:spPr>
            <a:xfrm>
              <a:off x="4139446" y="3372616"/>
              <a:ext cx="3672" cy="12616"/>
            </a:xfrm>
            <a:custGeom>
              <a:avLst/>
              <a:pathLst>
                <a:path w="3672" h="12616">
                  <a:moveTo>
                    <a:pt x="3672" y="126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l5889"/>
            <p:cNvSpPr/>
            <p:nvPr/>
          </p:nvSpPr>
          <p:spPr>
            <a:xfrm>
              <a:off x="4138306" y="3366310"/>
              <a:ext cx="1140" cy="6305"/>
            </a:xfrm>
            <a:custGeom>
              <a:avLst/>
              <a:pathLst>
                <a:path w="1140" h="6305">
                  <a:moveTo>
                    <a:pt x="1140" y="63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l5890"/>
            <p:cNvSpPr/>
            <p:nvPr/>
          </p:nvSpPr>
          <p:spPr>
            <a:xfrm>
              <a:off x="4137113" y="3362087"/>
              <a:ext cx="1192" cy="4223"/>
            </a:xfrm>
            <a:custGeom>
              <a:avLst/>
              <a:pathLst>
                <a:path w="1192" h="4223">
                  <a:moveTo>
                    <a:pt x="1192" y="42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l5891"/>
            <p:cNvSpPr/>
            <p:nvPr/>
          </p:nvSpPr>
          <p:spPr>
            <a:xfrm>
              <a:off x="4136845" y="3366310"/>
              <a:ext cx="1460" cy="4138"/>
            </a:xfrm>
            <a:custGeom>
              <a:avLst/>
              <a:pathLst>
                <a:path w="1460" h="4138">
                  <a:moveTo>
                    <a:pt x="1460" y="0"/>
                  </a:moveTo>
                  <a:lnTo>
                    <a:pt x="0" y="41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l5892"/>
            <p:cNvSpPr/>
            <p:nvPr/>
          </p:nvSpPr>
          <p:spPr>
            <a:xfrm>
              <a:off x="4136613" y="3372616"/>
              <a:ext cx="2832" cy="6195"/>
            </a:xfrm>
            <a:custGeom>
              <a:avLst/>
              <a:pathLst>
                <a:path w="2832" h="6195">
                  <a:moveTo>
                    <a:pt x="2832" y="0"/>
                  </a:moveTo>
                  <a:lnTo>
                    <a:pt x="0" y="61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l5893"/>
            <p:cNvSpPr/>
            <p:nvPr/>
          </p:nvSpPr>
          <p:spPr>
            <a:xfrm>
              <a:off x="4347676" y="3161746"/>
              <a:ext cx="929235" cy="845677"/>
            </a:xfrm>
            <a:custGeom>
              <a:avLst/>
              <a:pathLst>
                <a:path w="929235" h="845677">
                  <a:moveTo>
                    <a:pt x="929235" y="0"/>
                  </a:moveTo>
                  <a:lnTo>
                    <a:pt x="0" y="8456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l5894"/>
            <p:cNvSpPr/>
            <p:nvPr/>
          </p:nvSpPr>
          <p:spPr>
            <a:xfrm>
              <a:off x="4307105" y="3924205"/>
              <a:ext cx="40571" cy="83218"/>
            </a:xfrm>
            <a:custGeom>
              <a:avLst/>
              <a:pathLst>
                <a:path w="40571" h="83218">
                  <a:moveTo>
                    <a:pt x="40571" y="832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l5895"/>
            <p:cNvSpPr/>
            <p:nvPr/>
          </p:nvSpPr>
          <p:spPr>
            <a:xfrm>
              <a:off x="4265449" y="3857959"/>
              <a:ext cx="41656" cy="66246"/>
            </a:xfrm>
            <a:custGeom>
              <a:avLst/>
              <a:pathLst>
                <a:path w="41656" h="66246">
                  <a:moveTo>
                    <a:pt x="41656" y="662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l5896"/>
            <p:cNvSpPr/>
            <p:nvPr/>
          </p:nvSpPr>
          <p:spPr>
            <a:xfrm>
              <a:off x="4252272" y="3817110"/>
              <a:ext cx="13176" cy="40849"/>
            </a:xfrm>
            <a:custGeom>
              <a:avLst/>
              <a:pathLst>
                <a:path w="13176" h="40849">
                  <a:moveTo>
                    <a:pt x="13176" y="408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l5897"/>
            <p:cNvSpPr/>
            <p:nvPr/>
          </p:nvSpPr>
          <p:spPr>
            <a:xfrm>
              <a:off x="4232261" y="3763139"/>
              <a:ext cx="20011" cy="53970"/>
            </a:xfrm>
            <a:custGeom>
              <a:avLst/>
              <a:pathLst>
                <a:path w="20011" h="53970">
                  <a:moveTo>
                    <a:pt x="20011" y="539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l5898"/>
            <p:cNvSpPr/>
            <p:nvPr/>
          </p:nvSpPr>
          <p:spPr>
            <a:xfrm>
              <a:off x="4215935" y="3704294"/>
              <a:ext cx="16325" cy="58845"/>
            </a:xfrm>
            <a:custGeom>
              <a:avLst/>
              <a:pathLst>
                <a:path w="16325" h="58845">
                  <a:moveTo>
                    <a:pt x="16325" y="588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l5899"/>
            <p:cNvSpPr/>
            <p:nvPr/>
          </p:nvSpPr>
          <p:spPr>
            <a:xfrm>
              <a:off x="4187833" y="3642605"/>
              <a:ext cx="28102" cy="61688"/>
            </a:xfrm>
            <a:custGeom>
              <a:avLst/>
              <a:pathLst>
                <a:path w="28102" h="61688">
                  <a:moveTo>
                    <a:pt x="28102" y="616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l5900"/>
            <p:cNvSpPr/>
            <p:nvPr/>
          </p:nvSpPr>
          <p:spPr>
            <a:xfrm>
              <a:off x="4182299" y="3615305"/>
              <a:ext cx="5534" cy="27299"/>
            </a:xfrm>
            <a:custGeom>
              <a:avLst/>
              <a:pathLst>
                <a:path w="5534" h="27299">
                  <a:moveTo>
                    <a:pt x="5534" y="272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l5901"/>
            <p:cNvSpPr/>
            <p:nvPr/>
          </p:nvSpPr>
          <p:spPr>
            <a:xfrm>
              <a:off x="4173836" y="3579857"/>
              <a:ext cx="8462" cy="35448"/>
            </a:xfrm>
            <a:custGeom>
              <a:avLst/>
              <a:pathLst>
                <a:path w="8462" h="35448">
                  <a:moveTo>
                    <a:pt x="8462" y="354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l5902"/>
            <p:cNvSpPr/>
            <p:nvPr/>
          </p:nvSpPr>
          <p:spPr>
            <a:xfrm>
              <a:off x="4163587" y="3547824"/>
              <a:ext cx="10249" cy="32033"/>
            </a:xfrm>
            <a:custGeom>
              <a:avLst/>
              <a:pathLst>
                <a:path w="10249" h="32033">
                  <a:moveTo>
                    <a:pt x="10249" y="320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l5903"/>
            <p:cNvSpPr/>
            <p:nvPr/>
          </p:nvSpPr>
          <p:spPr>
            <a:xfrm>
              <a:off x="4158290" y="3524412"/>
              <a:ext cx="5296" cy="23411"/>
            </a:xfrm>
            <a:custGeom>
              <a:avLst/>
              <a:pathLst>
                <a:path w="5296" h="23411">
                  <a:moveTo>
                    <a:pt x="5296" y="234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l5904"/>
            <p:cNvSpPr/>
            <p:nvPr/>
          </p:nvSpPr>
          <p:spPr>
            <a:xfrm>
              <a:off x="4152029" y="3503126"/>
              <a:ext cx="6260" cy="21286"/>
            </a:xfrm>
            <a:custGeom>
              <a:avLst/>
              <a:pathLst>
                <a:path w="6260" h="21286">
                  <a:moveTo>
                    <a:pt x="6260" y="212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l5905"/>
            <p:cNvSpPr/>
            <p:nvPr/>
          </p:nvSpPr>
          <p:spPr>
            <a:xfrm>
              <a:off x="4139269" y="3503126"/>
              <a:ext cx="12760" cy="13623"/>
            </a:xfrm>
            <a:custGeom>
              <a:avLst/>
              <a:pathLst>
                <a:path w="12760" h="13623">
                  <a:moveTo>
                    <a:pt x="12760" y="0"/>
                  </a:moveTo>
                  <a:lnTo>
                    <a:pt x="0" y="136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l5906"/>
            <p:cNvSpPr/>
            <p:nvPr/>
          </p:nvSpPr>
          <p:spPr>
            <a:xfrm>
              <a:off x="4137756" y="3512631"/>
              <a:ext cx="1513" cy="4119"/>
            </a:xfrm>
            <a:custGeom>
              <a:avLst/>
              <a:pathLst>
                <a:path w="1513" h="4119">
                  <a:moveTo>
                    <a:pt x="1513" y="41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l5907"/>
            <p:cNvSpPr/>
            <p:nvPr/>
          </p:nvSpPr>
          <p:spPr>
            <a:xfrm>
              <a:off x="4153060" y="3615305"/>
              <a:ext cx="29238" cy="39644"/>
            </a:xfrm>
            <a:custGeom>
              <a:avLst/>
              <a:pathLst>
                <a:path w="29238" h="39644">
                  <a:moveTo>
                    <a:pt x="29238" y="0"/>
                  </a:moveTo>
                  <a:lnTo>
                    <a:pt x="0" y="396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l5908"/>
            <p:cNvSpPr/>
            <p:nvPr/>
          </p:nvSpPr>
          <p:spPr>
            <a:xfrm>
              <a:off x="4150907" y="3647841"/>
              <a:ext cx="2153" cy="7108"/>
            </a:xfrm>
            <a:custGeom>
              <a:avLst/>
              <a:pathLst>
                <a:path w="2153" h="7108">
                  <a:moveTo>
                    <a:pt x="2153" y="71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l5909"/>
            <p:cNvSpPr/>
            <p:nvPr/>
          </p:nvSpPr>
          <p:spPr>
            <a:xfrm>
              <a:off x="4148892" y="3641758"/>
              <a:ext cx="2014" cy="6082"/>
            </a:xfrm>
            <a:custGeom>
              <a:avLst/>
              <a:pathLst>
                <a:path w="2014" h="6082">
                  <a:moveTo>
                    <a:pt x="2014" y="60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l5910"/>
            <p:cNvSpPr/>
            <p:nvPr/>
          </p:nvSpPr>
          <p:spPr>
            <a:xfrm>
              <a:off x="4147119" y="3637745"/>
              <a:ext cx="1773" cy="4013"/>
            </a:xfrm>
            <a:custGeom>
              <a:avLst/>
              <a:pathLst>
                <a:path w="1773" h="4013">
                  <a:moveTo>
                    <a:pt x="1773" y="40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l5911"/>
            <p:cNvSpPr/>
            <p:nvPr/>
          </p:nvSpPr>
          <p:spPr>
            <a:xfrm>
              <a:off x="4149952" y="3654950"/>
              <a:ext cx="3108" cy="7730"/>
            </a:xfrm>
            <a:custGeom>
              <a:avLst/>
              <a:pathLst>
                <a:path w="3108" h="7730">
                  <a:moveTo>
                    <a:pt x="3108" y="0"/>
                  </a:moveTo>
                  <a:lnTo>
                    <a:pt x="0" y="77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l5912"/>
            <p:cNvSpPr/>
            <p:nvPr/>
          </p:nvSpPr>
          <p:spPr>
            <a:xfrm>
              <a:off x="4185740" y="3704294"/>
              <a:ext cx="30195" cy="70956"/>
            </a:xfrm>
            <a:custGeom>
              <a:avLst/>
              <a:pathLst>
                <a:path w="30195" h="70956">
                  <a:moveTo>
                    <a:pt x="30195" y="0"/>
                  </a:moveTo>
                  <a:lnTo>
                    <a:pt x="0" y="709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l5913"/>
            <p:cNvSpPr/>
            <p:nvPr/>
          </p:nvSpPr>
          <p:spPr>
            <a:xfrm>
              <a:off x="4177446" y="3758909"/>
              <a:ext cx="8294" cy="16341"/>
            </a:xfrm>
            <a:custGeom>
              <a:avLst/>
              <a:pathLst>
                <a:path w="8294" h="16341">
                  <a:moveTo>
                    <a:pt x="8294" y="163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l5914"/>
            <p:cNvSpPr/>
            <p:nvPr/>
          </p:nvSpPr>
          <p:spPr>
            <a:xfrm>
              <a:off x="4174602" y="3750105"/>
              <a:ext cx="2843" cy="8804"/>
            </a:xfrm>
            <a:custGeom>
              <a:avLst/>
              <a:pathLst>
                <a:path w="2843" h="8804">
                  <a:moveTo>
                    <a:pt x="2843" y="88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l5915"/>
            <p:cNvSpPr/>
            <p:nvPr/>
          </p:nvSpPr>
          <p:spPr>
            <a:xfrm>
              <a:off x="4171664" y="3740447"/>
              <a:ext cx="2938" cy="9658"/>
            </a:xfrm>
            <a:custGeom>
              <a:avLst/>
              <a:pathLst>
                <a:path w="2938" h="9658">
                  <a:moveTo>
                    <a:pt x="2938" y="96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l5916"/>
            <p:cNvSpPr/>
            <p:nvPr/>
          </p:nvSpPr>
          <p:spPr>
            <a:xfrm>
              <a:off x="4168514" y="3729096"/>
              <a:ext cx="3150" cy="11350"/>
            </a:xfrm>
            <a:custGeom>
              <a:avLst/>
              <a:pathLst>
                <a:path w="3150" h="11350">
                  <a:moveTo>
                    <a:pt x="3150" y="113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l5917"/>
            <p:cNvSpPr/>
            <p:nvPr/>
          </p:nvSpPr>
          <p:spPr>
            <a:xfrm>
              <a:off x="4164933" y="3714371"/>
              <a:ext cx="3581" cy="14725"/>
            </a:xfrm>
            <a:custGeom>
              <a:avLst/>
              <a:pathLst>
                <a:path w="3581" h="14725">
                  <a:moveTo>
                    <a:pt x="3581" y="147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l5918"/>
            <p:cNvSpPr/>
            <p:nvPr/>
          </p:nvSpPr>
          <p:spPr>
            <a:xfrm>
              <a:off x="4158755" y="3699460"/>
              <a:ext cx="6178" cy="14910"/>
            </a:xfrm>
            <a:custGeom>
              <a:avLst/>
              <a:pathLst>
                <a:path w="6178" h="14910">
                  <a:moveTo>
                    <a:pt x="6178" y="149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l5919"/>
            <p:cNvSpPr/>
            <p:nvPr/>
          </p:nvSpPr>
          <p:spPr>
            <a:xfrm>
              <a:off x="4157291" y="3699460"/>
              <a:ext cx="1463" cy="8645"/>
            </a:xfrm>
            <a:custGeom>
              <a:avLst/>
              <a:pathLst>
                <a:path w="1463" h="8645">
                  <a:moveTo>
                    <a:pt x="1463" y="0"/>
                  </a:moveTo>
                  <a:lnTo>
                    <a:pt x="0" y="86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l5920"/>
            <p:cNvSpPr/>
            <p:nvPr/>
          </p:nvSpPr>
          <p:spPr>
            <a:xfrm>
              <a:off x="4155382" y="3704155"/>
              <a:ext cx="1909" cy="3951"/>
            </a:xfrm>
            <a:custGeom>
              <a:avLst/>
              <a:pathLst>
                <a:path w="1909" h="3951">
                  <a:moveTo>
                    <a:pt x="1909" y="39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l5921"/>
            <p:cNvSpPr/>
            <p:nvPr/>
          </p:nvSpPr>
          <p:spPr>
            <a:xfrm>
              <a:off x="4156574" y="3708106"/>
              <a:ext cx="717" cy="4329"/>
            </a:xfrm>
            <a:custGeom>
              <a:avLst/>
              <a:pathLst>
                <a:path w="717" h="4329">
                  <a:moveTo>
                    <a:pt x="717" y="0"/>
                  </a:moveTo>
                  <a:lnTo>
                    <a:pt x="0" y="43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l5922"/>
            <p:cNvSpPr/>
            <p:nvPr/>
          </p:nvSpPr>
          <p:spPr>
            <a:xfrm>
              <a:off x="4162017" y="3714371"/>
              <a:ext cx="2916" cy="16265"/>
            </a:xfrm>
            <a:custGeom>
              <a:avLst/>
              <a:pathLst>
                <a:path w="2916" h="16265">
                  <a:moveTo>
                    <a:pt x="2916" y="0"/>
                  </a:moveTo>
                  <a:lnTo>
                    <a:pt x="0" y="162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l5923"/>
            <p:cNvSpPr/>
            <p:nvPr/>
          </p:nvSpPr>
          <p:spPr>
            <a:xfrm>
              <a:off x="4160362" y="3730636"/>
              <a:ext cx="1654" cy="6608"/>
            </a:xfrm>
            <a:custGeom>
              <a:avLst/>
              <a:pathLst>
                <a:path w="1654" h="6608">
                  <a:moveTo>
                    <a:pt x="1654" y="0"/>
                  </a:moveTo>
                  <a:lnTo>
                    <a:pt x="0" y="66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l5924"/>
            <p:cNvSpPr/>
            <p:nvPr/>
          </p:nvSpPr>
          <p:spPr>
            <a:xfrm>
              <a:off x="4164468" y="3750105"/>
              <a:ext cx="10134" cy="11898"/>
            </a:xfrm>
            <a:custGeom>
              <a:avLst/>
              <a:pathLst>
                <a:path w="10134" h="11898">
                  <a:moveTo>
                    <a:pt x="10134" y="0"/>
                  </a:moveTo>
                  <a:lnTo>
                    <a:pt x="0" y="1189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l5925"/>
            <p:cNvSpPr/>
            <p:nvPr/>
          </p:nvSpPr>
          <p:spPr>
            <a:xfrm>
              <a:off x="4174554" y="3775250"/>
              <a:ext cx="11185" cy="19957"/>
            </a:xfrm>
            <a:custGeom>
              <a:avLst/>
              <a:pathLst>
                <a:path w="11185" h="19957">
                  <a:moveTo>
                    <a:pt x="11185" y="0"/>
                  </a:moveTo>
                  <a:lnTo>
                    <a:pt x="0" y="199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l5926"/>
            <p:cNvSpPr/>
            <p:nvPr/>
          </p:nvSpPr>
          <p:spPr>
            <a:xfrm>
              <a:off x="4171891" y="3788274"/>
              <a:ext cx="2663" cy="6933"/>
            </a:xfrm>
            <a:custGeom>
              <a:avLst/>
              <a:pathLst>
                <a:path w="2663" h="6933">
                  <a:moveTo>
                    <a:pt x="2663" y="6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l5927"/>
            <p:cNvSpPr/>
            <p:nvPr/>
          </p:nvSpPr>
          <p:spPr>
            <a:xfrm>
              <a:off x="4169441" y="3782353"/>
              <a:ext cx="2449" cy="5920"/>
            </a:xfrm>
            <a:custGeom>
              <a:avLst/>
              <a:pathLst>
                <a:path w="2449" h="5920">
                  <a:moveTo>
                    <a:pt x="2449" y="59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l5928"/>
            <p:cNvSpPr/>
            <p:nvPr/>
          </p:nvSpPr>
          <p:spPr>
            <a:xfrm>
              <a:off x="4168891" y="3782353"/>
              <a:ext cx="550" cy="4353"/>
            </a:xfrm>
            <a:custGeom>
              <a:avLst/>
              <a:pathLst>
                <a:path w="550" h="4353">
                  <a:moveTo>
                    <a:pt x="550" y="0"/>
                  </a:moveTo>
                  <a:lnTo>
                    <a:pt x="0" y="43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l5929"/>
            <p:cNvSpPr/>
            <p:nvPr/>
          </p:nvSpPr>
          <p:spPr>
            <a:xfrm>
              <a:off x="4170435" y="3788274"/>
              <a:ext cx="1456" cy="6654"/>
            </a:xfrm>
            <a:custGeom>
              <a:avLst/>
              <a:pathLst>
                <a:path w="1456" h="6654">
                  <a:moveTo>
                    <a:pt x="1456" y="0"/>
                  </a:moveTo>
                  <a:lnTo>
                    <a:pt x="0" y="66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l5930"/>
            <p:cNvSpPr/>
            <p:nvPr/>
          </p:nvSpPr>
          <p:spPr>
            <a:xfrm>
              <a:off x="4184001" y="3763139"/>
              <a:ext cx="48260" cy="72200"/>
            </a:xfrm>
            <a:custGeom>
              <a:avLst/>
              <a:pathLst>
                <a:path w="48260" h="72200">
                  <a:moveTo>
                    <a:pt x="48260" y="0"/>
                  </a:moveTo>
                  <a:lnTo>
                    <a:pt x="0" y="722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l5931"/>
            <p:cNvSpPr/>
            <p:nvPr/>
          </p:nvSpPr>
          <p:spPr>
            <a:xfrm>
              <a:off x="4180437" y="3835339"/>
              <a:ext cx="3563" cy="8775"/>
            </a:xfrm>
            <a:custGeom>
              <a:avLst/>
              <a:pathLst>
                <a:path w="3563" h="8775">
                  <a:moveTo>
                    <a:pt x="3563" y="0"/>
                  </a:moveTo>
                  <a:lnTo>
                    <a:pt x="0" y="877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l5932"/>
            <p:cNvSpPr/>
            <p:nvPr/>
          </p:nvSpPr>
          <p:spPr>
            <a:xfrm>
              <a:off x="4198781" y="3817110"/>
              <a:ext cx="53491" cy="71244"/>
            </a:xfrm>
            <a:custGeom>
              <a:avLst/>
              <a:pathLst>
                <a:path w="53491" h="71244">
                  <a:moveTo>
                    <a:pt x="53491" y="0"/>
                  </a:moveTo>
                  <a:lnTo>
                    <a:pt x="0" y="712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l5933"/>
            <p:cNvSpPr/>
            <p:nvPr/>
          </p:nvSpPr>
          <p:spPr>
            <a:xfrm>
              <a:off x="4194882" y="3877771"/>
              <a:ext cx="3899" cy="10582"/>
            </a:xfrm>
            <a:custGeom>
              <a:avLst/>
              <a:pathLst>
                <a:path w="3899" h="10582">
                  <a:moveTo>
                    <a:pt x="3899" y="105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l5934"/>
            <p:cNvSpPr/>
            <p:nvPr/>
          </p:nvSpPr>
          <p:spPr>
            <a:xfrm>
              <a:off x="4190037" y="3868729"/>
              <a:ext cx="4845" cy="9042"/>
            </a:xfrm>
            <a:custGeom>
              <a:avLst/>
              <a:pathLst>
                <a:path w="4845" h="9042">
                  <a:moveTo>
                    <a:pt x="4845" y="90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l5935"/>
            <p:cNvSpPr/>
            <p:nvPr/>
          </p:nvSpPr>
          <p:spPr>
            <a:xfrm>
              <a:off x="4187109" y="3861902"/>
              <a:ext cx="2927" cy="6826"/>
            </a:xfrm>
            <a:custGeom>
              <a:avLst/>
              <a:pathLst>
                <a:path w="2927" h="6826">
                  <a:moveTo>
                    <a:pt x="2927" y="68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l5936"/>
            <p:cNvSpPr/>
            <p:nvPr/>
          </p:nvSpPr>
          <p:spPr>
            <a:xfrm>
              <a:off x="4184434" y="3856080"/>
              <a:ext cx="2675" cy="5822"/>
            </a:xfrm>
            <a:custGeom>
              <a:avLst/>
              <a:pathLst>
                <a:path w="2675" h="5822">
                  <a:moveTo>
                    <a:pt x="2675" y="58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l5937"/>
            <p:cNvSpPr/>
            <p:nvPr/>
          </p:nvSpPr>
          <p:spPr>
            <a:xfrm>
              <a:off x="4184051" y="3856080"/>
              <a:ext cx="382" cy="4371"/>
            </a:xfrm>
            <a:custGeom>
              <a:avLst/>
              <a:pathLst>
                <a:path w="382" h="4371">
                  <a:moveTo>
                    <a:pt x="382" y="0"/>
                  </a:moveTo>
                  <a:lnTo>
                    <a:pt x="0" y="43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l5938"/>
            <p:cNvSpPr/>
            <p:nvPr/>
          </p:nvSpPr>
          <p:spPr>
            <a:xfrm>
              <a:off x="4185910" y="3861902"/>
              <a:ext cx="1199" cy="6705"/>
            </a:xfrm>
            <a:custGeom>
              <a:avLst/>
              <a:pathLst>
                <a:path w="1199" h="6705">
                  <a:moveTo>
                    <a:pt x="1199" y="0"/>
                  </a:moveTo>
                  <a:lnTo>
                    <a:pt x="0" y="67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l5939"/>
            <p:cNvSpPr/>
            <p:nvPr/>
          </p:nvSpPr>
          <p:spPr>
            <a:xfrm>
              <a:off x="4187804" y="3868729"/>
              <a:ext cx="2233" cy="8027"/>
            </a:xfrm>
            <a:custGeom>
              <a:avLst/>
              <a:pathLst>
                <a:path w="2233" h="8027">
                  <a:moveTo>
                    <a:pt x="2233" y="0"/>
                  </a:moveTo>
                  <a:lnTo>
                    <a:pt x="0" y="80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l5940"/>
            <p:cNvSpPr/>
            <p:nvPr/>
          </p:nvSpPr>
          <p:spPr>
            <a:xfrm>
              <a:off x="4250925" y="3924205"/>
              <a:ext cx="56179" cy="95700"/>
            </a:xfrm>
            <a:custGeom>
              <a:avLst/>
              <a:pathLst>
                <a:path w="56179" h="95700">
                  <a:moveTo>
                    <a:pt x="56179" y="0"/>
                  </a:moveTo>
                  <a:lnTo>
                    <a:pt x="0" y="957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l5941"/>
            <p:cNvSpPr/>
            <p:nvPr/>
          </p:nvSpPr>
          <p:spPr>
            <a:xfrm>
              <a:off x="4234414" y="3989188"/>
              <a:ext cx="16511" cy="30717"/>
            </a:xfrm>
            <a:custGeom>
              <a:avLst/>
              <a:pathLst>
                <a:path w="16511" h="30717">
                  <a:moveTo>
                    <a:pt x="16511" y="307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l5942"/>
            <p:cNvSpPr/>
            <p:nvPr/>
          </p:nvSpPr>
          <p:spPr>
            <a:xfrm>
              <a:off x="4219249" y="3965884"/>
              <a:ext cx="15165" cy="23304"/>
            </a:xfrm>
            <a:custGeom>
              <a:avLst/>
              <a:pathLst>
                <a:path w="15165" h="23304">
                  <a:moveTo>
                    <a:pt x="15165" y="23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l5943"/>
            <p:cNvSpPr/>
            <p:nvPr/>
          </p:nvSpPr>
          <p:spPr>
            <a:xfrm>
              <a:off x="4213917" y="3956833"/>
              <a:ext cx="5331" cy="9050"/>
            </a:xfrm>
            <a:custGeom>
              <a:avLst/>
              <a:pathLst>
                <a:path w="5331" h="9050">
                  <a:moveTo>
                    <a:pt x="5331" y="90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l5944"/>
            <p:cNvSpPr/>
            <p:nvPr/>
          </p:nvSpPr>
          <p:spPr>
            <a:xfrm>
              <a:off x="4210537" y="3949652"/>
              <a:ext cx="3380" cy="7180"/>
            </a:xfrm>
            <a:custGeom>
              <a:avLst/>
              <a:pathLst>
                <a:path w="3380" h="7180">
                  <a:moveTo>
                    <a:pt x="3380" y="71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l5945"/>
            <p:cNvSpPr/>
            <p:nvPr/>
          </p:nvSpPr>
          <p:spPr>
            <a:xfrm>
              <a:off x="4207320" y="3942957"/>
              <a:ext cx="3216" cy="6695"/>
            </a:xfrm>
            <a:custGeom>
              <a:avLst/>
              <a:pathLst>
                <a:path w="3216" h="6695">
                  <a:moveTo>
                    <a:pt x="3216" y="66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l5946"/>
            <p:cNvSpPr/>
            <p:nvPr/>
          </p:nvSpPr>
          <p:spPr>
            <a:xfrm>
              <a:off x="4206408" y="3942957"/>
              <a:ext cx="912" cy="6750"/>
            </a:xfrm>
            <a:custGeom>
              <a:avLst/>
              <a:pathLst>
                <a:path w="912" h="6750">
                  <a:moveTo>
                    <a:pt x="912" y="0"/>
                  </a:moveTo>
                  <a:lnTo>
                    <a:pt x="0" y="67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l5947"/>
            <p:cNvSpPr/>
            <p:nvPr/>
          </p:nvSpPr>
          <p:spPr>
            <a:xfrm>
              <a:off x="4233360" y="3989188"/>
              <a:ext cx="1054" cy="28204"/>
            </a:xfrm>
            <a:custGeom>
              <a:avLst/>
              <a:pathLst>
                <a:path w="1054" h="28204">
                  <a:moveTo>
                    <a:pt x="1054" y="0"/>
                  </a:moveTo>
                  <a:lnTo>
                    <a:pt x="0" y="282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l5948"/>
            <p:cNvSpPr/>
            <p:nvPr/>
          </p:nvSpPr>
          <p:spPr>
            <a:xfrm>
              <a:off x="4228821" y="4007343"/>
              <a:ext cx="4538" cy="10049"/>
            </a:xfrm>
            <a:custGeom>
              <a:avLst/>
              <a:pathLst>
                <a:path w="4538" h="10049">
                  <a:moveTo>
                    <a:pt x="4538" y="100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l5949"/>
            <p:cNvSpPr/>
            <p:nvPr/>
          </p:nvSpPr>
          <p:spPr>
            <a:xfrm>
              <a:off x="4223518" y="3999147"/>
              <a:ext cx="5303" cy="8196"/>
            </a:xfrm>
            <a:custGeom>
              <a:avLst/>
              <a:pathLst>
                <a:path w="5303" h="8196">
                  <a:moveTo>
                    <a:pt x="5303" y="81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l5950"/>
            <p:cNvSpPr/>
            <p:nvPr/>
          </p:nvSpPr>
          <p:spPr>
            <a:xfrm>
              <a:off x="4222808" y="3999147"/>
              <a:ext cx="710" cy="6774"/>
            </a:xfrm>
            <a:custGeom>
              <a:avLst/>
              <a:pathLst>
                <a:path w="710" h="6774">
                  <a:moveTo>
                    <a:pt x="710" y="0"/>
                  </a:moveTo>
                  <a:lnTo>
                    <a:pt x="0" y="67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l5951"/>
            <p:cNvSpPr/>
            <p:nvPr/>
          </p:nvSpPr>
          <p:spPr>
            <a:xfrm>
              <a:off x="4227810" y="4007343"/>
              <a:ext cx="1010" cy="10159"/>
            </a:xfrm>
            <a:custGeom>
              <a:avLst/>
              <a:pathLst>
                <a:path w="1010" h="10159">
                  <a:moveTo>
                    <a:pt x="1010" y="0"/>
                  </a:moveTo>
                  <a:lnTo>
                    <a:pt x="0" y="101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l5952"/>
            <p:cNvSpPr/>
            <p:nvPr/>
          </p:nvSpPr>
          <p:spPr>
            <a:xfrm>
              <a:off x="4227801" y="4017502"/>
              <a:ext cx="8" cy="4388"/>
            </a:xfrm>
            <a:custGeom>
              <a:avLst/>
              <a:pathLst>
                <a:path w="8" h="4388">
                  <a:moveTo>
                    <a:pt x="8" y="0"/>
                  </a:moveTo>
                  <a:lnTo>
                    <a:pt x="0" y="438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l5953"/>
            <p:cNvSpPr/>
            <p:nvPr/>
          </p:nvSpPr>
          <p:spPr>
            <a:xfrm>
              <a:off x="4230349" y="4017393"/>
              <a:ext cx="3011" cy="12466"/>
            </a:xfrm>
            <a:custGeom>
              <a:avLst/>
              <a:pathLst>
                <a:path w="3011" h="12466">
                  <a:moveTo>
                    <a:pt x="3011" y="0"/>
                  </a:moveTo>
                  <a:lnTo>
                    <a:pt x="0" y="1246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l5954"/>
            <p:cNvSpPr/>
            <p:nvPr/>
          </p:nvSpPr>
          <p:spPr>
            <a:xfrm>
              <a:off x="4245248" y="4019906"/>
              <a:ext cx="5677" cy="38021"/>
            </a:xfrm>
            <a:custGeom>
              <a:avLst/>
              <a:pathLst>
                <a:path w="5677" h="38021">
                  <a:moveTo>
                    <a:pt x="5677" y="0"/>
                  </a:moveTo>
                  <a:lnTo>
                    <a:pt x="0" y="3802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l5955"/>
            <p:cNvSpPr/>
            <p:nvPr/>
          </p:nvSpPr>
          <p:spPr>
            <a:xfrm>
              <a:off x="4240655" y="4048466"/>
              <a:ext cx="4592" cy="9461"/>
            </a:xfrm>
            <a:custGeom>
              <a:avLst/>
              <a:pathLst>
                <a:path w="4592" h="9461">
                  <a:moveTo>
                    <a:pt x="4592" y="94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l5956"/>
            <p:cNvSpPr/>
            <p:nvPr/>
          </p:nvSpPr>
          <p:spPr>
            <a:xfrm>
              <a:off x="4240655" y="4048466"/>
              <a:ext cx="138" cy="8767"/>
            </a:xfrm>
            <a:custGeom>
              <a:avLst/>
              <a:pathLst>
                <a:path w="138" h="8767">
                  <a:moveTo>
                    <a:pt x="0" y="0"/>
                  </a:moveTo>
                  <a:lnTo>
                    <a:pt x="138" y="87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l5957"/>
            <p:cNvSpPr/>
            <p:nvPr/>
          </p:nvSpPr>
          <p:spPr>
            <a:xfrm>
              <a:off x="4238196" y="4053697"/>
              <a:ext cx="2598" cy="3536"/>
            </a:xfrm>
            <a:custGeom>
              <a:avLst/>
              <a:pathLst>
                <a:path w="2598" h="3536">
                  <a:moveTo>
                    <a:pt x="2598" y="35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l5958"/>
            <p:cNvSpPr/>
            <p:nvPr/>
          </p:nvSpPr>
          <p:spPr>
            <a:xfrm>
              <a:off x="4243596" y="4057928"/>
              <a:ext cx="1651" cy="11605"/>
            </a:xfrm>
            <a:custGeom>
              <a:avLst/>
              <a:pathLst>
                <a:path w="1651" h="11605">
                  <a:moveTo>
                    <a:pt x="1651" y="0"/>
                  </a:moveTo>
                  <a:lnTo>
                    <a:pt x="0" y="116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l5959"/>
            <p:cNvSpPr/>
            <p:nvPr/>
          </p:nvSpPr>
          <p:spPr>
            <a:xfrm>
              <a:off x="4280303" y="4007423"/>
              <a:ext cx="67373" cy="123648"/>
            </a:xfrm>
            <a:custGeom>
              <a:avLst/>
              <a:pathLst>
                <a:path w="67373" h="123648">
                  <a:moveTo>
                    <a:pt x="67373" y="0"/>
                  </a:moveTo>
                  <a:lnTo>
                    <a:pt x="0" y="1236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l5960"/>
            <p:cNvSpPr/>
            <p:nvPr/>
          </p:nvSpPr>
          <p:spPr>
            <a:xfrm>
              <a:off x="4271213" y="4118477"/>
              <a:ext cx="9090" cy="12594"/>
            </a:xfrm>
            <a:custGeom>
              <a:avLst/>
              <a:pathLst>
                <a:path w="9090" h="12594">
                  <a:moveTo>
                    <a:pt x="9090" y="125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l5961"/>
            <p:cNvSpPr/>
            <p:nvPr/>
          </p:nvSpPr>
          <p:spPr>
            <a:xfrm>
              <a:off x="4265994" y="4108342"/>
              <a:ext cx="5218" cy="10135"/>
            </a:xfrm>
            <a:custGeom>
              <a:avLst/>
              <a:pathLst>
                <a:path w="5218" h="10135">
                  <a:moveTo>
                    <a:pt x="5218" y="101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l5962"/>
            <p:cNvSpPr/>
            <p:nvPr/>
          </p:nvSpPr>
          <p:spPr>
            <a:xfrm>
              <a:off x="4259984" y="4099727"/>
              <a:ext cx="6010" cy="8614"/>
            </a:xfrm>
            <a:custGeom>
              <a:avLst/>
              <a:pathLst>
                <a:path w="6010" h="8614">
                  <a:moveTo>
                    <a:pt x="6010" y="861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l5963"/>
            <p:cNvSpPr/>
            <p:nvPr/>
          </p:nvSpPr>
          <p:spPr>
            <a:xfrm>
              <a:off x="4256062" y="4092827"/>
              <a:ext cx="3921" cy="6900"/>
            </a:xfrm>
            <a:custGeom>
              <a:avLst/>
              <a:pathLst>
                <a:path w="3921" h="6900">
                  <a:moveTo>
                    <a:pt x="3921" y="69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l5964"/>
            <p:cNvSpPr/>
            <p:nvPr/>
          </p:nvSpPr>
          <p:spPr>
            <a:xfrm>
              <a:off x="4252342" y="4086398"/>
              <a:ext cx="3720" cy="6428"/>
            </a:xfrm>
            <a:custGeom>
              <a:avLst/>
              <a:pathLst>
                <a:path w="3720" h="6428">
                  <a:moveTo>
                    <a:pt x="3720" y="642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l5965"/>
            <p:cNvSpPr/>
            <p:nvPr/>
          </p:nvSpPr>
          <p:spPr>
            <a:xfrm>
              <a:off x="4248991" y="4080936"/>
              <a:ext cx="3350" cy="5461"/>
            </a:xfrm>
            <a:custGeom>
              <a:avLst/>
              <a:pathLst>
                <a:path w="3350" h="5461">
                  <a:moveTo>
                    <a:pt x="3350" y="54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l5966"/>
            <p:cNvSpPr/>
            <p:nvPr/>
          </p:nvSpPr>
          <p:spPr>
            <a:xfrm>
              <a:off x="4246347" y="4077434"/>
              <a:ext cx="2643" cy="3502"/>
            </a:xfrm>
            <a:custGeom>
              <a:avLst/>
              <a:pathLst>
                <a:path w="2643" h="3502">
                  <a:moveTo>
                    <a:pt x="2643" y="35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l5967"/>
            <p:cNvSpPr/>
            <p:nvPr/>
          </p:nvSpPr>
          <p:spPr>
            <a:xfrm>
              <a:off x="4251950" y="4086398"/>
              <a:ext cx="391" cy="6800"/>
            </a:xfrm>
            <a:custGeom>
              <a:avLst/>
              <a:pathLst>
                <a:path w="391" h="6800">
                  <a:moveTo>
                    <a:pt x="391" y="0"/>
                  </a:moveTo>
                  <a:lnTo>
                    <a:pt x="0" y="68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l5968"/>
            <p:cNvSpPr/>
            <p:nvPr/>
          </p:nvSpPr>
          <p:spPr>
            <a:xfrm>
              <a:off x="4263324" y="4108342"/>
              <a:ext cx="2670" cy="11859"/>
            </a:xfrm>
            <a:custGeom>
              <a:avLst/>
              <a:pathLst>
                <a:path w="2670" h="11859">
                  <a:moveTo>
                    <a:pt x="2670" y="0"/>
                  </a:moveTo>
                  <a:lnTo>
                    <a:pt x="0" y="118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l5969"/>
            <p:cNvSpPr/>
            <p:nvPr/>
          </p:nvSpPr>
          <p:spPr>
            <a:xfrm>
              <a:off x="4263324" y="4120201"/>
              <a:ext cx="234" cy="4381"/>
            </a:xfrm>
            <a:custGeom>
              <a:avLst/>
              <a:pathLst>
                <a:path w="234" h="4381">
                  <a:moveTo>
                    <a:pt x="0" y="0"/>
                  </a:moveTo>
                  <a:lnTo>
                    <a:pt x="234" y="43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l5970"/>
            <p:cNvSpPr/>
            <p:nvPr/>
          </p:nvSpPr>
          <p:spPr>
            <a:xfrm>
              <a:off x="4266545" y="4118477"/>
              <a:ext cx="4667" cy="13920"/>
            </a:xfrm>
            <a:custGeom>
              <a:avLst/>
              <a:pathLst>
                <a:path w="4667" h="13920">
                  <a:moveTo>
                    <a:pt x="4667" y="0"/>
                  </a:moveTo>
                  <a:lnTo>
                    <a:pt x="0" y="1392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l5971"/>
            <p:cNvSpPr/>
            <p:nvPr/>
          </p:nvSpPr>
          <p:spPr>
            <a:xfrm>
              <a:off x="4275861" y="4131071"/>
              <a:ext cx="4442" cy="17882"/>
            </a:xfrm>
            <a:custGeom>
              <a:avLst/>
              <a:pathLst>
                <a:path w="4442" h="17882">
                  <a:moveTo>
                    <a:pt x="4442" y="0"/>
                  </a:moveTo>
                  <a:lnTo>
                    <a:pt x="0" y="178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l5972"/>
            <p:cNvSpPr/>
            <p:nvPr/>
          </p:nvSpPr>
          <p:spPr>
            <a:xfrm>
              <a:off x="4272326" y="4143610"/>
              <a:ext cx="3535" cy="5344"/>
            </a:xfrm>
            <a:custGeom>
              <a:avLst/>
              <a:pathLst>
                <a:path w="3535" h="5344">
                  <a:moveTo>
                    <a:pt x="3535" y="534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l5973"/>
            <p:cNvSpPr/>
            <p:nvPr/>
          </p:nvSpPr>
          <p:spPr>
            <a:xfrm>
              <a:off x="4269564" y="4140200"/>
              <a:ext cx="2761" cy="3410"/>
            </a:xfrm>
            <a:custGeom>
              <a:avLst/>
              <a:pathLst>
                <a:path w="2761" h="3410">
                  <a:moveTo>
                    <a:pt x="2761" y="34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l5974"/>
            <p:cNvSpPr/>
            <p:nvPr/>
          </p:nvSpPr>
          <p:spPr>
            <a:xfrm>
              <a:off x="4275702" y="4148954"/>
              <a:ext cx="158" cy="6810"/>
            </a:xfrm>
            <a:custGeom>
              <a:avLst/>
              <a:pathLst>
                <a:path w="158" h="6810">
                  <a:moveTo>
                    <a:pt x="158" y="0"/>
                  </a:moveTo>
                  <a:lnTo>
                    <a:pt x="0" y="6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l5975"/>
            <p:cNvSpPr/>
            <p:nvPr/>
          </p:nvSpPr>
          <p:spPr>
            <a:xfrm>
              <a:off x="4311138" y="3470030"/>
              <a:ext cx="937576" cy="739418"/>
            </a:xfrm>
            <a:custGeom>
              <a:avLst/>
              <a:pathLst>
                <a:path w="937576" h="739418">
                  <a:moveTo>
                    <a:pt x="937576" y="0"/>
                  </a:moveTo>
                  <a:lnTo>
                    <a:pt x="0" y="7394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l5976"/>
            <p:cNvSpPr/>
            <p:nvPr/>
          </p:nvSpPr>
          <p:spPr>
            <a:xfrm>
              <a:off x="4302347" y="4195829"/>
              <a:ext cx="8790" cy="13620"/>
            </a:xfrm>
            <a:custGeom>
              <a:avLst/>
              <a:pathLst>
                <a:path w="8790" h="13620">
                  <a:moveTo>
                    <a:pt x="8790" y="136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l5977"/>
            <p:cNvSpPr/>
            <p:nvPr/>
          </p:nvSpPr>
          <p:spPr>
            <a:xfrm>
              <a:off x="4301502" y="4195829"/>
              <a:ext cx="845" cy="14841"/>
            </a:xfrm>
            <a:custGeom>
              <a:avLst/>
              <a:pathLst>
                <a:path w="845" h="14841">
                  <a:moveTo>
                    <a:pt x="845" y="0"/>
                  </a:moveTo>
                  <a:lnTo>
                    <a:pt x="0" y="148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l5978"/>
            <p:cNvSpPr/>
            <p:nvPr/>
          </p:nvSpPr>
          <p:spPr>
            <a:xfrm>
              <a:off x="4297786" y="4205450"/>
              <a:ext cx="3715" cy="5220"/>
            </a:xfrm>
            <a:custGeom>
              <a:avLst/>
              <a:pathLst>
                <a:path w="3715" h="5220">
                  <a:moveTo>
                    <a:pt x="3715" y="52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l5979"/>
            <p:cNvSpPr/>
            <p:nvPr/>
          </p:nvSpPr>
          <p:spPr>
            <a:xfrm>
              <a:off x="4294910" y="4202136"/>
              <a:ext cx="2876" cy="3314"/>
            </a:xfrm>
            <a:custGeom>
              <a:avLst/>
              <a:pathLst>
                <a:path w="2876" h="3314">
                  <a:moveTo>
                    <a:pt x="2876" y="331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l5980"/>
            <p:cNvSpPr/>
            <p:nvPr/>
          </p:nvSpPr>
          <p:spPr>
            <a:xfrm>
              <a:off x="4297786" y="4205450"/>
              <a:ext cx="440" cy="4366"/>
            </a:xfrm>
            <a:custGeom>
              <a:avLst/>
              <a:pathLst>
                <a:path w="440" h="4366">
                  <a:moveTo>
                    <a:pt x="0" y="0"/>
                  </a:moveTo>
                  <a:lnTo>
                    <a:pt x="440" y="436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l5981"/>
            <p:cNvSpPr/>
            <p:nvPr/>
          </p:nvSpPr>
          <p:spPr>
            <a:xfrm>
              <a:off x="4301502" y="4210671"/>
              <a:ext cx="73" cy="6811"/>
            </a:xfrm>
            <a:custGeom>
              <a:avLst/>
              <a:pathLst>
                <a:path w="73" h="6811">
                  <a:moveTo>
                    <a:pt x="0" y="0"/>
                  </a:moveTo>
                  <a:lnTo>
                    <a:pt x="73" y="68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l5982"/>
            <p:cNvSpPr/>
            <p:nvPr/>
          </p:nvSpPr>
          <p:spPr>
            <a:xfrm>
              <a:off x="4307876" y="4209449"/>
              <a:ext cx="3261" cy="18961"/>
            </a:xfrm>
            <a:custGeom>
              <a:avLst/>
              <a:pathLst>
                <a:path w="3261" h="18961">
                  <a:moveTo>
                    <a:pt x="3261" y="0"/>
                  </a:moveTo>
                  <a:lnTo>
                    <a:pt x="0" y="189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l5983"/>
            <p:cNvSpPr/>
            <p:nvPr/>
          </p:nvSpPr>
          <p:spPr>
            <a:xfrm>
              <a:off x="4307876" y="4228411"/>
              <a:ext cx="495" cy="4360"/>
            </a:xfrm>
            <a:custGeom>
              <a:avLst/>
              <a:pathLst>
                <a:path w="495" h="4360">
                  <a:moveTo>
                    <a:pt x="0" y="0"/>
                  </a:moveTo>
                  <a:lnTo>
                    <a:pt x="495" y="43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l5984"/>
            <p:cNvSpPr/>
            <p:nvPr/>
          </p:nvSpPr>
          <p:spPr>
            <a:xfrm>
              <a:off x="4390002" y="3730563"/>
              <a:ext cx="943131" cy="633324"/>
            </a:xfrm>
            <a:custGeom>
              <a:avLst/>
              <a:pathLst>
                <a:path w="943131" h="633324">
                  <a:moveTo>
                    <a:pt x="943131" y="0"/>
                  </a:moveTo>
                  <a:lnTo>
                    <a:pt x="0" y="633324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l5985"/>
            <p:cNvSpPr/>
            <p:nvPr/>
          </p:nvSpPr>
          <p:spPr>
            <a:xfrm>
              <a:off x="4379553" y="4350208"/>
              <a:ext cx="10449" cy="13680"/>
            </a:xfrm>
            <a:custGeom>
              <a:avLst/>
              <a:pathLst>
                <a:path w="10449" h="13680">
                  <a:moveTo>
                    <a:pt x="10449" y="136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l5986"/>
            <p:cNvSpPr/>
            <p:nvPr/>
          </p:nvSpPr>
          <p:spPr>
            <a:xfrm>
              <a:off x="4369031" y="4336071"/>
              <a:ext cx="10521" cy="14136"/>
            </a:xfrm>
            <a:custGeom>
              <a:avLst/>
              <a:pathLst>
                <a:path w="10521" h="14136">
                  <a:moveTo>
                    <a:pt x="10521" y="141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l5987"/>
            <p:cNvSpPr/>
            <p:nvPr/>
          </p:nvSpPr>
          <p:spPr>
            <a:xfrm>
              <a:off x="4358038" y="4323587"/>
              <a:ext cx="10993" cy="12483"/>
            </a:xfrm>
            <a:custGeom>
              <a:avLst/>
              <a:pathLst>
                <a:path w="10993" h="12483">
                  <a:moveTo>
                    <a:pt x="10993" y="1248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l5988"/>
            <p:cNvSpPr/>
            <p:nvPr/>
          </p:nvSpPr>
          <p:spPr>
            <a:xfrm>
              <a:off x="4351388" y="4316439"/>
              <a:ext cx="6649" cy="7147"/>
            </a:xfrm>
            <a:custGeom>
              <a:avLst/>
              <a:pathLst>
                <a:path w="6649" h="7147">
                  <a:moveTo>
                    <a:pt x="6649" y="71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l5989"/>
            <p:cNvSpPr/>
            <p:nvPr/>
          </p:nvSpPr>
          <p:spPr>
            <a:xfrm>
              <a:off x="4347368" y="4311450"/>
              <a:ext cx="4020" cy="4989"/>
            </a:xfrm>
            <a:custGeom>
              <a:avLst/>
              <a:pathLst>
                <a:path w="4020" h="4989">
                  <a:moveTo>
                    <a:pt x="4020" y="49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l5990"/>
            <p:cNvSpPr/>
            <p:nvPr/>
          </p:nvSpPr>
          <p:spPr>
            <a:xfrm>
              <a:off x="4344298" y="4308314"/>
              <a:ext cx="3069" cy="3136"/>
            </a:xfrm>
            <a:custGeom>
              <a:avLst/>
              <a:pathLst>
                <a:path w="3069" h="3136">
                  <a:moveTo>
                    <a:pt x="3069" y="31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l5991"/>
            <p:cNvSpPr/>
            <p:nvPr/>
          </p:nvSpPr>
          <p:spPr>
            <a:xfrm>
              <a:off x="4694541" y="4694229"/>
              <a:ext cx="97551" cy="48280"/>
            </a:xfrm>
            <a:custGeom>
              <a:avLst/>
              <a:pathLst>
                <a:path w="97551" h="48280">
                  <a:moveTo>
                    <a:pt x="97551" y="482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l5992"/>
            <p:cNvSpPr/>
            <p:nvPr/>
          </p:nvSpPr>
          <p:spPr>
            <a:xfrm>
              <a:off x="4677748" y="4677394"/>
              <a:ext cx="16793" cy="16835"/>
            </a:xfrm>
            <a:custGeom>
              <a:avLst/>
              <a:pathLst>
                <a:path w="16793" h="16835">
                  <a:moveTo>
                    <a:pt x="16793" y="168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l5993"/>
            <p:cNvSpPr/>
            <p:nvPr/>
          </p:nvSpPr>
          <p:spPr>
            <a:xfrm>
              <a:off x="4650984" y="4648383"/>
              <a:ext cx="26764" cy="29010"/>
            </a:xfrm>
            <a:custGeom>
              <a:avLst/>
              <a:pathLst>
                <a:path w="26764" h="29010">
                  <a:moveTo>
                    <a:pt x="26764" y="290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l5994"/>
            <p:cNvSpPr/>
            <p:nvPr/>
          </p:nvSpPr>
          <p:spPr>
            <a:xfrm>
              <a:off x="4610053" y="4611037"/>
              <a:ext cx="40931" cy="37346"/>
            </a:xfrm>
            <a:custGeom>
              <a:avLst/>
              <a:pathLst>
                <a:path w="40931" h="37346">
                  <a:moveTo>
                    <a:pt x="40931" y="373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l5995"/>
            <p:cNvSpPr/>
            <p:nvPr/>
          </p:nvSpPr>
          <p:spPr>
            <a:xfrm>
              <a:off x="4565361" y="4570476"/>
              <a:ext cx="44691" cy="40560"/>
            </a:xfrm>
            <a:custGeom>
              <a:avLst/>
              <a:pathLst>
                <a:path w="44691" h="40560">
                  <a:moveTo>
                    <a:pt x="44691" y="405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l5996"/>
            <p:cNvSpPr/>
            <p:nvPr/>
          </p:nvSpPr>
          <p:spPr>
            <a:xfrm>
              <a:off x="4521501" y="4532545"/>
              <a:ext cx="43859" cy="37931"/>
            </a:xfrm>
            <a:custGeom>
              <a:avLst/>
              <a:pathLst>
                <a:path w="43859" h="37931">
                  <a:moveTo>
                    <a:pt x="43859" y="379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l5997"/>
            <p:cNvSpPr/>
            <p:nvPr/>
          </p:nvSpPr>
          <p:spPr>
            <a:xfrm>
              <a:off x="4493687" y="4494166"/>
              <a:ext cx="27814" cy="38378"/>
            </a:xfrm>
            <a:custGeom>
              <a:avLst/>
              <a:pathLst>
                <a:path w="27814" h="38378">
                  <a:moveTo>
                    <a:pt x="27814" y="383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l5998"/>
            <p:cNvSpPr/>
            <p:nvPr/>
          </p:nvSpPr>
          <p:spPr>
            <a:xfrm>
              <a:off x="4448111" y="4452815"/>
              <a:ext cx="45575" cy="41351"/>
            </a:xfrm>
            <a:custGeom>
              <a:avLst/>
              <a:pathLst>
                <a:path w="45575" h="41351">
                  <a:moveTo>
                    <a:pt x="45575" y="413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l5999"/>
            <p:cNvSpPr/>
            <p:nvPr/>
          </p:nvSpPr>
          <p:spPr>
            <a:xfrm>
              <a:off x="4424208" y="4431547"/>
              <a:ext cx="23902" cy="21267"/>
            </a:xfrm>
            <a:custGeom>
              <a:avLst/>
              <a:pathLst>
                <a:path w="23902" h="21267">
                  <a:moveTo>
                    <a:pt x="23902" y="212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l6000"/>
            <p:cNvSpPr/>
            <p:nvPr/>
          </p:nvSpPr>
          <p:spPr>
            <a:xfrm>
              <a:off x="4424208" y="4431547"/>
              <a:ext cx="443" cy="16172"/>
            </a:xfrm>
            <a:custGeom>
              <a:avLst/>
              <a:pathLst>
                <a:path w="443" h="16172">
                  <a:moveTo>
                    <a:pt x="0" y="0"/>
                  </a:moveTo>
                  <a:lnTo>
                    <a:pt x="443" y="1617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l6001"/>
            <p:cNvSpPr/>
            <p:nvPr/>
          </p:nvSpPr>
          <p:spPr>
            <a:xfrm>
              <a:off x="4420260" y="4443054"/>
              <a:ext cx="4391" cy="4665"/>
            </a:xfrm>
            <a:custGeom>
              <a:avLst/>
              <a:pathLst>
                <a:path w="4391" h="4665">
                  <a:moveTo>
                    <a:pt x="4391" y="46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l6002"/>
            <p:cNvSpPr/>
            <p:nvPr/>
          </p:nvSpPr>
          <p:spPr>
            <a:xfrm>
              <a:off x="4416959" y="4440163"/>
              <a:ext cx="3300" cy="2891"/>
            </a:xfrm>
            <a:custGeom>
              <a:avLst/>
              <a:pathLst>
                <a:path w="3300" h="2891">
                  <a:moveTo>
                    <a:pt x="3300" y="28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l6003"/>
            <p:cNvSpPr/>
            <p:nvPr/>
          </p:nvSpPr>
          <p:spPr>
            <a:xfrm>
              <a:off x="4448111" y="4452815"/>
              <a:ext cx="6240" cy="32291"/>
            </a:xfrm>
            <a:custGeom>
              <a:avLst/>
              <a:pathLst>
                <a:path w="6240" h="32291">
                  <a:moveTo>
                    <a:pt x="0" y="0"/>
                  </a:moveTo>
                  <a:lnTo>
                    <a:pt x="6240" y="3229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l6004"/>
            <p:cNvSpPr/>
            <p:nvPr/>
          </p:nvSpPr>
          <p:spPr>
            <a:xfrm>
              <a:off x="4445096" y="4475560"/>
              <a:ext cx="9256" cy="9545"/>
            </a:xfrm>
            <a:custGeom>
              <a:avLst/>
              <a:pathLst>
                <a:path w="9256" h="9545">
                  <a:moveTo>
                    <a:pt x="9256" y="95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l6005"/>
            <p:cNvSpPr/>
            <p:nvPr/>
          </p:nvSpPr>
          <p:spPr>
            <a:xfrm>
              <a:off x="4437834" y="4469036"/>
              <a:ext cx="7262" cy="6523"/>
            </a:xfrm>
            <a:custGeom>
              <a:avLst/>
              <a:pathLst>
                <a:path w="7262" h="6523">
                  <a:moveTo>
                    <a:pt x="7262" y="65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l6006"/>
            <p:cNvSpPr/>
            <p:nvPr/>
          </p:nvSpPr>
          <p:spPr>
            <a:xfrm>
              <a:off x="4433383" y="4464427"/>
              <a:ext cx="4451" cy="4609"/>
            </a:xfrm>
            <a:custGeom>
              <a:avLst/>
              <a:pathLst>
                <a:path w="4451" h="4609">
                  <a:moveTo>
                    <a:pt x="4451" y="46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l6007"/>
            <p:cNvSpPr/>
            <p:nvPr/>
          </p:nvSpPr>
          <p:spPr>
            <a:xfrm>
              <a:off x="4430045" y="4461578"/>
              <a:ext cx="3337" cy="2848"/>
            </a:xfrm>
            <a:custGeom>
              <a:avLst/>
              <a:pathLst>
                <a:path w="3337" h="2848">
                  <a:moveTo>
                    <a:pt x="3337" y="28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l6008"/>
            <p:cNvSpPr/>
            <p:nvPr/>
          </p:nvSpPr>
          <p:spPr>
            <a:xfrm>
              <a:off x="4433383" y="4464427"/>
              <a:ext cx="1084" cy="4252"/>
            </a:xfrm>
            <a:custGeom>
              <a:avLst/>
              <a:pathLst>
                <a:path w="1084" h="4252">
                  <a:moveTo>
                    <a:pt x="0" y="0"/>
                  </a:moveTo>
                  <a:lnTo>
                    <a:pt x="1084" y="425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l6009"/>
            <p:cNvSpPr/>
            <p:nvPr/>
          </p:nvSpPr>
          <p:spPr>
            <a:xfrm>
              <a:off x="4454352" y="4485106"/>
              <a:ext cx="1505" cy="14563"/>
            </a:xfrm>
            <a:custGeom>
              <a:avLst/>
              <a:pathLst>
                <a:path w="1505" h="14563">
                  <a:moveTo>
                    <a:pt x="0" y="0"/>
                  </a:moveTo>
                  <a:lnTo>
                    <a:pt x="1505" y="1456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l6010"/>
            <p:cNvSpPr/>
            <p:nvPr/>
          </p:nvSpPr>
          <p:spPr>
            <a:xfrm>
              <a:off x="4452460" y="4496892"/>
              <a:ext cx="3397" cy="2777"/>
            </a:xfrm>
            <a:custGeom>
              <a:avLst/>
              <a:pathLst>
                <a:path w="3397" h="2777">
                  <a:moveTo>
                    <a:pt x="3397" y="27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l6011"/>
            <p:cNvSpPr/>
            <p:nvPr/>
          </p:nvSpPr>
          <p:spPr>
            <a:xfrm>
              <a:off x="4493687" y="4494166"/>
              <a:ext cx="16151" cy="61109"/>
            </a:xfrm>
            <a:custGeom>
              <a:avLst/>
              <a:pathLst>
                <a:path w="16151" h="61109">
                  <a:moveTo>
                    <a:pt x="0" y="0"/>
                  </a:moveTo>
                  <a:lnTo>
                    <a:pt x="16151" y="6110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l6012"/>
            <p:cNvSpPr/>
            <p:nvPr/>
          </p:nvSpPr>
          <p:spPr>
            <a:xfrm>
              <a:off x="4496695" y="4545862"/>
              <a:ext cx="13143" cy="9413"/>
            </a:xfrm>
            <a:custGeom>
              <a:avLst/>
              <a:pathLst>
                <a:path w="13143" h="9413">
                  <a:moveTo>
                    <a:pt x="13143" y="94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l6013"/>
            <p:cNvSpPr/>
            <p:nvPr/>
          </p:nvSpPr>
          <p:spPr>
            <a:xfrm>
              <a:off x="4490033" y="4538606"/>
              <a:ext cx="6662" cy="7256"/>
            </a:xfrm>
            <a:custGeom>
              <a:avLst/>
              <a:pathLst>
                <a:path w="6662" h="7256">
                  <a:moveTo>
                    <a:pt x="6662" y="72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l6014"/>
            <p:cNvSpPr/>
            <p:nvPr/>
          </p:nvSpPr>
          <p:spPr>
            <a:xfrm>
              <a:off x="4482595" y="4530128"/>
              <a:ext cx="7437" cy="8478"/>
            </a:xfrm>
            <a:custGeom>
              <a:avLst/>
              <a:pathLst>
                <a:path w="7437" h="8478">
                  <a:moveTo>
                    <a:pt x="7437" y="84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l6015"/>
            <p:cNvSpPr/>
            <p:nvPr/>
          </p:nvSpPr>
          <p:spPr>
            <a:xfrm>
              <a:off x="4474827" y="4523426"/>
              <a:ext cx="7767" cy="6701"/>
            </a:xfrm>
            <a:custGeom>
              <a:avLst/>
              <a:pathLst>
                <a:path w="7767" h="6701">
                  <a:moveTo>
                    <a:pt x="7767" y="67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l6016"/>
            <p:cNvSpPr/>
            <p:nvPr/>
          </p:nvSpPr>
          <p:spPr>
            <a:xfrm>
              <a:off x="4469645" y="4518105"/>
              <a:ext cx="5182" cy="5321"/>
            </a:xfrm>
            <a:custGeom>
              <a:avLst/>
              <a:pathLst>
                <a:path w="5182" h="5321">
                  <a:moveTo>
                    <a:pt x="5182" y="53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l6017"/>
            <p:cNvSpPr/>
            <p:nvPr/>
          </p:nvSpPr>
          <p:spPr>
            <a:xfrm>
              <a:off x="4465058" y="4513631"/>
              <a:ext cx="4586" cy="4474"/>
            </a:xfrm>
            <a:custGeom>
              <a:avLst/>
              <a:pathLst>
                <a:path w="4586" h="4474">
                  <a:moveTo>
                    <a:pt x="4586" y="44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l6018"/>
            <p:cNvSpPr/>
            <p:nvPr/>
          </p:nvSpPr>
          <p:spPr>
            <a:xfrm>
              <a:off x="4461636" y="4510883"/>
              <a:ext cx="3421" cy="2747"/>
            </a:xfrm>
            <a:custGeom>
              <a:avLst/>
              <a:pathLst>
                <a:path w="3421" h="2747">
                  <a:moveTo>
                    <a:pt x="3421" y="27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l6019"/>
            <p:cNvSpPr/>
            <p:nvPr/>
          </p:nvSpPr>
          <p:spPr>
            <a:xfrm>
              <a:off x="4465058" y="4513631"/>
              <a:ext cx="1211" cy="4217"/>
            </a:xfrm>
            <a:custGeom>
              <a:avLst/>
              <a:pathLst>
                <a:path w="1211" h="4217">
                  <a:moveTo>
                    <a:pt x="0" y="0"/>
                  </a:moveTo>
                  <a:lnTo>
                    <a:pt x="1211" y="421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l6020"/>
            <p:cNvSpPr/>
            <p:nvPr/>
          </p:nvSpPr>
          <p:spPr>
            <a:xfrm>
              <a:off x="4482595" y="4530128"/>
              <a:ext cx="1218" cy="11187"/>
            </a:xfrm>
            <a:custGeom>
              <a:avLst/>
              <a:pathLst>
                <a:path w="1218" h="11187">
                  <a:moveTo>
                    <a:pt x="0" y="0"/>
                  </a:moveTo>
                  <a:lnTo>
                    <a:pt x="1218" y="1118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l6021"/>
            <p:cNvSpPr/>
            <p:nvPr/>
          </p:nvSpPr>
          <p:spPr>
            <a:xfrm>
              <a:off x="4483813" y="4541315"/>
              <a:ext cx="1283" cy="4196"/>
            </a:xfrm>
            <a:custGeom>
              <a:avLst/>
              <a:pathLst>
                <a:path w="1283" h="4196">
                  <a:moveTo>
                    <a:pt x="0" y="0"/>
                  </a:moveTo>
                  <a:lnTo>
                    <a:pt x="1283" y="419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l6022"/>
            <p:cNvSpPr/>
            <p:nvPr/>
          </p:nvSpPr>
          <p:spPr>
            <a:xfrm>
              <a:off x="4509838" y="4555276"/>
              <a:ext cx="238" cy="18629"/>
            </a:xfrm>
            <a:custGeom>
              <a:avLst/>
              <a:pathLst>
                <a:path w="238" h="18629">
                  <a:moveTo>
                    <a:pt x="0" y="0"/>
                  </a:moveTo>
                  <a:lnTo>
                    <a:pt x="238" y="1862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l6023"/>
            <p:cNvSpPr/>
            <p:nvPr/>
          </p:nvSpPr>
          <p:spPr>
            <a:xfrm>
              <a:off x="4503039" y="4568675"/>
              <a:ext cx="7038" cy="5229"/>
            </a:xfrm>
            <a:custGeom>
              <a:avLst/>
              <a:pathLst>
                <a:path w="7038" h="5229">
                  <a:moveTo>
                    <a:pt x="7038" y="52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l6024"/>
            <p:cNvSpPr/>
            <p:nvPr/>
          </p:nvSpPr>
          <p:spPr>
            <a:xfrm>
              <a:off x="4499526" y="4566046"/>
              <a:ext cx="3513" cy="2629"/>
            </a:xfrm>
            <a:custGeom>
              <a:avLst/>
              <a:pathLst>
                <a:path w="3513" h="2629">
                  <a:moveTo>
                    <a:pt x="3513" y="26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l6025"/>
            <p:cNvSpPr/>
            <p:nvPr/>
          </p:nvSpPr>
          <p:spPr>
            <a:xfrm>
              <a:off x="4503039" y="4568675"/>
              <a:ext cx="1354" cy="4173"/>
            </a:xfrm>
            <a:custGeom>
              <a:avLst/>
              <a:pathLst>
                <a:path w="1354" h="4173">
                  <a:moveTo>
                    <a:pt x="0" y="0"/>
                  </a:moveTo>
                  <a:lnTo>
                    <a:pt x="1354" y="417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l6026"/>
            <p:cNvSpPr/>
            <p:nvPr/>
          </p:nvSpPr>
          <p:spPr>
            <a:xfrm>
              <a:off x="4510077" y="4573905"/>
              <a:ext cx="2749" cy="8326"/>
            </a:xfrm>
            <a:custGeom>
              <a:avLst/>
              <a:pathLst>
                <a:path w="2749" h="8326">
                  <a:moveTo>
                    <a:pt x="0" y="0"/>
                  </a:moveTo>
                  <a:lnTo>
                    <a:pt x="2749" y="832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l6027"/>
            <p:cNvSpPr/>
            <p:nvPr/>
          </p:nvSpPr>
          <p:spPr>
            <a:xfrm>
              <a:off x="4509291" y="4579632"/>
              <a:ext cx="3535" cy="2599"/>
            </a:xfrm>
            <a:custGeom>
              <a:avLst/>
              <a:pathLst>
                <a:path w="3535" h="2599">
                  <a:moveTo>
                    <a:pt x="3535" y="25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l6028"/>
            <p:cNvSpPr/>
            <p:nvPr/>
          </p:nvSpPr>
          <p:spPr>
            <a:xfrm>
              <a:off x="4512826" y="4582231"/>
              <a:ext cx="1390" cy="4162"/>
            </a:xfrm>
            <a:custGeom>
              <a:avLst/>
              <a:pathLst>
                <a:path w="1390" h="4162">
                  <a:moveTo>
                    <a:pt x="0" y="0"/>
                  </a:moveTo>
                  <a:lnTo>
                    <a:pt x="1390" y="416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l6029"/>
            <p:cNvSpPr/>
            <p:nvPr/>
          </p:nvSpPr>
          <p:spPr>
            <a:xfrm>
              <a:off x="4519171" y="4532545"/>
              <a:ext cx="2329" cy="60589"/>
            </a:xfrm>
            <a:custGeom>
              <a:avLst/>
              <a:pathLst>
                <a:path w="2329" h="60589">
                  <a:moveTo>
                    <a:pt x="2329" y="0"/>
                  </a:moveTo>
                  <a:lnTo>
                    <a:pt x="0" y="6058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l6030"/>
            <p:cNvSpPr/>
            <p:nvPr/>
          </p:nvSpPr>
          <p:spPr>
            <a:xfrm>
              <a:off x="4565361" y="4570476"/>
              <a:ext cx="4027" cy="68569"/>
            </a:xfrm>
            <a:custGeom>
              <a:avLst/>
              <a:pathLst>
                <a:path w="4027" h="68569">
                  <a:moveTo>
                    <a:pt x="0" y="0"/>
                  </a:moveTo>
                  <a:lnTo>
                    <a:pt x="4027" y="6856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l6031"/>
            <p:cNvSpPr/>
            <p:nvPr/>
          </p:nvSpPr>
          <p:spPr>
            <a:xfrm>
              <a:off x="4559735" y="4631094"/>
              <a:ext cx="9653" cy="7952"/>
            </a:xfrm>
            <a:custGeom>
              <a:avLst/>
              <a:pathLst>
                <a:path w="9653" h="7952">
                  <a:moveTo>
                    <a:pt x="9653" y="79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l6032"/>
            <p:cNvSpPr/>
            <p:nvPr/>
          </p:nvSpPr>
          <p:spPr>
            <a:xfrm>
              <a:off x="4551334" y="4622460"/>
              <a:ext cx="8400" cy="8633"/>
            </a:xfrm>
            <a:custGeom>
              <a:avLst/>
              <a:pathLst>
                <a:path w="8400" h="8633">
                  <a:moveTo>
                    <a:pt x="8400" y="86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l6033"/>
            <p:cNvSpPr/>
            <p:nvPr/>
          </p:nvSpPr>
          <p:spPr>
            <a:xfrm>
              <a:off x="4542240" y="4614990"/>
              <a:ext cx="9094" cy="7469"/>
            </a:xfrm>
            <a:custGeom>
              <a:avLst/>
              <a:pathLst>
                <a:path w="9094" h="7469">
                  <a:moveTo>
                    <a:pt x="9094" y="74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l6034"/>
            <p:cNvSpPr/>
            <p:nvPr/>
          </p:nvSpPr>
          <p:spPr>
            <a:xfrm>
              <a:off x="4534871" y="4607486"/>
              <a:ext cx="7368" cy="7504"/>
            </a:xfrm>
            <a:custGeom>
              <a:avLst/>
              <a:pathLst>
                <a:path w="7368" h="7504">
                  <a:moveTo>
                    <a:pt x="7368" y="75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l6035"/>
            <p:cNvSpPr/>
            <p:nvPr/>
          </p:nvSpPr>
          <p:spPr>
            <a:xfrm>
              <a:off x="4527723" y="4602408"/>
              <a:ext cx="7148" cy="5078"/>
            </a:xfrm>
            <a:custGeom>
              <a:avLst/>
              <a:pathLst>
                <a:path w="7148" h="5078">
                  <a:moveTo>
                    <a:pt x="7148" y="50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l6036"/>
            <p:cNvSpPr/>
            <p:nvPr/>
          </p:nvSpPr>
          <p:spPr>
            <a:xfrm>
              <a:off x="4524155" y="4599854"/>
              <a:ext cx="3568" cy="2553"/>
            </a:xfrm>
            <a:custGeom>
              <a:avLst/>
              <a:pathLst>
                <a:path w="3568" h="2553">
                  <a:moveTo>
                    <a:pt x="3568" y="25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l6037"/>
            <p:cNvSpPr/>
            <p:nvPr/>
          </p:nvSpPr>
          <p:spPr>
            <a:xfrm>
              <a:off x="4534871" y="4607486"/>
              <a:ext cx="2926" cy="8265"/>
            </a:xfrm>
            <a:custGeom>
              <a:avLst/>
              <a:pathLst>
                <a:path w="2926" h="8265">
                  <a:moveTo>
                    <a:pt x="0" y="0"/>
                  </a:moveTo>
                  <a:lnTo>
                    <a:pt x="2926" y="826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l6038"/>
            <p:cNvSpPr/>
            <p:nvPr/>
          </p:nvSpPr>
          <p:spPr>
            <a:xfrm>
              <a:off x="4534207" y="4613228"/>
              <a:ext cx="3590" cy="2523"/>
            </a:xfrm>
            <a:custGeom>
              <a:avLst/>
              <a:pathLst>
                <a:path w="3590" h="2523">
                  <a:moveTo>
                    <a:pt x="3590" y="25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l6039"/>
            <p:cNvSpPr/>
            <p:nvPr/>
          </p:nvSpPr>
          <p:spPr>
            <a:xfrm>
              <a:off x="4542240" y="4614990"/>
              <a:ext cx="2134" cy="11526"/>
            </a:xfrm>
            <a:custGeom>
              <a:avLst/>
              <a:pathLst>
                <a:path w="2134" h="11526">
                  <a:moveTo>
                    <a:pt x="0" y="0"/>
                  </a:moveTo>
                  <a:lnTo>
                    <a:pt x="2134" y="1152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l6040"/>
            <p:cNvSpPr/>
            <p:nvPr/>
          </p:nvSpPr>
          <p:spPr>
            <a:xfrm>
              <a:off x="4551334" y="4622460"/>
              <a:ext cx="1787" cy="13145"/>
            </a:xfrm>
            <a:custGeom>
              <a:avLst/>
              <a:pathLst>
                <a:path w="1787" h="13145">
                  <a:moveTo>
                    <a:pt x="0" y="0"/>
                  </a:moveTo>
                  <a:lnTo>
                    <a:pt x="1787" y="1314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l6041"/>
            <p:cNvSpPr/>
            <p:nvPr/>
          </p:nvSpPr>
          <p:spPr>
            <a:xfrm>
              <a:off x="4549500" y="4633128"/>
              <a:ext cx="3622" cy="2477"/>
            </a:xfrm>
            <a:custGeom>
              <a:avLst/>
              <a:pathLst>
                <a:path w="3622" h="2477">
                  <a:moveTo>
                    <a:pt x="3622" y="24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l6042"/>
            <p:cNvSpPr/>
            <p:nvPr/>
          </p:nvSpPr>
          <p:spPr>
            <a:xfrm>
              <a:off x="4553122" y="4635605"/>
              <a:ext cx="1531" cy="4112"/>
            </a:xfrm>
            <a:custGeom>
              <a:avLst/>
              <a:pathLst>
                <a:path w="1531" h="4112">
                  <a:moveTo>
                    <a:pt x="0" y="0"/>
                  </a:moveTo>
                  <a:lnTo>
                    <a:pt x="1531" y="411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l6043"/>
            <p:cNvSpPr/>
            <p:nvPr/>
          </p:nvSpPr>
          <p:spPr>
            <a:xfrm>
              <a:off x="4559735" y="4631094"/>
              <a:ext cx="100" cy="15191"/>
            </a:xfrm>
            <a:custGeom>
              <a:avLst/>
              <a:pathLst>
                <a:path w="100" h="15191">
                  <a:moveTo>
                    <a:pt x="0" y="0"/>
                  </a:moveTo>
                  <a:lnTo>
                    <a:pt x="100" y="1519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l6044"/>
            <p:cNvSpPr/>
            <p:nvPr/>
          </p:nvSpPr>
          <p:spPr>
            <a:xfrm>
              <a:off x="4568699" y="4639046"/>
              <a:ext cx="689" cy="16215"/>
            </a:xfrm>
            <a:custGeom>
              <a:avLst/>
              <a:pathLst>
                <a:path w="689" h="16215">
                  <a:moveTo>
                    <a:pt x="689" y="0"/>
                  </a:moveTo>
                  <a:lnTo>
                    <a:pt x="0" y="1621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l6045"/>
            <p:cNvSpPr/>
            <p:nvPr/>
          </p:nvSpPr>
          <p:spPr>
            <a:xfrm>
              <a:off x="4565045" y="4652830"/>
              <a:ext cx="3653" cy="2430"/>
            </a:xfrm>
            <a:custGeom>
              <a:avLst/>
              <a:pathLst>
                <a:path w="3653" h="2430">
                  <a:moveTo>
                    <a:pt x="3653" y="2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l6046"/>
            <p:cNvSpPr/>
            <p:nvPr/>
          </p:nvSpPr>
          <p:spPr>
            <a:xfrm>
              <a:off x="4608046" y="4611037"/>
              <a:ext cx="2006" cy="79357"/>
            </a:xfrm>
            <a:custGeom>
              <a:avLst/>
              <a:pathLst>
                <a:path w="2006" h="79357">
                  <a:moveTo>
                    <a:pt x="2006" y="0"/>
                  </a:moveTo>
                  <a:lnTo>
                    <a:pt x="0" y="7935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l6047"/>
            <p:cNvSpPr/>
            <p:nvPr/>
          </p:nvSpPr>
          <p:spPr>
            <a:xfrm>
              <a:off x="4596621" y="4680953"/>
              <a:ext cx="11424" cy="9441"/>
            </a:xfrm>
            <a:custGeom>
              <a:avLst/>
              <a:pathLst>
                <a:path w="11424" h="9441">
                  <a:moveTo>
                    <a:pt x="11424" y="94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l6048"/>
            <p:cNvSpPr/>
            <p:nvPr/>
          </p:nvSpPr>
          <p:spPr>
            <a:xfrm>
              <a:off x="4586581" y="4673022"/>
              <a:ext cx="10039" cy="7930"/>
            </a:xfrm>
            <a:custGeom>
              <a:avLst/>
              <a:pathLst>
                <a:path w="10039" h="7930">
                  <a:moveTo>
                    <a:pt x="10039" y="79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l6049"/>
            <p:cNvSpPr/>
            <p:nvPr/>
          </p:nvSpPr>
          <p:spPr>
            <a:xfrm>
              <a:off x="4579223" y="4668253"/>
              <a:ext cx="7358" cy="4768"/>
            </a:xfrm>
            <a:custGeom>
              <a:avLst/>
              <a:pathLst>
                <a:path w="7358" h="4768">
                  <a:moveTo>
                    <a:pt x="7358" y="47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l6050"/>
            <p:cNvSpPr/>
            <p:nvPr/>
          </p:nvSpPr>
          <p:spPr>
            <a:xfrm>
              <a:off x="4579223" y="4668253"/>
              <a:ext cx="1619" cy="4078"/>
            </a:xfrm>
            <a:custGeom>
              <a:avLst/>
              <a:pathLst>
                <a:path w="1619" h="4078">
                  <a:moveTo>
                    <a:pt x="0" y="0"/>
                  </a:moveTo>
                  <a:lnTo>
                    <a:pt x="1619" y="407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l6051"/>
            <p:cNvSpPr/>
            <p:nvPr/>
          </p:nvSpPr>
          <p:spPr>
            <a:xfrm>
              <a:off x="4586581" y="4673022"/>
              <a:ext cx="3276" cy="8133"/>
            </a:xfrm>
            <a:custGeom>
              <a:avLst/>
              <a:pathLst>
                <a:path w="3276" h="8133">
                  <a:moveTo>
                    <a:pt x="0" y="0"/>
                  </a:moveTo>
                  <a:lnTo>
                    <a:pt x="3276" y="813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l6052"/>
            <p:cNvSpPr/>
            <p:nvPr/>
          </p:nvSpPr>
          <p:spPr>
            <a:xfrm>
              <a:off x="4589858" y="4681155"/>
              <a:ext cx="1653" cy="4064"/>
            </a:xfrm>
            <a:custGeom>
              <a:avLst/>
              <a:pathLst>
                <a:path w="1653" h="4064">
                  <a:moveTo>
                    <a:pt x="0" y="0"/>
                  </a:moveTo>
                  <a:lnTo>
                    <a:pt x="1653" y="40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l6053"/>
            <p:cNvSpPr/>
            <p:nvPr/>
          </p:nvSpPr>
          <p:spPr>
            <a:xfrm>
              <a:off x="4608046" y="4690395"/>
              <a:ext cx="3409" cy="16289"/>
            </a:xfrm>
            <a:custGeom>
              <a:avLst/>
              <a:pathLst>
                <a:path w="3409" h="16289">
                  <a:moveTo>
                    <a:pt x="0" y="0"/>
                  </a:moveTo>
                  <a:lnTo>
                    <a:pt x="3409" y="1628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l6054"/>
            <p:cNvSpPr/>
            <p:nvPr/>
          </p:nvSpPr>
          <p:spPr>
            <a:xfrm>
              <a:off x="4607721" y="4704380"/>
              <a:ext cx="3734" cy="2304"/>
            </a:xfrm>
            <a:custGeom>
              <a:avLst/>
              <a:pathLst>
                <a:path w="3734" h="2304">
                  <a:moveTo>
                    <a:pt x="3734" y="2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l6055"/>
            <p:cNvSpPr/>
            <p:nvPr/>
          </p:nvSpPr>
          <p:spPr>
            <a:xfrm>
              <a:off x="4611455" y="4706685"/>
              <a:ext cx="1723" cy="4035"/>
            </a:xfrm>
            <a:custGeom>
              <a:avLst/>
              <a:pathLst>
                <a:path w="1723" h="4035">
                  <a:moveTo>
                    <a:pt x="0" y="0"/>
                  </a:moveTo>
                  <a:lnTo>
                    <a:pt x="1723" y="403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l6056"/>
            <p:cNvSpPr/>
            <p:nvPr/>
          </p:nvSpPr>
          <p:spPr>
            <a:xfrm>
              <a:off x="4640238" y="4648383"/>
              <a:ext cx="10745" cy="83025"/>
            </a:xfrm>
            <a:custGeom>
              <a:avLst/>
              <a:pathLst>
                <a:path w="10745" h="83025">
                  <a:moveTo>
                    <a:pt x="10745" y="0"/>
                  </a:moveTo>
                  <a:lnTo>
                    <a:pt x="0" y="8302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l6057"/>
            <p:cNvSpPr/>
            <p:nvPr/>
          </p:nvSpPr>
          <p:spPr>
            <a:xfrm>
              <a:off x="4629933" y="4723825"/>
              <a:ext cx="10304" cy="7583"/>
            </a:xfrm>
            <a:custGeom>
              <a:avLst/>
              <a:pathLst>
                <a:path w="10304" h="7583">
                  <a:moveTo>
                    <a:pt x="10304" y="758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l6058"/>
            <p:cNvSpPr/>
            <p:nvPr/>
          </p:nvSpPr>
          <p:spPr>
            <a:xfrm>
              <a:off x="4622417" y="4719310"/>
              <a:ext cx="7516" cy="4514"/>
            </a:xfrm>
            <a:custGeom>
              <a:avLst/>
              <a:pathLst>
                <a:path w="7516" h="4514">
                  <a:moveTo>
                    <a:pt x="7516" y="451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l6059"/>
            <p:cNvSpPr/>
            <p:nvPr/>
          </p:nvSpPr>
          <p:spPr>
            <a:xfrm>
              <a:off x="4618663" y="4717038"/>
              <a:ext cx="3753" cy="2272"/>
            </a:xfrm>
            <a:custGeom>
              <a:avLst/>
              <a:pathLst>
                <a:path w="3753" h="2272">
                  <a:moveTo>
                    <a:pt x="3753" y="22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l6060"/>
            <p:cNvSpPr/>
            <p:nvPr/>
          </p:nvSpPr>
          <p:spPr>
            <a:xfrm>
              <a:off x="4629933" y="4723825"/>
              <a:ext cx="3552" cy="8016"/>
            </a:xfrm>
            <a:custGeom>
              <a:avLst/>
              <a:pathLst>
                <a:path w="3552" h="8016">
                  <a:moveTo>
                    <a:pt x="0" y="0"/>
                  </a:moveTo>
                  <a:lnTo>
                    <a:pt x="3552" y="80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l6061"/>
            <p:cNvSpPr/>
            <p:nvPr/>
          </p:nvSpPr>
          <p:spPr>
            <a:xfrm>
              <a:off x="4629712" y="4729601"/>
              <a:ext cx="3773" cy="2240"/>
            </a:xfrm>
            <a:custGeom>
              <a:avLst/>
              <a:pathLst>
                <a:path w="3773" h="2240">
                  <a:moveTo>
                    <a:pt x="3773" y="224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l6062"/>
            <p:cNvSpPr/>
            <p:nvPr/>
          </p:nvSpPr>
          <p:spPr>
            <a:xfrm>
              <a:off x="4633485" y="4731842"/>
              <a:ext cx="1791" cy="4005"/>
            </a:xfrm>
            <a:custGeom>
              <a:avLst/>
              <a:pathLst>
                <a:path w="1791" h="4005">
                  <a:moveTo>
                    <a:pt x="0" y="0"/>
                  </a:moveTo>
                  <a:lnTo>
                    <a:pt x="1791" y="400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l6063"/>
            <p:cNvSpPr/>
            <p:nvPr/>
          </p:nvSpPr>
          <p:spPr>
            <a:xfrm>
              <a:off x="4640238" y="4731408"/>
              <a:ext cx="4422" cy="12869"/>
            </a:xfrm>
            <a:custGeom>
              <a:avLst/>
              <a:pathLst>
                <a:path w="4422" h="12869">
                  <a:moveTo>
                    <a:pt x="0" y="0"/>
                  </a:moveTo>
                  <a:lnTo>
                    <a:pt x="4422" y="1286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l6064"/>
            <p:cNvSpPr/>
            <p:nvPr/>
          </p:nvSpPr>
          <p:spPr>
            <a:xfrm>
              <a:off x="4640869" y="4742070"/>
              <a:ext cx="3792" cy="2208"/>
            </a:xfrm>
            <a:custGeom>
              <a:avLst/>
              <a:pathLst>
                <a:path w="3792" h="2208">
                  <a:moveTo>
                    <a:pt x="3792" y="22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l6065"/>
            <p:cNvSpPr/>
            <p:nvPr/>
          </p:nvSpPr>
          <p:spPr>
            <a:xfrm>
              <a:off x="4652131" y="4677394"/>
              <a:ext cx="25617" cy="77048"/>
            </a:xfrm>
            <a:custGeom>
              <a:avLst/>
              <a:pathLst>
                <a:path w="25617" h="77048">
                  <a:moveTo>
                    <a:pt x="25617" y="0"/>
                  </a:moveTo>
                  <a:lnTo>
                    <a:pt x="0" y="7704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l6066"/>
            <p:cNvSpPr/>
            <p:nvPr/>
          </p:nvSpPr>
          <p:spPr>
            <a:xfrm>
              <a:off x="4713374" y="4799355"/>
              <a:ext cx="28347" cy="15015"/>
            </a:xfrm>
            <a:custGeom>
              <a:avLst/>
              <a:pathLst>
                <a:path w="28347" h="15015">
                  <a:moveTo>
                    <a:pt x="28347" y="1501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l6067"/>
            <p:cNvSpPr/>
            <p:nvPr/>
          </p:nvSpPr>
          <p:spPr>
            <a:xfrm>
              <a:off x="4696738" y="4786192"/>
              <a:ext cx="16636" cy="13162"/>
            </a:xfrm>
            <a:custGeom>
              <a:avLst/>
              <a:pathLst>
                <a:path w="16636" h="13162">
                  <a:moveTo>
                    <a:pt x="16636" y="131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l6068"/>
            <p:cNvSpPr/>
            <p:nvPr/>
          </p:nvSpPr>
          <p:spPr>
            <a:xfrm>
              <a:off x="4680989" y="4777497"/>
              <a:ext cx="15749" cy="8695"/>
            </a:xfrm>
            <a:custGeom>
              <a:avLst/>
              <a:pathLst>
                <a:path w="15749" h="8695">
                  <a:moveTo>
                    <a:pt x="15749" y="86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l6069"/>
            <p:cNvSpPr/>
            <p:nvPr/>
          </p:nvSpPr>
          <p:spPr>
            <a:xfrm>
              <a:off x="4672593" y="4772515"/>
              <a:ext cx="8395" cy="4981"/>
            </a:xfrm>
            <a:custGeom>
              <a:avLst/>
              <a:pathLst>
                <a:path w="8395" h="4981">
                  <a:moveTo>
                    <a:pt x="8395" y="49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l6070"/>
            <p:cNvSpPr/>
            <p:nvPr/>
          </p:nvSpPr>
          <p:spPr>
            <a:xfrm>
              <a:off x="4667328" y="4768862"/>
              <a:ext cx="5264" cy="3652"/>
            </a:xfrm>
            <a:custGeom>
              <a:avLst/>
              <a:pathLst>
                <a:path w="5264" h="3652">
                  <a:moveTo>
                    <a:pt x="5264" y="36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l6071"/>
            <p:cNvSpPr/>
            <p:nvPr/>
          </p:nvSpPr>
          <p:spPr>
            <a:xfrm>
              <a:off x="4663499" y="4766719"/>
              <a:ext cx="3829" cy="2143"/>
            </a:xfrm>
            <a:custGeom>
              <a:avLst/>
              <a:pathLst>
                <a:path w="3829" h="2143">
                  <a:moveTo>
                    <a:pt x="3829" y="21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l6072"/>
            <p:cNvSpPr/>
            <p:nvPr/>
          </p:nvSpPr>
          <p:spPr>
            <a:xfrm>
              <a:off x="4672593" y="4772515"/>
              <a:ext cx="2377" cy="6383"/>
            </a:xfrm>
            <a:custGeom>
              <a:avLst/>
              <a:pathLst>
                <a:path w="2377" h="6383">
                  <a:moveTo>
                    <a:pt x="0" y="0"/>
                  </a:moveTo>
                  <a:lnTo>
                    <a:pt x="2377" y="638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l6073"/>
            <p:cNvSpPr/>
            <p:nvPr/>
          </p:nvSpPr>
          <p:spPr>
            <a:xfrm>
              <a:off x="4713374" y="4799355"/>
              <a:ext cx="6467" cy="23384"/>
            </a:xfrm>
            <a:custGeom>
              <a:avLst/>
              <a:pathLst>
                <a:path w="6467" h="23384">
                  <a:moveTo>
                    <a:pt x="0" y="0"/>
                  </a:moveTo>
                  <a:lnTo>
                    <a:pt x="6467" y="23384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l6074"/>
            <p:cNvSpPr/>
            <p:nvPr/>
          </p:nvSpPr>
          <p:spPr>
            <a:xfrm>
              <a:off x="4719842" y="4822739"/>
              <a:ext cx="2044" cy="3883"/>
            </a:xfrm>
            <a:custGeom>
              <a:avLst/>
              <a:pathLst>
                <a:path w="2044" h="3883">
                  <a:moveTo>
                    <a:pt x="0" y="0"/>
                  </a:moveTo>
                  <a:lnTo>
                    <a:pt x="2044" y="388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l6075"/>
            <p:cNvSpPr/>
            <p:nvPr/>
          </p:nvSpPr>
          <p:spPr>
            <a:xfrm>
              <a:off x="4727865" y="4832474"/>
              <a:ext cx="3925" cy="1960"/>
            </a:xfrm>
            <a:custGeom>
              <a:avLst/>
              <a:pathLst>
                <a:path w="3925" h="1960">
                  <a:moveTo>
                    <a:pt x="3925" y="1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l6076"/>
            <p:cNvSpPr/>
            <p:nvPr/>
          </p:nvSpPr>
          <p:spPr>
            <a:xfrm>
              <a:off x="4731790" y="4834435"/>
              <a:ext cx="2077" cy="3865"/>
            </a:xfrm>
            <a:custGeom>
              <a:avLst/>
              <a:pathLst>
                <a:path w="2077" h="3865">
                  <a:moveTo>
                    <a:pt x="0" y="0"/>
                  </a:moveTo>
                  <a:lnTo>
                    <a:pt x="2077" y="386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l6077"/>
            <p:cNvSpPr/>
            <p:nvPr/>
          </p:nvSpPr>
          <p:spPr>
            <a:xfrm>
              <a:off x="4739648" y="4838325"/>
              <a:ext cx="4189" cy="7702"/>
            </a:xfrm>
            <a:custGeom>
              <a:avLst/>
              <a:pathLst>
                <a:path w="4189" h="7702">
                  <a:moveTo>
                    <a:pt x="0" y="0"/>
                  </a:moveTo>
                  <a:lnTo>
                    <a:pt x="4189" y="7702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l6078"/>
            <p:cNvSpPr/>
            <p:nvPr/>
          </p:nvSpPr>
          <p:spPr>
            <a:xfrm>
              <a:off x="4739896" y="4844101"/>
              <a:ext cx="3942" cy="1927"/>
            </a:xfrm>
            <a:custGeom>
              <a:avLst/>
              <a:pathLst>
                <a:path w="3942" h="1927">
                  <a:moveTo>
                    <a:pt x="3942" y="19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l6079"/>
            <p:cNvSpPr/>
            <p:nvPr/>
          </p:nvSpPr>
          <p:spPr>
            <a:xfrm>
              <a:off x="4786162" y="4841966"/>
              <a:ext cx="22095" cy="52223"/>
            </a:xfrm>
            <a:custGeom>
              <a:avLst/>
              <a:pathLst>
                <a:path w="22095" h="52223">
                  <a:moveTo>
                    <a:pt x="0" y="0"/>
                  </a:moveTo>
                  <a:lnTo>
                    <a:pt x="22095" y="5222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l6080"/>
            <p:cNvSpPr/>
            <p:nvPr/>
          </p:nvSpPr>
          <p:spPr>
            <a:xfrm>
              <a:off x="4797715" y="4888424"/>
              <a:ext cx="10541" cy="5765"/>
            </a:xfrm>
            <a:custGeom>
              <a:avLst/>
              <a:pathLst>
                <a:path w="10541" h="5765">
                  <a:moveTo>
                    <a:pt x="10541" y="57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l6081"/>
            <p:cNvSpPr/>
            <p:nvPr/>
          </p:nvSpPr>
          <p:spPr>
            <a:xfrm>
              <a:off x="4788669" y="4882118"/>
              <a:ext cx="9046" cy="6305"/>
            </a:xfrm>
            <a:custGeom>
              <a:avLst/>
              <a:pathLst>
                <a:path w="9046" h="6305">
                  <a:moveTo>
                    <a:pt x="9046" y="63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l6082"/>
            <p:cNvSpPr/>
            <p:nvPr/>
          </p:nvSpPr>
          <p:spPr>
            <a:xfrm>
              <a:off x="4779916" y="4877796"/>
              <a:ext cx="8753" cy="4322"/>
            </a:xfrm>
            <a:custGeom>
              <a:avLst/>
              <a:pathLst>
                <a:path w="8753" h="4322">
                  <a:moveTo>
                    <a:pt x="8753" y="43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l6083"/>
            <p:cNvSpPr/>
            <p:nvPr/>
          </p:nvSpPr>
          <p:spPr>
            <a:xfrm>
              <a:off x="4774386" y="4874558"/>
              <a:ext cx="5529" cy="3237"/>
            </a:xfrm>
            <a:custGeom>
              <a:avLst/>
              <a:pathLst>
                <a:path w="5529" h="3237">
                  <a:moveTo>
                    <a:pt x="5529" y="32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l6084"/>
            <p:cNvSpPr/>
            <p:nvPr/>
          </p:nvSpPr>
          <p:spPr>
            <a:xfrm>
              <a:off x="4770404" y="4872715"/>
              <a:ext cx="3982" cy="1842"/>
            </a:xfrm>
            <a:custGeom>
              <a:avLst/>
              <a:pathLst>
                <a:path w="3982" h="1842">
                  <a:moveTo>
                    <a:pt x="3982" y="18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l6085"/>
            <p:cNvSpPr/>
            <p:nvPr/>
          </p:nvSpPr>
          <p:spPr>
            <a:xfrm>
              <a:off x="4788669" y="4882118"/>
              <a:ext cx="4335" cy="9242"/>
            </a:xfrm>
            <a:custGeom>
              <a:avLst/>
              <a:pathLst>
                <a:path w="4335" h="9242">
                  <a:moveTo>
                    <a:pt x="0" y="0"/>
                  </a:moveTo>
                  <a:lnTo>
                    <a:pt x="4335" y="9242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l6086"/>
            <p:cNvSpPr/>
            <p:nvPr/>
          </p:nvSpPr>
          <p:spPr>
            <a:xfrm>
              <a:off x="4793005" y="4891361"/>
              <a:ext cx="2240" cy="3773"/>
            </a:xfrm>
            <a:custGeom>
              <a:avLst/>
              <a:pathLst>
                <a:path w="2240" h="3773">
                  <a:moveTo>
                    <a:pt x="0" y="0"/>
                  </a:moveTo>
                  <a:lnTo>
                    <a:pt x="2240" y="377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l6087"/>
            <p:cNvSpPr/>
            <p:nvPr/>
          </p:nvSpPr>
          <p:spPr>
            <a:xfrm>
              <a:off x="4808257" y="4894190"/>
              <a:ext cx="3580" cy="13734"/>
            </a:xfrm>
            <a:custGeom>
              <a:avLst/>
              <a:pathLst>
                <a:path w="3580" h="13734">
                  <a:moveTo>
                    <a:pt x="0" y="0"/>
                  </a:moveTo>
                  <a:lnTo>
                    <a:pt x="3580" y="13734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l6088"/>
            <p:cNvSpPr/>
            <p:nvPr/>
          </p:nvSpPr>
          <p:spPr>
            <a:xfrm>
              <a:off x="4811837" y="4907924"/>
              <a:ext cx="2288" cy="3744"/>
            </a:xfrm>
            <a:custGeom>
              <a:avLst/>
              <a:pathLst>
                <a:path w="2288" h="3744">
                  <a:moveTo>
                    <a:pt x="0" y="0"/>
                  </a:moveTo>
                  <a:lnTo>
                    <a:pt x="2288" y="3744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l6089"/>
            <p:cNvSpPr/>
            <p:nvPr/>
          </p:nvSpPr>
          <p:spPr>
            <a:xfrm>
              <a:off x="4817207" y="4866559"/>
              <a:ext cx="7302" cy="52272"/>
            </a:xfrm>
            <a:custGeom>
              <a:avLst/>
              <a:pathLst>
                <a:path w="7302" h="52272">
                  <a:moveTo>
                    <a:pt x="0" y="0"/>
                  </a:moveTo>
                  <a:lnTo>
                    <a:pt x="7302" y="52272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l6090"/>
            <p:cNvSpPr/>
            <p:nvPr/>
          </p:nvSpPr>
          <p:spPr>
            <a:xfrm>
              <a:off x="4820466" y="4917126"/>
              <a:ext cx="4043" cy="1705"/>
            </a:xfrm>
            <a:custGeom>
              <a:avLst/>
              <a:pathLst>
                <a:path w="4043" h="1705">
                  <a:moveTo>
                    <a:pt x="4043" y="17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l6091"/>
            <p:cNvSpPr/>
            <p:nvPr/>
          </p:nvSpPr>
          <p:spPr>
            <a:xfrm>
              <a:off x="5092810" y="5050453"/>
              <a:ext cx="85431" cy="14810"/>
            </a:xfrm>
            <a:custGeom>
              <a:avLst/>
              <a:pathLst>
                <a:path w="85431" h="14810">
                  <a:moveTo>
                    <a:pt x="85431" y="148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l6092"/>
            <p:cNvSpPr/>
            <p:nvPr/>
          </p:nvSpPr>
          <p:spPr>
            <a:xfrm>
              <a:off x="5053657" y="5039860"/>
              <a:ext cx="39153" cy="10593"/>
            </a:xfrm>
            <a:custGeom>
              <a:avLst/>
              <a:pathLst>
                <a:path w="39153" h="10593">
                  <a:moveTo>
                    <a:pt x="39153" y="105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l6093"/>
            <p:cNvSpPr/>
            <p:nvPr/>
          </p:nvSpPr>
          <p:spPr>
            <a:xfrm>
              <a:off x="5042412" y="5034122"/>
              <a:ext cx="11244" cy="5738"/>
            </a:xfrm>
            <a:custGeom>
              <a:avLst/>
              <a:pathLst>
                <a:path w="11244" h="5738">
                  <a:moveTo>
                    <a:pt x="11244" y="57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l6094"/>
            <p:cNvSpPr/>
            <p:nvPr/>
          </p:nvSpPr>
          <p:spPr>
            <a:xfrm>
              <a:off x="5027566" y="5025882"/>
              <a:ext cx="14846" cy="8240"/>
            </a:xfrm>
            <a:custGeom>
              <a:avLst/>
              <a:pathLst>
                <a:path w="14846" h="8240">
                  <a:moveTo>
                    <a:pt x="14846" y="824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l6095"/>
            <p:cNvSpPr/>
            <p:nvPr/>
          </p:nvSpPr>
          <p:spPr>
            <a:xfrm>
              <a:off x="5005574" y="5012566"/>
              <a:ext cx="21991" cy="13316"/>
            </a:xfrm>
            <a:custGeom>
              <a:avLst/>
              <a:pathLst>
                <a:path w="21991" h="13316">
                  <a:moveTo>
                    <a:pt x="21991" y="133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l6096"/>
            <p:cNvSpPr/>
            <p:nvPr/>
          </p:nvSpPr>
          <p:spPr>
            <a:xfrm>
              <a:off x="4969523" y="4988772"/>
              <a:ext cx="36051" cy="23793"/>
            </a:xfrm>
            <a:custGeom>
              <a:avLst/>
              <a:pathLst>
                <a:path w="36051" h="23793">
                  <a:moveTo>
                    <a:pt x="36051" y="237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l6097"/>
            <p:cNvSpPr/>
            <p:nvPr/>
          </p:nvSpPr>
          <p:spPr>
            <a:xfrm>
              <a:off x="4908592" y="4964846"/>
              <a:ext cx="60930" cy="23926"/>
            </a:xfrm>
            <a:custGeom>
              <a:avLst/>
              <a:pathLst>
                <a:path w="60930" h="23926">
                  <a:moveTo>
                    <a:pt x="60930" y="239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l6098"/>
            <p:cNvSpPr/>
            <p:nvPr/>
          </p:nvSpPr>
          <p:spPr>
            <a:xfrm>
              <a:off x="4883359" y="4953520"/>
              <a:ext cx="25233" cy="11326"/>
            </a:xfrm>
            <a:custGeom>
              <a:avLst/>
              <a:pathLst>
                <a:path w="25233" h="11326">
                  <a:moveTo>
                    <a:pt x="25233" y="113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l6099"/>
            <p:cNvSpPr/>
            <p:nvPr/>
          </p:nvSpPr>
          <p:spPr>
            <a:xfrm>
              <a:off x="4870103" y="4948018"/>
              <a:ext cx="13255" cy="5501"/>
            </a:xfrm>
            <a:custGeom>
              <a:avLst/>
              <a:pathLst>
                <a:path w="13255" h="5501">
                  <a:moveTo>
                    <a:pt x="13255" y="55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l6100"/>
            <p:cNvSpPr/>
            <p:nvPr/>
          </p:nvSpPr>
          <p:spPr>
            <a:xfrm>
              <a:off x="4862386" y="4943476"/>
              <a:ext cx="7717" cy="4542"/>
            </a:xfrm>
            <a:custGeom>
              <a:avLst/>
              <a:pathLst>
                <a:path w="7717" h="4542">
                  <a:moveTo>
                    <a:pt x="7717" y="45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l6101"/>
            <p:cNvSpPr/>
            <p:nvPr/>
          </p:nvSpPr>
          <p:spPr>
            <a:xfrm>
              <a:off x="4862386" y="4943476"/>
              <a:ext cx="3107" cy="11087"/>
            </a:xfrm>
            <a:custGeom>
              <a:avLst/>
              <a:pathLst>
                <a:path w="3107" h="11087">
                  <a:moveTo>
                    <a:pt x="0" y="0"/>
                  </a:moveTo>
                  <a:lnTo>
                    <a:pt x="3107" y="11087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l6102"/>
            <p:cNvSpPr/>
            <p:nvPr/>
          </p:nvSpPr>
          <p:spPr>
            <a:xfrm>
              <a:off x="4969523" y="4988772"/>
              <a:ext cx="40389" cy="52520"/>
            </a:xfrm>
            <a:custGeom>
              <a:avLst/>
              <a:pathLst>
                <a:path w="40389" h="52520">
                  <a:moveTo>
                    <a:pt x="0" y="0"/>
                  </a:moveTo>
                  <a:lnTo>
                    <a:pt x="40389" y="5252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l6103"/>
            <p:cNvSpPr/>
            <p:nvPr/>
          </p:nvSpPr>
          <p:spPr>
            <a:xfrm>
              <a:off x="4999035" y="5037137"/>
              <a:ext cx="10877" cy="4155"/>
            </a:xfrm>
            <a:custGeom>
              <a:avLst/>
              <a:pathLst>
                <a:path w="10877" h="4155">
                  <a:moveTo>
                    <a:pt x="10877" y="415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l6104"/>
            <p:cNvSpPr/>
            <p:nvPr/>
          </p:nvSpPr>
          <p:spPr>
            <a:xfrm>
              <a:off x="4989848" y="5032451"/>
              <a:ext cx="9187" cy="4686"/>
            </a:xfrm>
            <a:custGeom>
              <a:avLst/>
              <a:pathLst>
                <a:path w="9187" h="4686">
                  <a:moveTo>
                    <a:pt x="9187" y="46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l6105"/>
            <p:cNvSpPr/>
            <p:nvPr/>
          </p:nvSpPr>
          <p:spPr>
            <a:xfrm>
              <a:off x="4979108" y="5026614"/>
              <a:ext cx="10740" cy="5836"/>
            </a:xfrm>
            <a:custGeom>
              <a:avLst/>
              <a:pathLst>
                <a:path w="10740" h="5836">
                  <a:moveTo>
                    <a:pt x="10740" y="58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l6106"/>
            <p:cNvSpPr/>
            <p:nvPr/>
          </p:nvSpPr>
          <p:spPr>
            <a:xfrm>
              <a:off x="4967893" y="5021980"/>
              <a:ext cx="11214" cy="4633"/>
            </a:xfrm>
            <a:custGeom>
              <a:avLst/>
              <a:pathLst>
                <a:path w="11214" h="4633">
                  <a:moveTo>
                    <a:pt x="11214" y="46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l6107"/>
            <p:cNvSpPr/>
            <p:nvPr/>
          </p:nvSpPr>
          <p:spPr>
            <a:xfrm>
              <a:off x="4967893" y="5021980"/>
              <a:ext cx="4576" cy="12989"/>
            </a:xfrm>
            <a:custGeom>
              <a:avLst/>
              <a:pathLst>
                <a:path w="4576" h="12989">
                  <a:moveTo>
                    <a:pt x="0" y="0"/>
                  </a:moveTo>
                  <a:lnTo>
                    <a:pt x="4576" y="12989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l6108"/>
            <p:cNvSpPr/>
            <p:nvPr/>
          </p:nvSpPr>
          <p:spPr>
            <a:xfrm>
              <a:off x="5005574" y="5012566"/>
              <a:ext cx="15374" cy="55247"/>
            </a:xfrm>
            <a:custGeom>
              <a:avLst/>
              <a:pathLst>
                <a:path w="15374" h="55247">
                  <a:moveTo>
                    <a:pt x="0" y="0"/>
                  </a:moveTo>
                  <a:lnTo>
                    <a:pt x="15374" y="55247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l6109"/>
            <p:cNvSpPr/>
            <p:nvPr/>
          </p:nvSpPr>
          <p:spPr>
            <a:xfrm>
              <a:off x="5027566" y="5025882"/>
              <a:ext cx="388" cy="46504"/>
            </a:xfrm>
            <a:custGeom>
              <a:avLst/>
              <a:pathLst>
                <a:path w="388" h="46504">
                  <a:moveTo>
                    <a:pt x="0" y="0"/>
                  </a:moveTo>
                  <a:lnTo>
                    <a:pt x="388" y="46504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l6110"/>
            <p:cNvSpPr/>
            <p:nvPr/>
          </p:nvSpPr>
          <p:spPr>
            <a:xfrm>
              <a:off x="5042022" y="5039860"/>
              <a:ext cx="11634" cy="41582"/>
            </a:xfrm>
            <a:custGeom>
              <a:avLst/>
              <a:pathLst>
                <a:path w="11634" h="41582">
                  <a:moveTo>
                    <a:pt x="11634" y="0"/>
                  </a:moveTo>
                  <a:lnTo>
                    <a:pt x="0" y="41582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l6111"/>
            <p:cNvSpPr/>
            <p:nvPr/>
          </p:nvSpPr>
          <p:spPr>
            <a:xfrm>
              <a:off x="5092810" y="5050453"/>
              <a:ext cx="11380" cy="56668"/>
            </a:xfrm>
            <a:custGeom>
              <a:avLst/>
              <a:pathLst>
                <a:path w="11380" h="56668">
                  <a:moveTo>
                    <a:pt x="0" y="0"/>
                  </a:moveTo>
                  <a:lnTo>
                    <a:pt x="11380" y="5666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l6112"/>
            <p:cNvSpPr/>
            <p:nvPr/>
          </p:nvSpPr>
          <p:spPr>
            <a:xfrm>
              <a:off x="5096075" y="5103851"/>
              <a:ext cx="8115" cy="3271"/>
            </a:xfrm>
            <a:custGeom>
              <a:avLst/>
              <a:pathLst>
                <a:path w="8115" h="3271">
                  <a:moveTo>
                    <a:pt x="8115" y="32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l6113"/>
            <p:cNvSpPr/>
            <p:nvPr/>
          </p:nvSpPr>
          <p:spPr>
            <a:xfrm>
              <a:off x="5087690" y="5100372"/>
              <a:ext cx="8384" cy="3478"/>
            </a:xfrm>
            <a:custGeom>
              <a:avLst/>
              <a:pathLst>
                <a:path w="8384" h="3478">
                  <a:moveTo>
                    <a:pt x="8384" y="34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l6114"/>
            <p:cNvSpPr/>
            <p:nvPr/>
          </p:nvSpPr>
          <p:spPr>
            <a:xfrm>
              <a:off x="5078760" y="5096513"/>
              <a:ext cx="8929" cy="3859"/>
            </a:xfrm>
            <a:custGeom>
              <a:avLst/>
              <a:pathLst>
                <a:path w="8929" h="3859">
                  <a:moveTo>
                    <a:pt x="8929" y="38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l6115"/>
            <p:cNvSpPr/>
            <p:nvPr/>
          </p:nvSpPr>
          <p:spPr>
            <a:xfrm>
              <a:off x="5068735" y="5091921"/>
              <a:ext cx="10025" cy="4591"/>
            </a:xfrm>
            <a:custGeom>
              <a:avLst/>
              <a:pathLst>
                <a:path w="10025" h="4591">
                  <a:moveTo>
                    <a:pt x="10025" y="45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l6116"/>
            <p:cNvSpPr/>
            <p:nvPr/>
          </p:nvSpPr>
          <p:spPr>
            <a:xfrm>
              <a:off x="5059351" y="5089229"/>
              <a:ext cx="9383" cy="2692"/>
            </a:xfrm>
            <a:custGeom>
              <a:avLst/>
              <a:pathLst>
                <a:path w="9383" h="2692">
                  <a:moveTo>
                    <a:pt x="9383" y="26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l6117"/>
            <p:cNvSpPr/>
            <p:nvPr/>
          </p:nvSpPr>
          <p:spPr>
            <a:xfrm>
              <a:off x="5053333" y="5087029"/>
              <a:ext cx="6018" cy="2199"/>
            </a:xfrm>
            <a:custGeom>
              <a:avLst/>
              <a:pathLst>
                <a:path w="6018" h="2199">
                  <a:moveTo>
                    <a:pt x="6018" y="21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l6118"/>
            <p:cNvSpPr/>
            <p:nvPr/>
          </p:nvSpPr>
          <p:spPr>
            <a:xfrm>
              <a:off x="5049085" y="5085926"/>
              <a:ext cx="4247" cy="1103"/>
            </a:xfrm>
            <a:custGeom>
              <a:avLst/>
              <a:pathLst>
                <a:path w="4247" h="1103">
                  <a:moveTo>
                    <a:pt x="4247" y="11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l6119"/>
            <p:cNvSpPr/>
            <p:nvPr/>
          </p:nvSpPr>
          <p:spPr>
            <a:xfrm>
              <a:off x="5078760" y="5096513"/>
              <a:ext cx="5923" cy="11374"/>
            </a:xfrm>
            <a:custGeom>
              <a:avLst/>
              <a:pathLst>
                <a:path w="5923" h="11374">
                  <a:moveTo>
                    <a:pt x="0" y="0"/>
                  </a:moveTo>
                  <a:lnTo>
                    <a:pt x="5923" y="11374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l6120"/>
            <p:cNvSpPr/>
            <p:nvPr/>
          </p:nvSpPr>
          <p:spPr>
            <a:xfrm>
              <a:off x="5087690" y="5100372"/>
              <a:ext cx="4168" cy="11816"/>
            </a:xfrm>
            <a:custGeom>
              <a:avLst/>
              <a:pathLst>
                <a:path w="4168" h="11816">
                  <a:moveTo>
                    <a:pt x="0" y="0"/>
                  </a:moveTo>
                  <a:lnTo>
                    <a:pt x="4168" y="1181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l6121"/>
            <p:cNvSpPr/>
            <p:nvPr/>
          </p:nvSpPr>
          <p:spPr>
            <a:xfrm>
              <a:off x="5178241" y="5065264"/>
              <a:ext cx="46374" cy="86557"/>
            </a:xfrm>
            <a:custGeom>
              <a:avLst/>
              <a:pathLst>
                <a:path w="46374" h="86557">
                  <a:moveTo>
                    <a:pt x="0" y="0"/>
                  </a:moveTo>
                  <a:lnTo>
                    <a:pt x="46374" y="86557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l6122"/>
            <p:cNvSpPr/>
            <p:nvPr/>
          </p:nvSpPr>
          <p:spPr>
            <a:xfrm>
              <a:off x="5178300" y="5144234"/>
              <a:ext cx="46315" cy="7586"/>
            </a:xfrm>
            <a:custGeom>
              <a:avLst/>
              <a:pathLst>
                <a:path w="46315" h="7586">
                  <a:moveTo>
                    <a:pt x="46315" y="75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l6123"/>
            <p:cNvSpPr/>
            <p:nvPr/>
          </p:nvSpPr>
          <p:spPr>
            <a:xfrm>
              <a:off x="5159381" y="5138534"/>
              <a:ext cx="18918" cy="5699"/>
            </a:xfrm>
            <a:custGeom>
              <a:avLst/>
              <a:pathLst>
                <a:path w="18918" h="5699">
                  <a:moveTo>
                    <a:pt x="18918" y="56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l6124"/>
            <p:cNvSpPr/>
            <p:nvPr/>
          </p:nvSpPr>
          <p:spPr>
            <a:xfrm>
              <a:off x="5144204" y="5133183"/>
              <a:ext cx="15177" cy="5351"/>
            </a:xfrm>
            <a:custGeom>
              <a:avLst/>
              <a:pathLst>
                <a:path w="15177" h="5351">
                  <a:moveTo>
                    <a:pt x="15177" y="53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l6125"/>
            <p:cNvSpPr/>
            <p:nvPr/>
          </p:nvSpPr>
          <p:spPr>
            <a:xfrm>
              <a:off x="5130888" y="5130273"/>
              <a:ext cx="13315" cy="2910"/>
            </a:xfrm>
            <a:custGeom>
              <a:avLst/>
              <a:pathLst>
                <a:path w="13315" h="2910">
                  <a:moveTo>
                    <a:pt x="13315" y="29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l6126"/>
            <p:cNvSpPr/>
            <p:nvPr/>
          </p:nvSpPr>
          <p:spPr>
            <a:xfrm>
              <a:off x="5123880" y="5127812"/>
              <a:ext cx="7008" cy="2460"/>
            </a:xfrm>
            <a:custGeom>
              <a:avLst/>
              <a:pathLst>
                <a:path w="7008" h="2460">
                  <a:moveTo>
                    <a:pt x="7008" y="24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l6127"/>
            <p:cNvSpPr/>
            <p:nvPr/>
          </p:nvSpPr>
          <p:spPr>
            <a:xfrm>
              <a:off x="5117781" y="5125846"/>
              <a:ext cx="6098" cy="1966"/>
            </a:xfrm>
            <a:custGeom>
              <a:avLst/>
              <a:pathLst>
                <a:path w="6098" h="1966">
                  <a:moveTo>
                    <a:pt x="6098" y="1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l6128"/>
            <p:cNvSpPr/>
            <p:nvPr/>
          </p:nvSpPr>
          <p:spPr>
            <a:xfrm>
              <a:off x="5117781" y="5125846"/>
              <a:ext cx="2961" cy="3238"/>
            </a:xfrm>
            <a:custGeom>
              <a:avLst/>
              <a:pathLst>
                <a:path w="2961" h="3238">
                  <a:moveTo>
                    <a:pt x="0" y="0"/>
                  </a:moveTo>
                  <a:lnTo>
                    <a:pt x="2961" y="3238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l6129"/>
            <p:cNvSpPr/>
            <p:nvPr/>
          </p:nvSpPr>
          <p:spPr>
            <a:xfrm>
              <a:off x="5178300" y="5144234"/>
              <a:ext cx="11543" cy="19655"/>
            </a:xfrm>
            <a:custGeom>
              <a:avLst/>
              <a:pathLst>
                <a:path w="11543" h="19655">
                  <a:moveTo>
                    <a:pt x="0" y="0"/>
                  </a:moveTo>
                  <a:lnTo>
                    <a:pt x="11543" y="1965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l6130"/>
            <p:cNvSpPr/>
            <p:nvPr/>
          </p:nvSpPr>
          <p:spPr>
            <a:xfrm>
              <a:off x="5183673" y="5162158"/>
              <a:ext cx="6169" cy="1731"/>
            </a:xfrm>
            <a:custGeom>
              <a:avLst/>
              <a:pathLst>
                <a:path w="6169" h="1731">
                  <a:moveTo>
                    <a:pt x="6169" y="17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l6131"/>
            <p:cNvSpPr/>
            <p:nvPr/>
          </p:nvSpPr>
          <p:spPr>
            <a:xfrm>
              <a:off x="5179354" y="5161384"/>
              <a:ext cx="4319" cy="773"/>
            </a:xfrm>
            <a:custGeom>
              <a:avLst/>
              <a:pathLst>
                <a:path w="4319" h="773">
                  <a:moveTo>
                    <a:pt x="4319" y="7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l6132"/>
            <p:cNvSpPr/>
            <p:nvPr/>
          </p:nvSpPr>
          <p:spPr>
            <a:xfrm>
              <a:off x="5224615" y="5151821"/>
              <a:ext cx="32988" cy="34008"/>
            </a:xfrm>
            <a:custGeom>
              <a:avLst/>
              <a:pathLst>
                <a:path w="32988" h="34008">
                  <a:moveTo>
                    <a:pt x="0" y="0"/>
                  </a:moveTo>
                  <a:lnTo>
                    <a:pt x="32988" y="34008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l6133"/>
            <p:cNvSpPr/>
            <p:nvPr/>
          </p:nvSpPr>
          <p:spPr>
            <a:xfrm>
              <a:off x="5237145" y="5181853"/>
              <a:ext cx="20459" cy="3976"/>
            </a:xfrm>
            <a:custGeom>
              <a:avLst/>
              <a:pathLst>
                <a:path w="20459" h="3976">
                  <a:moveTo>
                    <a:pt x="20459" y="39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l6134"/>
            <p:cNvSpPr/>
            <p:nvPr/>
          </p:nvSpPr>
          <p:spPr>
            <a:xfrm>
              <a:off x="5226854" y="5179748"/>
              <a:ext cx="10290" cy="2105"/>
            </a:xfrm>
            <a:custGeom>
              <a:avLst/>
              <a:pathLst>
                <a:path w="10290" h="2105">
                  <a:moveTo>
                    <a:pt x="10290" y="21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l6135"/>
            <p:cNvSpPr/>
            <p:nvPr/>
          </p:nvSpPr>
          <p:spPr>
            <a:xfrm>
              <a:off x="5219258" y="5177446"/>
              <a:ext cx="7595" cy="2301"/>
            </a:xfrm>
            <a:custGeom>
              <a:avLst/>
              <a:pathLst>
                <a:path w="7595" h="2301">
                  <a:moveTo>
                    <a:pt x="7595" y="23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l6136"/>
            <p:cNvSpPr/>
            <p:nvPr/>
          </p:nvSpPr>
          <p:spPr>
            <a:xfrm>
              <a:off x="5212133" y="5175348"/>
              <a:ext cx="7125" cy="2098"/>
            </a:xfrm>
            <a:custGeom>
              <a:avLst/>
              <a:pathLst>
                <a:path w="7125" h="2098">
                  <a:moveTo>
                    <a:pt x="7125" y="20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l6137"/>
            <p:cNvSpPr/>
            <p:nvPr/>
          </p:nvSpPr>
          <p:spPr>
            <a:xfrm>
              <a:off x="5205941" y="5173696"/>
              <a:ext cx="6191" cy="1651"/>
            </a:xfrm>
            <a:custGeom>
              <a:avLst/>
              <a:pathLst>
                <a:path w="6191" h="1651">
                  <a:moveTo>
                    <a:pt x="6191" y="16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l6138"/>
            <p:cNvSpPr/>
            <p:nvPr/>
          </p:nvSpPr>
          <p:spPr>
            <a:xfrm>
              <a:off x="5201612" y="5172978"/>
              <a:ext cx="4329" cy="718"/>
            </a:xfrm>
            <a:custGeom>
              <a:avLst/>
              <a:pathLst>
                <a:path w="4329" h="718">
                  <a:moveTo>
                    <a:pt x="4329" y="7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l6139"/>
            <p:cNvSpPr/>
            <p:nvPr/>
          </p:nvSpPr>
          <p:spPr>
            <a:xfrm>
              <a:off x="5212133" y="5175348"/>
              <a:ext cx="4400" cy="5199"/>
            </a:xfrm>
            <a:custGeom>
              <a:avLst/>
              <a:pathLst>
                <a:path w="4400" h="5199">
                  <a:moveTo>
                    <a:pt x="0" y="0"/>
                  </a:moveTo>
                  <a:lnTo>
                    <a:pt x="4400" y="5199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l6140"/>
            <p:cNvSpPr/>
            <p:nvPr/>
          </p:nvSpPr>
          <p:spPr>
            <a:xfrm>
              <a:off x="5226854" y="5179748"/>
              <a:ext cx="4664" cy="8243"/>
            </a:xfrm>
            <a:custGeom>
              <a:avLst/>
              <a:pathLst>
                <a:path w="4664" h="8243">
                  <a:moveTo>
                    <a:pt x="0" y="0"/>
                  </a:moveTo>
                  <a:lnTo>
                    <a:pt x="4664" y="8243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l6141"/>
            <p:cNvSpPr/>
            <p:nvPr/>
          </p:nvSpPr>
          <p:spPr>
            <a:xfrm>
              <a:off x="5237145" y="5181853"/>
              <a:ext cx="6232" cy="10436"/>
            </a:xfrm>
            <a:custGeom>
              <a:avLst/>
              <a:pathLst>
                <a:path w="6232" h="10436">
                  <a:moveTo>
                    <a:pt x="0" y="0"/>
                  </a:moveTo>
                  <a:lnTo>
                    <a:pt x="6232" y="10436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l6142"/>
            <p:cNvSpPr/>
            <p:nvPr/>
          </p:nvSpPr>
          <p:spPr>
            <a:xfrm>
              <a:off x="5239034" y="5191664"/>
              <a:ext cx="4343" cy="625"/>
            </a:xfrm>
            <a:custGeom>
              <a:avLst/>
              <a:pathLst>
                <a:path w="4343" h="625">
                  <a:moveTo>
                    <a:pt x="4343" y="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l6143"/>
            <p:cNvSpPr/>
            <p:nvPr/>
          </p:nvSpPr>
          <p:spPr>
            <a:xfrm>
              <a:off x="5243377" y="5192290"/>
              <a:ext cx="3188" cy="3015"/>
            </a:xfrm>
            <a:custGeom>
              <a:avLst/>
              <a:pathLst>
                <a:path w="3188" h="3015">
                  <a:moveTo>
                    <a:pt x="0" y="0"/>
                  </a:moveTo>
                  <a:lnTo>
                    <a:pt x="3188" y="301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l6144"/>
            <p:cNvSpPr/>
            <p:nvPr/>
          </p:nvSpPr>
          <p:spPr>
            <a:xfrm>
              <a:off x="5257604" y="5185830"/>
              <a:ext cx="14279" cy="17024"/>
            </a:xfrm>
            <a:custGeom>
              <a:avLst/>
              <a:pathLst>
                <a:path w="14279" h="17024">
                  <a:moveTo>
                    <a:pt x="0" y="0"/>
                  </a:moveTo>
                  <a:lnTo>
                    <a:pt x="14279" y="1702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l6145"/>
            <p:cNvSpPr/>
            <p:nvPr/>
          </p:nvSpPr>
          <p:spPr>
            <a:xfrm>
              <a:off x="5264699" y="5200970"/>
              <a:ext cx="7184" cy="1884"/>
            </a:xfrm>
            <a:custGeom>
              <a:avLst/>
              <a:pathLst>
                <a:path w="7184" h="1884">
                  <a:moveTo>
                    <a:pt x="7184" y="18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l6146"/>
            <p:cNvSpPr/>
            <p:nvPr/>
          </p:nvSpPr>
          <p:spPr>
            <a:xfrm>
              <a:off x="5258461" y="5199503"/>
              <a:ext cx="6237" cy="1466"/>
            </a:xfrm>
            <a:custGeom>
              <a:avLst/>
              <a:pathLst>
                <a:path w="6237" h="1466">
                  <a:moveTo>
                    <a:pt x="6237" y="14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l6147"/>
            <p:cNvSpPr/>
            <p:nvPr/>
          </p:nvSpPr>
          <p:spPr>
            <a:xfrm>
              <a:off x="5254113" y="5198914"/>
              <a:ext cx="4348" cy="588"/>
            </a:xfrm>
            <a:custGeom>
              <a:avLst/>
              <a:pathLst>
                <a:path w="4348" h="588">
                  <a:moveTo>
                    <a:pt x="4348" y="5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l6148"/>
            <p:cNvSpPr/>
            <p:nvPr/>
          </p:nvSpPr>
          <p:spPr>
            <a:xfrm>
              <a:off x="5321676" y="5124642"/>
              <a:ext cx="19392" cy="110179"/>
            </a:xfrm>
            <a:custGeom>
              <a:avLst/>
              <a:pathLst>
                <a:path w="19392" h="110179">
                  <a:moveTo>
                    <a:pt x="0" y="0"/>
                  </a:moveTo>
                  <a:lnTo>
                    <a:pt x="19392" y="110179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l6149"/>
            <p:cNvSpPr/>
            <p:nvPr/>
          </p:nvSpPr>
          <p:spPr>
            <a:xfrm>
              <a:off x="5334774" y="5233623"/>
              <a:ext cx="6294" cy="1198"/>
            </a:xfrm>
            <a:custGeom>
              <a:avLst/>
              <a:pathLst>
                <a:path w="6294" h="1198">
                  <a:moveTo>
                    <a:pt x="6294" y="11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l6150"/>
            <p:cNvSpPr/>
            <p:nvPr/>
          </p:nvSpPr>
          <p:spPr>
            <a:xfrm>
              <a:off x="5334774" y="5233623"/>
              <a:ext cx="3338" cy="2848"/>
            </a:xfrm>
            <a:custGeom>
              <a:avLst/>
              <a:pathLst>
                <a:path w="3338" h="2848">
                  <a:moveTo>
                    <a:pt x="0" y="0"/>
                  </a:moveTo>
                  <a:lnTo>
                    <a:pt x="3338" y="2848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l6151"/>
            <p:cNvSpPr/>
            <p:nvPr/>
          </p:nvSpPr>
          <p:spPr>
            <a:xfrm>
              <a:off x="6224836" y="5133103"/>
              <a:ext cx="196252" cy="64674"/>
            </a:xfrm>
            <a:custGeom>
              <a:avLst/>
              <a:pathLst>
                <a:path w="196252" h="64674">
                  <a:moveTo>
                    <a:pt x="196252" y="0"/>
                  </a:moveTo>
                  <a:lnTo>
                    <a:pt x="0" y="6467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l6152"/>
            <p:cNvSpPr/>
            <p:nvPr/>
          </p:nvSpPr>
          <p:spPr>
            <a:xfrm>
              <a:off x="6014118" y="5197778"/>
              <a:ext cx="210717" cy="38799"/>
            </a:xfrm>
            <a:custGeom>
              <a:avLst/>
              <a:pathLst>
                <a:path w="210717" h="38799">
                  <a:moveTo>
                    <a:pt x="210717" y="0"/>
                  </a:moveTo>
                  <a:lnTo>
                    <a:pt x="0" y="3879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l6153"/>
            <p:cNvSpPr/>
            <p:nvPr/>
          </p:nvSpPr>
          <p:spPr>
            <a:xfrm>
              <a:off x="5788550" y="5236577"/>
              <a:ext cx="225568" cy="48477"/>
            </a:xfrm>
            <a:custGeom>
              <a:avLst/>
              <a:pathLst>
                <a:path w="225568" h="48477">
                  <a:moveTo>
                    <a:pt x="225568" y="0"/>
                  </a:moveTo>
                  <a:lnTo>
                    <a:pt x="0" y="4847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l6154"/>
            <p:cNvSpPr/>
            <p:nvPr/>
          </p:nvSpPr>
          <p:spPr>
            <a:xfrm>
              <a:off x="5742825" y="5280969"/>
              <a:ext cx="45724" cy="4085"/>
            </a:xfrm>
            <a:custGeom>
              <a:avLst/>
              <a:pathLst>
                <a:path w="45724" h="4085">
                  <a:moveTo>
                    <a:pt x="45724" y="40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l6155"/>
            <p:cNvSpPr/>
            <p:nvPr/>
          </p:nvSpPr>
          <p:spPr>
            <a:xfrm>
              <a:off x="5681554" y="5273691"/>
              <a:ext cx="61270" cy="7277"/>
            </a:xfrm>
            <a:custGeom>
              <a:avLst/>
              <a:pathLst>
                <a:path w="61270" h="7277">
                  <a:moveTo>
                    <a:pt x="61270" y="72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l6156"/>
            <p:cNvSpPr/>
            <p:nvPr/>
          </p:nvSpPr>
          <p:spPr>
            <a:xfrm>
              <a:off x="5603719" y="5266876"/>
              <a:ext cx="77835" cy="6815"/>
            </a:xfrm>
            <a:custGeom>
              <a:avLst/>
              <a:pathLst>
                <a:path w="77835" h="6815">
                  <a:moveTo>
                    <a:pt x="77835" y="681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l6157"/>
            <p:cNvSpPr/>
            <p:nvPr/>
          </p:nvSpPr>
          <p:spPr>
            <a:xfrm>
              <a:off x="5507977" y="5266876"/>
              <a:ext cx="95741" cy="2424"/>
            </a:xfrm>
            <a:custGeom>
              <a:avLst/>
              <a:pathLst>
                <a:path w="95741" h="2424">
                  <a:moveTo>
                    <a:pt x="95741" y="0"/>
                  </a:moveTo>
                  <a:lnTo>
                    <a:pt x="0" y="24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l6158"/>
            <p:cNvSpPr/>
            <p:nvPr/>
          </p:nvSpPr>
          <p:spPr>
            <a:xfrm>
              <a:off x="5491947" y="5266906"/>
              <a:ext cx="16030" cy="2394"/>
            </a:xfrm>
            <a:custGeom>
              <a:avLst/>
              <a:pathLst>
                <a:path w="16030" h="2394">
                  <a:moveTo>
                    <a:pt x="16030" y="23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l6159"/>
            <p:cNvSpPr/>
            <p:nvPr/>
          </p:nvSpPr>
          <p:spPr>
            <a:xfrm>
              <a:off x="5476407" y="5264538"/>
              <a:ext cx="15540" cy="2368"/>
            </a:xfrm>
            <a:custGeom>
              <a:avLst/>
              <a:pathLst>
                <a:path w="15540" h="2368">
                  <a:moveTo>
                    <a:pt x="15540" y="23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l6160"/>
            <p:cNvSpPr/>
            <p:nvPr/>
          </p:nvSpPr>
          <p:spPr>
            <a:xfrm>
              <a:off x="5458371" y="5259762"/>
              <a:ext cx="18035" cy="4775"/>
            </a:xfrm>
            <a:custGeom>
              <a:avLst/>
              <a:pathLst>
                <a:path w="18035" h="4775">
                  <a:moveTo>
                    <a:pt x="18035" y="47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l6161"/>
            <p:cNvSpPr/>
            <p:nvPr/>
          </p:nvSpPr>
          <p:spPr>
            <a:xfrm>
              <a:off x="5436094" y="5257515"/>
              <a:ext cx="22276" cy="2246"/>
            </a:xfrm>
            <a:custGeom>
              <a:avLst/>
              <a:pathLst>
                <a:path w="22276" h="2246">
                  <a:moveTo>
                    <a:pt x="22276" y="22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l6162"/>
            <p:cNvSpPr/>
            <p:nvPr/>
          </p:nvSpPr>
          <p:spPr>
            <a:xfrm>
              <a:off x="5422514" y="5255397"/>
              <a:ext cx="13580" cy="2118"/>
            </a:xfrm>
            <a:custGeom>
              <a:avLst/>
              <a:pathLst>
                <a:path w="13580" h="2118">
                  <a:moveTo>
                    <a:pt x="13580" y="2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l6163"/>
            <p:cNvSpPr/>
            <p:nvPr/>
          </p:nvSpPr>
          <p:spPr>
            <a:xfrm>
              <a:off x="5411859" y="5254277"/>
              <a:ext cx="10654" cy="1119"/>
            </a:xfrm>
            <a:custGeom>
              <a:avLst/>
              <a:pathLst>
                <a:path w="10654" h="1119">
                  <a:moveTo>
                    <a:pt x="10654" y="11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l6164"/>
            <p:cNvSpPr/>
            <p:nvPr/>
          </p:nvSpPr>
          <p:spPr>
            <a:xfrm>
              <a:off x="5403632" y="5252597"/>
              <a:ext cx="8227" cy="1679"/>
            </a:xfrm>
            <a:custGeom>
              <a:avLst/>
              <a:pathLst>
                <a:path w="8227" h="1679">
                  <a:moveTo>
                    <a:pt x="8227" y="16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l6165"/>
            <p:cNvSpPr/>
            <p:nvPr/>
          </p:nvSpPr>
          <p:spPr>
            <a:xfrm>
              <a:off x="5395438" y="5250892"/>
              <a:ext cx="8194" cy="1705"/>
            </a:xfrm>
            <a:custGeom>
              <a:avLst/>
              <a:pathLst>
                <a:path w="8194" h="1705">
                  <a:moveTo>
                    <a:pt x="8194" y="17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l6166"/>
            <p:cNvSpPr/>
            <p:nvPr/>
          </p:nvSpPr>
          <p:spPr>
            <a:xfrm>
              <a:off x="5387306" y="5249174"/>
              <a:ext cx="8131" cy="1718"/>
            </a:xfrm>
            <a:custGeom>
              <a:avLst/>
              <a:pathLst>
                <a:path w="8131" h="1718">
                  <a:moveTo>
                    <a:pt x="8131" y="17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l6167"/>
            <p:cNvSpPr/>
            <p:nvPr/>
          </p:nvSpPr>
          <p:spPr>
            <a:xfrm>
              <a:off x="5379297" y="5247467"/>
              <a:ext cx="8008" cy="1706"/>
            </a:xfrm>
            <a:custGeom>
              <a:avLst/>
              <a:pathLst>
                <a:path w="8008" h="1706">
                  <a:moveTo>
                    <a:pt x="8008" y="17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l6168"/>
            <p:cNvSpPr/>
            <p:nvPr/>
          </p:nvSpPr>
          <p:spPr>
            <a:xfrm>
              <a:off x="5371533" y="5245822"/>
              <a:ext cx="7764" cy="1645"/>
            </a:xfrm>
            <a:custGeom>
              <a:avLst/>
              <a:pathLst>
                <a:path w="7764" h="1645">
                  <a:moveTo>
                    <a:pt x="7764" y="16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l6169"/>
            <p:cNvSpPr/>
            <p:nvPr/>
          </p:nvSpPr>
          <p:spPr>
            <a:xfrm>
              <a:off x="5364254" y="5244339"/>
              <a:ext cx="7278" cy="1482"/>
            </a:xfrm>
            <a:custGeom>
              <a:avLst/>
              <a:pathLst>
                <a:path w="7278" h="1482">
                  <a:moveTo>
                    <a:pt x="7278" y="14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l6170"/>
            <p:cNvSpPr/>
            <p:nvPr/>
          </p:nvSpPr>
          <p:spPr>
            <a:xfrm>
              <a:off x="5357945" y="5243221"/>
              <a:ext cx="6309" cy="1118"/>
            </a:xfrm>
            <a:custGeom>
              <a:avLst/>
              <a:pathLst>
                <a:path w="6309" h="1118">
                  <a:moveTo>
                    <a:pt x="6309" y="1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l6171"/>
            <p:cNvSpPr/>
            <p:nvPr/>
          </p:nvSpPr>
          <p:spPr>
            <a:xfrm>
              <a:off x="5357945" y="5243221"/>
              <a:ext cx="3374" cy="2805"/>
            </a:xfrm>
            <a:custGeom>
              <a:avLst/>
              <a:pathLst>
                <a:path w="3374" h="2805">
                  <a:moveTo>
                    <a:pt x="0" y="0"/>
                  </a:moveTo>
                  <a:lnTo>
                    <a:pt x="3374" y="28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l6172"/>
            <p:cNvSpPr/>
            <p:nvPr/>
          </p:nvSpPr>
          <p:spPr>
            <a:xfrm>
              <a:off x="5364254" y="5244339"/>
              <a:ext cx="4827" cy="4805"/>
            </a:xfrm>
            <a:custGeom>
              <a:avLst/>
              <a:pathLst>
                <a:path w="4827" h="4805">
                  <a:moveTo>
                    <a:pt x="0" y="0"/>
                  </a:moveTo>
                  <a:lnTo>
                    <a:pt x="4827" y="48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l6173"/>
            <p:cNvSpPr/>
            <p:nvPr/>
          </p:nvSpPr>
          <p:spPr>
            <a:xfrm>
              <a:off x="5371533" y="5245822"/>
              <a:ext cx="5325" cy="6408"/>
            </a:xfrm>
            <a:custGeom>
              <a:avLst/>
              <a:pathLst>
                <a:path w="5325" h="6408">
                  <a:moveTo>
                    <a:pt x="0" y="0"/>
                  </a:moveTo>
                  <a:lnTo>
                    <a:pt x="5325" y="640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l6174"/>
            <p:cNvSpPr/>
            <p:nvPr/>
          </p:nvSpPr>
          <p:spPr>
            <a:xfrm>
              <a:off x="5379297" y="5247467"/>
              <a:ext cx="5350" cy="7815"/>
            </a:xfrm>
            <a:custGeom>
              <a:avLst/>
              <a:pathLst>
                <a:path w="5350" h="7815">
                  <a:moveTo>
                    <a:pt x="0" y="0"/>
                  </a:moveTo>
                  <a:lnTo>
                    <a:pt x="5350" y="781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l6175"/>
            <p:cNvSpPr/>
            <p:nvPr/>
          </p:nvSpPr>
          <p:spPr>
            <a:xfrm>
              <a:off x="5403632" y="5252597"/>
              <a:ext cx="4458" cy="11642"/>
            </a:xfrm>
            <a:custGeom>
              <a:avLst/>
              <a:pathLst>
                <a:path w="4458" h="11642">
                  <a:moveTo>
                    <a:pt x="0" y="0"/>
                  </a:moveTo>
                  <a:lnTo>
                    <a:pt x="4458" y="116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l6176"/>
            <p:cNvSpPr/>
            <p:nvPr/>
          </p:nvSpPr>
          <p:spPr>
            <a:xfrm>
              <a:off x="5411859" y="5254277"/>
              <a:ext cx="4071" cy="12881"/>
            </a:xfrm>
            <a:custGeom>
              <a:avLst/>
              <a:pathLst>
                <a:path w="4071" h="12881">
                  <a:moveTo>
                    <a:pt x="0" y="0"/>
                  </a:moveTo>
                  <a:lnTo>
                    <a:pt x="4071" y="1288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l6177"/>
            <p:cNvSpPr/>
            <p:nvPr/>
          </p:nvSpPr>
          <p:spPr>
            <a:xfrm>
              <a:off x="5422514" y="5255397"/>
              <a:ext cx="5654" cy="14826"/>
            </a:xfrm>
            <a:custGeom>
              <a:avLst/>
              <a:pathLst>
                <a:path w="5654" h="14826">
                  <a:moveTo>
                    <a:pt x="0" y="0"/>
                  </a:moveTo>
                  <a:lnTo>
                    <a:pt x="5654" y="148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l6178"/>
            <p:cNvSpPr/>
            <p:nvPr/>
          </p:nvSpPr>
          <p:spPr>
            <a:xfrm>
              <a:off x="5423783" y="5270044"/>
              <a:ext cx="4384" cy="178"/>
            </a:xfrm>
            <a:custGeom>
              <a:avLst/>
              <a:pathLst>
                <a:path w="4384" h="178">
                  <a:moveTo>
                    <a:pt x="4384" y="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l6179"/>
            <p:cNvSpPr/>
            <p:nvPr/>
          </p:nvSpPr>
          <p:spPr>
            <a:xfrm>
              <a:off x="5428168" y="5270223"/>
              <a:ext cx="3479" cy="2673"/>
            </a:xfrm>
            <a:custGeom>
              <a:avLst/>
              <a:pathLst>
                <a:path w="3479" h="2673">
                  <a:moveTo>
                    <a:pt x="0" y="0"/>
                  </a:moveTo>
                  <a:lnTo>
                    <a:pt x="3479" y="267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l6180"/>
            <p:cNvSpPr/>
            <p:nvPr/>
          </p:nvSpPr>
          <p:spPr>
            <a:xfrm>
              <a:off x="5458371" y="5259762"/>
              <a:ext cx="15040" cy="23435"/>
            </a:xfrm>
            <a:custGeom>
              <a:avLst/>
              <a:pathLst>
                <a:path w="15040" h="23435">
                  <a:moveTo>
                    <a:pt x="0" y="0"/>
                  </a:moveTo>
                  <a:lnTo>
                    <a:pt x="15040" y="2343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l6181"/>
            <p:cNvSpPr/>
            <p:nvPr/>
          </p:nvSpPr>
          <p:spPr>
            <a:xfrm>
              <a:off x="5466062" y="5282120"/>
              <a:ext cx="7349" cy="1077"/>
            </a:xfrm>
            <a:custGeom>
              <a:avLst/>
              <a:pathLst>
                <a:path w="7349" h="1077">
                  <a:moveTo>
                    <a:pt x="7349" y="10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l6182"/>
            <p:cNvSpPr/>
            <p:nvPr/>
          </p:nvSpPr>
          <p:spPr>
            <a:xfrm>
              <a:off x="5459700" y="5281354"/>
              <a:ext cx="6361" cy="766"/>
            </a:xfrm>
            <a:custGeom>
              <a:avLst/>
              <a:pathLst>
                <a:path w="6361" h="766">
                  <a:moveTo>
                    <a:pt x="6361" y="7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l6183"/>
            <p:cNvSpPr/>
            <p:nvPr/>
          </p:nvSpPr>
          <p:spPr>
            <a:xfrm>
              <a:off x="5455313" y="5281250"/>
              <a:ext cx="4387" cy="103"/>
            </a:xfrm>
            <a:custGeom>
              <a:avLst/>
              <a:pathLst>
                <a:path w="4387" h="103">
                  <a:moveTo>
                    <a:pt x="4387" y="1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l6184"/>
            <p:cNvSpPr/>
            <p:nvPr/>
          </p:nvSpPr>
          <p:spPr>
            <a:xfrm>
              <a:off x="5473412" y="5283197"/>
              <a:ext cx="5672" cy="6103"/>
            </a:xfrm>
            <a:custGeom>
              <a:avLst/>
              <a:pathLst>
                <a:path w="5672" h="6103">
                  <a:moveTo>
                    <a:pt x="0" y="0"/>
                  </a:moveTo>
                  <a:lnTo>
                    <a:pt x="5672" y="61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l6185"/>
            <p:cNvSpPr/>
            <p:nvPr/>
          </p:nvSpPr>
          <p:spPr>
            <a:xfrm>
              <a:off x="5491947" y="5266906"/>
              <a:ext cx="7428" cy="27601"/>
            </a:xfrm>
            <a:custGeom>
              <a:avLst/>
              <a:pathLst>
                <a:path w="7428" h="27601">
                  <a:moveTo>
                    <a:pt x="0" y="0"/>
                  </a:moveTo>
                  <a:lnTo>
                    <a:pt x="7428" y="2760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l6186"/>
            <p:cNvSpPr/>
            <p:nvPr/>
          </p:nvSpPr>
          <p:spPr>
            <a:xfrm>
              <a:off x="5499376" y="5294508"/>
              <a:ext cx="3580" cy="2537"/>
            </a:xfrm>
            <a:custGeom>
              <a:avLst/>
              <a:pathLst>
                <a:path w="3580" h="2537">
                  <a:moveTo>
                    <a:pt x="0" y="0"/>
                  </a:moveTo>
                  <a:lnTo>
                    <a:pt x="3580" y="253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l6187"/>
            <p:cNvSpPr/>
            <p:nvPr/>
          </p:nvSpPr>
          <p:spPr>
            <a:xfrm>
              <a:off x="5507977" y="5269301"/>
              <a:ext cx="7346" cy="30230"/>
            </a:xfrm>
            <a:custGeom>
              <a:avLst/>
              <a:pathLst>
                <a:path w="7346" h="30230">
                  <a:moveTo>
                    <a:pt x="0" y="0"/>
                  </a:moveTo>
                  <a:lnTo>
                    <a:pt x="7346" y="302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l6188"/>
            <p:cNvSpPr/>
            <p:nvPr/>
          </p:nvSpPr>
          <p:spPr>
            <a:xfrm>
              <a:off x="5510935" y="5299532"/>
              <a:ext cx="4388" cy="27"/>
            </a:xfrm>
            <a:custGeom>
              <a:avLst/>
              <a:pathLst>
                <a:path w="4388" h="27">
                  <a:moveTo>
                    <a:pt x="4388" y="0"/>
                  </a:moveTo>
                  <a:lnTo>
                    <a:pt x="0" y="2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l6189"/>
            <p:cNvSpPr/>
            <p:nvPr/>
          </p:nvSpPr>
          <p:spPr>
            <a:xfrm>
              <a:off x="5603719" y="5266876"/>
              <a:ext cx="81719" cy="49943"/>
            </a:xfrm>
            <a:custGeom>
              <a:avLst/>
              <a:pathLst>
                <a:path w="81719" h="49943">
                  <a:moveTo>
                    <a:pt x="0" y="0"/>
                  </a:moveTo>
                  <a:lnTo>
                    <a:pt x="81719" y="499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l6190"/>
            <p:cNvSpPr/>
            <p:nvPr/>
          </p:nvSpPr>
          <p:spPr>
            <a:xfrm>
              <a:off x="5667829" y="5314271"/>
              <a:ext cx="17609" cy="2549"/>
            </a:xfrm>
            <a:custGeom>
              <a:avLst/>
              <a:pathLst>
                <a:path w="17609" h="2549">
                  <a:moveTo>
                    <a:pt x="17609" y="25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l6191"/>
            <p:cNvSpPr/>
            <p:nvPr/>
          </p:nvSpPr>
          <p:spPr>
            <a:xfrm>
              <a:off x="5646393" y="5313382"/>
              <a:ext cx="21435" cy="888"/>
            </a:xfrm>
            <a:custGeom>
              <a:avLst/>
              <a:pathLst>
                <a:path w="21435" h="888">
                  <a:moveTo>
                    <a:pt x="21435" y="8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l6192"/>
            <p:cNvSpPr/>
            <p:nvPr/>
          </p:nvSpPr>
          <p:spPr>
            <a:xfrm>
              <a:off x="5628531" y="5313148"/>
              <a:ext cx="17862" cy="234"/>
            </a:xfrm>
            <a:custGeom>
              <a:avLst/>
              <a:pathLst>
                <a:path w="17862" h="234">
                  <a:moveTo>
                    <a:pt x="17862" y="2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l6193"/>
            <p:cNvSpPr/>
            <p:nvPr/>
          </p:nvSpPr>
          <p:spPr>
            <a:xfrm>
              <a:off x="5612477" y="5310468"/>
              <a:ext cx="16054" cy="2679"/>
            </a:xfrm>
            <a:custGeom>
              <a:avLst/>
              <a:pathLst>
                <a:path w="16054" h="2679">
                  <a:moveTo>
                    <a:pt x="16054" y="26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l6194"/>
            <p:cNvSpPr/>
            <p:nvPr/>
          </p:nvSpPr>
          <p:spPr>
            <a:xfrm>
              <a:off x="5592426" y="5307959"/>
              <a:ext cx="20050" cy="2508"/>
            </a:xfrm>
            <a:custGeom>
              <a:avLst/>
              <a:pathLst>
                <a:path w="20050" h="2508">
                  <a:moveTo>
                    <a:pt x="20050" y="25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l6195"/>
            <p:cNvSpPr/>
            <p:nvPr/>
          </p:nvSpPr>
          <p:spPr>
            <a:xfrm>
              <a:off x="5570704" y="5306152"/>
              <a:ext cx="21722" cy="1807"/>
            </a:xfrm>
            <a:custGeom>
              <a:avLst/>
              <a:pathLst>
                <a:path w="21722" h="1807">
                  <a:moveTo>
                    <a:pt x="21722" y="18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l6196"/>
            <p:cNvSpPr/>
            <p:nvPr/>
          </p:nvSpPr>
          <p:spPr>
            <a:xfrm>
              <a:off x="5552969" y="5306152"/>
              <a:ext cx="17734" cy="492"/>
            </a:xfrm>
            <a:custGeom>
              <a:avLst/>
              <a:pathLst>
                <a:path w="17734" h="492">
                  <a:moveTo>
                    <a:pt x="17734" y="0"/>
                  </a:moveTo>
                  <a:lnTo>
                    <a:pt x="0" y="4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l6197"/>
            <p:cNvSpPr/>
            <p:nvPr/>
          </p:nvSpPr>
          <p:spPr>
            <a:xfrm>
              <a:off x="5545084" y="5305735"/>
              <a:ext cx="7884" cy="909"/>
            </a:xfrm>
            <a:custGeom>
              <a:avLst/>
              <a:pathLst>
                <a:path w="7884" h="909">
                  <a:moveTo>
                    <a:pt x="7884" y="9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l6198"/>
            <p:cNvSpPr/>
            <p:nvPr/>
          </p:nvSpPr>
          <p:spPr>
            <a:xfrm>
              <a:off x="5537699" y="5304941"/>
              <a:ext cx="7385" cy="793"/>
            </a:xfrm>
            <a:custGeom>
              <a:avLst/>
              <a:pathLst>
                <a:path w="7385" h="793">
                  <a:moveTo>
                    <a:pt x="7385" y="7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l6199"/>
            <p:cNvSpPr/>
            <p:nvPr/>
          </p:nvSpPr>
          <p:spPr>
            <a:xfrm>
              <a:off x="5531313" y="5304419"/>
              <a:ext cx="6386" cy="521"/>
            </a:xfrm>
            <a:custGeom>
              <a:avLst/>
              <a:pathLst>
                <a:path w="6386" h="521">
                  <a:moveTo>
                    <a:pt x="6386" y="5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l6200"/>
            <p:cNvSpPr/>
            <p:nvPr/>
          </p:nvSpPr>
          <p:spPr>
            <a:xfrm>
              <a:off x="5526925" y="5304419"/>
              <a:ext cx="4387" cy="64"/>
            </a:xfrm>
            <a:custGeom>
              <a:avLst/>
              <a:pathLst>
                <a:path w="4387" h="64">
                  <a:moveTo>
                    <a:pt x="4387" y="0"/>
                  </a:moveTo>
                  <a:lnTo>
                    <a:pt x="0" y="6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l6201"/>
            <p:cNvSpPr/>
            <p:nvPr/>
          </p:nvSpPr>
          <p:spPr>
            <a:xfrm>
              <a:off x="5537699" y="5304941"/>
              <a:ext cx="5257" cy="4331"/>
            </a:xfrm>
            <a:custGeom>
              <a:avLst/>
              <a:pathLst>
                <a:path w="5257" h="4331">
                  <a:moveTo>
                    <a:pt x="0" y="0"/>
                  </a:moveTo>
                  <a:lnTo>
                    <a:pt x="5257" y="433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l6202"/>
            <p:cNvSpPr/>
            <p:nvPr/>
          </p:nvSpPr>
          <p:spPr>
            <a:xfrm>
              <a:off x="5592426" y="5307959"/>
              <a:ext cx="17733" cy="17034"/>
            </a:xfrm>
            <a:custGeom>
              <a:avLst/>
              <a:pathLst>
                <a:path w="17733" h="17034">
                  <a:moveTo>
                    <a:pt x="0" y="0"/>
                  </a:moveTo>
                  <a:lnTo>
                    <a:pt x="17733" y="170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l6203"/>
            <p:cNvSpPr/>
            <p:nvPr/>
          </p:nvSpPr>
          <p:spPr>
            <a:xfrm>
              <a:off x="5603758" y="5324718"/>
              <a:ext cx="6401" cy="275"/>
            </a:xfrm>
            <a:custGeom>
              <a:avLst/>
              <a:pathLst>
                <a:path w="6401" h="275">
                  <a:moveTo>
                    <a:pt x="6401" y="2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l6204"/>
            <p:cNvSpPr/>
            <p:nvPr/>
          </p:nvSpPr>
          <p:spPr>
            <a:xfrm>
              <a:off x="5599376" y="5324718"/>
              <a:ext cx="4382" cy="233"/>
            </a:xfrm>
            <a:custGeom>
              <a:avLst/>
              <a:pathLst>
                <a:path w="4382" h="233">
                  <a:moveTo>
                    <a:pt x="4382" y="0"/>
                  </a:moveTo>
                  <a:lnTo>
                    <a:pt x="0" y="23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l6205"/>
            <p:cNvSpPr/>
            <p:nvPr/>
          </p:nvSpPr>
          <p:spPr>
            <a:xfrm>
              <a:off x="5603758" y="5324718"/>
              <a:ext cx="3715" cy="2335"/>
            </a:xfrm>
            <a:custGeom>
              <a:avLst/>
              <a:pathLst>
                <a:path w="3715" h="2335">
                  <a:moveTo>
                    <a:pt x="0" y="0"/>
                  </a:moveTo>
                  <a:lnTo>
                    <a:pt x="3715" y="233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l6206"/>
            <p:cNvSpPr/>
            <p:nvPr/>
          </p:nvSpPr>
          <p:spPr>
            <a:xfrm>
              <a:off x="5612477" y="5310468"/>
              <a:ext cx="15596" cy="20395"/>
            </a:xfrm>
            <a:custGeom>
              <a:avLst/>
              <a:pathLst>
                <a:path w="15596" h="20395">
                  <a:moveTo>
                    <a:pt x="0" y="0"/>
                  </a:moveTo>
                  <a:lnTo>
                    <a:pt x="15596" y="2039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l6207"/>
            <p:cNvSpPr/>
            <p:nvPr/>
          </p:nvSpPr>
          <p:spPr>
            <a:xfrm>
              <a:off x="5623695" y="5330863"/>
              <a:ext cx="4378" cy="289"/>
            </a:xfrm>
            <a:custGeom>
              <a:avLst/>
              <a:pathLst>
                <a:path w="4378" h="289">
                  <a:moveTo>
                    <a:pt x="4378" y="0"/>
                  </a:moveTo>
                  <a:lnTo>
                    <a:pt x="0" y="28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l6208"/>
            <p:cNvSpPr/>
            <p:nvPr/>
          </p:nvSpPr>
          <p:spPr>
            <a:xfrm>
              <a:off x="5628073" y="5330863"/>
              <a:ext cx="3744" cy="2287"/>
            </a:xfrm>
            <a:custGeom>
              <a:avLst/>
              <a:pathLst>
                <a:path w="3744" h="2287">
                  <a:moveTo>
                    <a:pt x="0" y="0"/>
                  </a:moveTo>
                  <a:lnTo>
                    <a:pt x="3744" y="228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l6209"/>
            <p:cNvSpPr/>
            <p:nvPr/>
          </p:nvSpPr>
          <p:spPr>
            <a:xfrm>
              <a:off x="5646393" y="5313382"/>
              <a:ext cx="12478" cy="23426"/>
            </a:xfrm>
            <a:custGeom>
              <a:avLst/>
              <a:pathLst>
                <a:path w="12478" h="23426">
                  <a:moveTo>
                    <a:pt x="0" y="0"/>
                  </a:moveTo>
                  <a:lnTo>
                    <a:pt x="12478" y="234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l6210"/>
            <p:cNvSpPr/>
            <p:nvPr/>
          </p:nvSpPr>
          <p:spPr>
            <a:xfrm>
              <a:off x="5652465" y="5336697"/>
              <a:ext cx="6406" cy="111"/>
            </a:xfrm>
            <a:custGeom>
              <a:avLst/>
              <a:pathLst>
                <a:path w="6406" h="111">
                  <a:moveTo>
                    <a:pt x="6406" y="1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l6211"/>
            <p:cNvSpPr/>
            <p:nvPr/>
          </p:nvSpPr>
          <p:spPr>
            <a:xfrm>
              <a:off x="5648090" y="5336697"/>
              <a:ext cx="4374" cy="345"/>
            </a:xfrm>
            <a:custGeom>
              <a:avLst/>
              <a:pathLst>
                <a:path w="4374" h="345">
                  <a:moveTo>
                    <a:pt x="4374" y="0"/>
                  </a:moveTo>
                  <a:lnTo>
                    <a:pt x="0" y="3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l6212"/>
            <p:cNvSpPr/>
            <p:nvPr/>
          </p:nvSpPr>
          <p:spPr>
            <a:xfrm>
              <a:off x="5652465" y="5336697"/>
              <a:ext cx="3773" cy="2239"/>
            </a:xfrm>
            <a:custGeom>
              <a:avLst/>
              <a:pathLst>
                <a:path w="3773" h="2239">
                  <a:moveTo>
                    <a:pt x="0" y="0"/>
                  </a:moveTo>
                  <a:lnTo>
                    <a:pt x="3773" y="223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l6213"/>
            <p:cNvSpPr/>
            <p:nvPr/>
          </p:nvSpPr>
          <p:spPr>
            <a:xfrm>
              <a:off x="5658872" y="5336809"/>
              <a:ext cx="5523" cy="3986"/>
            </a:xfrm>
            <a:custGeom>
              <a:avLst/>
              <a:pathLst>
                <a:path w="5523" h="3986">
                  <a:moveTo>
                    <a:pt x="0" y="0"/>
                  </a:moveTo>
                  <a:lnTo>
                    <a:pt x="5523" y="39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l6214"/>
            <p:cNvSpPr/>
            <p:nvPr/>
          </p:nvSpPr>
          <p:spPr>
            <a:xfrm>
              <a:off x="5667829" y="5314271"/>
              <a:ext cx="15508" cy="27977"/>
            </a:xfrm>
            <a:custGeom>
              <a:avLst/>
              <a:pathLst>
                <a:path w="15508" h="27977">
                  <a:moveTo>
                    <a:pt x="0" y="0"/>
                  </a:moveTo>
                  <a:lnTo>
                    <a:pt x="15508" y="2797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l6215"/>
            <p:cNvSpPr/>
            <p:nvPr/>
          </p:nvSpPr>
          <p:spPr>
            <a:xfrm>
              <a:off x="5676930" y="5342219"/>
              <a:ext cx="6407" cy="29"/>
            </a:xfrm>
            <a:custGeom>
              <a:avLst/>
              <a:pathLst>
                <a:path w="6407" h="29">
                  <a:moveTo>
                    <a:pt x="6407" y="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l6216"/>
            <p:cNvSpPr/>
            <p:nvPr/>
          </p:nvSpPr>
          <p:spPr>
            <a:xfrm>
              <a:off x="5676930" y="5342219"/>
              <a:ext cx="3802" cy="2190"/>
            </a:xfrm>
            <a:custGeom>
              <a:avLst/>
              <a:pathLst>
                <a:path w="3802" h="2190">
                  <a:moveTo>
                    <a:pt x="0" y="0"/>
                  </a:moveTo>
                  <a:lnTo>
                    <a:pt x="3802" y="21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l6217"/>
            <p:cNvSpPr/>
            <p:nvPr/>
          </p:nvSpPr>
          <p:spPr>
            <a:xfrm>
              <a:off x="5683337" y="5342248"/>
              <a:ext cx="5574" cy="3915"/>
            </a:xfrm>
            <a:custGeom>
              <a:avLst/>
              <a:pathLst>
                <a:path w="5574" h="3915">
                  <a:moveTo>
                    <a:pt x="0" y="0"/>
                  </a:moveTo>
                  <a:lnTo>
                    <a:pt x="5574" y="391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l6218"/>
            <p:cNvSpPr/>
            <p:nvPr/>
          </p:nvSpPr>
          <p:spPr>
            <a:xfrm>
              <a:off x="5681554" y="5273691"/>
              <a:ext cx="64922" cy="72967"/>
            </a:xfrm>
            <a:custGeom>
              <a:avLst/>
              <a:pathLst>
                <a:path w="64922" h="72967">
                  <a:moveTo>
                    <a:pt x="0" y="0"/>
                  </a:moveTo>
                  <a:lnTo>
                    <a:pt x="64922" y="729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l6219"/>
            <p:cNvSpPr/>
            <p:nvPr/>
          </p:nvSpPr>
          <p:spPr>
            <a:xfrm>
              <a:off x="5731424" y="5346659"/>
              <a:ext cx="15052" cy="2617"/>
            </a:xfrm>
            <a:custGeom>
              <a:avLst/>
              <a:pathLst>
                <a:path w="15052" h="2617">
                  <a:moveTo>
                    <a:pt x="15052" y="0"/>
                  </a:moveTo>
                  <a:lnTo>
                    <a:pt x="0" y="261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l6220"/>
            <p:cNvSpPr/>
            <p:nvPr/>
          </p:nvSpPr>
          <p:spPr>
            <a:xfrm>
              <a:off x="5723490" y="5349110"/>
              <a:ext cx="7934" cy="166"/>
            </a:xfrm>
            <a:custGeom>
              <a:avLst/>
              <a:pathLst>
                <a:path w="7934" h="166">
                  <a:moveTo>
                    <a:pt x="7934" y="1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l6221"/>
            <p:cNvSpPr/>
            <p:nvPr/>
          </p:nvSpPr>
          <p:spPr>
            <a:xfrm>
              <a:off x="5723490" y="5349110"/>
              <a:ext cx="6428" cy="5301"/>
            </a:xfrm>
            <a:custGeom>
              <a:avLst/>
              <a:pathLst>
                <a:path w="6428" h="5301">
                  <a:moveTo>
                    <a:pt x="0" y="0"/>
                  </a:moveTo>
                  <a:lnTo>
                    <a:pt x="6428" y="530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l6222"/>
            <p:cNvSpPr/>
            <p:nvPr/>
          </p:nvSpPr>
          <p:spPr>
            <a:xfrm>
              <a:off x="5746477" y="5346659"/>
              <a:ext cx="12932" cy="9069"/>
            </a:xfrm>
            <a:custGeom>
              <a:avLst/>
              <a:pathLst>
                <a:path w="12932" h="9069">
                  <a:moveTo>
                    <a:pt x="0" y="0"/>
                  </a:moveTo>
                  <a:lnTo>
                    <a:pt x="12932" y="906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l6223"/>
            <p:cNvSpPr/>
            <p:nvPr/>
          </p:nvSpPr>
          <p:spPr>
            <a:xfrm>
              <a:off x="5759410" y="5355729"/>
              <a:ext cx="7780" cy="4043"/>
            </a:xfrm>
            <a:custGeom>
              <a:avLst/>
              <a:pathLst>
                <a:path w="7780" h="4043">
                  <a:moveTo>
                    <a:pt x="0" y="0"/>
                  </a:moveTo>
                  <a:lnTo>
                    <a:pt x="7780" y="40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l6224"/>
            <p:cNvSpPr/>
            <p:nvPr/>
          </p:nvSpPr>
          <p:spPr>
            <a:xfrm>
              <a:off x="5767190" y="5359772"/>
              <a:ext cx="3900" cy="2010"/>
            </a:xfrm>
            <a:custGeom>
              <a:avLst/>
              <a:pathLst>
                <a:path w="3900" h="2010">
                  <a:moveTo>
                    <a:pt x="0" y="0"/>
                  </a:moveTo>
                  <a:lnTo>
                    <a:pt x="3900" y="201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l6225"/>
            <p:cNvSpPr/>
            <p:nvPr/>
          </p:nvSpPr>
          <p:spPr>
            <a:xfrm>
              <a:off x="5742825" y="5280969"/>
              <a:ext cx="49528" cy="80222"/>
            </a:xfrm>
            <a:custGeom>
              <a:avLst/>
              <a:pathLst>
                <a:path w="49528" h="80222">
                  <a:moveTo>
                    <a:pt x="0" y="0"/>
                  </a:moveTo>
                  <a:lnTo>
                    <a:pt x="49528" y="8022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l6226"/>
            <p:cNvSpPr/>
            <p:nvPr/>
          </p:nvSpPr>
          <p:spPr>
            <a:xfrm>
              <a:off x="5792354" y="5361192"/>
              <a:ext cx="7848" cy="3910"/>
            </a:xfrm>
            <a:custGeom>
              <a:avLst/>
              <a:pathLst>
                <a:path w="7848" h="3910">
                  <a:moveTo>
                    <a:pt x="0" y="0"/>
                  </a:moveTo>
                  <a:lnTo>
                    <a:pt x="7848" y="391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l6227"/>
            <p:cNvSpPr/>
            <p:nvPr/>
          </p:nvSpPr>
          <p:spPr>
            <a:xfrm>
              <a:off x="5795867" y="5365102"/>
              <a:ext cx="4335" cy="680"/>
            </a:xfrm>
            <a:custGeom>
              <a:avLst/>
              <a:pathLst>
                <a:path w="4335" h="680">
                  <a:moveTo>
                    <a:pt x="4335" y="0"/>
                  </a:moveTo>
                  <a:lnTo>
                    <a:pt x="0" y="6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l6228"/>
            <p:cNvSpPr/>
            <p:nvPr/>
          </p:nvSpPr>
          <p:spPr>
            <a:xfrm>
              <a:off x="6014118" y="5236577"/>
              <a:ext cx="220861" cy="76603"/>
            </a:xfrm>
            <a:custGeom>
              <a:avLst/>
              <a:pathLst>
                <a:path w="220861" h="76603">
                  <a:moveTo>
                    <a:pt x="0" y="0"/>
                  </a:moveTo>
                  <a:lnTo>
                    <a:pt x="220861" y="766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l6229"/>
            <p:cNvSpPr/>
            <p:nvPr/>
          </p:nvSpPr>
          <p:spPr>
            <a:xfrm>
              <a:off x="6203164" y="5313180"/>
              <a:ext cx="31816" cy="6080"/>
            </a:xfrm>
            <a:custGeom>
              <a:avLst/>
              <a:pathLst>
                <a:path w="31816" h="6080">
                  <a:moveTo>
                    <a:pt x="31816" y="0"/>
                  </a:moveTo>
                  <a:lnTo>
                    <a:pt x="0" y="60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l6230"/>
            <p:cNvSpPr/>
            <p:nvPr/>
          </p:nvSpPr>
          <p:spPr>
            <a:xfrm>
              <a:off x="6164295" y="5319260"/>
              <a:ext cx="38868" cy="7135"/>
            </a:xfrm>
            <a:custGeom>
              <a:avLst/>
              <a:pathLst>
                <a:path w="38868" h="7135">
                  <a:moveTo>
                    <a:pt x="38868" y="0"/>
                  </a:moveTo>
                  <a:lnTo>
                    <a:pt x="0" y="713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l6231"/>
            <p:cNvSpPr/>
            <p:nvPr/>
          </p:nvSpPr>
          <p:spPr>
            <a:xfrm>
              <a:off x="6115288" y="5326396"/>
              <a:ext cx="49007" cy="3797"/>
            </a:xfrm>
            <a:custGeom>
              <a:avLst/>
              <a:pathLst>
                <a:path w="49007" h="3797">
                  <a:moveTo>
                    <a:pt x="49007" y="0"/>
                  </a:moveTo>
                  <a:lnTo>
                    <a:pt x="0" y="37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l6232"/>
            <p:cNvSpPr/>
            <p:nvPr/>
          </p:nvSpPr>
          <p:spPr>
            <a:xfrm>
              <a:off x="6046770" y="5330193"/>
              <a:ext cx="68517" cy="12784"/>
            </a:xfrm>
            <a:custGeom>
              <a:avLst/>
              <a:pathLst>
                <a:path w="68517" h="12784">
                  <a:moveTo>
                    <a:pt x="68517" y="0"/>
                  </a:moveTo>
                  <a:lnTo>
                    <a:pt x="0" y="127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l6233"/>
            <p:cNvSpPr/>
            <p:nvPr/>
          </p:nvSpPr>
          <p:spPr>
            <a:xfrm>
              <a:off x="5991008" y="5342978"/>
              <a:ext cx="55762" cy="16424"/>
            </a:xfrm>
            <a:custGeom>
              <a:avLst/>
              <a:pathLst>
                <a:path w="55762" h="16424">
                  <a:moveTo>
                    <a:pt x="55762" y="0"/>
                  </a:moveTo>
                  <a:lnTo>
                    <a:pt x="0" y="164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l6234"/>
            <p:cNvSpPr/>
            <p:nvPr/>
          </p:nvSpPr>
          <p:spPr>
            <a:xfrm>
              <a:off x="5976831" y="5359402"/>
              <a:ext cx="14176" cy="511"/>
            </a:xfrm>
            <a:custGeom>
              <a:avLst/>
              <a:pathLst>
                <a:path w="14176" h="511">
                  <a:moveTo>
                    <a:pt x="14176" y="0"/>
                  </a:moveTo>
                  <a:lnTo>
                    <a:pt x="0" y="5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l6235"/>
            <p:cNvSpPr/>
            <p:nvPr/>
          </p:nvSpPr>
          <p:spPr>
            <a:xfrm>
              <a:off x="5960809" y="5359914"/>
              <a:ext cx="16021" cy="1615"/>
            </a:xfrm>
            <a:custGeom>
              <a:avLst/>
              <a:pathLst>
                <a:path w="16021" h="1615">
                  <a:moveTo>
                    <a:pt x="16021" y="0"/>
                  </a:moveTo>
                  <a:lnTo>
                    <a:pt x="0" y="161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l6236"/>
            <p:cNvSpPr/>
            <p:nvPr/>
          </p:nvSpPr>
          <p:spPr>
            <a:xfrm>
              <a:off x="5941377" y="5361409"/>
              <a:ext cx="19432" cy="120"/>
            </a:xfrm>
            <a:custGeom>
              <a:avLst/>
              <a:pathLst>
                <a:path w="19432" h="120">
                  <a:moveTo>
                    <a:pt x="19432" y="1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l6237"/>
            <p:cNvSpPr/>
            <p:nvPr/>
          </p:nvSpPr>
          <p:spPr>
            <a:xfrm>
              <a:off x="5914852" y="5361409"/>
              <a:ext cx="26525" cy="370"/>
            </a:xfrm>
            <a:custGeom>
              <a:avLst/>
              <a:pathLst>
                <a:path w="26525" h="370">
                  <a:moveTo>
                    <a:pt x="26525" y="0"/>
                  </a:moveTo>
                  <a:lnTo>
                    <a:pt x="0" y="3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l6238"/>
            <p:cNvSpPr/>
            <p:nvPr/>
          </p:nvSpPr>
          <p:spPr>
            <a:xfrm>
              <a:off x="5890305" y="5361780"/>
              <a:ext cx="24546" cy="5577"/>
            </a:xfrm>
            <a:custGeom>
              <a:avLst/>
              <a:pathLst>
                <a:path w="24546" h="5577">
                  <a:moveTo>
                    <a:pt x="24546" y="0"/>
                  </a:moveTo>
                  <a:lnTo>
                    <a:pt x="0" y="557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l6239"/>
            <p:cNvSpPr/>
            <p:nvPr/>
          </p:nvSpPr>
          <p:spPr>
            <a:xfrm>
              <a:off x="5875681" y="5367091"/>
              <a:ext cx="14623" cy="266"/>
            </a:xfrm>
            <a:custGeom>
              <a:avLst/>
              <a:pathLst>
                <a:path w="14623" h="266">
                  <a:moveTo>
                    <a:pt x="14623" y="2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l6240"/>
            <p:cNvSpPr/>
            <p:nvPr/>
          </p:nvSpPr>
          <p:spPr>
            <a:xfrm>
              <a:off x="5860730" y="5367091"/>
              <a:ext cx="14951" cy="2266"/>
            </a:xfrm>
            <a:custGeom>
              <a:avLst/>
              <a:pathLst>
                <a:path w="14951" h="2266">
                  <a:moveTo>
                    <a:pt x="14951" y="0"/>
                  </a:moveTo>
                  <a:lnTo>
                    <a:pt x="0" y="22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l6241"/>
            <p:cNvSpPr/>
            <p:nvPr/>
          </p:nvSpPr>
          <p:spPr>
            <a:xfrm>
              <a:off x="5850213" y="5369357"/>
              <a:ext cx="10516" cy="38"/>
            </a:xfrm>
            <a:custGeom>
              <a:avLst/>
              <a:pathLst>
                <a:path w="10516" h="38">
                  <a:moveTo>
                    <a:pt x="10516" y="0"/>
                  </a:moveTo>
                  <a:lnTo>
                    <a:pt x="0" y="3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l6242"/>
            <p:cNvSpPr/>
            <p:nvPr/>
          </p:nvSpPr>
          <p:spPr>
            <a:xfrm>
              <a:off x="5841587" y="5369396"/>
              <a:ext cx="8625" cy="1574"/>
            </a:xfrm>
            <a:custGeom>
              <a:avLst/>
              <a:pathLst>
                <a:path w="8625" h="1574">
                  <a:moveTo>
                    <a:pt x="8625" y="0"/>
                  </a:moveTo>
                  <a:lnTo>
                    <a:pt x="0" y="157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l6243"/>
            <p:cNvSpPr/>
            <p:nvPr/>
          </p:nvSpPr>
          <p:spPr>
            <a:xfrm>
              <a:off x="5841587" y="5370970"/>
              <a:ext cx="3975" cy="1858"/>
            </a:xfrm>
            <a:custGeom>
              <a:avLst/>
              <a:pathLst>
                <a:path w="3975" h="1858">
                  <a:moveTo>
                    <a:pt x="0" y="0"/>
                  </a:moveTo>
                  <a:lnTo>
                    <a:pt x="3975" y="185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l6244"/>
            <p:cNvSpPr/>
            <p:nvPr/>
          </p:nvSpPr>
          <p:spPr>
            <a:xfrm>
              <a:off x="5850213" y="5369396"/>
              <a:ext cx="7961" cy="3673"/>
            </a:xfrm>
            <a:custGeom>
              <a:avLst/>
              <a:pathLst>
                <a:path w="7961" h="3673">
                  <a:moveTo>
                    <a:pt x="0" y="0"/>
                  </a:moveTo>
                  <a:lnTo>
                    <a:pt x="7961" y="367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l6245"/>
            <p:cNvSpPr/>
            <p:nvPr/>
          </p:nvSpPr>
          <p:spPr>
            <a:xfrm>
              <a:off x="5858175" y="5373070"/>
              <a:ext cx="3990" cy="1824"/>
            </a:xfrm>
            <a:custGeom>
              <a:avLst/>
              <a:pathLst>
                <a:path w="3990" h="1824">
                  <a:moveTo>
                    <a:pt x="0" y="0"/>
                  </a:moveTo>
                  <a:lnTo>
                    <a:pt x="3990" y="18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l6246"/>
            <p:cNvSpPr/>
            <p:nvPr/>
          </p:nvSpPr>
          <p:spPr>
            <a:xfrm>
              <a:off x="5860730" y="5369357"/>
              <a:ext cx="9743" cy="6517"/>
            </a:xfrm>
            <a:custGeom>
              <a:avLst/>
              <a:pathLst>
                <a:path w="9743" h="6517">
                  <a:moveTo>
                    <a:pt x="0" y="0"/>
                  </a:moveTo>
                  <a:lnTo>
                    <a:pt x="9743" y="651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l6247"/>
            <p:cNvSpPr/>
            <p:nvPr/>
          </p:nvSpPr>
          <p:spPr>
            <a:xfrm>
              <a:off x="5875681" y="5367091"/>
              <a:ext cx="13781" cy="8210"/>
            </a:xfrm>
            <a:custGeom>
              <a:avLst/>
              <a:pathLst>
                <a:path w="13781" h="8210">
                  <a:moveTo>
                    <a:pt x="0" y="0"/>
                  </a:moveTo>
                  <a:lnTo>
                    <a:pt x="13781" y="821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l6248"/>
            <p:cNvSpPr/>
            <p:nvPr/>
          </p:nvSpPr>
          <p:spPr>
            <a:xfrm>
              <a:off x="5883088" y="5375301"/>
              <a:ext cx="6374" cy="652"/>
            </a:xfrm>
            <a:custGeom>
              <a:avLst/>
              <a:pathLst>
                <a:path w="6374" h="652">
                  <a:moveTo>
                    <a:pt x="6374" y="0"/>
                  </a:moveTo>
                  <a:lnTo>
                    <a:pt x="0" y="65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l6249"/>
            <p:cNvSpPr/>
            <p:nvPr/>
          </p:nvSpPr>
          <p:spPr>
            <a:xfrm>
              <a:off x="5883088" y="5375954"/>
              <a:ext cx="4013" cy="1773"/>
            </a:xfrm>
            <a:custGeom>
              <a:avLst/>
              <a:pathLst>
                <a:path w="4013" h="1773">
                  <a:moveTo>
                    <a:pt x="0" y="0"/>
                  </a:moveTo>
                  <a:lnTo>
                    <a:pt x="4013" y="177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l6250"/>
            <p:cNvSpPr/>
            <p:nvPr/>
          </p:nvSpPr>
          <p:spPr>
            <a:xfrm>
              <a:off x="5889462" y="5375301"/>
              <a:ext cx="5959" cy="3299"/>
            </a:xfrm>
            <a:custGeom>
              <a:avLst/>
              <a:pathLst>
                <a:path w="5959" h="3299">
                  <a:moveTo>
                    <a:pt x="0" y="0"/>
                  </a:moveTo>
                  <a:lnTo>
                    <a:pt x="5959" y="329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l6251"/>
            <p:cNvSpPr/>
            <p:nvPr/>
          </p:nvSpPr>
          <p:spPr>
            <a:xfrm>
              <a:off x="5914852" y="5361780"/>
              <a:ext cx="22761" cy="14019"/>
            </a:xfrm>
            <a:custGeom>
              <a:avLst/>
              <a:pathLst>
                <a:path w="22761" h="14019">
                  <a:moveTo>
                    <a:pt x="0" y="0"/>
                  </a:moveTo>
                  <a:lnTo>
                    <a:pt x="22761" y="1401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l6252"/>
            <p:cNvSpPr/>
            <p:nvPr/>
          </p:nvSpPr>
          <p:spPr>
            <a:xfrm>
              <a:off x="5924919" y="5375799"/>
              <a:ext cx="12694" cy="1599"/>
            </a:xfrm>
            <a:custGeom>
              <a:avLst/>
              <a:pathLst>
                <a:path w="12694" h="1599">
                  <a:moveTo>
                    <a:pt x="12694" y="0"/>
                  </a:moveTo>
                  <a:lnTo>
                    <a:pt x="0" y="159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l6253"/>
            <p:cNvSpPr/>
            <p:nvPr/>
          </p:nvSpPr>
          <p:spPr>
            <a:xfrm>
              <a:off x="5916360" y="5377399"/>
              <a:ext cx="8559" cy="1904"/>
            </a:xfrm>
            <a:custGeom>
              <a:avLst/>
              <a:pathLst>
                <a:path w="8559" h="1904">
                  <a:moveTo>
                    <a:pt x="8559" y="0"/>
                  </a:moveTo>
                  <a:lnTo>
                    <a:pt x="0" y="19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l6254"/>
            <p:cNvSpPr/>
            <p:nvPr/>
          </p:nvSpPr>
          <p:spPr>
            <a:xfrm>
              <a:off x="5912073" y="5379303"/>
              <a:ext cx="4286" cy="938"/>
            </a:xfrm>
            <a:custGeom>
              <a:avLst/>
              <a:pathLst>
                <a:path w="4286" h="938">
                  <a:moveTo>
                    <a:pt x="4286" y="0"/>
                  </a:moveTo>
                  <a:lnTo>
                    <a:pt x="0" y="93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l6255"/>
            <p:cNvSpPr/>
            <p:nvPr/>
          </p:nvSpPr>
          <p:spPr>
            <a:xfrm>
              <a:off x="5924919" y="5377399"/>
              <a:ext cx="8096" cy="3365"/>
            </a:xfrm>
            <a:custGeom>
              <a:avLst/>
              <a:pathLst>
                <a:path w="8096" h="3365">
                  <a:moveTo>
                    <a:pt x="0" y="0"/>
                  </a:moveTo>
                  <a:lnTo>
                    <a:pt x="8096" y="336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l6256"/>
            <p:cNvSpPr/>
            <p:nvPr/>
          </p:nvSpPr>
          <p:spPr>
            <a:xfrm>
              <a:off x="5928737" y="5380764"/>
              <a:ext cx="4278" cy="974"/>
            </a:xfrm>
            <a:custGeom>
              <a:avLst/>
              <a:pathLst>
                <a:path w="4278" h="974">
                  <a:moveTo>
                    <a:pt x="4278" y="0"/>
                  </a:moveTo>
                  <a:lnTo>
                    <a:pt x="0" y="97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l6257"/>
            <p:cNvSpPr/>
            <p:nvPr/>
          </p:nvSpPr>
          <p:spPr>
            <a:xfrm>
              <a:off x="5941377" y="5361409"/>
              <a:ext cx="24984" cy="21850"/>
            </a:xfrm>
            <a:custGeom>
              <a:avLst/>
              <a:pathLst>
                <a:path w="24984" h="21850">
                  <a:moveTo>
                    <a:pt x="0" y="0"/>
                  </a:moveTo>
                  <a:lnTo>
                    <a:pt x="24984" y="2185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l6258"/>
            <p:cNvSpPr/>
            <p:nvPr/>
          </p:nvSpPr>
          <p:spPr>
            <a:xfrm>
              <a:off x="5962100" y="5383260"/>
              <a:ext cx="4261" cy="1047"/>
            </a:xfrm>
            <a:custGeom>
              <a:avLst/>
              <a:pathLst>
                <a:path w="4261" h="1047">
                  <a:moveTo>
                    <a:pt x="4261" y="0"/>
                  </a:moveTo>
                  <a:lnTo>
                    <a:pt x="0" y="10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l6259"/>
            <p:cNvSpPr/>
            <p:nvPr/>
          </p:nvSpPr>
          <p:spPr>
            <a:xfrm>
              <a:off x="5960809" y="5361529"/>
              <a:ext cx="17988" cy="23848"/>
            </a:xfrm>
            <a:custGeom>
              <a:avLst/>
              <a:pathLst>
                <a:path w="17988" h="23848">
                  <a:moveTo>
                    <a:pt x="0" y="0"/>
                  </a:moveTo>
                  <a:lnTo>
                    <a:pt x="17988" y="2384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l6260"/>
            <p:cNvSpPr/>
            <p:nvPr/>
          </p:nvSpPr>
          <p:spPr>
            <a:xfrm>
              <a:off x="5976831" y="5359914"/>
              <a:ext cx="14565" cy="24843"/>
            </a:xfrm>
            <a:custGeom>
              <a:avLst/>
              <a:pathLst>
                <a:path w="14565" h="24843">
                  <a:moveTo>
                    <a:pt x="0" y="0"/>
                  </a:moveTo>
                  <a:lnTo>
                    <a:pt x="14565" y="248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l6261"/>
            <p:cNvSpPr/>
            <p:nvPr/>
          </p:nvSpPr>
          <p:spPr>
            <a:xfrm>
              <a:off x="5987149" y="5384757"/>
              <a:ext cx="4247" cy="1102"/>
            </a:xfrm>
            <a:custGeom>
              <a:avLst/>
              <a:pathLst>
                <a:path w="4247" h="1102">
                  <a:moveTo>
                    <a:pt x="4247" y="0"/>
                  </a:moveTo>
                  <a:lnTo>
                    <a:pt x="0" y="110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l6262"/>
            <p:cNvSpPr/>
            <p:nvPr/>
          </p:nvSpPr>
          <p:spPr>
            <a:xfrm>
              <a:off x="5991008" y="5359402"/>
              <a:ext cx="12850" cy="27313"/>
            </a:xfrm>
            <a:custGeom>
              <a:avLst/>
              <a:pathLst>
                <a:path w="12850" h="27313">
                  <a:moveTo>
                    <a:pt x="0" y="0"/>
                  </a:moveTo>
                  <a:lnTo>
                    <a:pt x="12850" y="2731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l6263"/>
            <p:cNvSpPr/>
            <p:nvPr/>
          </p:nvSpPr>
          <p:spPr>
            <a:xfrm>
              <a:off x="6046770" y="5342978"/>
              <a:ext cx="54874" cy="28580"/>
            </a:xfrm>
            <a:custGeom>
              <a:avLst/>
              <a:pathLst>
                <a:path w="54874" h="28580">
                  <a:moveTo>
                    <a:pt x="0" y="0"/>
                  </a:moveTo>
                  <a:lnTo>
                    <a:pt x="54874" y="285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l6264"/>
            <p:cNvSpPr/>
            <p:nvPr/>
          </p:nvSpPr>
          <p:spPr>
            <a:xfrm>
              <a:off x="6086701" y="5371559"/>
              <a:ext cx="14944" cy="2650"/>
            </a:xfrm>
            <a:custGeom>
              <a:avLst/>
              <a:pathLst>
                <a:path w="14944" h="2650">
                  <a:moveTo>
                    <a:pt x="14944" y="0"/>
                  </a:moveTo>
                  <a:lnTo>
                    <a:pt x="0" y="265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l6265"/>
            <p:cNvSpPr/>
            <p:nvPr/>
          </p:nvSpPr>
          <p:spPr>
            <a:xfrm>
              <a:off x="6073372" y="5374209"/>
              <a:ext cx="13328" cy="2554"/>
            </a:xfrm>
            <a:custGeom>
              <a:avLst/>
              <a:pathLst>
                <a:path w="13328" h="2554">
                  <a:moveTo>
                    <a:pt x="13328" y="0"/>
                  </a:moveTo>
                  <a:lnTo>
                    <a:pt x="0" y="25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l6266"/>
            <p:cNvSpPr/>
            <p:nvPr/>
          </p:nvSpPr>
          <p:spPr>
            <a:xfrm>
              <a:off x="6059188" y="5376763"/>
              <a:ext cx="14184" cy="1116"/>
            </a:xfrm>
            <a:custGeom>
              <a:avLst/>
              <a:pathLst>
                <a:path w="14184" h="1116">
                  <a:moveTo>
                    <a:pt x="14184" y="0"/>
                  </a:moveTo>
                  <a:lnTo>
                    <a:pt x="0" y="11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l6267"/>
            <p:cNvSpPr/>
            <p:nvPr/>
          </p:nvSpPr>
          <p:spPr>
            <a:xfrm>
              <a:off x="6059188" y="5377880"/>
              <a:ext cx="15759" cy="9553"/>
            </a:xfrm>
            <a:custGeom>
              <a:avLst/>
              <a:pathLst>
                <a:path w="15759" h="9553">
                  <a:moveTo>
                    <a:pt x="0" y="0"/>
                  </a:moveTo>
                  <a:lnTo>
                    <a:pt x="15759" y="955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l6268"/>
            <p:cNvSpPr/>
            <p:nvPr/>
          </p:nvSpPr>
          <p:spPr>
            <a:xfrm>
              <a:off x="6070751" y="5387433"/>
              <a:ext cx="4196" cy="1282"/>
            </a:xfrm>
            <a:custGeom>
              <a:avLst/>
              <a:pathLst>
                <a:path w="4196" h="1282">
                  <a:moveTo>
                    <a:pt x="4196" y="0"/>
                  </a:moveTo>
                  <a:lnTo>
                    <a:pt x="0" y="128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l6269"/>
            <p:cNvSpPr/>
            <p:nvPr/>
          </p:nvSpPr>
          <p:spPr>
            <a:xfrm>
              <a:off x="6086701" y="5374209"/>
              <a:ext cx="13326" cy="13331"/>
            </a:xfrm>
            <a:custGeom>
              <a:avLst/>
              <a:pathLst>
                <a:path w="13326" h="13331">
                  <a:moveTo>
                    <a:pt x="0" y="0"/>
                  </a:moveTo>
                  <a:lnTo>
                    <a:pt x="13326" y="1333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l6270"/>
            <p:cNvSpPr/>
            <p:nvPr/>
          </p:nvSpPr>
          <p:spPr>
            <a:xfrm>
              <a:off x="6095847" y="5387540"/>
              <a:ext cx="4179" cy="1335"/>
            </a:xfrm>
            <a:custGeom>
              <a:avLst/>
              <a:pathLst>
                <a:path w="4179" h="1335">
                  <a:moveTo>
                    <a:pt x="4179" y="0"/>
                  </a:moveTo>
                  <a:lnTo>
                    <a:pt x="0" y="133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l6271"/>
            <p:cNvSpPr/>
            <p:nvPr/>
          </p:nvSpPr>
          <p:spPr>
            <a:xfrm>
              <a:off x="6100027" y="5387540"/>
              <a:ext cx="4185" cy="1318"/>
            </a:xfrm>
            <a:custGeom>
              <a:avLst/>
              <a:pathLst>
                <a:path w="4185" h="1318">
                  <a:moveTo>
                    <a:pt x="0" y="0"/>
                  </a:moveTo>
                  <a:lnTo>
                    <a:pt x="4185" y="131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l6272"/>
            <p:cNvSpPr/>
            <p:nvPr/>
          </p:nvSpPr>
          <p:spPr>
            <a:xfrm>
              <a:off x="6115288" y="5330193"/>
              <a:ext cx="70298" cy="44631"/>
            </a:xfrm>
            <a:custGeom>
              <a:avLst/>
              <a:pathLst>
                <a:path w="70298" h="44631">
                  <a:moveTo>
                    <a:pt x="0" y="0"/>
                  </a:moveTo>
                  <a:lnTo>
                    <a:pt x="70298" y="4463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l6273"/>
            <p:cNvSpPr/>
            <p:nvPr/>
          </p:nvSpPr>
          <p:spPr>
            <a:xfrm>
              <a:off x="6185586" y="5374825"/>
              <a:ext cx="14711" cy="9932"/>
            </a:xfrm>
            <a:custGeom>
              <a:avLst/>
              <a:pathLst>
                <a:path w="14711" h="9932">
                  <a:moveTo>
                    <a:pt x="0" y="0"/>
                  </a:moveTo>
                  <a:lnTo>
                    <a:pt x="14711" y="99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l6274"/>
            <p:cNvSpPr/>
            <p:nvPr/>
          </p:nvSpPr>
          <p:spPr>
            <a:xfrm>
              <a:off x="6196191" y="5384757"/>
              <a:ext cx="4106" cy="1548"/>
            </a:xfrm>
            <a:custGeom>
              <a:avLst/>
              <a:pathLst>
                <a:path w="4106" h="1548">
                  <a:moveTo>
                    <a:pt x="4106" y="0"/>
                  </a:moveTo>
                  <a:lnTo>
                    <a:pt x="0" y="154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l6275"/>
            <p:cNvSpPr/>
            <p:nvPr/>
          </p:nvSpPr>
          <p:spPr>
            <a:xfrm>
              <a:off x="6200297" y="5384757"/>
              <a:ext cx="4247" cy="1102"/>
            </a:xfrm>
            <a:custGeom>
              <a:avLst/>
              <a:pathLst>
                <a:path w="4247" h="1102">
                  <a:moveTo>
                    <a:pt x="0" y="0"/>
                  </a:moveTo>
                  <a:lnTo>
                    <a:pt x="4247" y="110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l6276"/>
            <p:cNvSpPr/>
            <p:nvPr/>
          </p:nvSpPr>
          <p:spPr>
            <a:xfrm>
              <a:off x="6164295" y="5326396"/>
              <a:ext cx="52694" cy="57398"/>
            </a:xfrm>
            <a:custGeom>
              <a:avLst/>
              <a:pathLst>
                <a:path w="52694" h="57398">
                  <a:moveTo>
                    <a:pt x="0" y="0"/>
                  </a:moveTo>
                  <a:lnTo>
                    <a:pt x="52694" y="5739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l6277"/>
            <p:cNvSpPr/>
            <p:nvPr/>
          </p:nvSpPr>
          <p:spPr>
            <a:xfrm>
              <a:off x="6212897" y="5383794"/>
              <a:ext cx="4092" cy="1583"/>
            </a:xfrm>
            <a:custGeom>
              <a:avLst/>
              <a:pathLst>
                <a:path w="4092" h="1583">
                  <a:moveTo>
                    <a:pt x="4092" y="0"/>
                  </a:moveTo>
                  <a:lnTo>
                    <a:pt x="0" y="158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l6278"/>
            <p:cNvSpPr/>
            <p:nvPr/>
          </p:nvSpPr>
          <p:spPr>
            <a:xfrm>
              <a:off x="6216990" y="5383794"/>
              <a:ext cx="4256" cy="1065"/>
            </a:xfrm>
            <a:custGeom>
              <a:avLst/>
              <a:pathLst>
                <a:path w="4256" h="1065">
                  <a:moveTo>
                    <a:pt x="0" y="0"/>
                  </a:moveTo>
                  <a:lnTo>
                    <a:pt x="4256" y="106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l6279"/>
            <p:cNvSpPr/>
            <p:nvPr/>
          </p:nvSpPr>
          <p:spPr>
            <a:xfrm>
              <a:off x="6203164" y="5319260"/>
              <a:ext cx="43851" cy="59770"/>
            </a:xfrm>
            <a:custGeom>
              <a:avLst/>
              <a:pathLst>
                <a:path w="43851" h="59770">
                  <a:moveTo>
                    <a:pt x="0" y="0"/>
                  </a:moveTo>
                  <a:lnTo>
                    <a:pt x="43851" y="597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l6280"/>
            <p:cNvSpPr/>
            <p:nvPr/>
          </p:nvSpPr>
          <p:spPr>
            <a:xfrm>
              <a:off x="6239829" y="5379031"/>
              <a:ext cx="7186" cy="1878"/>
            </a:xfrm>
            <a:custGeom>
              <a:avLst/>
              <a:pathLst>
                <a:path w="7186" h="1878">
                  <a:moveTo>
                    <a:pt x="7186" y="0"/>
                  </a:moveTo>
                  <a:lnTo>
                    <a:pt x="0" y="18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l6281"/>
            <p:cNvSpPr/>
            <p:nvPr/>
          </p:nvSpPr>
          <p:spPr>
            <a:xfrm>
              <a:off x="6233673" y="5380910"/>
              <a:ext cx="6155" cy="1779"/>
            </a:xfrm>
            <a:custGeom>
              <a:avLst/>
              <a:pathLst>
                <a:path w="6155" h="1779">
                  <a:moveTo>
                    <a:pt x="6155" y="0"/>
                  </a:moveTo>
                  <a:lnTo>
                    <a:pt x="0" y="177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l6282"/>
            <p:cNvSpPr/>
            <p:nvPr/>
          </p:nvSpPr>
          <p:spPr>
            <a:xfrm>
              <a:off x="6233673" y="5382689"/>
              <a:ext cx="4265" cy="1029"/>
            </a:xfrm>
            <a:custGeom>
              <a:avLst/>
              <a:pathLst>
                <a:path w="4265" h="1029">
                  <a:moveTo>
                    <a:pt x="0" y="0"/>
                  </a:moveTo>
                  <a:lnTo>
                    <a:pt x="4265" y="102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l6283"/>
            <p:cNvSpPr/>
            <p:nvPr/>
          </p:nvSpPr>
          <p:spPr>
            <a:xfrm>
              <a:off x="6239829" y="5380910"/>
              <a:ext cx="6452" cy="2184"/>
            </a:xfrm>
            <a:custGeom>
              <a:avLst/>
              <a:pathLst>
                <a:path w="6452" h="2184">
                  <a:moveTo>
                    <a:pt x="0" y="0"/>
                  </a:moveTo>
                  <a:lnTo>
                    <a:pt x="6452" y="21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l6284"/>
            <p:cNvSpPr/>
            <p:nvPr/>
          </p:nvSpPr>
          <p:spPr>
            <a:xfrm>
              <a:off x="6247015" y="5379031"/>
              <a:ext cx="7605" cy="3402"/>
            </a:xfrm>
            <a:custGeom>
              <a:avLst/>
              <a:pathLst>
                <a:path w="7605" h="3402">
                  <a:moveTo>
                    <a:pt x="0" y="0"/>
                  </a:moveTo>
                  <a:lnTo>
                    <a:pt x="7605" y="340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l6285"/>
            <p:cNvSpPr/>
            <p:nvPr/>
          </p:nvSpPr>
          <p:spPr>
            <a:xfrm>
              <a:off x="6234980" y="5313180"/>
              <a:ext cx="38153" cy="64987"/>
            </a:xfrm>
            <a:custGeom>
              <a:avLst/>
              <a:pathLst>
                <a:path w="38153" h="64987">
                  <a:moveTo>
                    <a:pt x="0" y="0"/>
                  </a:moveTo>
                  <a:lnTo>
                    <a:pt x="38153" y="6498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l6286"/>
            <p:cNvSpPr/>
            <p:nvPr/>
          </p:nvSpPr>
          <p:spPr>
            <a:xfrm>
              <a:off x="6267008" y="5378167"/>
              <a:ext cx="6124" cy="1883"/>
            </a:xfrm>
            <a:custGeom>
              <a:avLst/>
              <a:pathLst>
                <a:path w="6124" h="1883">
                  <a:moveTo>
                    <a:pt x="6124" y="0"/>
                  </a:moveTo>
                  <a:lnTo>
                    <a:pt x="0" y="188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l6287"/>
            <p:cNvSpPr/>
            <p:nvPr/>
          </p:nvSpPr>
          <p:spPr>
            <a:xfrm>
              <a:off x="6267008" y="5380051"/>
              <a:ext cx="4282" cy="956"/>
            </a:xfrm>
            <a:custGeom>
              <a:avLst/>
              <a:pathLst>
                <a:path w="4282" h="956">
                  <a:moveTo>
                    <a:pt x="0" y="0"/>
                  </a:moveTo>
                  <a:lnTo>
                    <a:pt x="4282" y="9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l6288"/>
            <p:cNvSpPr/>
            <p:nvPr/>
          </p:nvSpPr>
          <p:spPr>
            <a:xfrm>
              <a:off x="6224836" y="5197778"/>
              <a:ext cx="236081" cy="121551"/>
            </a:xfrm>
            <a:custGeom>
              <a:avLst/>
              <a:pathLst>
                <a:path w="236081" h="121551">
                  <a:moveTo>
                    <a:pt x="0" y="0"/>
                  </a:moveTo>
                  <a:lnTo>
                    <a:pt x="236081" y="1215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l6289"/>
            <p:cNvSpPr/>
            <p:nvPr/>
          </p:nvSpPr>
          <p:spPr>
            <a:xfrm>
              <a:off x="6432884" y="5319329"/>
              <a:ext cx="28033" cy="9255"/>
            </a:xfrm>
            <a:custGeom>
              <a:avLst/>
              <a:pathLst>
                <a:path w="28033" h="9255">
                  <a:moveTo>
                    <a:pt x="28033" y="0"/>
                  </a:moveTo>
                  <a:lnTo>
                    <a:pt x="0" y="92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l6290"/>
            <p:cNvSpPr/>
            <p:nvPr/>
          </p:nvSpPr>
          <p:spPr>
            <a:xfrm>
              <a:off x="6406451" y="5328585"/>
              <a:ext cx="26433" cy="9896"/>
            </a:xfrm>
            <a:custGeom>
              <a:avLst/>
              <a:pathLst>
                <a:path w="26433" h="9896">
                  <a:moveTo>
                    <a:pt x="26433" y="0"/>
                  </a:moveTo>
                  <a:lnTo>
                    <a:pt x="0" y="989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l6291"/>
            <p:cNvSpPr/>
            <p:nvPr/>
          </p:nvSpPr>
          <p:spPr>
            <a:xfrm>
              <a:off x="6378696" y="5338482"/>
              <a:ext cx="27754" cy="8345"/>
            </a:xfrm>
            <a:custGeom>
              <a:avLst/>
              <a:pathLst>
                <a:path w="27754" h="8345">
                  <a:moveTo>
                    <a:pt x="27754" y="0"/>
                  </a:moveTo>
                  <a:lnTo>
                    <a:pt x="0" y="83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l6292"/>
            <p:cNvSpPr/>
            <p:nvPr/>
          </p:nvSpPr>
          <p:spPr>
            <a:xfrm>
              <a:off x="6348077" y="5346827"/>
              <a:ext cx="30618" cy="9637"/>
            </a:xfrm>
            <a:custGeom>
              <a:avLst/>
              <a:pathLst>
                <a:path w="30618" h="9637">
                  <a:moveTo>
                    <a:pt x="30618" y="0"/>
                  </a:moveTo>
                  <a:lnTo>
                    <a:pt x="0" y="963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l6293"/>
            <p:cNvSpPr/>
            <p:nvPr/>
          </p:nvSpPr>
          <p:spPr>
            <a:xfrm>
              <a:off x="6319785" y="5356465"/>
              <a:ext cx="28292" cy="11533"/>
            </a:xfrm>
            <a:custGeom>
              <a:avLst/>
              <a:pathLst>
                <a:path w="28292" h="11533">
                  <a:moveTo>
                    <a:pt x="28292" y="0"/>
                  </a:moveTo>
                  <a:lnTo>
                    <a:pt x="0" y="1153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l6294"/>
            <p:cNvSpPr/>
            <p:nvPr/>
          </p:nvSpPr>
          <p:spPr>
            <a:xfrm>
              <a:off x="6307135" y="5367999"/>
              <a:ext cx="12649" cy="4097"/>
            </a:xfrm>
            <a:custGeom>
              <a:avLst/>
              <a:pathLst>
                <a:path w="12649" h="4097">
                  <a:moveTo>
                    <a:pt x="12649" y="0"/>
                  </a:moveTo>
                  <a:lnTo>
                    <a:pt x="0" y="40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l6295"/>
            <p:cNvSpPr/>
            <p:nvPr/>
          </p:nvSpPr>
          <p:spPr>
            <a:xfrm>
              <a:off x="6298077" y="5372097"/>
              <a:ext cx="9058" cy="3640"/>
            </a:xfrm>
            <a:custGeom>
              <a:avLst/>
              <a:pathLst>
                <a:path w="9058" h="3640">
                  <a:moveTo>
                    <a:pt x="9058" y="0"/>
                  </a:moveTo>
                  <a:lnTo>
                    <a:pt x="0" y="364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l6296"/>
            <p:cNvSpPr/>
            <p:nvPr/>
          </p:nvSpPr>
          <p:spPr>
            <a:xfrm>
              <a:off x="6291978" y="5375737"/>
              <a:ext cx="6099" cy="1962"/>
            </a:xfrm>
            <a:custGeom>
              <a:avLst/>
              <a:pathLst>
                <a:path w="6099" h="1962">
                  <a:moveTo>
                    <a:pt x="6099" y="0"/>
                  </a:moveTo>
                  <a:lnTo>
                    <a:pt x="0" y="19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l6297"/>
            <p:cNvSpPr/>
            <p:nvPr/>
          </p:nvSpPr>
          <p:spPr>
            <a:xfrm>
              <a:off x="6291978" y="5377700"/>
              <a:ext cx="4294" cy="901"/>
            </a:xfrm>
            <a:custGeom>
              <a:avLst/>
              <a:pathLst>
                <a:path w="4294" h="901">
                  <a:moveTo>
                    <a:pt x="0" y="0"/>
                  </a:moveTo>
                  <a:lnTo>
                    <a:pt x="4294" y="90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l6298"/>
            <p:cNvSpPr/>
            <p:nvPr/>
          </p:nvSpPr>
          <p:spPr>
            <a:xfrm>
              <a:off x="6298077" y="5375737"/>
              <a:ext cx="6514" cy="1990"/>
            </a:xfrm>
            <a:custGeom>
              <a:avLst/>
              <a:pathLst>
                <a:path w="6514" h="1990">
                  <a:moveTo>
                    <a:pt x="0" y="0"/>
                  </a:moveTo>
                  <a:lnTo>
                    <a:pt x="6514" y="19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l6299"/>
            <p:cNvSpPr/>
            <p:nvPr/>
          </p:nvSpPr>
          <p:spPr>
            <a:xfrm>
              <a:off x="6307135" y="5372097"/>
              <a:ext cx="9779" cy="2931"/>
            </a:xfrm>
            <a:custGeom>
              <a:avLst/>
              <a:pathLst>
                <a:path w="9779" h="2931">
                  <a:moveTo>
                    <a:pt x="0" y="0"/>
                  </a:moveTo>
                  <a:lnTo>
                    <a:pt x="9779" y="293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l6300"/>
            <p:cNvSpPr/>
            <p:nvPr/>
          </p:nvSpPr>
          <p:spPr>
            <a:xfrm>
              <a:off x="6312908" y="5375028"/>
              <a:ext cx="4006" cy="1790"/>
            </a:xfrm>
            <a:custGeom>
              <a:avLst/>
              <a:pathLst>
                <a:path w="4006" h="1790">
                  <a:moveTo>
                    <a:pt x="4006" y="0"/>
                  </a:moveTo>
                  <a:lnTo>
                    <a:pt x="0" y="17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l6301"/>
            <p:cNvSpPr/>
            <p:nvPr/>
          </p:nvSpPr>
          <p:spPr>
            <a:xfrm>
              <a:off x="6316915" y="5375028"/>
              <a:ext cx="4305" cy="846"/>
            </a:xfrm>
            <a:custGeom>
              <a:avLst/>
              <a:pathLst>
                <a:path w="4305" h="846">
                  <a:moveTo>
                    <a:pt x="0" y="0"/>
                  </a:moveTo>
                  <a:lnTo>
                    <a:pt x="4305" y="8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l6302"/>
            <p:cNvSpPr/>
            <p:nvPr/>
          </p:nvSpPr>
          <p:spPr>
            <a:xfrm>
              <a:off x="6319785" y="5367999"/>
              <a:ext cx="13734" cy="5071"/>
            </a:xfrm>
            <a:custGeom>
              <a:avLst/>
              <a:pathLst>
                <a:path w="13734" h="5071">
                  <a:moveTo>
                    <a:pt x="0" y="0"/>
                  </a:moveTo>
                  <a:lnTo>
                    <a:pt x="13734" y="507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l6303"/>
            <p:cNvSpPr/>
            <p:nvPr/>
          </p:nvSpPr>
          <p:spPr>
            <a:xfrm>
              <a:off x="6333520" y="5373070"/>
              <a:ext cx="4312" cy="809"/>
            </a:xfrm>
            <a:custGeom>
              <a:avLst/>
              <a:pathLst>
                <a:path w="4312" h="809">
                  <a:moveTo>
                    <a:pt x="0" y="0"/>
                  </a:moveTo>
                  <a:lnTo>
                    <a:pt x="4312" y="80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l6304"/>
            <p:cNvSpPr/>
            <p:nvPr/>
          </p:nvSpPr>
          <p:spPr>
            <a:xfrm>
              <a:off x="6348077" y="5356465"/>
              <a:ext cx="30500" cy="5182"/>
            </a:xfrm>
            <a:custGeom>
              <a:avLst/>
              <a:pathLst>
                <a:path w="30500" h="5182">
                  <a:moveTo>
                    <a:pt x="0" y="0"/>
                  </a:moveTo>
                  <a:lnTo>
                    <a:pt x="30500" y="518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l6305"/>
            <p:cNvSpPr/>
            <p:nvPr/>
          </p:nvSpPr>
          <p:spPr>
            <a:xfrm>
              <a:off x="6370771" y="5361648"/>
              <a:ext cx="7806" cy="2470"/>
            </a:xfrm>
            <a:custGeom>
              <a:avLst/>
              <a:pathLst>
                <a:path w="7806" h="2470">
                  <a:moveTo>
                    <a:pt x="7806" y="0"/>
                  </a:moveTo>
                  <a:lnTo>
                    <a:pt x="0" y="24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l6306"/>
            <p:cNvSpPr/>
            <p:nvPr/>
          </p:nvSpPr>
          <p:spPr>
            <a:xfrm>
              <a:off x="6363207" y="5364119"/>
              <a:ext cx="7563" cy="2403"/>
            </a:xfrm>
            <a:custGeom>
              <a:avLst/>
              <a:pathLst>
                <a:path w="7563" h="2403">
                  <a:moveTo>
                    <a:pt x="7563" y="0"/>
                  </a:moveTo>
                  <a:lnTo>
                    <a:pt x="0" y="24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l6307"/>
            <p:cNvSpPr/>
            <p:nvPr/>
          </p:nvSpPr>
          <p:spPr>
            <a:xfrm>
              <a:off x="6356146" y="5366522"/>
              <a:ext cx="7061" cy="2304"/>
            </a:xfrm>
            <a:custGeom>
              <a:avLst/>
              <a:pathLst>
                <a:path w="7061" h="2304">
                  <a:moveTo>
                    <a:pt x="7061" y="0"/>
                  </a:moveTo>
                  <a:lnTo>
                    <a:pt x="0" y="23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l6308"/>
            <p:cNvSpPr/>
            <p:nvPr/>
          </p:nvSpPr>
          <p:spPr>
            <a:xfrm>
              <a:off x="6350107" y="5368827"/>
              <a:ext cx="6038" cy="2143"/>
            </a:xfrm>
            <a:custGeom>
              <a:avLst/>
              <a:pathLst>
                <a:path w="6038" h="2143">
                  <a:moveTo>
                    <a:pt x="6038" y="0"/>
                  </a:moveTo>
                  <a:lnTo>
                    <a:pt x="0" y="21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l6309"/>
            <p:cNvSpPr/>
            <p:nvPr/>
          </p:nvSpPr>
          <p:spPr>
            <a:xfrm>
              <a:off x="6350107" y="5370970"/>
              <a:ext cx="4319" cy="772"/>
            </a:xfrm>
            <a:custGeom>
              <a:avLst/>
              <a:pathLst>
                <a:path w="4319" h="772">
                  <a:moveTo>
                    <a:pt x="0" y="0"/>
                  </a:moveTo>
                  <a:lnTo>
                    <a:pt x="4319" y="7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l6310"/>
            <p:cNvSpPr/>
            <p:nvPr/>
          </p:nvSpPr>
          <p:spPr>
            <a:xfrm>
              <a:off x="6378578" y="5361648"/>
              <a:ext cx="8980" cy="5397"/>
            </a:xfrm>
            <a:custGeom>
              <a:avLst/>
              <a:pathLst>
                <a:path w="8980" h="5397">
                  <a:moveTo>
                    <a:pt x="0" y="0"/>
                  </a:moveTo>
                  <a:lnTo>
                    <a:pt x="8980" y="53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l6311"/>
            <p:cNvSpPr/>
            <p:nvPr/>
          </p:nvSpPr>
          <p:spPr>
            <a:xfrm>
              <a:off x="6378696" y="5346827"/>
              <a:ext cx="34039" cy="12212"/>
            </a:xfrm>
            <a:custGeom>
              <a:avLst/>
              <a:pathLst>
                <a:path w="34039" h="12212">
                  <a:moveTo>
                    <a:pt x="0" y="0"/>
                  </a:moveTo>
                  <a:lnTo>
                    <a:pt x="34039" y="1221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l6312"/>
            <p:cNvSpPr/>
            <p:nvPr/>
          </p:nvSpPr>
          <p:spPr>
            <a:xfrm>
              <a:off x="6405735" y="5359040"/>
              <a:ext cx="6999" cy="2484"/>
            </a:xfrm>
            <a:custGeom>
              <a:avLst/>
              <a:pathLst>
                <a:path w="6999" h="2484">
                  <a:moveTo>
                    <a:pt x="6999" y="0"/>
                  </a:moveTo>
                  <a:lnTo>
                    <a:pt x="0" y="24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l6313"/>
            <p:cNvSpPr/>
            <p:nvPr/>
          </p:nvSpPr>
          <p:spPr>
            <a:xfrm>
              <a:off x="6399754" y="5361525"/>
              <a:ext cx="5981" cy="2297"/>
            </a:xfrm>
            <a:custGeom>
              <a:avLst/>
              <a:pathLst>
                <a:path w="5981" h="2297">
                  <a:moveTo>
                    <a:pt x="5981" y="0"/>
                  </a:moveTo>
                  <a:lnTo>
                    <a:pt x="0" y="22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l6314"/>
            <p:cNvSpPr/>
            <p:nvPr/>
          </p:nvSpPr>
          <p:spPr>
            <a:xfrm>
              <a:off x="6399754" y="5363822"/>
              <a:ext cx="4338" cy="661"/>
            </a:xfrm>
            <a:custGeom>
              <a:avLst/>
              <a:pathLst>
                <a:path w="4338" h="661">
                  <a:moveTo>
                    <a:pt x="0" y="0"/>
                  </a:moveTo>
                  <a:lnTo>
                    <a:pt x="4338" y="66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l6315"/>
            <p:cNvSpPr/>
            <p:nvPr/>
          </p:nvSpPr>
          <p:spPr>
            <a:xfrm>
              <a:off x="6405735" y="5361525"/>
              <a:ext cx="6615" cy="1625"/>
            </a:xfrm>
            <a:custGeom>
              <a:avLst/>
              <a:pathLst>
                <a:path w="6615" h="1625">
                  <a:moveTo>
                    <a:pt x="0" y="0"/>
                  </a:moveTo>
                  <a:lnTo>
                    <a:pt x="6615" y="162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l6316"/>
            <p:cNvSpPr/>
            <p:nvPr/>
          </p:nvSpPr>
          <p:spPr>
            <a:xfrm>
              <a:off x="6406451" y="5338482"/>
              <a:ext cx="32233" cy="17470"/>
            </a:xfrm>
            <a:custGeom>
              <a:avLst/>
              <a:pathLst>
                <a:path w="32233" h="17470">
                  <a:moveTo>
                    <a:pt x="0" y="0"/>
                  </a:moveTo>
                  <a:lnTo>
                    <a:pt x="32233" y="174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l6317"/>
            <p:cNvSpPr/>
            <p:nvPr/>
          </p:nvSpPr>
          <p:spPr>
            <a:xfrm>
              <a:off x="6432743" y="5355953"/>
              <a:ext cx="5941" cy="2399"/>
            </a:xfrm>
            <a:custGeom>
              <a:avLst/>
              <a:pathLst>
                <a:path w="5941" h="2399">
                  <a:moveTo>
                    <a:pt x="5941" y="0"/>
                  </a:moveTo>
                  <a:lnTo>
                    <a:pt x="0" y="239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l6318"/>
            <p:cNvSpPr/>
            <p:nvPr/>
          </p:nvSpPr>
          <p:spPr>
            <a:xfrm>
              <a:off x="6428850" y="5358352"/>
              <a:ext cx="3892" cy="2026"/>
            </a:xfrm>
            <a:custGeom>
              <a:avLst/>
              <a:pathLst>
                <a:path w="3892" h="2026">
                  <a:moveTo>
                    <a:pt x="3892" y="0"/>
                  </a:moveTo>
                  <a:lnTo>
                    <a:pt x="0" y="20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l6319"/>
            <p:cNvSpPr/>
            <p:nvPr/>
          </p:nvSpPr>
          <p:spPr>
            <a:xfrm>
              <a:off x="6432884" y="5328585"/>
              <a:ext cx="32246" cy="21118"/>
            </a:xfrm>
            <a:custGeom>
              <a:avLst/>
              <a:pathLst>
                <a:path w="32246" h="21118">
                  <a:moveTo>
                    <a:pt x="0" y="0"/>
                  </a:moveTo>
                  <a:lnTo>
                    <a:pt x="32246" y="2111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l6320"/>
            <p:cNvSpPr/>
            <p:nvPr/>
          </p:nvSpPr>
          <p:spPr>
            <a:xfrm>
              <a:off x="6465131" y="5349704"/>
              <a:ext cx="8709" cy="1019"/>
            </a:xfrm>
            <a:custGeom>
              <a:avLst/>
              <a:pathLst>
                <a:path w="8709" h="1019">
                  <a:moveTo>
                    <a:pt x="0" y="0"/>
                  </a:moveTo>
                  <a:lnTo>
                    <a:pt x="8709" y="101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l6321"/>
            <p:cNvSpPr/>
            <p:nvPr/>
          </p:nvSpPr>
          <p:spPr>
            <a:xfrm>
              <a:off x="6473840" y="5350723"/>
              <a:ext cx="4360" cy="494"/>
            </a:xfrm>
            <a:custGeom>
              <a:avLst/>
              <a:pathLst>
                <a:path w="4360" h="494">
                  <a:moveTo>
                    <a:pt x="0" y="0"/>
                  </a:moveTo>
                  <a:lnTo>
                    <a:pt x="4360" y="4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l6322"/>
            <p:cNvSpPr/>
            <p:nvPr/>
          </p:nvSpPr>
          <p:spPr>
            <a:xfrm>
              <a:off x="6421088" y="5133103"/>
              <a:ext cx="250969" cy="130114"/>
            </a:xfrm>
            <a:custGeom>
              <a:avLst/>
              <a:pathLst>
                <a:path w="250969" h="130114">
                  <a:moveTo>
                    <a:pt x="0" y="0"/>
                  </a:moveTo>
                  <a:lnTo>
                    <a:pt x="250969" y="13011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l6323"/>
            <p:cNvSpPr/>
            <p:nvPr/>
          </p:nvSpPr>
          <p:spPr>
            <a:xfrm>
              <a:off x="6635982" y="5263218"/>
              <a:ext cx="36075" cy="23427"/>
            </a:xfrm>
            <a:custGeom>
              <a:avLst/>
              <a:pathLst>
                <a:path w="36075" h="23427">
                  <a:moveTo>
                    <a:pt x="36075" y="0"/>
                  </a:moveTo>
                  <a:lnTo>
                    <a:pt x="0" y="2342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l6324"/>
            <p:cNvSpPr/>
            <p:nvPr/>
          </p:nvSpPr>
          <p:spPr>
            <a:xfrm>
              <a:off x="6614823" y="5286646"/>
              <a:ext cx="21159" cy="7404"/>
            </a:xfrm>
            <a:custGeom>
              <a:avLst/>
              <a:pathLst>
                <a:path w="21159" h="7404">
                  <a:moveTo>
                    <a:pt x="21159" y="0"/>
                  </a:moveTo>
                  <a:lnTo>
                    <a:pt x="0" y="740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l6325"/>
            <p:cNvSpPr/>
            <p:nvPr/>
          </p:nvSpPr>
          <p:spPr>
            <a:xfrm>
              <a:off x="6592917" y="5294050"/>
              <a:ext cx="21905" cy="11467"/>
            </a:xfrm>
            <a:custGeom>
              <a:avLst/>
              <a:pathLst>
                <a:path w="21905" h="11467">
                  <a:moveTo>
                    <a:pt x="21905" y="0"/>
                  </a:moveTo>
                  <a:lnTo>
                    <a:pt x="0" y="1146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l6326"/>
            <p:cNvSpPr/>
            <p:nvPr/>
          </p:nvSpPr>
          <p:spPr>
            <a:xfrm>
              <a:off x="6574488" y="5305518"/>
              <a:ext cx="18429" cy="10280"/>
            </a:xfrm>
            <a:custGeom>
              <a:avLst/>
              <a:pathLst>
                <a:path w="18429" h="10280">
                  <a:moveTo>
                    <a:pt x="18429" y="0"/>
                  </a:moveTo>
                  <a:lnTo>
                    <a:pt x="0" y="1028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l6327"/>
            <p:cNvSpPr/>
            <p:nvPr/>
          </p:nvSpPr>
          <p:spPr>
            <a:xfrm>
              <a:off x="6560320" y="5315798"/>
              <a:ext cx="14168" cy="4908"/>
            </a:xfrm>
            <a:custGeom>
              <a:avLst/>
              <a:pathLst>
                <a:path w="14168" h="4908">
                  <a:moveTo>
                    <a:pt x="14168" y="0"/>
                  </a:moveTo>
                  <a:lnTo>
                    <a:pt x="0" y="490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l6328"/>
            <p:cNvSpPr/>
            <p:nvPr/>
          </p:nvSpPr>
          <p:spPr>
            <a:xfrm>
              <a:off x="6544007" y="5320706"/>
              <a:ext cx="16312" cy="6667"/>
            </a:xfrm>
            <a:custGeom>
              <a:avLst/>
              <a:pathLst>
                <a:path w="16312" h="6667">
                  <a:moveTo>
                    <a:pt x="16312" y="0"/>
                  </a:moveTo>
                  <a:lnTo>
                    <a:pt x="0" y="666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l6329"/>
            <p:cNvSpPr/>
            <p:nvPr/>
          </p:nvSpPr>
          <p:spPr>
            <a:xfrm>
              <a:off x="6529178" y="5327373"/>
              <a:ext cx="14829" cy="7536"/>
            </a:xfrm>
            <a:custGeom>
              <a:avLst/>
              <a:pathLst>
                <a:path w="14829" h="7536">
                  <a:moveTo>
                    <a:pt x="14829" y="0"/>
                  </a:moveTo>
                  <a:lnTo>
                    <a:pt x="0" y="753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l6330"/>
            <p:cNvSpPr/>
            <p:nvPr/>
          </p:nvSpPr>
          <p:spPr>
            <a:xfrm>
              <a:off x="6520598" y="5334910"/>
              <a:ext cx="8579" cy="4658"/>
            </a:xfrm>
            <a:custGeom>
              <a:avLst/>
              <a:pathLst>
                <a:path w="8579" h="4658">
                  <a:moveTo>
                    <a:pt x="8579" y="0"/>
                  </a:moveTo>
                  <a:lnTo>
                    <a:pt x="0" y="465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l6331"/>
            <p:cNvSpPr/>
            <p:nvPr/>
          </p:nvSpPr>
          <p:spPr>
            <a:xfrm>
              <a:off x="6520598" y="5339568"/>
              <a:ext cx="6700" cy="1227"/>
            </a:xfrm>
            <a:custGeom>
              <a:avLst/>
              <a:pathLst>
                <a:path w="6700" h="1227">
                  <a:moveTo>
                    <a:pt x="0" y="0"/>
                  </a:moveTo>
                  <a:lnTo>
                    <a:pt x="6700" y="122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l6332"/>
            <p:cNvSpPr/>
            <p:nvPr/>
          </p:nvSpPr>
          <p:spPr>
            <a:xfrm>
              <a:off x="6529178" y="5334910"/>
              <a:ext cx="10051" cy="1787"/>
            </a:xfrm>
            <a:custGeom>
              <a:avLst/>
              <a:pathLst>
                <a:path w="10051" h="1787">
                  <a:moveTo>
                    <a:pt x="0" y="0"/>
                  </a:moveTo>
                  <a:lnTo>
                    <a:pt x="10051" y="178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l6333"/>
            <p:cNvSpPr/>
            <p:nvPr/>
          </p:nvSpPr>
          <p:spPr>
            <a:xfrm>
              <a:off x="6535455" y="5336697"/>
              <a:ext cx="3773" cy="2239"/>
            </a:xfrm>
            <a:custGeom>
              <a:avLst/>
              <a:pathLst>
                <a:path w="3773" h="2239">
                  <a:moveTo>
                    <a:pt x="3773" y="0"/>
                  </a:moveTo>
                  <a:lnTo>
                    <a:pt x="0" y="223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l6334"/>
            <p:cNvSpPr/>
            <p:nvPr/>
          </p:nvSpPr>
          <p:spPr>
            <a:xfrm>
              <a:off x="6539229" y="5336697"/>
              <a:ext cx="4374" cy="345"/>
            </a:xfrm>
            <a:custGeom>
              <a:avLst/>
              <a:pathLst>
                <a:path w="4374" h="345">
                  <a:moveTo>
                    <a:pt x="0" y="0"/>
                  </a:moveTo>
                  <a:lnTo>
                    <a:pt x="4374" y="34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l6335"/>
            <p:cNvSpPr/>
            <p:nvPr/>
          </p:nvSpPr>
          <p:spPr>
            <a:xfrm>
              <a:off x="6544007" y="5327373"/>
              <a:ext cx="17267" cy="2694"/>
            </a:xfrm>
            <a:custGeom>
              <a:avLst/>
              <a:pathLst>
                <a:path w="17267" h="2694">
                  <a:moveTo>
                    <a:pt x="0" y="0"/>
                  </a:moveTo>
                  <a:lnTo>
                    <a:pt x="17267" y="269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l6336"/>
            <p:cNvSpPr/>
            <p:nvPr/>
          </p:nvSpPr>
          <p:spPr>
            <a:xfrm>
              <a:off x="6555499" y="5330068"/>
              <a:ext cx="5775" cy="2774"/>
            </a:xfrm>
            <a:custGeom>
              <a:avLst/>
              <a:pathLst>
                <a:path w="5775" h="2774">
                  <a:moveTo>
                    <a:pt x="5775" y="0"/>
                  </a:moveTo>
                  <a:lnTo>
                    <a:pt x="0" y="277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l6337"/>
            <p:cNvSpPr/>
            <p:nvPr/>
          </p:nvSpPr>
          <p:spPr>
            <a:xfrm>
              <a:off x="6551744" y="5332843"/>
              <a:ext cx="3754" cy="2271"/>
            </a:xfrm>
            <a:custGeom>
              <a:avLst/>
              <a:pathLst>
                <a:path w="3754" h="2271">
                  <a:moveTo>
                    <a:pt x="3754" y="0"/>
                  </a:moveTo>
                  <a:lnTo>
                    <a:pt x="0" y="227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l6338"/>
            <p:cNvSpPr/>
            <p:nvPr/>
          </p:nvSpPr>
          <p:spPr>
            <a:xfrm>
              <a:off x="6561275" y="5330068"/>
              <a:ext cx="6725" cy="1084"/>
            </a:xfrm>
            <a:custGeom>
              <a:avLst/>
              <a:pathLst>
                <a:path w="6725" h="1084">
                  <a:moveTo>
                    <a:pt x="0" y="0"/>
                  </a:moveTo>
                  <a:lnTo>
                    <a:pt x="6725" y="108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l6339"/>
            <p:cNvSpPr/>
            <p:nvPr/>
          </p:nvSpPr>
          <p:spPr>
            <a:xfrm>
              <a:off x="6560320" y="5320706"/>
              <a:ext cx="19519" cy="6094"/>
            </a:xfrm>
            <a:custGeom>
              <a:avLst/>
              <a:pathLst>
                <a:path w="19519" h="6094">
                  <a:moveTo>
                    <a:pt x="0" y="0"/>
                  </a:moveTo>
                  <a:lnTo>
                    <a:pt x="19519" y="609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l6340"/>
            <p:cNvSpPr/>
            <p:nvPr/>
          </p:nvSpPr>
          <p:spPr>
            <a:xfrm>
              <a:off x="6579840" y="5326801"/>
              <a:ext cx="4381" cy="252"/>
            </a:xfrm>
            <a:custGeom>
              <a:avLst/>
              <a:pathLst>
                <a:path w="4381" h="252">
                  <a:moveTo>
                    <a:pt x="0" y="0"/>
                  </a:moveTo>
                  <a:lnTo>
                    <a:pt x="4381" y="2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l6341"/>
            <p:cNvSpPr/>
            <p:nvPr/>
          </p:nvSpPr>
          <p:spPr>
            <a:xfrm>
              <a:off x="6614823" y="5294050"/>
              <a:ext cx="28782" cy="12563"/>
            </a:xfrm>
            <a:custGeom>
              <a:avLst/>
              <a:pathLst>
                <a:path w="28782" h="12563">
                  <a:moveTo>
                    <a:pt x="0" y="0"/>
                  </a:moveTo>
                  <a:lnTo>
                    <a:pt x="28782" y="1256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l6342"/>
            <p:cNvSpPr/>
            <p:nvPr/>
          </p:nvSpPr>
          <p:spPr>
            <a:xfrm>
              <a:off x="6643605" y="5306614"/>
              <a:ext cx="8766" cy="197"/>
            </a:xfrm>
            <a:custGeom>
              <a:avLst/>
              <a:pathLst>
                <a:path w="8766" h="197">
                  <a:moveTo>
                    <a:pt x="0" y="0"/>
                  </a:moveTo>
                  <a:lnTo>
                    <a:pt x="8766" y="1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l6343"/>
            <p:cNvSpPr/>
            <p:nvPr/>
          </p:nvSpPr>
          <p:spPr>
            <a:xfrm>
              <a:off x="6648738" y="5306812"/>
              <a:ext cx="3633" cy="2460"/>
            </a:xfrm>
            <a:custGeom>
              <a:avLst/>
              <a:pathLst>
                <a:path w="3633" h="2460">
                  <a:moveTo>
                    <a:pt x="3633" y="0"/>
                  </a:moveTo>
                  <a:lnTo>
                    <a:pt x="0" y="246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l6344"/>
            <p:cNvSpPr/>
            <p:nvPr/>
          </p:nvSpPr>
          <p:spPr>
            <a:xfrm>
              <a:off x="6672057" y="5263218"/>
              <a:ext cx="47679" cy="12464"/>
            </a:xfrm>
            <a:custGeom>
              <a:avLst/>
              <a:pathLst>
                <a:path w="47679" h="12464">
                  <a:moveTo>
                    <a:pt x="0" y="0"/>
                  </a:moveTo>
                  <a:lnTo>
                    <a:pt x="47679" y="124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l6345"/>
            <p:cNvSpPr/>
            <p:nvPr/>
          </p:nvSpPr>
          <p:spPr>
            <a:xfrm>
              <a:off x="6706960" y="5275683"/>
              <a:ext cx="12777" cy="5669"/>
            </a:xfrm>
            <a:custGeom>
              <a:avLst/>
              <a:pathLst>
                <a:path w="12777" h="5669">
                  <a:moveTo>
                    <a:pt x="12777" y="0"/>
                  </a:moveTo>
                  <a:lnTo>
                    <a:pt x="0" y="566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l6346"/>
            <p:cNvSpPr/>
            <p:nvPr/>
          </p:nvSpPr>
          <p:spPr>
            <a:xfrm>
              <a:off x="6695570" y="5281353"/>
              <a:ext cx="11389" cy="7916"/>
            </a:xfrm>
            <a:custGeom>
              <a:avLst/>
              <a:pathLst>
                <a:path w="11389" h="7916">
                  <a:moveTo>
                    <a:pt x="11389" y="0"/>
                  </a:moveTo>
                  <a:lnTo>
                    <a:pt x="0" y="791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l6347"/>
            <p:cNvSpPr/>
            <p:nvPr/>
          </p:nvSpPr>
          <p:spPr>
            <a:xfrm>
              <a:off x="6688525" y="5289269"/>
              <a:ext cx="7045" cy="3653"/>
            </a:xfrm>
            <a:custGeom>
              <a:avLst/>
              <a:pathLst>
                <a:path w="7045" h="3653">
                  <a:moveTo>
                    <a:pt x="7045" y="0"/>
                  </a:moveTo>
                  <a:lnTo>
                    <a:pt x="0" y="365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l6348"/>
            <p:cNvSpPr/>
            <p:nvPr/>
          </p:nvSpPr>
          <p:spPr>
            <a:xfrm>
              <a:off x="6681958" y="5292922"/>
              <a:ext cx="6566" cy="3470"/>
            </a:xfrm>
            <a:custGeom>
              <a:avLst/>
              <a:pathLst>
                <a:path w="6566" h="3470">
                  <a:moveTo>
                    <a:pt x="6566" y="0"/>
                  </a:moveTo>
                  <a:lnTo>
                    <a:pt x="0" y="347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l6349"/>
            <p:cNvSpPr/>
            <p:nvPr/>
          </p:nvSpPr>
          <p:spPr>
            <a:xfrm>
              <a:off x="6676371" y="5296393"/>
              <a:ext cx="5586" cy="3138"/>
            </a:xfrm>
            <a:custGeom>
              <a:avLst/>
              <a:pathLst>
                <a:path w="5586" h="3138">
                  <a:moveTo>
                    <a:pt x="5586" y="0"/>
                  </a:moveTo>
                  <a:lnTo>
                    <a:pt x="0" y="313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l6350"/>
            <p:cNvSpPr/>
            <p:nvPr/>
          </p:nvSpPr>
          <p:spPr>
            <a:xfrm>
              <a:off x="6672769" y="5299532"/>
              <a:ext cx="3601" cy="2507"/>
            </a:xfrm>
            <a:custGeom>
              <a:avLst/>
              <a:pathLst>
                <a:path w="3601" h="2507">
                  <a:moveTo>
                    <a:pt x="3601" y="0"/>
                  </a:moveTo>
                  <a:lnTo>
                    <a:pt x="0" y="250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l6351"/>
            <p:cNvSpPr/>
            <p:nvPr/>
          </p:nvSpPr>
          <p:spPr>
            <a:xfrm>
              <a:off x="6676371" y="5299532"/>
              <a:ext cx="4388" cy="27"/>
            </a:xfrm>
            <a:custGeom>
              <a:avLst/>
              <a:pathLst>
                <a:path w="4388" h="27">
                  <a:moveTo>
                    <a:pt x="0" y="0"/>
                  </a:moveTo>
                  <a:lnTo>
                    <a:pt x="4388" y="2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l6352"/>
            <p:cNvSpPr/>
            <p:nvPr/>
          </p:nvSpPr>
          <p:spPr>
            <a:xfrm>
              <a:off x="6688525" y="5292922"/>
              <a:ext cx="8182" cy="1575"/>
            </a:xfrm>
            <a:custGeom>
              <a:avLst/>
              <a:pathLst>
                <a:path w="8182" h="1575">
                  <a:moveTo>
                    <a:pt x="0" y="0"/>
                  </a:moveTo>
                  <a:lnTo>
                    <a:pt x="8182" y="157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l6353"/>
            <p:cNvSpPr/>
            <p:nvPr/>
          </p:nvSpPr>
          <p:spPr>
            <a:xfrm>
              <a:off x="6695570" y="5289269"/>
              <a:ext cx="9093" cy="2647"/>
            </a:xfrm>
            <a:custGeom>
              <a:avLst/>
              <a:pathLst>
                <a:path w="9093" h="2647">
                  <a:moveTo>
                    <a:pt x="0" y="0"/>
                  </a:moveTo>
                  <a:lnTo>
                    <a:pt x="9093" y="264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l6354"/>
            <p:cNvSpPr/>
            <p:nvPr/>
          </p:nvSpPr>
          <p:spPr>
            <a:xfrm>
              <a:off x="6706960" y="5281353"/>
              <a:ext cx="14715" cy="2107"/>
            </a:xfrm>
            <a:custGeom>
              <a:avLst/>
              <a:pathLst>
                <a:path w="14715" h="2107">
                  <a:moveTo>
                    <a:pt x="0" y="0"/>
                  </a:moveTo>
                  <a:lnTo>
                    <a:pt x="14715" y="210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l6355"/>
            <p:cNvSpPr/>
            <p:nvPr/>
          </p:nvSpPr>
          <p:spPr>
            <a:xfrm>
              <a:off x="6716157" y="5283460"/>
              <a:ext cx="5518" cy="3256"/>
            </a:xfrm>
            <a:custGeom>
              <a:avLst/>
              <a:pathLst>
                <a:path w="5518" h="3256">
                  <a:moveTo>
                    <a:pt x="5518" y="0"/>
                  </a:moveTo>
                  <a:lnTo>
                    <a:pt x="0" y="325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l6356"/>
            <p:cNvSpPr/>
            <p:nvPr/>
          </p:nvSpPr>
          <p:spPr>
            <a:xfrm>
              <a:off x="6716157" y="5286651"/>
              <a:ext cx="4387" cy="66"/>
            </a:xfrm>
            <a:custGeom>
              <a:avLst/>
              <a:pathLst>
                <a:path w="4387" h="66">
                  <a:moveTo>
                    <a:pt x="0" y="66"/>
                  </a:moveTo>
                  <a:lnTo>
                    <a:pt x="4387" y="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l6357"/>
            <p:cNvSpPr/>
            <p:nvPr/>
          </p:nvSpPr>
          <p:spPr>
            <a:xfrm>
              <a:off x="6721676" y="5283460"/>
              <a:ext cx="6793" cy="507"/>
            </a:xfrm>
            <a:custGeom>
              <a:avLst/>
              <a:pathLst>
                <a:path w="6793" h="507">
                  <a:moveTo>
                    <a:pt x="0" y="0"/>
                  </a:moveTo>
                  <a:lnTo>
                    <a:pt x="6793" y="50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l6358"/>
            <p:cNvSpPr/>
            <p:nvPr/>
          </p:nvSpPr>
          <p:spPr>
            <a:xfrm>
              <a:off x="6719737" y="5275683"/>
              <a:ext cx="16643" cy="5567"/>
            </a:xfrm>
            <a:custGeom>
              <a:avLst/>
              <a:pathLst>
                <a:path w="16643" h="5567">
                  <a:moveTo>
                    <a:pt x="0" y="0"/>
                  </a:moveTo>
                  <a:lnTo>
                    <a:pt x="16643" y="556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l6359"/>
            <p:cNvSpPr/>
            <p:nvPr/>
          </p:nvSpPr>
          <p:spPr>
            <a:xfrm>
              <a:off x="6939338" y="5108887"/>
              <a:ext cx="44108" cy="38904"/>
            </a:xfrm>
            <a:custGeom>
              <a:avLst/>
              <a:pathLst>
                <a:path w="44108" h="38904">
                  <a:moveTo>
                    <a:pt x="44108" y="0"/>
                  </a:moveTo>
                  <a:lnTo>
                    <a:pt x="0" y="3890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l6360"/>
            <p:cNvSpPr/>
            <p:nvPr/>
          </p:nvSpPr>
          <p:spPr>
            <a:xfrm>
              <a:off x="6904712" y="5147791"/>
              <a:ext cx="34626" cy="25373"/>
            </a:xfrm>
            <a:custGeom>
              <a:avLst/>
              <a:pathLst>
                <a:path w="34626" h="25373">
                  <a:moveTo>
                    <a:pt x="34626" y="0"/>
                  </a:moveTo>
                  <a:lnTo>
                    <a:pt x="0" y="2537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l6361"/>
            <p:cNvSpPr/>
            <p:nvPr/>
          </p:nvSpPr>
          <p:spPr>
            <a:xfrm>
              <a:off x="6872526" y="5173165"/>
              <a:ext cx="32185" cy="18934"/>
            </a:xfrm>
            <a:custGeom>
              <a:avLst/>
              <a:pathLst>
                <a:path w="32185" h="18934">
                  <a:moveTo>
                    <a:pt x="32185" y="0"/>
                  </a:moveTo>
                  <a:lnTo>
                    <a:pt x="0" y="1893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l6362"/>
            <p:cNvSpPr/>
            <p:nvPr/>
          </p:nvSpPr>
          <p:spPr>
            <a:xfrm>
              <a:off x="6834152" y="5192099"/>
              <a:ext cx="38374" cy="25056"/>
            </a:xfrm>
            <a:custGeom>
              <a:avLst/>
              <a:pathLst>
                <a:path w="38374" h="25056">
                  <a:moveTo>
                    <a:pt x="38374" y="0"/>
                  </a:moveTo>
                  <a:lnTo>
                    <a:pt x="0" y="2505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l6363"/>
            <p:cNvSpPr/>
            <p:nvPr/>
          </p:nvSpPr>
          <p:spPr>
            <a:xfrm>
              <a:off x="6803304" y="5217156"/>
              <a:ext cx="30847" cy="23866"/>
            </a:xfrm>
            <a:custGeom>
              <a:avLst/>
              <a:pathLst>
                <a:path w="30847" h="23866">
                  <a:moveTo>
                    <a:pt x="30847" y="0"/>
                  </a:moveTo>
                  <a:lnTo>
                    <a:pt x="0" y="2386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l6364"/>
            <p:cNvSpPr/>
            <p:nvPr/>
          </p:nvSpPr>
          <p:spPr>
            <a:xfrm>
              <a:off x="6786449" y="5241023"/>
              <a:ext cx="16854" cy="9338"/>
            </a:xfrm>
            <a:custGeom>
              <a:avLst/>
              <a:pathLst>
                <a:path w="16854" h="9338">
                  <a:moveTo>
                    <a:pt x="16854" y="0"/>
                  </a:moveTo>
                  <a:lnTo>
                    <a:pt x="0" y="933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l6365"/>
            <p:cNvSpPr/>
            <p:nvPr/>
          </p:nvSpPr>
          <p:spPr>
            <a:xfrm>
              <a:off x="6771010" y="5250361"/>
              <a:ext cx="15439" cy="11456"/>
            </a:xfrm>
            <a:custGeom>
              <a:avLst/>
              <a:pathLst>
                <a:path w="15439" h="11456">
                  <a:moveTo>
                    <a:pt x="15439" y="0"/>
                  </a:moveTo>
                  <a:lnTo>
                    <a:pt x="0" y="1145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l6366"/>
            <p:cNvSpPr/>
            <p:nvPr/>
          </p:nvSpPr>
          <p:spPr>
            <a:xfrm>
              <a:off x="6761184" y="5261817"/>
              <a:ext cx="9825" cy="5005"/>
            </a:xfrm>
            <a:custGeom>
              <a:avLst/>
              <a:pathLst>
                <a:path w="9825" h="5005">
                  <a:moveTo>
                    <a:pt x="9825" y="0"/>
                  </a:moveTo>
                  <a:lnTo>
                    <a:pt x="0" y="500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l6367"/>
            <p:cNvSpPr/>
            <p:nvPr/>
          </p:nvSpPr>
          <p:spPr>
            <a:xfrm>
              <a:off x="6753246" y="5266823"/>
              <a:ext cx="7938" cy="5681"/>
            </a:xfrm>
            <a:custGeom>
              <a:avLst/>
              <a:pathLst>
                <a:path w="7938" h="5681">
                  <a:moveTo>
                    <a:pt x="7938" y="0"/>
                  </a:moveTo>
                  <a:lnTo>
                    <a:pt x="0" y="5681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l6368"/>
            <p:cNvSpPr/>
            <p:nvPr/>
          </p:nvSpPr>
          <p:spPr>
            <a:xfrm>
              <a:off x="6747784" y="5272505"/>
              <a:ext cx="5461" cy="3350"/>
            </a:xfrm>
            <a:custGeom>
              <a:avLst/>
              <a:pathLst>
                <a:path w="5461" h="3350">
                  <a:moveTo>
                    <a:pt x="5461" y="0"/>
                  </a:moveTo>
                  <a:lnTo>
                    <a:pt x="0" y="335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l6369"/>
            <p:cNvSpPr/>
            <p:nvPr/>
          </p:nvSpPr>
          <p:spPr>
            <a:xfrm>
              <a:off x="6747784" y="5275715"/>
              <a:ext cx="4386" cy="141"/>
            </a:xfrm>
            <a:custGeom>
              <a:avLst/>
              <a:pathLst>
                <a:path w="4386" h="141">
                  <a:moveTo>
                    <a:pt x="0" y="141"/>
                  </a:moveTo>
                  <a:lnTo>
                    <a:pt x="4386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l6370"/>
            <p:cNvSpPr/>
            <p:nvPr/>
          </p:nvSpPr>
          <p:spPr>
            <a:xfrm>
              <a:off x="6761184" y="5266823"/>
              <a:ext cx="10195" cy="533"/>
            </a:xfrm>
            <a:custGeom>
              <a:avLst/>
              <a:pathLst>
                <a:path w="10195" h="533">
                  <a:moveTo>
                    <a:pt x="0" y="0"/>
                  </a:moveTo>
                  <a:lnTo>
                    <a:pt x="10195" y="53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l6371"/>
            <p:cNvSpPr/>
            <p:nvPr/>
          </p:nvSpPr>
          <p:spPr>
            <a:xfrm>
              <a:off x="6767911" y="5267356"/>
              <a:ext cx="3468" cy="2688"/>
            </a:xfrm>
            <a:custGeom>
              <a:avLst/>
              <a:pathLst>
                <a:path w="3468" h="2688">
                  <a:moveTo>
                    <a:pt x="3468" y="0"/>
                  </a:moveTo>
                  <a:lnTo>
                    <a:pt x="0" y="268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l6372"/>
            <p:cNvSpPr/>
            <p:nvPr/>
          </p:nvSpPr>
          <p:spPr>
            <a:xfrm>
              <a:off x="6786449" y="5250361"/>
              <a:ext cx="20121" cy="820"/>
            </a:xfrm>
            <a:custGeom>
              <a:avLst/>
              <a:pathLst>
                <a:path w="20121" h="820">
                  <a:moveTo>
                    <a:pt x="0" y="0"/>
                  </a:moveTo>
                  <a:lnTo>
                    <a:pt x="20121" y="82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l6373"/>
            <p:cNvSpPr/>
            <p:nvPr/>
          </p:nvSpPr>
          <p:spPr>
            <a:xfrm>
              <a:off x="6800239" y="5251182"/>
              <a:ext cx="6331" cy="3883"/>
            </a:xfrm>
            <a:custGeom>
              <a:avLst/>
              <a:pathLst>
                <a:path w="6331" h="3883">
                  <a:moveTo>
                    <a:pt x="6331" y="0"/>
                  </a:moveTo>
                  <a:lnTo>
                    <a:pt x="0" y="388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l6374"/>
            <p:cNvSpPr/>
            <p:nvPr/>
          </p:nvSpPr>
          <p:spPr>
            <a:xfrm>
              <a:off x="6794864" y="5255066"/>
              <a:ext cx="5374" cy="3489"/>
            </a:xfrm>
            <a:custGeom>
              <a:avLst/>
              <a:pathLst>
                <a:path w="5374" h="3489">
                  <a:moveTo>
                    <a:pt x="5374" y="0"/>
                  </a:moveTo>
                  <a:lnTo>
                    <a:pt x="0" y="348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l6375"/>
            <p:cNvSpPr/>
            <p:nvPr/>
          </p:nvSpPr>
          <p:spPr>
            <a:xfrm>
              <a:off x="6794864" y="5258302"/>
              <a:ext cx="4380" cy="253"/>
            </a:xfrm>
            <a:custGeom>
              <a:avLst/>
              <a:pathLst>
                <a:path w="4380" h="253">
                  <a:moveTo>
                    <a:pt x="0" y="253"/>
                  </a:moveTo>
                  <a:lnTo>
                    <a:pt x="438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l6376"/>
            <p:cNvSpPr/>
            <p:nvPr/>
          </p:nvSpPr>
          <p:spPr>
            <a:xfrm>
              <a:off x="6800239" y="5255066"/>
              <a:ext cx="6808" cy="217"/>
            </a:xfrm>
            <a:custGeom>
              <a:avLst/>
              <a:pathLst>
                <a:path w="6808" h="217">
                  <a:moveTo>
                    <a:pt x="0" y="0"/>
                  </a:moveTo>
                  <a:lnTo>
                    <a:pt x="6808" y="21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l6377"/>
            <p:cNvSpPr/>
            <p:nvPr/>
          </p:nvSpPr>
          <p:spPr>
            <a:xfrm>
              <a:off x="6803304" y="5241023"/>
              <a:ext cx="22694" cy="5331"/>
            </a:xfrm>
            <a:custGeom>
              <a:avLst/>
              <a:pathLst>
                <a:path w="22694" h="5331">
                  <a:moveTo>
                    <a:pt x="0" y="0"/>
                  </a:moveTo>
                  <a:lnTo>
                    <a:pt x="22694" y="5331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l6378"/>
            <p:cNvSpPr/>
            <p:nvPr/>
          </p:nvSpPr>
          <p:spPr>
            <a:xfrm>
              <a:off x="6822612" y="5246354"/>
              <a:ext cx="3386" cy="2790"/>
            </a:xfrm>
            <a:custGeom>
              <a:avLst/>
              <a:pathLst>
                <a:path w="3386" h="2790">
                  <a:moveTo>
                    <a:pt x="3386" y="0"/>
                  </a:moveTo>
                  <a:lnTo>
                    <a:pt x="0" y="279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l6379"/>
            <p:cNvSpPr/>
            <p:nvPr/>
          </p:nvSpPr>
          <p:spPr>
            <a:xfrm>
              <a:off x="6834152" y="5217156"/>
              <a:ext cx="40827" cy="33"/>
            </a:xfrm>
            <a:custGeom>
              <a:avLst/>
              <a:pathLst>
                <a:path w="40827" h="33">
                  <a:moveTo>
                    <a:pt x="0" y="0"/>
                  </a:moveTo>
                  <a:lnTo>
                    <a:pt x="40827" y="3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l6380"/>
            <p:cNvSpPr/>
            <p:nvPr/>
          </p:nvSpPr>
          <p:spPr>
            <a:xfrm>
              <a:off x="6866597" y="5217190"/>
              <a:ext cx="8381" cy="6527"/>
            </a:xfrm>
            <a:custGeom>
              <a:avLst/>
              <a:pathLst>
                <a:path w="8381" h="6527">
                  <a:moveTo>
                    <a:pt x="8381" y="0"/>
                  </a:moveTo>
                  <a:lnTo>
                    <a:pt x="0" y="652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l6381"/>
            <p:cNvSpPr/>
            <p:nvPr/>
          </p:nvSpPr>
          <p:spPr>
            <a:xfrm>
              <a:off x="6859690" y="5223717"/>
              <a:ext cx="6907" cy="4397"/>
            </a:xfrm>
            <a:custGeom>
              <a:avLst/>
              <a:pathLst>
                <a:path w="6907" h="4397">
                  <a:moveTo>
                    <a:pt x="6907" y="0"/>
                  </a:moveTo>
                  <a:lnTo>
                    <a:pt x="0" y="439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l6382"/>
            <p:cNvSpPr/>
            <p:nvPr/>
          </p:nvSpPr>
          <p:spPr>
            <a:xfrm>
              <a:off x="6852999" y="5228114"/>
              <a:ext cx="6690" cy="4269"/>
            </a:xfrm>
            <a:custGeom>
              <a:avLst/>
              <a:pathLst>
                <a:path w="6690" h="4269">
                  <a:moveTo>
                    <a:pt x="6690" y="0"/>
                  </a:moveTo>
                  <a:lnTo>
                    <a:pt x="0" y="426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l6383"/>
            <p:cNvSpPr/>
            <p:nvPr/>
          </p:nvSpPr>
          <p:spPr>
            <a:xfrm>
              <a:off x="6846770" y="5232384"/>
              <a:ext cx="6229" cy="4044"/>
            </a:xfrm>
            <a:custGeom>
              <a:avLst/>
              <a:pathLst>
                <a:path w="6229" h="4044">
                  <a:moveTo>
                    <a:pt x="6229" y="0"/>
                  </a:moveTo>
                  <a:lnTo>
                    <a:pt x="0" y="404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l6384"/>
            <p:cNvSpPr/>
            <p:nvPr/>
          </p:nvSpPr>
          <p:spPr>
            <a:xfrm>
              <a:off x="6841486" y="5236429"/>
              <a:ext cx="5283" cy="3625"/>
            </a:xfrm>
            <a:custGeom>
              <a:avLst/>
              <a:pathLst>
                <a:path w="5283" h="3625">
                  <a:moveTo>
                    <a:pt x="5283" y="0"/>
                  </a:moveTo>
                  <a:lnTo>
                    <a:pt x="0" y="362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l6385"/>
            <p:cNvSpPr/>
            <p:nvPr/>
          </p:nvSpPr>
          <p:spPr>
            <a:xfrm>
              <a:off x="6838124" y="5240055"/>
              <a:ext cx="3362" cy="2819"/>
            </a:xfrm>
            <a:custGeom>
              <a:avLst/>
              <a:pathLst>
                <a:path w="3362" h="2819">
                  <a:moveTo>
                    <a:pt x="3362" y="0"/>
                  </a:moveTo>
                  <a:lnTo>
                    <a:pt x="0" y="28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l6386"/>
            <p:cNvSpPr/>
            <p:nvPr/>
          </p:nvSpPr>
          <p:spPr>
            <a:xfrm>
              <a:off x="6846770" y="5236429"/>
              <a:ext cx="6811" cy="42"/>
            </a:xfrm>
            <a:custGeom>
              <a:avLst/>
              <a:pathLst>
                <a:path w="6811" h="42">
                  <a:moveTo>
                    <a:pt x="0" y="0"/>
                  </a:moveTo>
                  <a:lnTo>
                    <a:pt x="6811" y="4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l6387"/>
            <p:cNvSpPr/>
            <p:nvPr/>
          </p:nvSpPr>
          <p:spPr>
            <a:xfrm>
              <a:off x="6859690" y="5228114"/>
              <a:ext cx="9294" cy="1822"/>
            </a:xfrm>
            <a:custGeom>
              <a:avLst/>
              <a:pathLst>
                <a:path w="9294" h="1822">
                  <a:moveTo>
                    <a:pt x="0" y="0"/>
                  </a:moveTo>
                  <a:lnTo>
                    <a:pt x="9294" y="182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l6388"/>
            <p:cNvSpPr/>
            <p:nvPr/>
          </p:nvSpPr>
          <p:spPr>
            <a:xfrm>
              <a:off x="6866597" y="5223717"/>
              <a:ext cx="10066" cy="2903"/>
            </a:xfrm>
            <a:custGeom>
              <a:avLst/>
              <a:pathLst>
                <a:path w="10066" h="2903">
                  <a:moveTo>
                    <a:pt x="0" y="0"/>
                  </a:moveTo>
                  <a:lnTo>
                    <a:pt x="10066" y="290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l6389"/>
            <p:cNvSpPr/>
            <p:nvPr/>
          </p:nvSpPr>
          <p:spPr>
            <a:xfrm>
              <a:off x="6874979" y="5217190"/>
              <a:ext cx="12640" cy="3176"/>
            </a:xfrm>
            <a:custGeom>
              <a:avLst/>
              <a:pathLst>
                <a:path w="12640" h="3176">
                  <a:moveTo>
                    <a:pt x="0" y="0"/>
                  </a:moveTo>
                  <a:lnTo>
                    <a:pt x="12640" y="317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l6390"/>
            <p:cNvSpPr/>
            <p:nvPr/>
          </p:nvSpPr>
          <p:spPr>
            <a:xfrm>
              <a:off x="6884330" y="5220366"/>
              <a:ext cx="3289" cy="2904"/>
            </a:xfrm>
            <a:custGeom>
              <a:avLst/>
              <a:pathLst>
                <a:path w="3289" h="2904">
                  <a:moveTo>
                    <a:pt x="3289" y="0"/>
                  </a:moveTo>
                  <a:lnTo>
                    <a:pt x="0" y="290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l6391"/>
            <p:cNvSpPr/>
            <p:nvPr/>
          </p:nvSpPr>
          <p:spPr>
            <a:xfrm>
              <a:off x="6872526" y="5192099"/>
              <a:ext cx="52300" cy="5475"/>
            </a:xfrm>
            <a:custGeom>
              <a:avLst/>
              <a:pathLst>
                <a:path w="52300" h="5475">
                  <a:moveTo>
                    <a:pt x="0" y="0"/>
                  </a:moveTo>
                  <a:lnTo>
                    <a:pt x="52300" y="547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l6392"/>
            <p:cNvSpPr/>
            <p:nvPr/>
          </p:nvSpPr>
          <p:spPr>
            <a:xfrm>
              <a:off x="6915464" y="5197575"/>
              <a:ext cx="9362" cy="5825"/>
            </a:xfrm>
            <a:custGeom>
              <a:avLst/>
              <a:pathLst>
                <a:path w="9362" h="5825">
                  <a:moveTo>
                    <a:pt x="9362" y="0"/>
                  </a:moveTo>
                  <a:lnTo>
                    <a:pt x="0" y="582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l6393"/>
            <p:cNvSpPr/>
            <p:nvPr/>
          </p:nvSpPr>
          <p:spPr>
            <a:xfrm>
              <a:off x="6908039" y="5203400"/>
              <a:ext cx="7425" cy="6338"/>
            </a:xfrm>
            <a:custGeom>
              <a:avLst/>
              <a:pathLst>
                <a:path w="7425" h="6338">
                  <a:moveTo>
                    <a:pt x="7425" y="0"/>
                  </a:moveTo>
                  <a:lnTo>
                    <a:pt x="0" y="633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l6394"/>
            <p:cNvSpPr/>
            <p:nvPr/>
          </p:nvSpPr>
          <p:spPr>
            <a:xfrm>
              <a:off x="6902883" y="5209738"/>
              <a:ext cx="5156" cy="3804"/>
            </a:xfrm>
            <a:custGeom>
              <a:avLst/>
              <a:pathLst>
                <a:path w="5156" h="3804">
                  <a:moveTo>
                    <a:pt x="5156" y="0"/>
                  </a:moveTo>
                  <a:lnTo>
                    <a:pt x="0" y="380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l6395"/>
            <p:cNvSpPr/>
            <p:nvPr/>
          </p:nvSpPr>
          <p:spPr>
            <a:xfrm>
              <a:off x="6899619" y="5213542"/>
              <a:ext cx="3264" cy="2932"/>
            </a:xfrm>
            <a:custGeom>
              <a:avLst/>
              <a:pathLst>
                <a:path w="3264" h="2932">
                  <a:moveTo>
                    <a:pt x="3264" y="0"/>
                  </a:moveTo>
                  <a:lnTo>
                    <a:pt x="0" y="293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l6396"/>
            <p:cNvSpPr/>
            <p:nvPr/>
          </p:nvSpPr>
          <p:spPr>
            <a:xfrm>
              <a:off x="6902883" y="5213027"/>
              <a:ext cx="4358" cy="514"/>
            </a:xfrm>
            <a:custGeom>
              <a:avLst/>
              <a:pathLst>
                <a:path w="4358" h="514">
                  <a:moveTo>
                    <a:pt x="0" y="514"/>
                  </a:moveTo>
                  <a:lnTo>
                    <a:pt x="4358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l6397"/>
            <p:cNvSpPr/>
            <p:nvPr/>
          </p:nvSpPr>
          <p:spPr>
            <a:xfrm>
              <a:off x="6915464" y="5203062"/>
              <a:ext cx="10203" cy="338"/>
            </a:xfrm>
            <a:custGeom>
              <a:avLst/>
              <a:pathLst>
                <a:path w="10203" h="338">
                  <a:moveTo>
                    <a:pt x="0" y="338"/>
                  </a:moveTo>
                  <a:lnTo>
                    <a:pt x="10203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l6398"/>
            <p:cNvSpPr/>
            <p:nvPr/>
          </p:nvSpPr>
          <p:spPr>
            <a:xfrm>
              <a:off x="6922441" y="5203062"/>
              <a:ext cx="3226" cy="2974"/>
            </a:xfrm>
            <a:custGeom>
              <a:avLst/>
              <a:pathLst>
                <a:path w="3226" h="2974">
                  <a:moveTo>
                    <a:pt x="3226" y="0"/>
                  </a:moveTo>
                  <a:lnTo>
                    <a:pt x="0" y="297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l6399"/>
            <p:cNvSpPr/>
            <p:nvPr/>
          </p:nvSpPr>
          <p:spPr>
            <a:xfrm>
              <a:off x="6904712" y="5173165"/>
              <a:ext cx="48662" cy="15190"/>
            </a:xfrm>
            <a:custGeom>
              <a:avLst/>
              <a:pathLst>
                <a:path w="48662" h="15190">
                  <a:moveTo>
                    <a:pt x="0" y="0"/>
                  </a:moveTo>
                  <a:lnTo>
                    <a:pt x="48662" y="1519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l6400"/>
            <p:cNvSpPr/>
            <p:nvPr/>
          </p:nvSpPr>
          <p:spPr>
            <a:xfrm>
              <a:off x="6948317" y="5188355"/>
              <a:ext cx="5057" cy="3934"/>
            </a:xfrm>
            <a:custGeom>
              <a:avLst/>
              <a:pathLst>
                <a:path w="5057" h="3934">
                  <a:moveTo>
                    <a:pt x="5057" y="0"/>
                  </a:moveTo>
                  <a:lnTo>
                    <a:pt x="0" y="393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l6401"/>
            <p:cNvSpPr/>
            <p:nvPr/>
          </p:nvSpPr>
          <p:spPr>
            <a:xfrm>
              <a:off x="6945129" y="5192290"/>
              <a:ext cx="3188" cy="3015"/>
            </a:xfrm>
            <a:custGeom>
              <a:avLst/>
              <a:pathLst>
                <a:path w="3188" h="3015">
                  <a:moveTo>
                    <a:pt x="3188" y="0"/>
                  </a:moveTo>
                  <a:lnTo>
                    <a:pt x="0" y="301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l6402"/>
            <p:cNvSpPr/>
            <p:nvPr/>
          </p:nvSpPr>
          <p:spPr>
            <a:xfrm>
              <a:off x="6953374" y="5187991"/>
              <a:ext cx="6802" cy="364"/>
            </a:xfrm>
            <a:custGeom>
              <a:avLst/>
              <a:pathLst>
                <a:path w="6802" h="364">
                  <a:moveTo>
                    <a:pt x="0" y="364"/>
                  </a:moveTo>
                  <a:lnTo>
                    <a:pt x="6802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l6403"/>
            <p:cNvSpPr/>
            <p:nvPr/>
          </p:nvSpPr>
          <p:spPr>
            <a:xfrm>
              <a:off x="6939338" y="5147791"/>
              <a:ext cx="55347" cy="15322"/>
            </a:xfrm>
            <a:custGeom>
              <a:avLst/>
              <a:pathLst>
                <a:path w="55347" h="15322">
                  <a:moveTo>
                    <a:pt x="0" y="0"/>
                  </a:moveTo>
                  <a:lnTo>
                    <a:pt x="55347" y="1532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l6404"/>
            <p:cNvSpPr/>
            <p:nvPr/>
          </p:nvSpPr>
          <p:spPr>
            <a:xfrm>
              <a:off x="6988116" y="5163114"/>
              <a:ext cx="6570" cy="4886"/>
            </a:xfrm>
            <a:custGeom>
              <a:avLst/>
              <a:pathLst>
                <a:path w="6570" h="4886">
                  <a:moveTo>
                    <a:pt x="6570" y="0"/>
                  </a:moveTo>
                  <a:lnTo>
                    <a:pt x="0" y="488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l6405"/>
            <p:cNvSpPr/>
            <p:nvPr/>
          </p:nvSpPr>
          <p:spPr>
            <a:xfrm>
              <a:off x="6988116" y="5168001"/>
              <a:ext cx="9401" cy="1144"/>
            </a:xfrm>
            <a:custGeom>
              <a:avLst/>
              <a:pathLst>
                <a:path w="9401" h="1144">
                  <a:moveTo>
                    <a:pt x="0" y="0"/>
                  </a:moveTo>
                  <a:lnTo>
                    <a:pt x="9401" y="114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l6406"/>
            <p:cNvSpPr/>
            <p:nvPr/>
          </p:nvSpPr>
          <p:spPr>
            <a:xfrm>
              <a:off x="7030066" y="5135308"/>
              <a:ext cx="10862" cy="10520"/>
            </a:xfrm>
            <a:custGeom>
              <a:avLst/>
              <a:pathLst>
                <a:path w="10862" h="10520">
                  <a:moveTo>
                    <a:pt x="10862" y="0"/>
                  </a:moveTo>
                  <a:lnTo>
                    <a:pt x="0" y="1052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l6407"/>
            <p:cNvSpPr/>
            <p:nvPr/>
          </p:nvSpPr>
          <p:spPr>
            <a:xfrm>
              <a:off x="7030066" y="5145484"/>
              <a:ext cx="11717" cy="344"/>
            </a:xfrm>
            <a:custGeom>
              <a:avLst/>
              <a:pathLst>
                <a:path w="11717" h="344">
                  <a:moveTo>
                    <a:pt x="0" y="344"/>
                  </a:moveTo>
                  <a:lnTo>
                    <a:pt x="11717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l6408"/>
            <p:cNvSpPr/>
            <p:nvPr/>
          </p:nvSpPr>
          <p:spPr>
            <a:xfrm>
              <a:off x="7052104" y="5134001"/>
              <a:ext cx="4813" cy="4229"/>
            </a:xfrm>
            <a:custGeom>
              <a:avLst/>
              <a:pathLst>
                <a:path w="4813" h="4229">
                  <a:moveTo>
                    <a:pt x="4813" y="0"/>
                  </a:moveTo>
                  <a:lnTo>
                    <a:pt x="0" y="4229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l6409"/>
            <p:cNvSpPr/>
            <p:nvPr/>
          </p:nvSpPr>
          <p:spPr>
            <a:xfrm>
              <a:off x="7049102" y="5138231"/>
              <a:ext cx="3002" cy="3200"/>
            </a:xfrm>
            <a:custGeom>
              <a:avLst/>
              <a:pathLst>
                <a:path w="3002" h="3200">
                  <a:moveTo>
                    <a:pt x="3002" y="0"/>
                  </a:moveTo>
                  <a:lnTo>
                    <a:pt x="0" y="320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l6410"/>
            <p:cNvSpPr/>
            <p:nvPr/>
          </p:nvSpPr>
          <p:spPr>
            <a:xfrm>
              <a:off x="7056917" y="5133231"/>
              <a:ext cx="6768" cy="769"/>
            </a:xfrm>
            <a:custGeom>
              <a:avLst/>
              <a:pathLst>
                <a:path w="6768" h="769">
                  <a:moveTo>
                    <a:pt x="0" y="769"/>
                  </a:moveTo>
                  <a:lnTo>
                    <a:pt x="676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l6411"/>
            <p:cNvSpPr/>
            <p:nvPr/>
          </p:nvSpPr>
          <p:spPr>
            <a:xfrm>
              <a:off x="7056208" y="5121554"/>
              <a:ext cx="22463" cy="611"/>
            </a:xfrm>
            <a:custGeom>
              <a:avLst/>
              <a:pathLst>
                <a:path w="22463" h="611">
                  <a:moveTo>
                    <a:pt x="0" y="611"/>
                  </a:moveTo>
                  <a:lnTo>
                    <a:pt x="22463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l6412"/>
            <p:cNvSpPr/>
            <p:nvPr/>
          </p:nvSpPr>
          <p:spPr>
            <a:xfrm>
              <a:off x="7073913" y="5121554"/>
              <a:ext cx="4758" cy="4291"/>
            </a:xfrm>
            <a:custGeom>
              <a:avLst/>
              <a:pathLst>
                <a:path w="4758" h="4291">
                  <a:moveTo>
                    <a:pt x="4758" y="0"/>
                  </a:moveTo>
                  <a:lnTo>
                    <a:pt x="0" y="4291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l6413"/>
            <p:cNvSpPr/>
            <p:nvPr/>
          </p:nvSpPr>
          <p:spPr>
            <a:xfrm>
              <a:off x="7070951" y="5125846"/>
              <a:ext cx="2961" cy="3238"/>
            </a:xfrm>
            <a:custGeom>
              <a:avLst/>
              <a:pathLst>
                <a:path w="2961" h="3238">
                  <a:moveTo>
                    <a:pt x="2961" y="0"/>
                  </a:moveTo>
                  <a:lnTo>
                    <a:pt x="0" y="3238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l6414"/>
            <p:cNvSpPr/>
            <p:nvPr/>
          </p:nvSpPr>
          <p:spPr>
            <a:xfrm>
              <a:off x="7078671" y="5120698"/>
              <a:ext cx="6757" cy="856"/>
            </a:xfrm>
            <a:custGeom>
              <a:avLst/>
              <a:pathLst>
                <a:path w="6757" h="856">
                  <a:moveTo>
                    <a:pt x="0" y="856"/>
                  </a:moveTo>
                  <a:lnTo>
                    <a:pt x="6757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l6415"/>
            <p:cNvSpPr/>
            <p:nvPr/>
          </p:nvSpPr>
          <p:spPr>
            <a:xfrm>
              <a:off x="7105843" y="5093747"/>
              <a:ext cx="9062" cy="10180"/>
            </a:xfrm>
            <a:custGeom>
              <a:avLst/>
              <a:pathLst>
                <a:path w="9062" h="10180">
                  <a:moveTo>
                    <a:pt x="9062" y="0"/>
                  </a:moveTo>
                  <a:lnTo>
                    <a:pt x="0" y="1018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l6416"/>
            <p:cNvSpPr/>
            <p:nvPr/>
          </p:nvSpPr>
          <p:spPr>
            <a:xfrm>
              <a:off x="7100264" y="5103927"/>
              <a:ext cx="5579" cy="4903"/>
            </a:xfrm>
            <a:custGeom>
              <a:avLst/>
              <a:pathLst>
                <a:path w="5579" h="4903">
                  <a:moveTo>
                    <a:pt x="5579" y="0"/>
                  </a:moveTo>
                  <a:lnTo>
                    <a:pt x="0" y="490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l6417"/>
            <p:cNvSpPr/>
            <p:nvPr/>
          </p:nvSpPr>
          <p:spPr>
            <a:xfrm>
              <a:off x="7095561" y="5108830"/>
              <a:ext cx="4703" cy="4351"/>
            </a:xfrm>
            <a:custGeom>
              <a:avLst/>
              <a:pathLst>
                <a:path w="4703" h="4351">
                  <a:moveTo>
                    <a:pt x="4703" y="0"/>
                  </a:moveTo>
                  <a:lnTo>
                    <a:pt x="0" y="4351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l6418"/>
            <p:cNvSpPr/>
            <p:nvPr/>
          </p:nvSpPr>
          <p:spPr>
            <a:xfrm>
              <a:off x="7092641" y="5113182"/>
              <a:ext cx="2919" cy="3276"/>
            </a:xfrm>
            <a:custGeom>
              <a:avLst/>
              <a:pathLst>
                <a:path w="2919" h="3276">
                  <a:moveTo>
                    <a:pt x="2919" y="0"/>
                  </a:moveTo>
                  <a:lnTo>
                    <a:pt x="0" y="3276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l6419"/>
            <p:cNvSpPr/>
            <p:nvPr/>
          </p:nvSpPr>
          <p:spPr>
            <a:xfrm>
              <a:off x="7100264" y="5107887"/>
              <a:ext cx="6746" cy="942"/>
            </a:xfrm>
            <a:custGeom>
              <a:avLst/>
              <a:pathLst>
                <a:path w="6746" h="942">
                  <a:moveTo>
                    <a:pt x="0" y="942"/>
                  </a:moveTo>
                  <a:lnTo>
                    <a:pt x="6746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l6420"/>
            <p:cNvSpPr/>
            <p:nvPr/>
          </p:nvSpPr>
          <p:spPr>
            <a:xfrm>
              <a:off x="7105843" y="5103556"/>
              <a:ext cx="8324" cy="371"/>
            </a:xfrm>
            <a:custGeom>
              <a:avLst/>
              <a:pathLst>
                <a:path w="8324" h="371">
                  <a:moveTo>
                    <a:pt x="0" y="371"/>
                  </a:moveTo>
                  <a:lnTo>
                    <a:pt x="8324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l6421"/>
            <p:cNvSpPr/>
            <p:nvPr/>
          </p:nvSpPr>
          <p:spPr>
            <a:xfrm>
              <a:off x="7121306" y="5095869"/>
              <a:ext cx="2863" cy="3325"/>
            </a:xfrm>
            <a:custGeom>
              <a:avLst/>
              <a:pathLst>
                <a:path w="2863" h="3325">
                  <a:moveTo>
                    <a:pt x="2863" y="0"/>
                  </a:moveTo>
                  <a:lnTo>
                    <a:pt x="0" y="3325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l6422"/>
            <p:cNvSpPr/>
            <p:nvPr/>
          </p:nvSpPr>
          <p:spPr>
            <a:xfrm>
              <a:off x="7124169" y="5094802"/>
              <a:ext cx="4256" cy="1066"/>
            </a:xfrm>
            <a:custGeom>
              <a:avLst/>
              <a:pathLst>
                <a:path w="4256" h="1066">
                  <a:moveTo>
                    <a:pt x="0" y="1066"/>
                  </a:moveTo>
                  <a:lnTo>
                    <a:pt x="4256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l6423"/>
            <p:cNvSpPr/>
            <p:nvPr/>
          </p:nvSpPr>
          <p:spPr>
            <a:xfrm>
              <a:off x="7107128" y="4995233"/>
              <a:ext cx="126551" cy="1191"/>
            </a:xfrm>
            <a:custGeom>
              <a:avLst/>
              <a:pathLst>
                <a:path w="126551" h="1191">
                  <a:moveTo>
                    <a:pt x="0" y="1191"/>
                  </a:moveTo>
                  <a:lnTo>
                    <a:pt x="126551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l6424"/>
            <p:cNvSpPr/>
            <p:nvPr/>
          </p:nvSpPr>
          <p:spPr>
            <a:xfrm>
              <a:off x="7222183" y="4995233"/>
              <a:ext cx="11497" cy="13196"/>
            </a:xfrm>
            <a:custGeom>
              <a:avLst/>
              <a:pathLst>
                <a:path w="11497" h="13196">
                  <a:moveTo>
                    <a:pt x="11497" y="0"/>
                  </a:moveTo>
                  <a:lnTo>
                    <a:pt x="0" y="13196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l6425"/>
            <p:cNvSpPr/>
            <p:nvPr/>
          </p:nvSpPr>
          <p:spPr>
            <a:xfrm>
              <a:off x="7210303" y="5008430"/>
              <a:ext cx="11879" cy="10030"/>
            </a:xfrm>
            <a:custGeom>
              <a:avLst/>
              <a:pathLst>
                <a:path w="11879" h="10030">
                  <a:moveTo>
                    <a:pt x="11879" y="0"/>
                  </a:moveTo>
                  <a:lnTo>
                    <a:pt x="0" y="1003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l6426"/>
            <p:cNvSpPr/>
            <p:nvPr/>
          </p:nvSpPr>
          <p:spPr>
            <a:xfrm>
              <a:off x="7199026" y="5018460"/>
              <a:ext cx="11277" cy="12699"/>
            </a:xfrm>
            <a:custGeom>
              <a:avLst/>
              <a:pathLst>
                <a:path w="11277" h="12699">
                  <a:moveTo>
                    <a:pt x="11277" y="0"/>
                  </a:moveTo>
                  <a:lnTo>
                    <a:pt x="0" y="1269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l6427"/>
            <p:cNvSpPr/>
            <p:nvPr/>
          </p:nvSpPr>
          <p:spPr>
            <a:xfrm>
              <a:off x="7187908" y="5031160"/>
              <a:ext cx="11117" cy="9206"/>
            </a:xfrm>
            <a:custGeom>
              <a:avLst/>
              <a:pathLst>
                <a:path w="11117" h="9206">
                  <a:moveTo>
                    <a:pt x="11117" y="0"/>
                  </a:moveTo>
                  <a:lnTo>
                    <a:pt x="0" y="9206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l6428"/>
            <p:cNvSpPr/>
            <p:nvPr/>
          </p:nvSpPr>
          <p:spPr>
            <a:xfrm>
              <a:off x="7178328" y="5040367"/>
              <a:ext cx="9580" cy="11255"/>
            </a:xfrm>
            <a:custGeom>
              <a:avLst/>
              <a:pathLst>
                <a:path w="9580" h="11255">
                  <a:moveTo>
                    <a:pt x="9580" y="0"/>
                  </a:moveTo>
                  <a:lnTo>
                    <a:pt x="0" y="1125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l6429"/>
            <p:cNvSpPr/>
            <p:nvPr/>
          </p:nvSpPr>
          <p:spPr>
            <a:xfrm>
              <a:off x="7170931" y="5051623"/>
              <a:ext cx="7396" cy="6505"/>
            </a:xfrm>
            <a:custGeom>
              <a:avLst/>
              <a:pathLst>
                <a:path w="7396" h="6505">
                  <a:moveTo>
                    <a:pt x="7396" y="0"/>
                  </a:moveTo>
                  <a:lnTo>
                    <a:pt x="0" y="650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l6430"/>
            <p:cNvSpPr/>
            <p:nvPr/>
          </p:nvSpPr>
          <p:spPr>
            <a:xfrm>
              <a:off x="7162296" y="5058128"/>
              <a:ext cx="8634" cy="7255"/>
            </a:xfrm>
            <a:custGeom>
              <a:avLst/>
              <a:pathLst>
                <a:path w="8634" h="7255">
                  <a:moveTo>
                    <a:pt x="8634" y="0"/>
                  </a:moveTo>
                  <a:lnTo>
                    <a:pt x="0" y="725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l6431"/>
            <p:cNvSpPr/>
            <p:nvPr/>
          </p:nvSpPr>
          <p:spPr>
            <a:xfrm>
              <a:off x="7155431" y="5065383"/>
              <a:ext cx="6865" cy="7622"/>
            </a:xfrm>
            <a:custGeom>
              <a:avLst/>
              <a:pathLst>
                <a:path w="6865" h="7622">
                  <a:moveTo>
                    <a:pt x="6865" y="0"/>
                  </a:moveTo>
                  <a:lnTo>
                    <a:pt x="0" y="7622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l6432"/>
            <p:cNvSpPr/>
            <p:nvPr/>
          </p:nvSpPr>
          <p:spPr>
            <a:xfrm>
              <a:off x="7155431" y="5072386"/>
              <a:ext cx="8309" cy="619"/>
            </a:xfrm>
            <a:custGeom>
              <a:avLst/>
              <a:pathLst>
                <a:path w="8309" h="619">
                  <a:moveTo>
                    <a:pt x="0" y="619"/>
                  </a:moveTo>
                  <a:lnTo>
                    <a:pt x="8309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l6433"/>
            <p:cNvSpPr/>
            <p:nvPr/>
          </p:nvSpPr>
          <p:spPr>
            <a:xfrm>
              <a:off x="7162296" y="5064404"/>
              <a:ext cx="11211" cy="979"/>
            </a:xfrm>
            <a:custGeom>
              <a:avLst/>
              <a:pathLst>
                <a:path w="11211" h="979">
                  <a:moveTo>
                    <a:pt x="0" y="979"/>
                  </a:moveTo>
                  <a:lnTo>
                    <a:pt x="11211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l6434"/>
            <p:cNvSpPr/>
            <p:nvPr/>
          </p:nvSpPr>
          <p:spPr>
            <a:xfrm>
              <a:off x="7173508" y="5063210"/>
              <a:ext cx="4222" cy="1193"/>
            </a:xfrm>
            <a:custGeom>
              <a:avLst/>
              <a:pathLst>
                <a:path w="4222" h="1193">
                  <a:moveTo>
                    <a:pt x="0" y="1193"/>
                  </a:moveTo>
                  <a:lnTo>
                    <a:pt x="4222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l6435"/>
            <p:cNvSpPr/>
            <p:nvPr/>
          </p:nvSpPr>
          <p:spPr>
            <a:xfrm>
              <a:off x="7222183" y="5008430"/>
              <a:ext cx="24297" cy="7126"/>
            </a:xfrm>
            <a:custGeom>
              <a:avLst/>
              <a:pathLst>
                <a:path w="24297" h="7126">
                  <a:moveTo>
                    <a:pt x="0" y="0"/>
                  </a:moveTo>
                  <a:lnTo>
                    <a:pt x="24297" y="7126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l6436"/>
            <p:cNvSpPr/>
            <p:nvPr/>
          </p:nvSpPr>
          <p:spPr>
            <a:xfrm>
              <a:off x="7233680" y="4995233"/>
              <a:ext cx="26400" cy="7058"/>
            </a:xfrm>
            <a:custGeom>
              <a:avLst/>
              <a:pathLst>
                <a:path w="26400" h="7058">
                  <a:moveTo>
                    <a:pt x="0" y="0"/>
                  </a:moveTo>
                  <a:lnTo>
                    <a:pt x="26400" y="7058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l6437"/>
            <p:cNvSpPr/>
            <p:nvPr/>
          </p:nvSpPr>
          <p:spPr>
            <a:xfrm>
              <a:off x="7255826" y="5002292"/>
              <a:ext cx="4254" cy="4791"/>
            </a:xfrm>
            <a:custGeom>
              <a:avLst/>
              <a:pathLst>
                <a:path w="4254" h="4791">
                  <a:moveTo>
                    <a:pt x="4254" y="0"/>
                  </a:moveTo>
                  <a:lnTo>
                    <a:pt x="0" y="479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l6438"/>
            <p:cNvSpPr/>
            <p:nvPr/>
          </p:nvSpPr>
          <p:spPr>
            <a:xfrm>
              <a:off x="7253241" y="5007083"/>
              <a:ext cx="2584" cy="3546"/>
            </a:xfrm>
            <a:custGeom>
              <a:avLst/>
              <a:pathLst>
                <a:path w="2584" h="3546">
                  <a:moveTo>
                    <a:pt x="2584" y="0"/>
                  </a:moveTo>
                  <a:lnTo>
                    <a:pt x="0" y="3546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l6439"/>
            <p:cNvSpPr/>
            <p:nvPr/>
          </p:nvSpPr>
          <p:spPr>
            <a:xfrm>
              <a:off x="7275938" y="4987254"/>
              <a:ext cx="4192" cy="4845"/>
            </a:xfrm>
            <a:custGeom>
              <a:avLst/>
              <a:pathLst>
                <a:path w="4192" h="4845">
                  <a:moveTo>
                    <a:pt x="4192" y="0"/>
                  </a:moveTo>
                  <a:lnTo>
                    <a:pt x="0" y="4845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l6440"/>
            <p:cNvSpPr/>
            <p:nvPr/>
          </p:nvSpPr>
          <p:spPr>
            <a:xfrm>
              <a:off x="7273399" y="4992100"/>
              <a:ext cx="2538" cy="3579"/>
            </a:xfrm>
            <a:custGeom>
              <a:avLst/>
              <a:pathLst>
                <a:path w="2538" h="3579">
                  <a:moveTo>
                    <a:pt x="2538" y="0"/>
                  </a:moveTo>
                  <a:lnTo>
                    <a:pt x="0" y="3579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l6441"/>
            <p:cNvSpPr/>
            <p:nvPr/>
          </p:nvSpPr>
          <p:spPr>
            <a:xfrm>
              <a:off x="7275938" y="4990639"/>
              <a:ext cx="4137" cy="1461"/>
            </a:xfrm>
            <a:custGeom>
              <a:avLst/>
              <a:pathLst>
                <a:path w="4137" h="1461">
                  <a:moveTo>
                    <a:pt x="0" y="1461"/>
                  </a:moveTo>
                  <a:lnTo>
                    <a:pt x="4137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l6442"/>
            <p:cNvSpPr/>
            <p:nvPr/>
          </p:nvSpPr>
          <p:spPr>
            <a:xfrm>
              <a:off x="7280130" y="4985570"/>
              <a:ext cx="6600" cy="1684"/>
            </a:xfrm>
            <a:custGeom>
              <a:avLst/>
              <a:pathLst>
                <a:path w="6600" h="1684">
                  <a:moveTo>
                    <a:pt x="0" y="1684"/>
                  </a:moveTo>
                  <a:lnTo>
                    <a:pt x="660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l6443"/>
            <p:cNvSpPr/>
            <p:nvPr/>
          </p:nvSpPr>
          <p:spPr>
            <a:xfrm>
              <a:off x="7285132" y="4980473"/>
              <a:ext cx="8231" cy="1290"/>
            </a:xfrm>
            <a:custGeom>
              <a:avLst/>
              <a:pathLst>
                <a:path w="8231" h="1290">
                  <a:moveTo>
                    <a:pt x="0" y="1290"/>
                  </a:moveTo>
                  <a:lnTo>
                    <a:pt x="8231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l6444"/>
            <p:cNvSpPr/>
            <p:nvPr/>
          </p:nvSpPr>
          <p:spPr>
            <a:xfrm>
              <a:off x="7262791" y="4834415"/>
              <a:ext cx="143964" cy="13674"/>
            </a:xfrm>
            <a:custGeom>
              <a:avLst/>
              <a:pathLst>
                <a:path w="143964" h="13674">
                  <a:moveTo>
                    <a:pt x="0" y="0"/>
                  </a:moveTo>
                  <a:lnTo>
                    <a:pt x="143964" y="1367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l6445"/>
            <p:cNvSpPr/>
            <p:nvPr/>
          </p:nvSpPr>
          <p:spPr>
            <a:xfrm>
              <a:off x="7391913" y="4848090"/>
              <a:ext cx="14843" cy="24323"/>
            </a:xfrm>
            <a:custGeom>
              <a:avLst/>
              <a:pathLst>
                <a:path w="14843" h="24323">
                  <a:moveTo>
                    <a:pt x="14843" y="0"/>
                  </a:moveTo>
                  <a:lnTo>
                    <a:pt x="0" y="24323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l6446"/>
            <p:cNvSpPr/>
            <p:nvPr/>
          </p:nvSpPr>
          <p:spPr>
            <a:xfrm>
              <a:off x="7382977" y="4872414"/>
              <a:ext cx="8936" cy="9753"/>
            </a:xfrm>
            <a:custGeom>
              <a:avLst/>
              <a:pathLst>
                <a:path w="8936" h="9753">
                  <a:moveTo>
                    <a:pt x="8936" y="0"/>
                  </a:moveTo>
                  <a:lnTo>
                    <a:pt x="0" y="9753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l6447"/>
            <p:cNvSpPr/>
            <p:nvPr/>
          </p:nvSpPr>
          <p:spPr>
            <a:xfrm>
              <a:off x="7370287" y="4882167"/>
              <a:ext cx="12689" cy="12906"/>
            </a:xfrm>
            <a:custGeom>
              <a:avLst/>
              <a:pathLst>
                <a:path w="12689" h="12906">
                  <a:moveTo>
                    <a:pt x="12689" y="0"/>
                  </a:moveTo>
                  <a:lnTo>
                    <a:pt x="0" y="12906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l6448"/>
            <p:cNvSpPr/>
            <p:nvPr/>
          </p:nvSpPr>
          <p:spPr>
            <a:xfrm>
              <a:off x="7358144" y="4895074"/>
              <a:ext cx="12142" cy="17467"/>
            </a:xfrm>
            <a:custGeom>
              <a:avLst/>
              <a:pathLst>
                <a:path w="12142" h="17467">
                  <a:moveTo>
                    <a:pt x="12142" y="0"/>
                  </a:moveTo>
                  <a:lnTo>
                    <a:pt x="0" y="1746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l6449"/>
            <p:cNvSpPr/>
            <p:nvPr/>
          </p:nvSpPr>
          <p:spPr>
            <a:xfrm>
              <a:off x="7358144" y="4912541"/>
              <a:ext cx="15387" cy="850"/>
            </a:xfrm>
            <a:custGeom>
              <a:avLst/>
              <a:pathLst>
                <a:path w="15387" h="850">
                  <a:moveTo>
                    <a:pt x="0" y="0"/>
                  </a:moveTo>
                  <a:lnTo>
                    <a:pt x="15387" y="85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l6450"/>
            <p:cNvSpPr/>
            <p:nvPr/>
          </p:nvSpPr>
          <p:spPr>
            <a:xfrm>
              <a:off x="7373532" y="4911668"/>
              <a:ext cx="4035" cy="1723"/>
            </a:xfrm>
            <a:custGeom>
              <a:avLst/>
              <a:pathLst>
                <a:path w="4035" h="1723">
                  <a:moveTo>
                    <a:pt x="0" y="1723"/>
                  </a:moveTo>
                  <a:lnTo>
                    <a:pt x="4035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l6451"/>
            <p:cNvSpPr/>
            <p:nvPr/>
          </p:nvSpPr>
          <p:spPr>
            <a:xfrm>
              <a:off x="7370287" y="4891454"/>
              <a:ext cx="24291" cy="3619"/>
            </a:xfrm>
            <a:custGeom>
              <a:avLst/>
              <a:pathLst>
                <a:path w="24291" h="3619">
                  <a:moveTo>
                    <a:pt x="0" y="3619"/>
                  </a:moveTo>
                  <a:lnTo>
                    <a:pt x="24291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l6452"/>
            <p:cNvSpPr/>
            <p:nvPr/>
          </p:nvSpPr>
          <p:spPr>
            <a:xfrm>
              <a:off x="7394579" y="4889569"/>
              <a:ext cx="8116" cy="1884"/>
            </a:xfrm>
            <a:custGeom>
              <a:avLst/>
              <a:pathLst>
                <a:path w="8116" h="1884">
                  <a:moveTo>
                    <a:pt x="0" y="1884"/>
                  </a:moveTo>
                  <a:lnTo>
                    <a:pt x="8116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l6453"/>
            <p:cNvSpPr/>
            <p:nvPr/>
          </p:nvSpPr>
          <p:spPr>
            <a:xfrm>
              <a:off x="7382977" y="4882167"/>
              <a:ext cx="25940" cy="1810"/>
            </a:xfrm>
            <a:custGeom>
              <a:avLst/>
              <a:pathLst>
                <a:path w="25940" h="1810">
                  <a:moveTo>
                    <a:pt x="0" y="0"/>
                  </a:moveTo>
                  <a:lnTo>
                    <a:pt x="25940" y="181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l6454"/>
            <p:cNvSpPr/>
            <p:nvPr/>
          </p:nvSpPr>
          <p:spPr>
            <a:xfrm>
              <a:off x="7406756" y="4844870"/>
              <a:ext cx="34593" cy="3220"/>
            </a:xfrm>
            <a:custGeom>
              <a:avLst/>
              <a:pathLst>
                <a:path w="34593" h="3220">
                  <a:moveTo>
                    <a:pt x="0" y="3220"/>
                  </a:moveTo>
                  <a:lnTo>
                    <a:pt x="34593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l6455"/>
            <p:cNvSpPr/>
            <p:nvPr/>
          </p:nvSpPr>
          <p:spPr>
            <a:xfrm>
              <a:off x="7436397" y="4844870"/>
              <a:ext cx="4953" cy="6520"/>
            </a:xfrm>
            <a:custGeom>
              <a:avLst/>
              <a:pathLst>
                <a:path w="4953" h="6520">
                  <a:moveTo>
                    <a:pt x="4953" y="0"/>
                  </a:moveTo>
                  <a:lnTo>
                    <a:pt x="0" y="652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l6456"/>
            <p:cNvSpPr/>
            <p:nvPr/>
          </p:nvSpPr>
          <p:spPr>
            <a:xfrm>
              <a:off x="7431603" y="4851390"/>
              <a:ext cx="4793" cy="6325"/>
            </a:xfrm>
            <a:custGeom>
              <a:avLst/>
              <a:pathLst>
                <a:path w="4793" h="6325">
                  <a:moveTo>
                    <a:pt x="4793" y="0"/>
                  </a:moveTo>
                  <a:lnTo>
                    <a:pt x="0" y="6325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l6457"/>
            <p:cNvSpPr/>
            <p:nvPr/>
          </p:nvSpPr>
          <p:spPr>
            <a:xfrm>
              <a:off x="7431603" y="4855625"/>
              <a:ext cx="8065" cy="2091"/>
            </a:xfrm>
            <a:custGeom>
              <a:avLst/>
              <a:pathLst>
                <a:path w="8065" h="2091">
                  <a:moveTo>
                    <a:pt x="0" y="2091"/>
                  </a:moveTo>
                  <a:lnTo>
                    <a:pt x="8065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l6458"/>
            <p:cNvSpPr/>
            <p:nvPr/>
          </p:nvSpPr>
          <p:spPr>
            <a:xfrm>
              <a:off x="7557233" y="4627681"/>
              <a:ext cx="28142" cy="40339"/>
            </a:xfrm>
            <a:custGeom>
              <a:avLst/>
              <a:pathLst>
                <a:path w="28142" h="40339">
                  <a:moveTo>
                    <a:pt x="28142" y="0"/>
                  </a:moveTo>
                  <a:lnTo>
                    <a:pt x="0" y="40339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l6459"/>
            <p:cNvSpPr/>
            <p:nvPr/>
          </p:nvSpPr>
          <p:spPr>
            <a:xfrm>
              <a:off x="7527173" y="4668021"/>
              <a:ext cx="30060" cy="62479"/>
            </a:xfrm>
            <a:custGeom>
              <a:avLst/>
              <a:pathLst>
                <a:path w="30060" h="62479">
                  <a:moveTo>
                    <a:pt x="30060" y="0"/>
                  </a:moveTo>
                  <a:lnTo>
                    <a:pt x="0" y="62479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l6460"/>
            <p:cNvSpPr/>
            <p:nvPr/>
          </p:nvSpPr>
          <p:spPr>
            <a:xfrm>
              <a:off x="7512582" y="4730500"/>
              <a:ext cx="14590" cy="21726"/>
            </a:xfrm>
            <a:custGeom>
              <a:avLst/>
              <a:pathLst>
                <a:path w="14590" h="21726">
                  <a:moveTo>
                    <a:pt x="14590" y="0"/>
                  </a:moveTo>
                  <a:lnTo>
                    <a:pt x="0" y="21726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l6461"/>
            <p:cNvSpPr/>
            <p:nvPr/>
          </p:nvSpPr>
          <p:spPr>
            <a:xfrm>
              <a:off x="7498605" y="4752226"/>
              <a:ext cx="13977" cy="22513"/>
            </a:xfrm>
            <a:custGeom>
              <a:avLst/>
              <a:pathLst>
                <a:path w="13977" h="22513">
                  <a:moveTo>
                    <a:pt x="13977" y="0"/>
                  </a:moveTo>
                  <a:lnTo>
                    <a:pt x="0" y="2251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l6462"/>
            <p:cNvSpPr/>
            <p:nvPr/>
          </p:nvSpPr>
          <p:spPr>
            <a:xfrm>
              <a:off x="7485248" y="4774739"/>
              <a:ext cx="13356" cy="17590"/>
            </a:xfrm>
            <a:custGeom>
              <a:avLst/>
              <a:pathLst>
                <a:path w="13356" h="17590">
                  <a:moveTo>
                    <a:pt x="13356" y="0"/>
                  </a:moveTo>
                  <a:lnTo>
                    <a:pt x="0" y="1759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l6463"/>
            <p:cNvSpPr/>
            <p:nvPr/>
          </p:nvSpPr>
          <p:spPr>
            <a:xfrm>
              <a:off x="7475138" y="4792330"/>
              <a:ext cx="10109" cy="19645"/>
            </a:xfrm>
            <a:custGeom>
              <a:avLst/>
              <a:pathLst>
                <a:path w="10109" h="19645">
                  <a:moveTo>
                    <a:pt x="10109" y="0"/>
                  </a:moveTo>
                  <a:lnTo>
                    <a:pt x="0" y="19645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l6464"/>
            <p:cNvSpPr/>
            <p:nvPr/>
          </p:nvSpPr>
          <p:spPr>
            <a:xfrm>
              <a:off x="7468304" y="4811975"/>
              <a:ext cx="6834" cy="8653"/>
            </a:xfrm>
            <a:custGeom>
              <a:avLst/>
              <a:pathLst>
                <a:path w="6834" h="8653">
                  <a:moveTo>
                    <a:pt x="6834" y="0"/>
                  </a:moveTo>
                  <a:lnTo>
                    <a:pt x="0" y="865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l6465"/>
            <p:cNvSpPr/>
            <p:nvPr/>
          </p:nvSpPr>
          <p:spPr>
            <a:xfrm>
              <a:off x="7463466" y="4820629"/>
              <a:ext cx="4837" cy="8479"/>
            </a:xfrm>
            <a:custGeom>
              <a:avLst/>
              <a:pathLst>
                <a:path w="4837" h="8479">
                  <a:moveTo>
                    <a:pt x="4837" y="0"/>
                  </a:moveTo>
                  <a:lnTo>
                    <a:pt x="0" y="8479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l6466"/>
            <p:cNvSpPr/>
            <p:nvPr/>
          </p:nvSpPr>
          <p:spPr>
            <a:xfrm>
              <a:off x="7459904" y="4829108"/>
              <a:ext cx="3561" cy="5326"/>
            </a:xfrm>
            <a:custGeom>
              <a:avLst/>
              <a:pathLst>
                <a:path w="3561" h="5326">
                  <a:moveTo>
                    <a:pt x="3561" y="0"/>
                  </a:moveTo>
                  <a:lnTo>
                    <a:pt x="0" y="5326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l6467"/>
            <p:cNvSpPr/>
            <p:nvPr/>
          </p:nvSpPr>
          <p:spPr>
            <a:xfrm>
              <a:off x="7459904" y="4832474"/>
              <a:ext cx="3925" cy="1960"/>
            </a:xfrm>
            <a:custGeom>
              <a:avLst/>
              <a:pathLst>
                <a:path w="3925" h="1960">
                  <a:moveTo>
                    <a:pt x="0" y="1960"/>
                  </a:moveTo>
                  <a:lnTo>
                    <a:pt x="3925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l6468"/>
            <p:cNvSpPr/>
            <p:nvPr/>
          </p:nvSpPr>
          <p:spPr>
            <a:xfrm>
              <a:off x="7498605" y="4768862"/>
              <a:ext cx="25761" cy="5876"/>
            </a:xfrm>
            <a:custGeom>
              <a:avLst/>
              <a:pathLst>
                <a:path w="25761" h="5876">
                  <a:moveTo>
                    <a:pt x="0" y="5876"/>
                  </a:moveTo>
                  <a:lnTo>
                    <a:pt x="25761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l6469"/>
            <p:cNvSpPr/>
            <p:nvPr/>
          </p:nvSpPr>
          <p:spPr>
            <a:xfrm>
              <a:off x="7522472" y="4768862"/>
              <a:ext cx="1893" cy="3958"/>
            </a:xfrm>
            <a:custGeom>
              <a:avLst/>
              <a:pathLst>
                <a:path w="1893" h="3958">
                  <a:moveTo>
                    <a:pt x="1893" y="0"/>
                  </a:moveTo>
                  <a:lnTo>
                    <a:pt x="0" y="3958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l6470"/>
            <p:cNvSpPr/>
            <p:nvPr/>
          </p:nvSpPr>
          <p:spPr>
            <a:xfrm>
              <a:off x="7524366" y="4766719"/>
              <a:ext cx="3829" cy="2143"/>
            </a:xfrm>
            <a:custGeom>
              <a:avLst/>
              <a:pathLst>
                <a:path w="3829" h="2143">
                  <a:moveTo>
                    <a:pt x="0" y="2143"/>
                  </a:moveTo>
                  <a:lnTo>
                    <a:pt x="3829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l6471"/>
            <p:cNvSpPr/>
            <p:nvPr/>
          </p:nvSpPr>
          <p:spPr>
            <a:xfrm>
              <a:off x="7512582" y="4744808"/>
              <a:ext cx="30373" cy="7418"/>
            </a:xfrm>
            <a:custGeom>
              <a:avLst/>
              <a:pathLst>
                <a:path w="30373" h="7418">
                  <a:moveTo>
                    <a:pt x="0" y="7418"/>
                  </a:moveTo>
                  <a:lnTo>
                    <a:pt x="30373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l6472"/>
            <p:cNvSpPr/>
            <p:nvPr/>
          </p:nvSpPr>
          <p:spPr>
            <a:xfrm>
              <a:off x="7542956" y="4742070"/>
              <a:ext cx="7869" cy="2737"/>
            </a:xfrm>
            <a:custGeom>
              <a:avLst/>
              <a:pathLst>
                <a:path w="7869" h="2737">
                  <a:moveTo>
                    <a:pt x="0" y="2737"/>
                  </a:moveTo>
                  <a:lnTo>
                    <a:pt x="7869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l6473"/>
            <p:cNvSpPr/>
            <p:nvPr/>
          </p:nvSpPr>
          <p:spPr>
            <a:xfrm>
              <a:off x="7527173" y="4726271"/>
              <a:ext cx="34202" cy="4229"/>
            </a:xfrm>
            <a:custGeom>
              <a:avLst/>
              <a:pathLst>
                <a:path w="34202" h="4229">
                  <a:moveTo>
                    <a:pt x="0" y="4229"/>
                  </a:moveTo>
                  <a:lnTo>
                    <a:pt x="3420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l6474"/>
            <p:cNvSpPr/>
            <p:nvPr/>
          </p:nvSpPr>
          <p:spPr>
            <a:xfrm>
              <a:off x="7558209" y="4726271"/>
              <a:ext cx="3166" cy="5570"/>
            </a:xfrm>
            <a:custGeom>
              <a:avLst/>
              <a:pathLst>
                <a:path w="3166" h="5570">
                  <a:moveTo>
                    <a:pt x="3166" y="0"/>
                  </a:moveTo>
                  <a:lnTo>
                    <a:pt x="0" y="557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l6475"/>
            <p:cNvSpPr/>
            <p:nvPr/>
          </p:nvSpPr>
          <p:spPr>
            <a:xfrm>
              <a:off x="7558209" y="4729601"/>
              <a:ext cx="3773" cy="2240"/>
            </a:xfrm>
            <a:custGeom>
              <a:avLst/>
              <a:pathLst>
                <a:path w="3773" h="2240">
                  <a:moveTo>
                    <a:pt x="0" y="2240"/>
                  </a:moveTo>
                  <a:lnTo>
                    <a:pt x="3773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l6476"/>
            <p:cNvSpPr/>
            <p:nvPr/>
          </p:nvSpPr>
          <p:spPr>
            <a:xfrm>
              <a:off x="7557233" y="4633096"/>
              <a:ext cx="62989" cy="34924"/>
            </a:xfrm>
            <a:custGeom>
              <a:avLst/>
              <a:pathLst>
                <a:path w="62989" h="34924">
                  <a:moveTo>
                    <a:pt x="0" y="34924"/>
                  </a:moveTo>
                  <a:lnTo>
                    <a:pt x="62989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l6477"/>
            <p:cNvSpPr/>
            <p:nvPr/>
          </p:nvSpPr>
          <p:spPr>
            <a:xfrm>
              <a:off x="7612873" y="4633096"/>
              <a:ext cx="7349" cy="11376"/>
            </a:xfrm>
            <a:custGeom>
              <a:avLst/>
              <a:pathLst>
                <a:path w="7349" h="11376">
                  <a:moveTo>
                    <a:pt x="7349" y="0"/>
                  </a:moveTo>
                  <a:lnTo>
                    <a:pt x="0" y="11376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l6478"/>
            <p:cNvSpPr/>
            <p:nvPr/>
          </p:nvSpPr>
          <p:spPr>
            <a:xfrm>
              <a:off x="7602161" y="4644473"/>
              <a:ext cx="10712" cy="15355"/>
            </a:xfrm>
            <a:custGeom>
              <a:avLst/>
              <a:pathLst>
                <a:path w="10712" h="15355">
                  <a:moveTo>
                    <a:pt x="10712" y="0"/>
                  </a:moveTo>
                  <a:lnTo>
                    <a:pt x="0" y="15355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l6479"/>
            <p:cNvSpPr/>
            <p:nvPr/>
          </p:nvSpPr>
          <p:spPr>
            <a:xfrm>
              <a:off x="7590673" y="4659829"/>
              <a:ext cx="11488" cy="20159"/>
            </a:xfrm>
            <a:custGeom>
              <a:avLst/>
              <a:pathLst>
                <a:path w="11488" h="20159">
                  <a:moveTo>
                    <a:pt x="11488" y="0"/>
                  </a:moveTo>
                  <a:lnTo>
                    <a:pt x="0" y="20159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l6480"/>
            <p:cNvSpPr/>
            <p:nvPr/>
          </p:nvSpPr>
          <p:spPr>
            <a:xfrm>
              <a:off x="7581964" y="4679989"/>
              <a:ext cx="8709" cy="18548"/>
            </a:xfrm>
            <a:custGeom>
              <a:avLst/>
              <a:pathLst>
                <a:path w="8709" h="18548">
                  <a:moveTo>
                    <a:pt x="8709" y="0"/>
                  </a:moveTo>
                  <a:lnTo>
                    <a:pt x="0" y="18548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l6481"/>
            <p:cNvSpPr/>
            <p:nvPr/>
          </p:nvSpPr>
          <p:spPr>
            <a:xfrm>
              <a:off x="7581964" y="4693966"/>
              <a:ext cx="9128" cy="4571"/>
            </a:xfrm>
            <a:custGeom>
              <a:avLst/>
              <a:pathLst>
                <a:path w="9128" h="4571">
                  <a:moveTo>
                    <a:pt x="0" y="4571"/>
                  </a:moveTo>
                  <a:lnTo>
                    <a:pt x="912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l6482"/>
            <p:cNvSpPr/>
            <p:nvPr/>
          </p:nvSpPr>
          <p:spPr>
            <a:xfrm>
              <a:off x="7589404" y="4693966"/>
              <a:ext cx="1688" cy="4050"/>
            </a:xfrm>
            <a:custGeom>
              <a:avLst/>
              <a:pathLst>
                <a:path w="1688" h="4050">
                  <a:moveTo>
                    <a:pt x="1688" y="0"/>
                  </a:moveTo>
                  <a:lnTo>
                    <a:pt x="0" y="405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l6483"/>
            <p:cNvSpPr/>
            <p:nvPr/>
          </p:nvSpPr>
          <p:spPr>
            <a:xfrm>
              <a:off x="7591092" y="4691630"/>
              <a:ext cx="3714" cy="2336"/>
            </a:xfrm>
            <a:custGeom>
              <a:avLst/>
              <a:pathLst>
                <a:path w="3714" h="2336">
                  <a:moveTo>
                    <a:pt x="0" y="2336"/>
                  </a:moveTo>
                  <a:lnTo>
                    <a:pt x="371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l6484"/>
            <p:cNvSpPr/>
            <p:nvPr/>
          </p:nvSpPr>
          <p:spPr>
            <a:xfrm>
              <a:off x="7590673" y="4668991"/>
              <a:ext cx="17753" cy="10997"/>
            </a:xfrm>
            <a:custGeom>
              <a:avLst/>
              <a:pathLst>
                <a:path w="17753" h="10997">
                  <a:moveTo>
                    <a:pt x="0" y="10997"/>
                  </a:moveTo>
                  <a:lnTo>
                    <a:pt x="17753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l6485"/>
            <p:cNvSpPr/>
            <p:nvPr/>
          </p:nvSpPr>
          <p:spPr>
            <a:xfrm>
              <a:off x="7604811" y="4668991"/>
              <a:ext cx="3615" cy="6488"/>
            </a:xfrm>
            <a:custGeom>
              <a:avLst/>
              <a:pathLst>
                <a:path w="3615" h="6488">
                  <a:moveTo>
                    <a:pt x="3615" y="0"/>
                  </a:moveTo>
                  <a:lnTo>
                    <a:pt x="0" y="6488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l6486"/>
            <p:cNvSpPr/>
            <p:nvPr/>
          </p:nvSpPr>
          <p:spPr>
            <a:xfrm>
              <a:off x="7601837" y="4675480"/>
              <a:ext cx="2974" cy="5675"/>
            </a:xfrm>
            <a:custGeom>
              <a:avLst/>
              <a:pathLst>
                <a:path w="2974" h="5675">
                  <a:moveTo>
                    <a:pt x="2974" y="0"/>
                  </a:moveTo>
                  <a:lnTo>
                    <a:pt x="0" y="5675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l6487"/>
            <p:cNvSpPr/>
            <p:nvPr/>
          </p:nvSpPr>
          <p:spPr>
            <a:xfrm>
              <a:off x="7601837" y="4678787"/>
              <a:ext cx="3694" cy="2367"/>
            </a:xfrm>
            <a:custGeom>
              <a:avLst/>
              <a:pathLst>
                <a:path w="3694" h="2367">
                  <a:moveTo>
                    <a:pt x="0" y="2367"/>
                  </a:moveTo>
                  <a:lnTo>
                    <a:pt x="369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l6488"/>
            <p:cNvSpPr/>
            <p:nvPr/>
          </p:nvSpPr>
          <p:spPr>
            <a:xfrm>
              <a:off x="7604811" y="4672332"/>
              <a:ext cx="6041" cy="3147"/>
            </a:xfrm>
            <a:custGeom>
              <a:avLst/>
              <a:pathLst>
                <a:path w="6041" h="3147">
                  <a:moveTo>
                    <a:pt x="0" y="3147"/>
                  </a:moveTo>
                  <a:lnTo>
                    <a:pt x="6041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l6489"/>
            <p:cNvSpPr/>
            <p:nvPr/>
          </p:nvSpPr>
          <p:spPr>
            <a:xfrm>
              <a:off x="7612873" y="4639718"/>
              <a:ext cx="24167" cy="4755"/>
            </a:xfrm>
            <a:custGeom>
              <a:avLst/>
              <a:pathLst>
                <a:path w="24167" h="4755">
                  <a:moveTo>
                    <a:pt x="0" y="4755"/>
                  </a:moveTo>
                  <a:lnTo>
                    <a:pt x="2416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l6490"/>
            <p:cNvSpPr/>
            <p:nvPr/>
          </p:nvSpPr>
          <p:spPr>
            <a:xfrm>
              <a:off x="7620223" y="4633096"/>
              <a:ext cx="21971" cy="31"/>
            </a:xfrm>
            <a:custGeom>
              <a:avLst/>
              <a:pathLst>
                <a:path w="21971" h="31">
                  <a:moveTo>
                    <a:pt x="0" y="0"/>
                  </a:moveTo>
                  <a:lnTo>
                    <a:pt x="21971" y="3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l6491"/>
            <p:cNvSpPr/>
            <p:nvPr/>
          </p:nvSpPr>
          <p:spPr>
            <a:xfrm>
              <a:off x="7585376" y="4616606"/>
              <a:ext cx="66194" cy="11074"/>
            </a:xfrm>
            <a:custGeom>
              <a:avLst/>
              <a:pathLst>
                <a:path w="66194" h="11074">
                  <a:moveTo>
                    <a:pt x="0" y="11074"/>
                  </a:moveTo>
                  <a:lnTo>
                    <a:pt x="66194" y="0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l6492"/>
            <p:cNvSpPr/>
            <p:nvPr/>
          </p:nvSpPr>
          <p:spPr>
            <a:xfrm>
              <a:off x="7648817" y="4616606"/>
              <a:ext cx="2754" cy="5785"/>
            </a:xfrm>
            <a:custGeom>
              <a:avLst/>
              <a:pathLst>
                <a:path w="2754" h="5785">
                  <a:moveTo>
                    <a:pt x="2754" y="0"/>
                  </a:moveTo>
                  <a:lnTo>
                    <a:pt x="0" y="5785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l6493"/>
            <p:cNvSpPr/>
            <p:nvPr/>
          </p:nvSpPr>
          <p:spPr>
            <a:xfrm>
              <a:off x="7647320" y="4622391"/>
              <a:ext cx="1496" cy="4125"/>
            </a:xfrm>
            <a:custGeom>
              <a:avLst/>
              <a:pathLst>
                <a:path w="1496" h="4125">
                  <a:moveTo>
                    <a:pt x="1496" y="0"/>
                  </a:moveTo>
                  <a:lnTo>
                    <a:pt x="0" y="4125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l6494"/>
            <p:cNvSpPr/>
            <p:nvPr/>
          </p:nvSpPr>
          <p:spPr>
            <a:xfrm>
              <a:off x="7719762" y="4461380"/>
              <a:ext cx="7449" cy="19045"/>
            </a:xfrm>
            <a:custGeom>
              <a:avLst/>
              <a:pathLst>
                <a:path w="7449" h="19045">
                  <a:moveTo>
                    <a:pt x="7449" y="0"/>
                  </a:moveTo>
                  <a:lnTo>
                    <a:pt x="0" y="19045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l6495"/>
            <p:cNvSpPr/>
            <p:nvPr/>
          </p:nvSpPr>
          <p:spPr>
            <a:xfrm>
              <a:off x="7712436" y="4480426"/>
              <a:ext cx="7325" cy="16069"/>
            </a:xfrm>
            <a:custGeom>
              <a:avLst/>
              <a:pathLst>
                <a:path w="7325" h="16069">
                  <a:moveTo>
                    <a:pt x="7325" y="0"/>
                  </a:moveTo>
                  <a:lnTo>
                    <a:pt x="0" y="1606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l6496"/>
            <p:cNvSpPr/>
            <p:nvPr/>
          </p:nvSpPr>
          <p:spPr>
            <a:xfrm>
              <a:off x="7706691" y="4496495"/>
              <a:ext cx="5744" cy="15823"/>
            </a:xfrm>
            <a:custGeom>
              <a:avLst/>
              <a:pathLst>
                <a:path w="5744" h="15823">
                  <a:moveTo>
                    <a:pt x="5744" y="0"/>
                  </a:moveTo>
                  <a:lnTo>
                    <a:pt x="0" y="15823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l6497"/>
            <p:cNvSpPr/>
            <p:nvPr/>
          </p:nvSpPr>
          <p:spPr>
            <a:xfrm>
              <a:off x="7699882" y="4512319"/>
              <a:ext cx="6809" cy="12419"/>
            </a:xfrm>
            <a:custGeom>
              <a:avLst/>
              <a:pathLst>
                <a:path w="6809" h="12419">
                  <a:moveTo>
                    <a:pt x="6809" y="0"/>
                  </a:moveTo>
                  <a:lnTo>
                    <a:pt x="0" y="1241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l6498"/>
            <p:cNvSpPr/>
            <p:nvPr/>
          </p:nvSpPr>
          <p:spPr>
            <a:xfrm>
              <a:off x="7693118" y="4524738"/>
              <a:ext cx="6763" cy="14508"/>
            </a:xfrm>
            <a:custGeom>
              <a:avLst/>
              <a:pathLst>
                <a:path w="6763" h="14508">
                  <a:moveTo>
                    <a:pt x="6763" y="0"/>
                  </a:moveTo>
                  <a:lnTo>
                    <a:pt x="0" y="14508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l6499"/>
            <p:cNvSpPr/>
            <p:nvPr/>
          </p:nvSpPr>
          <p:spPr>
            <a:xfrm>
              <a:off x="7686693" y="4539246"/>
              <a:ext cx="6425" cy="13807"/>
            </a:xfrm>
            <a:custGeom>
              <a:avLst/>
              <a:pathLst>
                <a:path w="6425" h="13807">
                  <a:moveTo>
                    <a:pt x="6425" y="0"/>
                  </a:moveTo>
                  <a:lnTo>
                    <a:pt x="0" y="1380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l6500"/>
            <p:cNvSpPr/>
            <p:nvPr/>
          </p:nvSpPr>
          <p:spPr>
            <a:xfrm>
              <a:off x="7677588" y="4553054"/>
              <a:ext cx="9104" cy="15055"/>
            </a:xfrm>
            <a:custGeom>
              <a:avLst/>
              <a:pathLst>
                <a:path w="9104" h="15055">
                  <a:moveTo>
                    <a:pt x="9104" y="0"/>
                  </a:moveTo>
                  <a:lnTo>
                    <a:pt x="0" y="15055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l6501"/>
            <p:cNvSpPr/>
            <p:nvPr/>
          </p:nvSpPr>
          <p:spPr>
            <a:xfrm>
              <a:off x="7677588" y="4560326"/>
              <a:ext cx="13744" cy="7784"/>
            </a:xfrm>
            <a:custGeom>
              <a:avLst/>
              <a:pathLst>
                <a:path w="13744" h="7784">
                  <a:moveTo>
                    <a:pt x="0" y="7784"/>
                  </a:moveTo>
                  <a:lnTo>
                    <a:pt x="13744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l6502"/>
            <p:cNvSpPr/>
            <p:nvPr/>
          </p:nvSpPr>
          <p:spPr>
            <a:xfrm>
              <a:off x="7688655" y="4560326"/>
              <a:ext cx="2677" cy="8349"/>
            </a:xfrm>
            <a:custGeom>
              <a:avLst/>
              <a:pathLst>
                <a:path w="2677" h="8349">
                  <a:moveTo>
                    <a:pt x="2677" y="0"/>
                  </a:moveTo>
                  <a:lnTo>
                    <a:pt x="0" y="834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l6503"/>
            <p:cNvSpPr/>
            <p:nvPr/>
          </p:nvSpPr>
          <p:spPr>
            <a:xfrm>
              <a:off x="7687300" y="4568675"/>
              <a:ext cx="1354" cy="4173"/>
            </a:xfrm>
            <a:custGeom>
              <a:avLst/>
              <a:pathLst>
                <a:path w="1354" h="4173">
                  <a:moveTo>
                    <a:pt x="1354" y="0"/>
                  </a:moveTo>
                  <a:lnTo>
                    <a:pt x="0" y="4173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l6504"/>
            <p:cNvSpPr/>
            <p:nvPr/>
          </p:nvSpPr>
          <p:spPr>
            <a:xfrm>
              <a:off x="7706691" y="4510883"/>
              <a:ext cx="23366" cy="1435"/>
            </a:xfrm>
            <a:custGeom>
              <a:avLst/>
              <a:pathLst>
                <a:path w="23366" h="1435">
                  <a:moveTo>
                    <a:pt x="0" y="1435"/>
                  </a:moveTo>
                  <a:lnTo>
                    <a:pt x="23366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l6505"/>
            <p:cNvSpPr/>
            <p:nvPr/>
          </p:nvSpPr>
          <p:spPr>
            <a:xfrm>
              <a:off x="7712436" y="4493690"/>
              <a:ext cx="25702" cy="2805"/>
            </a:xfrm>
            <a:custGeom>
              <a:avLst/>
              <a:pathLst>
                <a:path w="25702" h="2805">
                  <a:moveTo>
                    <a:pt x="0" y="2805"/>
                  </a:moveTo>
                  <a:lnTo>
                    <a:pt x="25702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l6506"/>
            <p:cNvSpPr/>
            <p:nvPr/>
          </p:nvSpPr>
          <p:spPr>
            <a:xfrm>
              <a:off x="7735836" y="4493690"/>
              <a:ext cx="2301" cy="5979"/>
            </a:xfrm>
            <a:custGeom>
              <a:avLst/>
              <a:pathLst>
                <a:path w="2301" h="5979">
                  <a:moveTo>
                    <a:pt x="2301" y="0"/>
                  </a:moveTo>
                  <a:lnTo>
                    <a:pt x="0" y="597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l6507"/>
            <p:cNvSpPr/>
            <p:nvPr/>
          </p:nvSpPr>
          <p:spPr>
            <a:xfrm>
              <a:off x="7734661" y="4499670"/>
              <a:ext cx="1175" cy="4227"/>
            </a:xfrm>
            <a:custGeom>
              <a:avLst/>
              <a:pathLst>
                <a:path w="1175" h="4227">
                  <a:moveTo>
                    <a:pt x="1175" y="0"/>
                  </a:moveTo>
                  <a:lnTo>
                    <a:pt x="0" y="422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l6508"/>
            <p:cNvSpPr/>
            <p:nvPr/>
          </p:nvSpPr>
          <p:spPr>
            <a:xfrm>
              <a:off x="7735836" y="4496892"/>
              <a:ext cx="3397" cy="2777"/>
            </a:xfrm>
            <a:custGeom>
              <a:avLst/>
              <a:pathLst>
                <a:path w="3397" h="2777">
                  <a:moveTo>
                    <a:pt x="0" y="2777"/>
                  </a:moveTo>
                  <a:lnTo>
                    <a:pt x="3397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l6509"/>
            <p:cNvSpPr/>
            <p:nvPr/>
          </p:nvSpPr>
          <p:spPr>
            <a:xfrm>
              <a:off x="7727211" y="4458399"/>
              <a:ext cx="33274" cy="2980"/>
            </a:xfrm>
            <a:custGeom>
              <a:avLst/>
              <a:pathLst>
                <a:path w="33274" h="2980">
                  <a:moveTo>
                    <a:pt x="0" y="2980"/>
                  </a:moveTo>
                  <a:lnTo>
                    <a:pt x="33274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l6510"/>
            <p:cNvSpPr/>
            <p:nvPr/>
          </p:nvSpPr>
          <p:spPr>
            <a:xfrm>
              <a:off x="7760486" y="4454458"/>
              <a:ext cx="5556" cy="3941"/>
            </a:xfrm>
            <a:custGeom>
              <a:avLst/>
              <a:pathLst>
                <a:path w="5556" h="3941">
                  <a:moveTo>
                    <a:pt x="0" y="3941"/>
                  </a:moveTo>
                  <a:lnTo>
                    <a:pt x="5556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l6511"/>
            <p:cNvSpPr/>
            <p:nvPr/>
          </p:nvSpPr>
          <p:spPr>
            <a:xfrm>
              <a:off x="7778986" y="4414995"/>
              <a:ext cx="2945" cy="7640"/>
            </a:xfrm>
            <a:custGeom>
              <a:avLst/>
              <a:pathLst>
                <a:path w="2945" h="7640">
                  <a:moveTo>
                    <a:pt x="2945" y="0"/>
                  </a:moveTo>
                  <a:lnTo>
                    <a:pt x="0" y="764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l6512"/>
            <p:cNvSpPr/>
            <p:nvPr/>
          </p:nvSpPr>
          <p:spPr>
            <a:xfrm>
              <a:off x="7776140" y="4422636"/>
              <a:ext cx="2845" cy="7408"/>
            </a:xfrm>
            <a:custGeom>
              <a:avLst/>
              <a:pathLst>
                <a:path w="2845" h="7408">
                  <a:moveTo>
                    <a:pt x="2845" y="0"/>
                  </a:moveTo>
                  <a:lnTo>
                    <a:pt x="0" y="7408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l6513"/>
            <p:cNvSpPr/>
            <p:nvPr/>
          </p:nvSpPr>
          <p:spPr>
            <a:xfrm>
              <a:off x="7773531" y="4430045"/>
              <a:ext cx="2609" cy="6954"/>
            </a:xfrm>
            <a:custGeom>
              <a:avLst/>
              <a:pathLst>
                <a:path w="2609" h="6954">
                  <a:moveTo>
                    <a:pt x="2609" y="0"/>
                  </a:moveTo>
                  <a:lnTo>
                    <a:pt x="0" y="6954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l6514"/>
            <p:cNvSpPr/>
            <p:nvPr/>
          </p:nvSpPr>
          <p:spPr>
            <a:xfrm>
              <a:off x="7771434" y="4436999"/>
              <a:ext cx="2096" cy="6055"/>
            </a:xfrm>
            <a:custGeom>
              <a:avLst/>
              <a:pathLst>
                <a:path w="2096" h="6055">
                  <a:moveTo>
                    <a:pt x="2096" y="0"/>
                  </a:moveTo>
                  <a:lnTo>
                    <a:pt x="0" y="6055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l6515"/>
            <p:cNvSpPr/>
            <p:nvPr/>
          </p:nvSpPr>
          <p:spPr>
            <a:xfrm>
              <a:off x="7770404" y="4443054"/>
              <a:ext cx="1030" cy="4265"/>
            </a:xfrm>
            <a:custGeom>
              <a:avLst/>
              <a:pathLst>
                <a:path w="1030" h="4265">
                  <a:moveTo>
                    <a:pt x="1030" y="0"/>
                  </a:moveTo>
                  <a:lnTo>
                    <a:pt x="0" y="4265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l6516"/>
            <p:cNvSpPr/>
            <p:nvPr/>
          </p:nvSpPr>
          <p:spPr>
            <a:xfrm>
              <a:off x="7771434" y="4440163"/>
              <a:ext cx="3300" cy="2891"/>
            </a:xfrm>
            <a:custGeom>
              <a:avLst/>
              <a:pathLst>
                <a:path w="3300" h="2891">
                  <a:moveTo>
                    <a:pt x="0" y="2891"/>
                  </a:moveTo>
                  <a:lnTo>
                    <a:pt x="3300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l6517"/>
            <p:cNvSpPr/>
            <p:nvPr/>
          </p:nvSpPr>
          <p:spPr>
            <a:xfrm>
              <a:off x="7776140" y="4425794"/>
              <a:ext cx="7166" cy="4251"/>
            </a:xfrm>
            <a:custGeom>
              <a:avLst/>
              <a:pathLst>
                <a:path w="7166" h="4251">
                  <a:moveTo>
                    <a:pt x="0" y="4251"/>
                  </a:moveTo>
                  <a:lnTo>
                    <a:pt x="7166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l6518"/>
            <p:cNvSpPr/>
            <p:nvPr/>
          </p:nvSpPr>
          <p:spPr>
            <a:xfrm>
              <a:off x="7781931" y="4411352"/>
              <a:ext cx="9823" cy="3643"/>
            </a:xfrm>
            <a:custGeom>
              <a:avLst/>
              <a:pathLst>
                <a:path w="9823" h="3643">
                  <a:moveTo>
                    <a:pt x="0" y="3643"/>
                  </a:moveTo>
                  <a:lnTo>
                    <a:pt x="9823" y="0"/>
                  </a:lnTo>
                </a:path>
              </a:pathLst>
            </a:custGeom>
            <a:ln w="8763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l6519"/>
            <p:cNvSpPr/>
            <p:nvPr/>
          </p:nvSpPr>
          <p:spPr>
            <a:xfrm>
              <a:off x="7870518" y="3722472"/>
              <a:ext cx="14972" cy="269143"/>
            </a:xfrm>
            <a:custGeom>
              <a:avLst/>
              <a:pathLst>
                <a:path w="14972" h="269143">
                  <a:moveTo>
                    <a:pt x="0" y="0"/>
                  </a:moveTo>
                  <a:lnTo>
                    <a:pt x="14972" y="26914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l6520"/>
            <p:cNvSpPr/>
            <p:nvPr/>
          </p:nvSpPr>
          <p:spPr>
            <a:xfrm>
              <a:off x="7873468" y="3991616"/>
              <a:ext cx="12022" cy="73408"/>
            </a:xfrm>
            <a:custGeom>
              <a:avLst/>
              <a:pathLst>
                <a:path w="12022" h="73408">
                  <a:moveTo>
                    <a:pt x="12022" y="0"/>
                  </a:moveTo>
                  <a:lnTo>
                    <a:pt x="0" y="73408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l6521"/>
            <p:cNvSpPr/>
            <p:nvPr/>
          </p:nvSpPr>
          <p:spPr>
            <a:xfrm>
              <a:off x="7872045" y="4065024"/>
              <a:ext cx="1423" cy="67940"/>
            </a:xfrm>
            <a:custGeom>
              <a:avLst/>
              <a:pathLst>
                <a:path w="1423" h="67940">
                  <a:moveTo>
                    <a:pt x="1423" y="0"/>
                  </a:moveTo>
                  <a:lnTo>
                    <a:pt x="0" y="6794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l6522"/>
            <p:cNvSpPr/>
            <p:nvPr/>
          </p:nvSpPr>
          <p:spPr>
            <a:xfrm>
              <a:off x="7862866" y="4132964"/>
              <a:ext cx="9178" cy="26225"/>
            </a:xfrm>
            <a:custGeom>
              <a:avLst/>
              <a:pathLst>
                <a:path w="9178" h="26225">
                  <a:moveTo>
                    <a:pt x="9178" y="0"/>
                  </a:moveTo>
                  <a:lnTo>
                    <a:pt x="0" y="26225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l6523"/>
            <p:cNvSpPr/>
            <p:nvPr/>
          </p:nvSpPr>
          <p:spPr>
            <a:xfrm>
              <a:off x="7845454" y="4159189"/>
              <a:ext cx="17411" cy="44084"/>
            </a:xfrm>
            <a:custGeom>
              <a:avLst/>
              <a:pathLst>
                <a:path w="17411" h="44084">
                  <a:moveTo>
                    <a:pt x="17411" y="0"/>
                  </a:moveTo>
                  <a:lnTo>
                    <a:pt x="0" y="4408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l6524"/>
            <p:cNvSpPr/>
            <p:nvPr/>
          </p:nvSpPr>
          <p:spPr>
            <a:xfrm>
              <a:off x="7835385" y="4203273"/>
              <a:ext cx="10069" cy="53832"/>
            </a:xfrm>
            <a:custGeom>
              <a:avLst/>
              <a:pathLst>
                <a:path w="10069" h="53832">
                  <a:moveTo>
                    <a:pt x="10069" y="0"/>
                  </a:moveTo>
                  <a:lnTo>
                    <a:pt x="0" y="5383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l6525"/>
            <p:cNvSpPr/>
            <p:nvPr/>
          </p:nvSpPr>
          <p:spPr>
            <a:xfrm>
              <a:off x="7826002" y="4257105"/>
              <a:ext cx="9383" cy="46326"/>
            </a:xfrm>
            <a:custGeom>
              <a:avLst/>
              <a:pathLst>
                <a:path w="9383" h="46326">
                  <a:moveTo>
                    <a:pt x="9383" y="0"/>
                  </a:moveTo>
                  <a:lnTo>
                    <a:pt x="0" y="4632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l6526"/>
            <p:cNvSpPr/>
            <p:nvPr/>
          </p:nvSpPr>
          <p:spPr>
            <a:xfrm>
              <a:off x="7818653" y="4303432"/>
              <a:ext cx="7348" cy="23068"/>
            </a:xfrm>
            <a:custGeom>
              <a:avLst/>
              <a:pathLst>
                <a:path w="7348" h="23068">
                  <a:moveTo>
                    <a:pt x="7348" y="0"/>
                  </a:moveTo>
                  <a:lnTo>
                    <a:pt x="0" y="23068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l6527"/>
            <p:cNvSpPr/>
            <p:nvPr/>
          </p:nvSpPr>
          <p:spPr>
            <a:xfrm>
              <a:off x="7813123" y="4326501"/>
              <a:ext cx="5530" cy="21874"/>
            </a:xfrm>
            <a:custGeom>
              <a:avLst/>
              <a:pathLst>
                <a:path w="5530" h="21874">
                  <a:moveTo>
                    <a:pt x="5530" y="0"/>
                  </a:moveTo>
                  <a:lnTo>
                    <a:pt x="0" y="2187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l6528"/>
            <p:cNvSpPr/>
            <p:nvPr/>
          </p:nvSpPr>
          <p:spPr>
            <a:xfrm>
              <a:off x="7808919" y="4348376"/>
              <a:ext cx="4203" cy="13390"/>
            </a:xfrm>
            <a:custGeom>
              <a:avLst/>
              <a:pathLst>
                <a:path w="4203" h="13390">
                  <a:moveTo>
                    <a:pt x="4203" y="0"/>
                  </a:moveTo>
                  <a:lnTo>
                    <a:pt x="0" y="1339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l6529"/>
            <p:cNvSpPr/>
            <p:nvPr/>
          </p:nvSpPr>
          <p:spPr>
            <a:xfrm>
              <a:off x="7802816" y="4361767"/>
              <a:ext cx="6103" cy="13871"/>
            </a:xfrm>
            <a:custGeom>
              <a:avLst/>
              <a:pathLst>
                <a:path w="6103" h="13871">
                  <a:moveTo>
                    <a:pt x="6103" y="0"/>
                  </a:moveTo>
                  <a:lnTo>
                    <a:pt x="0" y="1387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l6530"/>
            <p:cNvSpPr/>
            <p:nvPr/>
          </p:nvSpPr>
          <p:spPr>
            <a:xfrm>
              <a:off x="7798663" y="4375638"/>
              <a:ext cx="4153" cy="15596"/>
            </a:xfrm>
            <a:custGeom>
              <a:avLst/>
              <a:pathLst>
                <a:path w="4153" h="15596">
                  <a:moveTo>
                    <a:pt x="4153" y="0"/>
                  </a:moveTo>
                  <a:lnTo>
                    <a:pt x="0" y="1559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l6531"/>
            <p:cNvSpPr/>
            <p:nvPr/>
          </p:nvSpPr>
          <p:spPr>
            <a:xfrm>
              <a:off x="7796853" y="4391234"/>
              <a:ext cx="1810" cy="8579"/>
            </a:xfrm>
            <a:custGeom>
              <a:avLst/>
              <a:pathLst>
                <a:path w="1810" h="8579">
                  <a:moveTo>
                    <a:pt x="1810" y="0"/>
                  </a:moveTo>
                  <a:lnTo>
                    <a:pt x="0" y="857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l6532"/>
            <p:cNvSpPr/>
            <p:nvPr/>
          </p:nvSpPr>
          <p:spPr>
            <a:xfrm>
              <a:off x="7796853" y="4396838"/>
              <a:ext cx="3225" cy="2975"/>
            </a:xfrm>
            <a:custGeom>
              <a:avLst/>
              <a:pathLst>
                <a:path w="3225" h="2975">
                  <a:moveTo>
                    <a:pt x="0" y="2975"/>
                  </a:moveTo>
                  <a:lnTo>
                    <a:pt x="3225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l6533"/>
            <p:cNvSpPr/>
            <p:nvPr/>
          </p:nvSpPr>
          <p:spPr>
            <a:xfrm>
              <a:off x="7802816" y="4364491"/>
              <a:ext cx="12199" cy="11146"/>
            </a:xfrm>
            <a:custGeom>
              <a:avLst/>
              <a:pathLst>
                <a:path w="12199" h="11146">
                  <a:moveTo>
                    <a:pt x="0" y="11146"/>
                  </a:moveTo>
                  <a:lnTo>
                    <a:pt x="12199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l6534"/>
            <p:cNvSpPr/>
            <p:nvPr/>
          </p:nvSpPr>
          <p:spPr>
            <a:xfrm>
              <a:off x="7813179" y="4364491"/>
              <a:ext cx="1836" cy="6138"/>
            </a:xfrm>
            <a:custGeom>
              <a:avLst/>
              <a:pathLst>
                <a:path w="1836" h="6138">
                  <a:moveTo>
                    <a:pt x="1836" y="0"/>
                  </a:moveTo>
                  <a:lnTo>
                    <a:pt x="0" y="6138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l6535"/>
            <p:cNvSpPr/>
            <p:nvPr/>
          </p:nvSpPr>
          <p:spPr>
            <a:xfrm>
              <a:off x="7812332" y="4370630"/>
              <a:ext cx="847" cy="4305"/>
            </a:xfrm>
            <a:custGeom>
              <a:avLst/>
              <a:pathLst>
                <a:path w="847" h="4305">
                  <a:moveTo>
                    <a:pt x="847" y="0"/>
                  </a:moveTo>
                  <a:lnTo>
                    <a:pt x="0" y="4305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l6536"/>
            <p:cNvSpPr/>
            <p:nvPr/>
          </p:nvSpPr>
          <p:spPr>
            <a:xfrm>
              <a:off x="7813179" y="4367601"/>
              <a:ext cx="3174" cy="3029"/>
            </a:xfrm>
            <a:custGeom>
              <a:avLst/>
              <a:pathLst>
                <a:path w="3174" h="3029">
                  <a:moveTo>
                    <a:pt x="0" y="3029"/>
                  </a:moveTo>
                  <a:lnTo>
                    <a:pt x="317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l6537"/>
            <p:cNvSpPr/>
            <p:nvPr/>
          </p:nvSpPr>
          <p:spPr>
            <a:xfrm>
              <a:off x="7813123" y="4341173"/>
              <a:ext cx="15882" cy="7202"/>
            </a:xfrm>
            <a:custGeom>
              <a:avLst/>
              <a:pathLst>
                <a:path w="15882" h="7202">
                  <a:moveTo>
                    <a:pt x="0" y="7202"/>
                  </a:moveTo>
                  <a:lnTo>
                    <a:pt x="15882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l6538"/>
            <p:cNvSpPr/>
            <p:nvPr/>
          </p:nvSpPr>
          <p:spPr>
            <a:xfrm>
              <a:off x="7829006" y="4338090"/>
              <a:ext cx="3122" cy="3083"/>
            </a:xfrm>
            <a:custGeom>
              <a:avLst/>
              <a:pathLst>
                <a:path w="3122" h="3083">
                  <a:moveTo>
                    <a:pt x="0" y="3083"/>
                  </a:moveTo>
                  <a:lnTo>
                    <a:pt x="3122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l6539"/>
            <p:cNvSpPr/>
            <p:nvPr/>
          </p:nvSpPr>
          <p:spPr>
            <a:xfrm>
              <a:off x="7826002" y="4290280"/>
              <a:ext cx="27367" cy="13152"/>
            </a:xfrm>
            <a:custGeom>
              <a:avLst/>
              <a:pathLst>
                <a:path w="27367" h="13152">
                  <a:moveTo>
                    <a:pt x="0" y="13152"/>
                  </a:moveTo>
                  <a:lnTo>
                    <a:pt x="2736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l6540"/>
            <p:cNvSpPr/>
            <p:nvPr/>
          </p:nvSpPr>
          <p:spPr>
            <a:xfrm>
              <a:off x="7853369" y="4285813"/>
              <a:ext cx="5143" cy="4466"/>
            </a:xfrm>
            <a:custGeom>
              <a:avLst/>
              <a:pathLst>
                <a:path w="5143" h="4466">
                  <a:moveTo>
                    <a:pt x="0" y="4466"/>
                  </a:moveTo>
                  <a:lnTo>
                    <a:pt x="5143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l6541"/>
            <p:cNvSpPr/>
            <p:nvPr/>
          </p:nvSpPr>
          <p:spPr>
            <a:xfrm>
              <a:off x="7845454" y="4167700"/>
              <a:ext cx="52783" cy="35573"/>
            </a:xfrm>
            <a:custGeom>
              <a:avLst/>
              <a:pathLst>
                <a:path w="52783" h="35573">
                  <a:moveTo>
                    <a:pt x="0" y="35573"/>
                  </a:moveTo>
                  <a:lnTo>
                    <a:pt x="52783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l6542"/>
            <p:cNvSpPr/>
            <p:nvPr/>
          </p:nvSpPr>
          <p:spPr>
            <a:xfrm>
              <a:off x="7898238" y="4150883"/>
              <a:ext cx="13966" cy="16816"/>
            </a:xfrm>
            <a:custGeom>
              <a:avLst/>
              <a:pathLst>
                <a:path w="13966" h="16816">
                  <a:moveTo>
                    <a:pt x="0" y="16816"/>
                  </a:moveTo>
                  <a:lnTo>
                    <a:pt x="13966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l6543"/>
            <p:cNvSpPr/>
            <p:nvPr/>
          </p:nvSpPr>
          <p:spPr>
            <a:xfrm>
              <a:off x="7911187" y="4150883"/>
              <a:ext cx="1017" cy="9709"/>
            </a:xfrm>
            <a:custGeom>
              <a:avLst/>
              <a:pathLst>
                <a:path w="1017" h="9709">
                  <a:moveTo>
                    <a:pt x="1017" y="0"/>
                  </a:moveTo>
                  <a:lnTo>
                    <a:pt x="0" y="970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l6544"/>
            <p:cNvSpPr/>
            <p:nvPr/>
          </p:nvSpPr>
          <p:spPr>
            <a:xfrm>
              <a:off x="7910069" y="4160592"/>
              <a:ext cx="1118" cy="6309"/>
            </a:xfrm>
            <a:custGeom>
              <a:avLst/>
              <a:pathLst>
                <a:path w="1118" h="6309">
                  <a:moveTo>
                    <a:pt x="1118" y="0"/>
                  </a:moveTo>
                  <a:lnTo>
                    <a:pt x="0" y="630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l6545"/>
            <p:cNvSpPr/>
            <p:nvPr/>
          </p:nvSpPr>
          <p:spPr>
            <a:xfrm>
              <a:off x="7909722" y="4166902"/>
              <a:ext cx="346" cy="4374"/>
            </a:xfrm>
            <a:custGeom>
              <a:avLst/>
              <a:pathLst>
                <a:path w="346" h="4374">
                  <a:moveTo>
                    <a:pt x="346" y="0"/>
                  </a:moveTo>
                  <a:lnTo>
                    <a:pt x="0" y="437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l6546"/>
            <p:cNvSpPr/>
            <p:nvPr/>
          </p:nvSpPr>
          <p:spPr>
            <a:xfrm>
              <a:off x="7910069" y="4163527"/>
              <a:ext cx="2805" cy="3374"/>
            </a:xfrm>
            <a:custGeom>
              <a:avLst/>
              <a:pathLst>
                <a:path w="2805" h="3374">
                  <a:moveTo>
                    <a:pt x="0" y="3374"/>
                  </a:moveTo>
                  <a:lnTo>
                    <a:pt x="2805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l6547"/>
            <p:cNvSpPr/>
            <p:nvPr/>
          </p:nvSpPr>
          <p:spPr>
            <a:xfrm>
              <a:off x="7870518" y="3472662"/>
              <a:ext cx="108807" cy="249809"/>
            </a:xfrm>
            <a:custGeom>
              <a:avLst/>
              <a:pathLst>
                <a:path w="108807" h="249809">
                  <a:moveTo>
                    <a:pt x="0" y="249809"/>
                  </a:moveTo>
                  <a:lnTo>
                    <a:pt x="10880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l6548"/>
            <p:cNvSpPr/>
            <p:nvPr/>
          </p:nvSpPr>
          <p:spPr>
            <a:xfrm>
              <a:off x="7979326" y="3472662"/>
              <a:ext cx="167" cy="35661"/>
            </a:xfrm>
            <a:custGeom>
              <a:avLst/>
              <a:pathLst>
                <a:path w="167" h="35661">
                  <a:moveTo>
                    <a:pt x="0" y="0"/>
                  </a:moveTo>
                  <a:lnTo>
                    <a:pt x="167" y="3566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l6549"/>
            <p:cNvSpPr/>
            <p:nvPr/>
          </p:nvSpPr>
          <p:spPr>
            <a:xfrm>
              <a:off x="7978728" y="3508324"/>
              <a:ext cx="765" cy="59323"/>
            </a:xfrm>
            <a:custGeom>
              <a:avLst/>
              <a:pathLst>
                <a:path w="765" h="59323">
                  <a:moveTo>
                    <a:pt x="765" y="0"/>
                  </a:moveTo>
                  <a:lnTo>
                    <a:pt x="0" y="5932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l6550"/>
            <p:cNvSpPr/>
            <p:nvPr/>
          </p:nvSpPr>
          <p:spPr>
            <a:xfrm>
              <a:off x="7978728" y="3567647"/>
              <a:ext cx="13900" cy="79474"/>
            </a:xfrm>
            <a:custGeom>
              <a:avLst/>
              <a:pathLst>
                <a:path w="13900" h="79474">
                  <a:moveTo>
                    <a:pt x="0" y="0"/>
                  </a:moveTo>
                  <a:lnTo>
                    <a:pt x="13900" y="7947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l6551"/>
            <p:cNvSpPr/>
            <p:nvPr/>
          </p:nvSpPr>
          <p:spPr>
            <a:xfrm>
              <a:off x="7990293" y="3647122"/>
              <a:ext cx="2335" cy="49649"/>
            </a:xfrm>
            <a:custGeom>
              <a:avLst/>
              <a:pathLst>
                <a:path w="2335" h="49649">
                  <a:moveTo>
                    <a:pt x="2335" y="0"/>
                  </a:moveTo>
                  <a:lnTo>
                    <a:pt x="0" y="4964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l6552"/>
            <p:cNvSpPr/>
            <p:nvPr/>
          </p:nvSpPr>
          <p:spPr>
            <a:xfrm>
              <a:off x="7990293" y="3696771"/>
              <a:ext cx="3611" cy="62575"/>
            </a:xfrm>
            <a:custGeom>
              <a:avLst/>
              <a:pathLst>
                <a:path w="3611" h="62575">
                  <a:moveTo>
                    <a:pt x="0" y="0"/>
                  </a:moveTo>
                  <a:lnTo>
                    <a:pt x="3611" y="6257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l6553"/>
            <p:cNvSpPr/>
            <p:nvPr/>
          </p:nvSpPr>
          <p:spPr>
            <a:xfrm>
              <a:off x="7993905" y="3759346"/>
              <a:ext cx="6118" cy="53948"/>
            </a:xfrm>
            <a:custGeom>
              <a:avLst/>
              <a:pathLst>
                <a:path w="6118" h="53948">
                  <a:moveTo>
                    <a:pt x="0" y="0"/>
                  </a:moveTo>
                  <a:lnTo>
                    <a:pt x="6118" y="5394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l6554"/>
            <p:cNvSpPr/>
            <p:nvPr/>
          </p:nvSpPr>
          <p:spPr>
            <a:xfrm>
              <a:off x="7998565" y="3813295"/>
              <a:ext cx="1457" cy="13708"/>
            </a:xfrm>
            <a:custGeom>
              <a:avLst/>
              <a:pathLst>
                <a:path w="1457" h="13708">
                  <a:moveTo>
                    <a:pt x="1457" y="0"/>
                  </a:moveTo>
                  <a:lnTo>
                    <a:pt x="0" y="1370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l6555"/>
            <p:cNvSpPr/>
            <p:nvPr/>
          </p:nvSpPr>
          <p:spPr>
            <a:xfrm>
              <a:off x="7998038" y="3827004"/>
              <a:ext cx="527" cy="15242"/>
            </a:xfrm>
            <a:custGeom>
              <a:avLst/>
              <a:pathLst>
                <a:path w="527" h="15242">
                  <a:moveTo>
                    <a:pt x="527" y="0"/>
                  </a:moveTo>
                  <a:lnTo>
                    <a:pt x="0" y="1524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l6556"/>
            <p:cNvSpPr/>
            <p:nvPr/>
          </p:nvSpPr>
          <p:spPr>
            <a:xfrm>
              <a:off x="7995525" y="3842246"/>
              <a:ext cx="2513" cy="17467"/>
            </a:xfrm>
            <a:custGeom>
              <a:avLst/>
              <a:pathLst>
                <a:path w="2513" h="17467">
                  <a:moveTo>
                    <a:pt x="2513" y="0"/>
                  </a:moveTo>
                  <a:lnTo>
                    <a:pt x="0" y="1746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l6557"/>
            <p:cNvSpPr/>
            <p:nvPr/>
          </p:nvSpPr>
          <p:spPr>
            <a:xfrm>
              <a:off x="7995525" y="3859714"/>
              <a:ext cx="1944" cy="15267"/>
            </a:xfrm>
            <a:custGeom>
              <a:avLst/>
              <a:pathLst>
                <a:path w="1944" h="15267">
                  <a:moveTo>
                    <a:pt x="0" y="0"/>
                  </a:moveTo>
                  <a:lnTo>
                    <a:pt x="1944" y="1526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l6558"/>
            <p:cNvSpPr/>
            <p:nvPr/>
          </p:nvSpPr>
          <p:spPr>
            <a:xfrm>
              <a:off x="7996904" y="3874982"/>
              <a:ext cx="565" cy="8168"/>
            </a:xfrm>
            <a:custGeom>
              <a:avLst/>
              <a:pathLst>
                <a:path w="565" h="8168">
                  <a:moveTo>
                    <a:pt x="565" y="0"/>
                  </a:moveTo>
                  <a:lnTo>
                    <a:pt x="0" y="816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l6559"/>
            <p:cNvSpPr/>
            <p:nvPr/>
          </p:nvSpPr>
          <p:spPr>
            <a:xfrm>
              <a:off x="7996904" y="3876756"/>
              <a:ext cx="6987" cy="6394"/>
            </a:xfrm>
            <a:custGeom>
              <a:avLst/>
              <a:pathLst>
                <a:path w="6987" h="6394">
                  <a:moveTo>
                    <a:pt x="0" y="6394"/>
                  </a:moveTo>
                  <a:lnTo>
                    <a:pt x="698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l6560"/>
            <p:cNvSpPr/>
            <p:nvPr/>
          </p:nvSpPr>
          <p:spPr>
            <a:xfrm>
              <a:off x="7995525" y="3847347"/>
              <a:ext cx="10940" cy="12366"/>
            </a:xfrm>
            <a:custGeom>
              <a:avLst/>
              <a:pathLst>
                <a:path w="10940" h="12366">
                  <a:moveTo>
                    <a:pt x="0" y="12366"/>
                  </a:moveTo>
                  <a:lnTo>
                    <a:pt x="1094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l6561"/>
            <p:cNvSpPr/>
            <p:nvPr/>
          </p:nvSpPr>
          <p:spPr>
            <a:xfrm>
              <a:off x="8006465" y="3839747"/>
              <a:ext cx="4371" cy="7600"/>
            </a:xfrm>
            <a:custGeom>
              <a:avLst/>
              <a:pathLst>
                <a:path w="4371" h="7600">
                  <a:moveTo>
                    <a:pt x="0" y="7600"/>
                  </a:moveTo>
                  <a:lnTo>
                    <a:pt x="43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l6562"/>
            <p:cNvSpPr/>
            <p:nvPr/>
          </p:nvSpPr>
          <p:spPr>
            <a:xfrm>
              <a:off x="8010837" y="3835935"/>
              <a:ext cx="2174" cy="3811"/>
            </a:xfrm>
            <a:custGeom>
              <a:avLst/>
              <a:pathLst>
                <a:path w="2174" h="3811">
                  <a:moveTo>
                    <a:pt x="0" y="3811"/>
                  </a:moveTo>
                  <a:lnTo>
                    <a:pt x="2174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l6563"/>
            <p:cNvSpPr/>
            <p:nvPr/>
          </p:nvSpPr>
          <p:spPr>
            <a:xfrm>
              <a:off x="7998038" y="3827748"/>
              <a:ext cx="16692" cy="14498"/>
            </a:xfrm>
            <a:custGeom>
              <a:avLst/>
              <a:pathLst>
                <a:path w="16692" h="14498">
                  <a:moveTo>
                    <a:pt x="0" y="14498"/>
                  </a:moveTo>
                  <a:lnTo>
                    <a:pt x="16692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l6564"/>
            <p:cNvSpPr/>
            <p:nvPr/>
          </p:nvSpPr>
          <p:spPr>
            <a:xfrm>
              <a:off x="7993905" y="3711023"/>
              <a:ext cx="26620" cy="48323"/>
            </a:xfrm>
            <a:custGeom>
              <a:avLst/>
              <a:pathLst>
                <a:path w="26620" h="48323">
                  <a:moveTo>
                    <a:pt x="0" y="48323"/>
                  </a:moveTo>
                  <a:lnTo>
                    <a:pt x="2662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l6565"/>
            <p:cNvSpPr/>
            <p:nvPr/>
          </p:nvSpPr>
          <p:spPr>
            <a:xfrm>
              <a:off x="8020514" y="3711023"/>
              <a:ext cx="11" cy="9117"/>
            </a:xfrm>
            <a:custGeom>
              <a:avLst/>
              <a:pathLst>
                <a:path w="11" h="9117">
                  <a:moveTo>
                    <a:pt x="11" y="0"/>
                  </a:moveTo>
                  <a:lnTo>
                    <a:pt x="0" y="911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l6566"/>
            <p:cNvSpPr/>
            <p:nvPr/>
          </p:nvSpPr>
          <p:spPr>
            <a:xfrm>
              <a:off x="8020349" y="3720140"/>
              <a:ext cx="164" cy="9829"/>
            </a:xfrm>
            <a:custGeom>
              <a:avLst/>
              <a:pathLst>
                <a:path w="164" h="9829">
                  <a:moveTo>
                    <a:pt x="164" y="0"/>
                  </a:moveTo>
                  <a:lnTo>
                    <a:pt x="0" y="982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l6567"/>
            <p:cNvSpPr/>
            <p:nvPr/>
          </p:nvSpPr>
          <p:spPr>
            <a:xfrm>
              <a:off x="8019905" y="3729970"/>
              <a:ext cx="443" cy="11246"/>
            </a:xfrm>
            <a:custGeom>
              <a:avLst/>
              <a:pathLst>
                <a:path w="443" h="11246">
                  <a:moveTo>
                    <a:pt x="443" y="0"/>
                  </a:moveTo>
                  <a:lnTo>
                    <a:pt x="0" y="11246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l6568"/>
            <p:cNvSpPr/>
            <p:nvPr/>
          </p:nvSpPr>
          <p:spPr>
            <a:xfrm>
              <a:off x="8018919" y="3741217"/>
              <a:ext cx="986" cy="14073"/>
            </a:xfrm>
            <a:custGeom>
              <a:avLst/>
              <a:pathLst>
                <a:path w="986" h="14073">
                  <a:moveTo>
                    <a:pt x="986" y="0"/>
                  </a:moveTo>
                  <a:lnTo>
                    <a:pt x="0" y="1407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l6569"/>
            <p:cNvSpPr/>
            <p:nvPr/>
          </p:nvSpPr>
          <p:spPr>
            <a:xfrm>
              <a:off x="8018868" y="3755290"/>
              <a:ext cx="51" cy="15846"/>
            </a:xfrm>
            <a:custGeom>
              <a:avLst/>
              <a:pathLst>
                <a:path w="51" h="15846">
                  <a:moveTo>
                    <a:pt x="51" y="0"/>
                  </a:moveTo>
                  <a:lnTo>
                    <a:pt x="0" y="15846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l6570"/>
            <p:cNvSpPr/>
            <p:nvPr/>
          </p:nvSpPr>
          <p:spPr>
            <a:xfrm>
              <a:off x="8018868" y="3771137"/>
              <a:ext cx="1697" cy="13030"/>
            </a:xfrm>
            <a:custGeom>
              <a:avLst/>
              <a:pathLst>
                <a:path w="1697" h="13030">
                  <a:moveTo>
                    <a:pt x="0" y="0"/>
                  </a:moveTo>
                  <a:lnTo>
                    <a:pt x="1697" y="1303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l6571"/>
            <p:cNvSpPr/>
            <p:nvPr/>
          </p:nvSpPr>
          <p:spPr>
            <a:xfrm>
              <a:off x="8020566" y="3778479"/>
              <a:ext cx="3747" cy="5688"/>
            </a:xfrm>
            <a:custGeom>
              <a:avLst/>
              <a:pathLst>
                <a:path w="3747" h="5688">
                  <a:moveTo>
                    <a:pt x="0" y="5688"/>
                  </a:moveTo>
                  <a:lnTo>
                    <a:pt x="374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l6572"/>
            <p:cNvSpPr/>
            <p:nvPr/>
          </p:nvSpPr>
          <p:spPr>
            <a:xfrm>
              <a:off x="8018868" y="3759492"/>
              <a:ext cx="6088" cy="11644"/>
            </a:xfrm>
            <a:custGeom>
              <a:avLst/>
              <a:pathLst>
                <a:path w="6088" h="11644">
                  <a:moveTo>
                    <a:pt x="0" y="11644"/>
                  </a:moveTo>
                  <a:lnTo>
                    <a:pt x="608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l6573"/>
            <p:cNvSpPr/>
            <p:nvPr/>
          </p:nvSpPr>
          <p:spPr>
            <a:xfrm>
              <a:off x="8024956" y="3753756"/>
              <a:ext cx="3674" cy="5736"/>
            </a:xfrm>
            <a:custGeom>
              <a:avLst/>
              <a:pathLst>
                <a:path w="3674" h="5736">
                  <a:moveTo>
                    <a:pt x="0" y="5736"/>
                  </a:moveTo>
                  <a:lnTo>
                    <a:pt x="3674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l6574"/>
            <p:cNvSpPr/>
            <p:nvPr/>
          </p:nvSpPr>
          <p:spPr>
            <a:xfrm>
              <a:off x="8018919" y="3741162"/>
              <a:ext cx="10436" cy="14128"/>
            </a:xfrm>
            <a:custGeom>
              <a:avLst/>
              <a:pathLst>
                <a:path w="10436" h="14128">
                  <a:moveTo>
                    <a:pt x="0" y="14128"/>
                  </a:moveTo>
                  <a:lnTo>
                    <a:pt x="1043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l6575"/>
            <p:cNvSpPr/>
            <p:nvPr/>
          </p:nvSpPr>
          <p:spPr>
            <a:xfrm>
              <a:off x="8029355" y="3737244"/>
              <a:ext cx="1976" cy="3917"/>
            </a:xfrm>
            <a:custGeom>
              <a:avLst/>
              <a:pathLst>
                <a:path w="1976" h="3917">
                  <a:moveTo>
                    <a:pt x="0" y="3917"/>
                  </a:moveTo>
                  <a:lnTo>
                    <a:pt x="197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l6576"/>
            <p:cNvSpPr/>
            <p:nvPr/>
          </p:nvSpPr>
          <p:spPr>
            <a:xfrm>
              <a:off x="8019905" y="3728980"/>
              <a:ext cx="12724" cy="12236"/>
            </a:xfrm>
            <a:custGeom>
              <a:avLst/>
              <a:pathLst>
                <a:path w="12724" h="12236">
                  <a:moveTo>
                    <a:pt x="0" y="12236"/>
                  </a:moveTo>
                  <a:lnTo>
                    <a:pt x="12724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l6577"/>
            <p:cNvSpPr/>
            <p:nvPr/>
          </p:nvSpPr>
          <p:spPr>
            <a:xfrm>
              <a:off x="8020349" y="3720710"/>
              <a:ext cx="13544" cy="9259"/>
            </a:xfrm>
            <a:custGeom>
              <a:avLst/>
              <a:pathLst>
                <a:path w="13544" h="9259">
                  <a:moveTo>
                    <a:pt x="0" y="9259"/>
                  </a:moveTo>
                  <a:lnTo>
                    <a:pt x="13544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l6578"/>
            <p:cNvSpPr/>
            <p:nvPr/>
          </p:nvSpPr>
          <p:spPr>
            <a:xfrm>
              <a:off x="8020525" y="3704155"/>
              <a:ext cx="15787" cy="6868"/>
            </a:xfrm>
            <a:custGeom>
              <a:avLst/>
              <a:pathLst>
                <a:path w="15787" h="6868">
                  <a:moveTo>
                    <a:pt x="0" y="6868"/>
                  </a:moveTo>
                  <a:lnTo>
                    <a:pt x="1578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l6579"/>
            <p:cNvSpPr/>
            <p:nvPr/>
          </p:nvSpPr>
          <p:spPr>
            <a:xfrm>
              <a:off x="7990293" y="3639956"/>
              <a:ext cx="41991" cy="56815"/>
            </a:xfrm>
            <a:custGeom>
              <a:avLst/>
              <a:pathLst>
                <a:path w="41991" h="56815">
                  <a:moveTo>
                    <a:pt x="0" y="56815"/>
                  </a:moveTo>
                  <a:lnTo>
                    <a:pt x="4199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l6580"/>
            <p:cNvSpPr/>
            <p:nvPr/>
          </p:nvSpPr>
          <p:spPr>
            <a:xfrm>
              <a:off x="8032284" y="3639956"/>
              <a:ext cx="849" cy="16188"/>
            </a:xfrm>
            <a:custGeom>
              <a:avLst/>
              <a:pathLst>
                <a:path w="849" h="16188">
                  <a:moveTo>
                    <a:pt x="0" y="0"/>
                  </a:moveTo>
                  <a:lnTo>
                    <a:pt x="849" y="1618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l6581"/>
            <p:cNvSpPr/>
            <p:nvPr/>
          </p:nvSpPr>
          <p:spPr>
            <a:xfrm>
              <a:off x="8033133" y="3656144"/>
              <a:ext cx="2373" cy="13665"/>
            </a:xfrm>
            <a:custGeom>
              <a:avLst/>
              <a:pathLst>
                <a:path w="2373" h="13665">
                  <a:moveTo>
                    <a:pt x="0" y="0"/>
                  </a:moveTo>
                  <a:lnTo>
                    <a:pt x="2373" y="1366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l6582"/>
            <p:cNvSpPr/>
            <p:nvPr/>
          </p:nvSpPr>
          <p:spPr>
            <a:xfrm>
              <a:off x="8035507" y="3669810"/>
              <a:ext cx="341" cy="7929"/>
            </a:xfrm>
            <a:custGeom>
              <a:avLst/>
              <a:pathLst>
                <a:path w="341" h="7929">
                  <a:moveTo>
                    <a:pt x="0" y="0"/>
                  </a:moveTo>
                  <a:lnTo>
                    <a:pt x="341" y="792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l6583"/>
            <p:cNvSpPr/>
            <p:nvPr/>
          </p:nvSpPr>
          <p:spPr>
            <a:xfrm>
              <a:off x="8035848" y="3677739"/>
              <a:ext cx="377" cy="7418"/>
            </a:xfrm>
            <a:custGeom>
              <a:avLst/>
              <a:pathLst>
                <a:path w="377" h="7418">
                  <a:moveTo>
                    <a:pt x="0" y="0"/>
                  </a:moveTo>
                  <a:lnTo>
                    <a:pt x="377" y="741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l6584"/>
            <p:cNvSpPr/>
            <p:nvPr/>
          </p:nvSpPr>
          <p:spPr>
            <a:xfrm>
              <a:off x="8036226" y="3679284"/>
              <a:ext cx="3451" cy="5873"/>
            </a:xfrm>
            <a:custGeom>
              <a:avLst/>
              <a:pathLst>
                <a:path w="3451" h="5873">
                  <a:moveTo>
                    <a:pt x="0" y="5873"/>
                  </a:moveTo>
                  <a:lnTo>
                    <a:pt x="345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l6585"/>
            <p:cNvSpPr/>
            <p:nvPr/>
          </p:nvSpPr>
          <p:spPr>
            <a:xfrm>
              <a:off x="8033133" y="3643690"/>
              <a:ext cx="8117" cy="12454"/>
            </a:xfrm>
            <a:custGeom>
              <a:avLst/>
              <a:pathLst>
                <a:path w="8117" h="12454">
                  <a:moveTo>
                    <a:pt x="0" y="12454"/>
                  </a:moveTo>
                  <a:lnTo>
                    <a:pt x="811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l6586"/>
            <p:cNvSpPr/>
            <p:nvPr/>
          </p:nvSpPr>
          <p:spPr>
            <a:xfrm>
              <a:off x="8041250" y="3643690"/>
              <a:ext cx="625" cy="6377"/>
            </a:xfrm>
            <a:custGeom>
              <a:avLst/>
              <a:pathLst>
                <a:path w="625" h="6377">
                  <a:moveTo>
                    <a:pt x="0" y="0"/>
                  </a:moveTo>
                  <a:lnTo>
                    <a:pt x="625" y="637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l6587"/>
            <p:cNvSpPr/>
            <p:nvPr/>
          </p:nvSpPr>
          <p:spPr>
            <a:xfrm>
              <a:off x="8041876" y="3650067"/>
              <a:ext cx="846" cy="4305"/>
            </a:xfrm>
            <a:custGeom>
              <a:avLst/>
              <a:pathLst>
                <a:path w="846" h="4305">
                  <a:moveTo>
                    <a:pt x="0" y="0"/>
                  </a:moveTo>
                  <a:lnTo>
                    <a:pt x="846" y="430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l6588"/>
            <p:cNvSpPr/>
            <p:nvPr/>
          </p:nvSpPr>
          <p:spPr>
            <a:xfrm>
              <a:off x="8041876" y="3646061"/>
              <a:ext cx="1790" cy="4006"/>
            </a:xfrm>
            <a:custGeom>
              <a:avLst/>
              <a:pathLst>
                <a:path w="1790" h="4006">
                  <a:moveTo>
                    <a:pt x="0" y="4006"/>
                  </a:moveTo>
                  <a:lnTo>
                    <a:pt x="17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l6589"/>
            <p:cNvSpPr/>
            <p:nvPr/>
          </p:nvSpPr>
          <p:spPr>
            <a:xfrm>
              <a:off x="8032284" y="3625130"/>
              <a:ext cx="12263" cy="14825"/>
            </a:xfrm>
            <a:custGeom>
              <a:avLst/>
              <a:pathLst>
                <a:path w="12263" h="14825">
                  <a:moveTo>
                    <a:pt x="0" y="14825"/>
                  </a:moveTo>
                  <a:lnTo>
                    <a:pt x="122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l6590"/>
            <p:cNvSpPr/>
            <p:nvPr/>
          </p:nvSpPr>
          <p:spPr>
            <a:xfrm>
              <a:off x="8044547" y="3621101"/>
              <a:ext cx="1739" cy="4028"/>
            </a:xfrm>
            <a:custGeom>
              <a:avLst/>
              <a:pathLst>
                <a:path w="1739" h="4028">
                  <a:moveTo>
                    <a:pt x="0" y="4028"/>
                  </a:moveTo>
                  <a:lnTo>
                    <a:pt x="173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l6591"/>
            <p:cNvSpPr/>
            <p:nvPr/>
          </p:nvSpPr>
          <p:spPr>
            <a:xfrm>
              <a:off x="7992629" y="3602125"/>
              <a:ext cx="52760" cy="44997"/>
            </a:xfrm>
            <a:custGeom>
              <a:avLst/>
              <a:pathLst>
                <a:path w="52760" h="44997">
                  <a:moveTo>
                    <a:pt x="0" y="44997"/>
                  </a:moveTo>
                  <a:lnTo>
                    <a:pt x="5276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l6592"/>
            <p:cNvSpPr/>
            <p:nvPr/>
          </p:nvSpPr>
          <p:spPr>
            <a:xfrm>
              <a:off x="8045389" y="3596110"/>
              <a:ext cx="3197" cy="6014"/>
            </a:xfrm>
            <a:custGeom>
              <a:avLst/>
              <a:pathLst>
                <a:path w="3197" h="6014">
                  <a:moveTo>
                    <a:pt x="0" y="6014"/>
                  </a:moveTo>
                  <a:lnTo>
                    <a:pt x="319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l6593"/>
            <p:cNvSpPr/>
            <p:nvPr/>
          </p:nvSpPr>
          <p:spPr>
            <a:xfrm>
              <a:off x="7978728" y="3492062"/>
              <a:ext cx="55998" cy="75585"/>
            </a:xfrm>
            <a:custGeom>
              <a:avLst/>
              <a:pathLst>
                <a:path w="55998" h="75585">
                  <a:moveTo>
                    <a:pt x="0" y="75585"/>
                  </a:moveTo>
                  <a:lnTo>
                    <a:pt x="5599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l6594"/>
            <p:cNvSpPr/>
            <p:nvPr/>
          </p:nvSpPr>
          <p:spPr>
            <a:xfrm>
              <a:off x="8034727" y="3492062"/>
              <a:ext cx="3073" cy="23902"/>
            </a:xfrm>
            <a:custGeom>
              <a:avLst/>
              <a:pathLst>
                <a:path w="3073" h="23902">
                  <a:moveTo>
                    <a:pt x="0" y="0"/>
                  </a:moveTo>
                  <a:lnTo>
                    <a:pt x="3073" y="2390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l6595"/>
            <p:cNvSpPr/>
            <p:nvPr/>
          </p:nvSpPr>
          <p:spPr>
            <a:xfrm>
              <a:off x="8037800" y="3515964"/>
              <a:ext cx="5586" cy="21476"/>
            </a:xfrm>
            <a:custGeom>
              <a:avLst/>
              <a:pathLst>
                <a:path w="5586" h="21476">
                  <a:moveTo>
                    <a:pt x="0" y="0"/>
                  </a:moveTo>
                  <a:lnTo>
                    <a:pt x="5586" y="21476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l6596"/>
            <p:cNvSpPr/>
            <p:nvPr/>
          </p:nvSpPr>
          <p:spPr>
            <a:xfrm>
              <a:off x="8043387" y="3537440"/>
              <a:ext cx="832" cy="8651"/>
            </a:xfrm>
            <a:custGeom>
              <a:avLst/>
              <a:pathLst>
                <a:path w="832" h="8651">
                  <a:moveTo>
                    <a:pt x="0" y="0"/>
                  </a:moveTo>
                  <a:lnTo>
                    <a:pt x="832" y="865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l6597"/>
            <p:cNvSpPr/>
            <p:nvPr/>
          </p:nvSpPr>
          <p:spPr>
            <a:xfrm>
              <a:off x="8044220" y="3546092"/>
              <a:ext cx="777" cy="8921"/>
            </a:xfrm>
            <a:custGeom>
              <a:avLst/>
              <a:pathLst>
                <a:path w="777" h="8921">
                  <a:moveTo>
                    <a:pt x="0" y="0"/>
                  </a:moveTo>
                  <a:lnTo>
                    <a:pt x="777" y="892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l6598"/>
            <p:cNvSpPr/>
            <p:nvPr/>
          </p:nvSpPr>
          <p:spPr>
            <a:xfrm>
              <a:off x="8044997" y="3555013"/>
              <a:ext cx="700" cy="9450"/>
            </a:xfrm>
            <a:custGeom>
              <a:avLst/>
              <a:pathLst>
                <a:path w="700" h="9450">
                  <a:moveTo>
                    <a:pt x="0" y="0"/>
                  </a:moveTo>
                  <a:lnTo>
                    <a:pt x="700" y="945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l6599"/>
            <p:cNvSpPr/>
            <p:nvPr/>
          </p:nvSpPr>
          <p:spPr>
            <a:xfrm>
              <a:off x="8045698" y="3564464"/>
              <a:ext cx="577" cy="10500"/>
            </a:xfrm>
            <a:custGeom>
              <a:avLst/>
              <a:pathLst>
                <a:path w="577" h="10500">
                  <a:moveTo>
                    <a:pt x="0" y="0"/>
                  </a:moveTo>
                  <a:lnTo>
                    <a:pt x="577" y="1050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l6600"/>
            <p:cNvSpPr/>
            <p:nvPr/>
          </p:nvSpPr>
          <p:spPr>
            <a:xfrm>
              <a:off x="8046275" y="3574965"/>
              <a:ext cx="2013" cy="8534"/>
            </a:xfrm>
            <a:custGeom>
              <a:avLst/>
              <a:pathLst>
                <a:path w="2013" h="8534">
                  <a:moveTo>
                    <a:pt x="0" y="0"/>
                  </a:moveTo>
                  <a:lnTo>
                    <a:pt x="2013" y="853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l6601"/>
            <p:cNvSpPr/>
            <p:nvPr/>
          </p:nvSpPr>
          <p:spPr>
            <a:xfrm>
              <a:off x="8048289" y="3579433"/>
              <a:ext cx="1652" cy="4065"/>
            </a:xfrm>
            <a:custGeom>
              <a:avLst/>
              <a:pathLst>
                <a:path w="1652" h="4065">
                  <a:moveTo>
                    <a:pt x="0" y="4065"/>
                  </a:moveTo>
                  <a:lnTo>
                    <a:pt x="1652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l6602"/>
            <p:cNvSpPr/>
            <p:nvPr/>
          </p:nvSpPr>
          <p:spPr>
            <a:xfrm>
              <a:off x="8046275" y="3566825"/>
              <a:ext cx="3261" cy="8139"/>
            </a:xfrm>
            <a:custGeom>
              <a:avLst/>
              <a:pathLst>
                <a:path w="3261" h="8139">
                  <a:moveTo>
                    <a:pt x="0" y="8139"/>
                  </a:moveTo>
                  <a:lnTo>
                    <a:pt x="32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l6603"/>
            <p:cNvSpPr/>
            <p:nvPr/>
          </p:nvSpPr>
          <p:spPr>
            <a:xfrm>
              <a:off x="8049537" y="3566825"/>
              <a:ext cx="1029" cy="4265"/>
            </a:xfrm>
            <a:custGeom>
              <a:avLst/>
              <a:pathLst>
                <a:path w="1029" h="4265">
                  <a:moveTo>
                    <a:pt x="0" y="0"/>
                  </a:moveTo>
                  <a:lnTo>
                    <a:pt x="1029" y="426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l6604"/>
            <p:cNvSpPr/>
            <p:nvPr/>
          </p:nvSpPr>
          <p:spPr>
            <a:xfrm>
              <a:off x="8049537" y="3562746"/>
              <a:ext cx="1618" cy="4079"/>
            </a:xfrm>
            <a:custGeom>
              <a:avLst/>
              <a:pathLst>
                <a:path w="1618" h="4079">
                  <a:moveTo>
                    <a:pt x="0" y="4079"/>
                  </a:moveTo>
                  <a:lnTo>
                    <a:pt x="161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l6605"/>
            <p:cNvSpPr/>
            <p:nvPr/>
          </p:nvSpPr>
          <p:spPr>
            <a:xfrm>
              <a:off x="8044997" y="3546049"/>
              <a:ext cx="7227" cy="8963"/>
            </a:xfrm>
            <a:custGeom>
              <a:avLst/>
              <a:pathLst>
                <a:path w="7227" h="8963">
                  <a:moveTo>
                    <a:pt x="0" y="8963"/>
                  </a:moveTo>
                  <a:lnTo>
                    <a:pt x="722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l6606"/>
            <p:cNvSpPr/>
            <p:nvPr/>
          </p:nvSpPr>
          <p:spPr>
            <a:xfrm>
              <a:off x="8044220" y="3537697"/>
              <a:ext cx="8487" cy="8394"/>
            </a:xfrm>
            <a:custGeom>
              <a:avLst/>
              <a:pathLst>
                <a:path w="8487" h="8394">
                  <a:moveTo>
                    <a:pt x="0" y="8394"/>
                  </a:moveTo>
                  <a:lnTo>
                    <a:pt x="848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l6607"/>
            <p:cNvSpPr/>
            <p:nvPr/>
          </p:nvSpPr>
          <p:spPr>
            <a:xfrm>
              <a:off x="8043387" y="3529344"/>
              <a:ext cx="9766" cy="8096"/>
            </a:xfrm>
            <a:custGeom>
              <a:avLst/>
              <a:pathLst>
                <a:path w="9766" h="8096">
                  <a:moveTo>
                    <a:pt x="0" y="8096"/>
                  </a:moveTo>
                  <a:lnTo>
                    <a:pt x="976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l6608"/>
            <p:cNvSpPr/>
            <p:nvPr/>
          </p:nvSpPr>
          <p:spPr>
            <a:xfrm>
              <a:off x="8037800" y="3495209"/>
              <a:ext cx="11476" cy="20755"/>
            </a:xfrm>
            <a:custGeom>
              <a:avLst/>
              <a:pathLst>
                <a:path w="11476" h="20755">
                  <a:moveTo>
                    <a:pt x="0" y="20755"/>
                  </a:moveTo>
                  <a:lnTo>
                    <a:pt x="1147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l6609"/>
            <p:cNvSpPr/>
            <p:nvPr/>
          </p:nvSpPr>
          <p:spPr>
            <a:xfrm>
              <a:off x="8049276" y="3495209"/>
              <a:ext cx="1049" cy="7866"/>
            </a:xfrm>
            <a:custGeom>
              <a:avLst/>
              <a:pathLst>
                <a:path w="1049" h="7866">
                  <a:moveTo>
                    <a:pt x="0" y="0"/>
                  </a:moveTo>
                  <a:lnTo>
                    <a:pt x="1049" y="7866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l6610"/>
            <p:cNvSpPr/>
            <p:nvPr/>
          </p:nvSpPr>
          <p:spPr>
            <a:xfrm>
              <a:off x="8050326" y="3503076"/>
              <a:ext cx="1039" cy="7354"/>
            </a:xfrm>
            <a:custGeom>
              <a:avLst/>
              <a:pathLst>
                <a:path w="1039" h="7354">
                  <a:moveTo>
                    <a:pt x="0" y="0"/>
                  </a:moveTo>
                  <a:lnTo>
                    <a:pt x="1039" y="735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l6611"/>
            <p:cNvSpPr/>
            <p:nvPr/>
          </p:nvSpPr>
          <p:spPr>
            <a:xfrm>
              <a:off x="8051366" y="3510430"/>
              <a:ext cx="1059" cy="6319"/>
            </a:xfrm>
            <a:custGeom>
              <a:avLst/>
              <a:pathLst>
                <a:path w="1059" h="6319">
                  <a:moveTo>
                    <a:pt x="0" y="0"/>
                  </a:moveTo>
                  <a:lnTo>
                    <a:pt x="1059" y="63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l6612"/>
            <p:cNvSpPr/>
            <p:nvPr/>
          </p:nvSpPr>
          <p:spPr>
            <a:xfrm>
              <a:off x="8052425" y="3516750"/>
              <a:ext cx="1138" cy="4238"/>
            </a:xfrm>
            <a:custGeom>
              <a:avLst/>
              <a:pathLst>
                <a:path w="1138" h="4238">
                  <a:moveTo>
                    <a:pt x="0" y="0"/>
                  </a:moveTo>
                  <a:lnTo>
                    <a:pt x="1138" y="423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l6613"/>
            <p:cNvSpPr/>
            <p:nvPr/>
          </p:nvSpPr>
          <p:spPr>
            <a:xfrm>
              <a:off x="8052425" y="3512631"/>
              <a:ext cx="1513" cy="4119"/>
            </a:xfrm>
            <a:custGeom>
              <a:avLst/>
              <a:pathLst>
                <a:path w="1513" h="4119">
                  <a:moveTo>
                    <a:pt x="0" y="4119"/>
                  </a:moveTo>
                  <a:lnTo>
                    <a:pt x="151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l6614"/>
            <p:cNvSpPr/>
            <p:nvPr/>
          </p:nvSpPr>
          <p:spPr>
            <a:xfrm>
              <a:off x="8051366" y="3504272"/>
              <a:ext cx="2911" cy="6158"/>
            </a:xfrm>
            <a:custGeom>
              <a:avLst/>
              <a:pathLst>
                <a:path w="2911" h="6158">
                  <a:moveTo>
                    <a:pt x="0" y="6158"/>
                  </a:moveTo>
                  <a:lnTo>
                    <a:pt x="291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l6615"/>
            <p:cNvSpPr/>
            <p:nvPr/>
          </p:nvSpPr>
          <p:spPr>
            <a:xfrm>
              <a:off x="8050326" y="3495912"/>
              <a:ext cx="4255" cy="7163"/>
            </a:xfrm>
            <a:custGeom>
              <a:avLst/>
              <a:pathLst>
                <a:path w="4255" h="7163">
                  <a:moveTo>
                    <a:pt x="0" y="7163"/>
                  </a:moveTo>
                  <a:lnTo>
                    <a:pt x="425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l6616"/>
            <p:cNvSpPr/>
            <p:nvPr/>
          </p:nvSpPr>
          <p:spPr>
            <a:xfrm>
              <a:off x="8049276" y="3487550"/>
              <a:ext cx="5572" cy="7658"/>
            </a:xfrm>
            <a:custGeom>
              <a:avLst/>
              <a:pathLst>
                <a:path w="5572" h="7658">
                  <a:moveTo>
                    <a:pt x="0" y="7658"/>
                  </a:moveTo>
                  <a:lnTo>
                    <a:pt x="5572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l6617"/>
            <p:cNvSpPr/>
            <p:nvPr/>
          </p:nvSpPr>
          <p:spPr>
            <a:xfrm>
              <a:off x="8034727" y="3468680"/>
              <a:ext cx="17931" cy="23382"/>
            </a:xfrm>
            <a:custGeom>
              <a:avLst/>
              <a:pathLst>
                <a:path w="17931" h="23382">
                  <a:moveTo>
                    <a:pt x="0" y="23382"/>
                  </a:moveTo>
                  <a:lnTo>
                    <a:pt x="1793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l6618"/>
            <p:cNvSpPr/>
            <p:nvPr/>
          </p:nvSpPr>
          <p:spPr>
            <a:xfrm>
              <a:off x="8052658" y="3468680"/>
              <a:ext cx="1194" cy="6295"/>
            </a:xfrm>
            <a:custGeom>
              <a:avLst/>
              <a:pathLst>
                <a:path w="1194" h="6295">
                  <a:moveTo>
                    <a:pt x="0" y="0"/>
                  </a:moveTo>
                  <a:lnTo>
                    <a:pt x="1194" y="629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l6619"/>
            <p:cNvSpPr/>
            <p:nvPr/>
          </p:nvSpPr>
          <p:spPr>
            <a:xfrm>
              <a:off x="8053853" y="3474975"/>
              <a:ext cx="1228" cy="4212"/>
            </a:xfrm>
            <a:custGeom>
              <a:avLst/>
              <a:pathLst>
                <a:path w="1228" h="4212">
                  <a:moveTo>
                    <a:pt x="0" y="0"/>
                  </a:moveTo>
                  <a:lnTo>
                    <a:pt x="1228" y="421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l6620"/>
            <p:cNvSpPr/>
            <p:nvPr/>
          </p:nvSpPr>
          <p:spPr>
            <a:xfrm>
              <a:off x="8052658" y="3462461"/>
              <a:ext cx="2779" cy="6219"/>
            </a:xfrm>
            <a:custGeom>
              <a:avLst/>
              <a:pathLst>
                <a:path w="2779" h="6219">
                  <a:moveTo>
                    <a:pt x="0" y="6219"/>
                  </a:moveTo>
                  <a:lnTo>
                    <a:pt x="277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l6621"/>
            <p:cNvSpPr/>
            <p:nvPr/>
          </p:nvSpPr>
          <p:spPr>
            <a:xfrm>
              <a:off x="7979494" y="3449899"/>
              <a:ext cx="74787" cy="58424"/>
            </a:xfrm>
            <a:custGeom>
              <a:avLst/>
              <a:pathLst>
                <a:path w="74787" h="58424">
                  <a:moveTo>
                    <a:pt x="0" y="58424"/>
                  </a:moveTo>
                  <a:lnTo>
                    <a:pt x="7478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l6622"/>
            <p:cNvSpPr/>
            <p:nvPr/>
          </p:nvSpPr>
          <p:spPr>
            <a:xfrm>
              <a:off x="8054281" y="3449899"/>
              <a:ext cx="1282" cy="4196"/>
            </a:xfrm>
            <a:custGeom>
              <a:avLst/>
              <a:pathLst>
                <a:path w="1282" h="4196">
                  <a:moveTo>
                    <a:pt x="0" y="0"/>
                  </a:moveTo>
                  <a:lnTo>
                    <a:pt x="1282" y="4196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l6623"/>
            <p:cNvSpPr/>
            <p:nvPr/>
          </p:nvSpPr>
          <p:spPr>
            <a:xfrm>
              <a:off x="7979326" y="3437365"/>
              <a:ext cx="76380" cy="35297"/>
            </a:xfrm>
            <a:custGeom>
              <a:avLst/>
              <a:pathLst>
                <a:path w="76380" h="35297">
                  <a:moveTo>
                    <a:pt x="0" y="35297"/>
                  </a:moveTo>
                  <a:lnTo>
                    <a:pt x="763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l6624"/>
            <p:cNvSpPr/>
            <p:nvPr/>
          </p:nvSpPr>
          <p:spPr>
            <a:xfrm>
              <a:off x="8048931" y="3282836"/>
              <a:ext cx="1635" cy="4072"/>
            </a:xfrm>
            <a:custGeom>
              <a:avLst/>
              <a:pathLst>
                <a:path w="1635" h="4072">
                  <a:moveTo>
                    <a:pt x="0" y="0"/>
                  </a:moveTo>
                  <a:lnTo>
                    <a:pt x="1635" y="407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l6625"/>
            <p:cNvSpPr/>
            <p:nvPr/>
          </p:nvSpPr>
          <p:spPr>
            <a:xfrm>
              <a:off x="8030670" y="3125093"/>
              <a:ext cx="1959" cy="3926"/>
            </a:xfrm>
            <a:custGeom>
              <a:avLst/>
              <a:pathLst>
                <a:path w="1959" h="3926">
                  <a:moveTo>
                    <a:pt x="0" y="0"/>
                  </a:moveTo>
                  <a:lnTo>
                    <a:pt x="1959" y="39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l6626"/>
            <p:cNvSpPr/>
            <p:nvPr/>
          </p:nvSpPr>
          <p:spPr>
            <a:xfrm>
              <a:off x="8015939" y="3038445"/>
              <a:ext cx="476" cy="4362"/>
            </a:xfrm>
            <a:custGeom>
              <a:avLst/>
              <a:pathLst>
                <a:path w="476" h="4362">
                  <a:moveTo>
                    <a:pt x="0" y="4362"/>
                  </a:moveTo>
                  <a:lnTo>
                    <a:pt x="47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l6627"/>
            <p:cNvSpPr/>
            <p:nvPr/>
          </p:nvSpPr>
          <p:spPr>
            <a:xfrm>
              <a:off x="8009066" y="3005712"/>
              <a:ext cx="401" cy="4369"/>
            </a:xfrm>
            <a:custGeom>
              <a:avLst/>
              <a:pathLst>
                <a:path w="401" h="4369">
                  <a:moveTo>
                    <a:pt x="0" y="4369"/>
                  </a:moveTo>
                  <a:lnTo>
                    <a:pt x="40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l6628"/>
            <p:cNvSpPr/>
            <p:nvPr/>
          </p:nvSpPr>
          <p:spPr>
            <a:xfrm>
              <a:off x="8001635" y="2973102"/>
              <a:ext cx="326" cy="4376"/>
            </a:xfrm>
            <a:custGeom>
              <a:avLst/>
              <a:pathLst>
                <a:path w="326" h="4376">
                  <a:moveTo>
                    <a:pt x="0" y="4376"/>
                  </a:moveTo>
                  <a:lnTo>
                    <a:pt x="3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l6629"/>
            <p:cNvSpPr/>
            <p:nvPr/>
          </p:nvSpPr>
          <p:spPr>
            <a:xfrm>
              <a:off x="7991565" y="2932528"/>
              <a:ext cx="233" cy="4382"/>
            </a:xfrm>
            <a:custGeom>
              <a:avLst/>
              <a:pathLst>
                <a:path w="233" h="4382">
                  <a:moveTo>
                    <a:pt x="0" y="4382"/>
                  </a:moveTo>
                  <a:lnTo>
                    <a:pt x="2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l6630"/>
            <p:cNvSpPr/>
            <p:nvPr/>
          </p:nvSpPr>
          <p:spPr>
            <a:xfrm>
              <a:off x="7982215" y="2908291"/>
              <a:ext cx="3071" cy="8959"/>
            </a:xfrm>
            <a:custGeom>
              <a:avLst/>
              <a:pathLst>
                <a:path w="3071" h="8959">
                  <a:moveTo>
                    <a:pt x="0" y="8959"/>
                  </a:moveTo>
                  <a:lnTo>
                    <a:pt x="307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l6631"/>
            <p:cNvSpPr/>
            <p:nvPr/>
          </p:nvSpPr>
          <p:spPr>
            <a:xfrm>
              <a:off x="7968840" y="2852077"/>
              <a:ext cx="46" cy="4388"/>
            </a:xfrm>
            <a:custGeom>
              <a:avLst/>
              <a:pathLst>
                <a:path w="46" h="4388">
                  <a:moveTo>
                    <a:pt x="0" y="4388"/>
                  </a:moveTo>
                  <a:lnTo>
                    <a:pt x="4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l6632"/>
            <p:cNvSpPr/>
            <p:nvPr/>
          </p:nvSpPr>
          <p:spPr>
            <a:xfrm>
              <a:off x="7953498" y="2804302"/>
              <a:ext cx="66" cy="4387"/>
            </a:xfrm>
            <a:custGeom>
              <a:avLst/>
              <a:pathLst>
                <a:path w="66" h="4387">
                  <a:moveTo>
                    <a:pt x="66" y="43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l6633"/>
            <p:cNvSpPr/>
            <p:nvPr/>
          </p:nvSpPr>
          <p:spPr>
            <a:xfrm>
              <a:off x="7939744" y="2764800"/>
              <a:ext cx="159" cy="4385"/>
            </a:xfrm>
            <a:custGeom>
              <a:avLst/>
              <a:pathLst>
                <a:path w="159" h="4385">
                  <a:moveTo>
                    <a:pt x="159" y="438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l6634"/>
            <p:cNvSpPr/>
            <p:nvPr/>
          </p:nvSpPr>
          <p:spPr>
            <a:xfrm>
              <a:off x="7903703" y="2675637"/>
              <a:ext cx="2833" cy="3350"/>
            </a:xfrm>
            <a:custGeom>
              <a:avLst/>
              <a:pathLst>
                <a:path w="2833" h="3350">
                  <a:moveTo>
                    <a:pt x="0" y="0"/>
                  </a:moveTo>
                  <a:lnTo>
                    <a:pt x="2833" y="335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l6635"/>
            <p:cNvSpPr/>
            <p:nvPr/>
          </p:nvSpPr>
          <p:spPr>
            <a:xfrm>
              <a:off x="7900055" y="2663557"/>
              <a:ext cx="13" cy="6812"/>
            </a:xfrm>
            <a:custGeom>
              <a:avLst/>
              <a:pathLst>
                <a:path w="13" h="6812">
                  <a:moveTo>
                    <a:pt x="0" y="6812"/>
                  </a:moveTo>
                  <a:lnTo>
                    <a:pt x="1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l6636"/>
            <p:cNvSpPr/>
            <p:nvPr/>
          </p:nvSpPr>
          <p:spPr>
            <a:xfrm>
              <a:off x="7874811" y="2609998"/>
              <a:ext cx="1584" cy="9337"/>
            </a:xfrm>
            <a:custGeom>
              <a:avLst/>
              <a:pathLst>
                <a:path w="1584" h="9337">
                  <a:moveTo>
                    <a:pt x="0" y="9337"/>
                  </a:moveTo>
                  <a:lnTo>
                    <a:pt x="158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l6637"/>
            <p:cNvSpPr/>
            <p:nvPr/>
          </p:nvSpPr>
          <p:spPr>
            <a:xfrm>
              <a:off x="7865762" y="2587265"/>
              <a:ext cx="277" cy="6806"/>
            </a:xfrm>
            <a:custGeom>
              <a:avLst/>
              <a:pathLst>
                <a:path w="277" h="6806">
                  <a:moveTo>
                    <a:pt x="277" y="680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l6638"/>
            <p:cNvSpPr/>
            <p:nvPr/>
          </p:nvSpPr>
          <p:spPr>
            <a:xfrm>
              <a:off x="7861706" y="2579718"/>
              <a:ext cx="446" cy="8320"/>
            </a:xfrm>
            <a:custGeom>
              <a:avLst/>
              <a:pathLst>
                <a:path w="446" h="8320">
                  <a:moveTo>
                    <a:pt x="0" y="8320"/>
                  </a:moveTo>
                  <a:lnTo>
                    <a:pt x="44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l6639"/>
            <p:cNvSpPr/>
            <p:nvPr/>
          </p:nvSpPr>
          <p:spPr>
            <a:xfrm>
              <a:off x="7828232" y="2512506"/>
              <a:ext cx="567" cy="6788"/>
            </a:xfrm>
            <a:custGeom>
              <a:avLst/>
              <a:pathLst>
                <a:path w="567" h="6788">
                  <a:moveTo>
                    <a:pt x="567" y="678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l6640"/>
            <p:cNvSpPr/>
            <p:nvPr/>
          </p:nvSpPr>
          <p:spPr>
            <a:xfrm>
              <a:off x="7817183" y="2494707"/>
              <a:ext cx="3161" cy="3043"/>
            </a:xfrm>
            <a:custGeom>
              <a:avLst/>
              <a:pathLst>
                <a:path w="3161" h="3043">
                  <a:moveTo>
                    <a:pt x="0" y="0"/>
                  </a:moveTo>
                  <a:lnTo>
                    <a:pt x="3161" y="304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l6641"/>
            <p:cNvSpPr/>
            <p:nvPr/>
          </p:nvSpPr>
          <p:spPr>
            <a:xfrm>
              <a:off x="7816354" y="2490398"/>
              <a:ext cx="829" cy="4309"/>
            </a:xfrm>
            <a:custGeom>
              <a:avLst/>
              <a:pathLst>
                <a:path w="829" h="4309">
                  <a:moveTo>
                    <a:pt x="829" y="43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l6642"/>
            <p:cNvSpPr/>
            <p:nvPr/>
          </p:nvSpPr>
          <p:spPr>
            <a:xfrm>
              <a:off x="7804194" y="2468444"/>
              <a:ext cx="884" cy="4298"/>
            </a:xfrm>
            <a:custGeom>
              <a:avLst/>
              <a:pathLst>
                <a:path w="884" h="4298">
                  <a:moveTo>
                    <a:pt x="884" y="429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l6643"/>
            <p:cNvSpPr/>
            <p:nvPr/>
          </p:nvSpPr>
          <p:spPr>
            <a:xfrm>
              <a:off x="7795932" y="2453895"/>
              <a:ext cx="157" cy="8330"/>
            </a:xfrm>
            <a:custGeom>
              <a:avLst/>
              <a:pathLst>
                <a:path w="157" h="8330">
                  <a:moveTo>
                    <a:pt x="157" y="83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l6644"/>
            <p:cNvSpPr/>
            <p:nvPr/>
          </p:nvSpPr>
          <p:spPr>
            <a:xfrm>
              <a:off x="7770404" y="2410679"/>
              <a:ext cx="1030" cy="4265"/>
            </a:xfrm>
            <a:custGeom>
              <a:avLst/>
              <a:pathLst>
                <a:path w="1030" h="4265">
                  <a:moveTo>
                    <a:pt x="1030" y="42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l6645"/>
            <p:cNvSpPr/>
            <p:nvPr/>
          </p:nvSpPr>
          <p:spPr>
            <a:xfrm>
              <a:off x="7762716" y="2400677"/>
              <a:ext cx="3325" cy="2863"/>
            </a:xfrm>
            <a:custGeom>
              <a:avLst/>
              <a:pathLst>
                <a:path w="3325" h="2863">
                  <a:moveTo>
                    <a:pt x="0" y="0"/>
                  </a:moveTo>
                  <a:lnTo>
                    <a:pt x="3325" y="286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l6646"/>
            <p:cNvSpPr/>
            <p:nvPr/>
          </p:nvSpPr>
          <p:spPr>
            <a:xfrm>
              <a:off x="7761649" y="2396421"/>
              <a:ext cx="1066" cy="4256"/>
            </a:xfrm>
            <a:custGeom>
              <a:avLst/>
              <a:pathLst>
                <a:path w="1066" h="4256">
                  <a:moveTo>
                    <a:pt x="1066" y="425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l6647"/>
            <p:cNvSpPr/>
            <p:nvPr/>
          </p:nvSpPr>
          <p:spPr>
            <a:xfrm>
              <a:off x="7752731" y="2389320"/>
              <a:ext cx="4495" cy="23077"/>
            </a:xfrm>
            <a:custGeom>
              <a:avLst/>
              <a:pathLst>
                <a:path w="4495" h="23077">
                  <a:moveTo>
                    <a:pt x="0" y="23077"/>
                  </a:moveTo>
                  <a:lnTo>
                    <a:pt x="449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l6648"/>
            <p:cNvSpPr/>
            <p:nvPr/>
          </p:nvSpPr>
          <p:spPr>
            <a:xfrm>
              <a:off x="7730058" y="2347116"/>
              <a:ext cx="1230" cy="6700"/>
            </a:xfrm>
            <a:custGeom>
              <a:avLst/>
              <a:pathLst>
                <a:path w="1230" h="6700">
                  <a:moveTo>
                    <a:pt x="1230" y="67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l6649"/>
            <p:cNvSpPr/>
            <p:nvPr/>
          </p:nvSpPr>
          <p:spPr>
            <a:xfrm>
              <a:off x="7720762" y="2333205"/>
              <a:ext cx="1229" cy="4212"/>
            </a:xfrm>
            <a:custGeom>
              <a:avLst/>
              <a:pathLst>
                <a:path w="1229" h="4212">
                  <a:moveTo>
                    <a:pt x="1229" y="42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l6650"/>
            <p:cNvSpPr/>
            <p:nvPr/>
          </p:nvSpPr>
          <p:spPr>
            <a:xfrm>
              <a:off x="7715123" y="2326279"/>
              <a:ext cx="947" cy="17628"/>
            </a:xfrm>
            <a:custGeom>
              <a:avLst/>
              <a:pathLst>
                <a:path w="947" h="17628">
                  <a:moveTo>
                    <a:pt x="0" y="17628"/>
                  </a:moveTo>
                  <a:lnTo>
                    <a:pt x="9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l6651"/>
            <p:cNvSpPr/>
            <p:nvPr/>
          </p:nvSpPr>
          <p:spPr>
            <a:xfrm>
              <a:off x="7701817" y="2305622"/>
              <a:ext cx="1401" cy="6666"/>
            </a:xfrm>
            <a:custGeom>
              <a:avLst/>
              <a:pathLst>
                <a:path w="1401" h="6666">
                  <a:moveTo>
                    <a:pt x="1401" y="66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l6652"/>
            <p:cNvSpPr/>
            <p:nvPr/>
          </p:nvSpPr>
          <p:spPr>
            <a:xfrm>
              <a:off x="7630751" y="2224871"/>
              <a:ext cx="11443" cy="35329"/>
            </a:xfrm>
            <a:custGeom>
              <a:avLst/>
              <a:pathLst>
                <a:path w="11443" h="35329">
                  <a:moveTo>
                    <a:pt x="0" y="35329"/>
                  </a:moveTo>
                  <a:lnTo>
                    <a:pt x="1144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l6653"/>
            <p:cNvSpPr/>
            <p:nvPr/>
          </p:nvSpPr>
          <p:spPr>
            <a:xfrm>
              <a:off x="7628216" y="2209268"/>
              <a:ext cx="3643" cy="2446"/>
            </a:xfrm>
            <a:custGeom>
              <a:avLst/>
              <a:pathLst>
                <a:path w="3643" h="2446">
                  <a:moveTo>
                    <a:pt x="0" y="0"/>
                  </a:moveTo>
                  <a:lnTo>
                    <a:pt x="3643" y="244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l6654"/>
            <p:cNvSpPr/>
            <p:nvPr/>
          </p:nvSpPr>
          <p:spPr>
            <a:xfrm>
              <a:off x="7626649" y="2205169"/>
              <a:ext cx="1566" cy="4099"/>
            </a:xfrm>
            <a:custGeom>
              <a:avLst/>
              <a:pathLst>
                <a:path w="1566" h="4099">
                  <a:moveTo>
                    <a:pt x="1566" y="409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l6655"/>
            <p:cNvSpPr/>
            <p:nvPr/>
          </p:nvSpPr>
          <p:spPr>
            <a:xfrm>
              <a:off x="7612471" y="2189746"/>
              <a:ext cx="3674" cy="2399"/>
            </a:xfrm>
            <a:custGeom>
              <a:avLst/>
              <a:pathLst>
                <a:path w="3674" h="2399">
                  <a:moveTo>
                    <a:pt x="0" y="0"/>
                  </a:moveTo>
                  <a:lnTo>
                    <a:pt x="3674" y="239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l6656"/>
            <p:cNvSpPr/>
            <p:nvPr/>
          </p:nvSpPr>
          <p:spPr>
            <a:xfrm>
              <a:off x="7605531" y="2179212"/>
              <a:ext cx="1826" cy="12693"/>
            </a:xfrm>
            <a:custGeom>
              <a:avLst/>
              <a:pathLst>
                <a:path w="1826" h="12693">
                  <a:moveTo>
                    <a:pt x="1826" y="126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l6657"/>
            <p:cNvSpPr/>
            <p:nvPr/>
          </p:nvSpPr>
          <p:spPr>
            <a:xfrm>
              <a:off x="7596478" y="2170427"/>
              <a:ext cx="3704" cy="2352"/>
            </a:xfrm>
            <a:custGeom>
              <a:avLst/>
              <a:pathLst>
                <a:path w="3704" h="2352">
                  <a:moveTo>
                    <a:pt x="0" y="0"/>
                  </a:moveTo>
                  <a:lnTo>
                    <a:pt x="3704" y="235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l6658"/>
            <p:cNvSpPr/>
            <p:nvPr/>
          </p:nvSpPr>
          <p:spPr>
            <a:xfrm>
              <a:off x="7589404" y="2159982"/>
              <a:ext cx="2020" cy="6505"/>
            </a:xfrm>
            <a:custGeom>
              <a:avLst/>
              <a:pathLst>
                <a:path w="2020" h="6505">
                  <a:moveTo>
                    <a:pt x="2020" y="65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l6659"/>
            <p:cNvSpPr/>
            <p:nvPr/>
          </p:nvSpPr>
          <p:spPr>
            <a:xfrm>
              <a:off x="7583974" y="2153619"/>
              <a:ext cx="1710" cy="8154"/>
            </a:xfrm>
            <a:custGeom>
              <a:avLst/>
              <a:pathLst>
                <a:path w="1710" h="8154">
                  <a:moveTo>
                    <a:pt x="1710" y="815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l6660"/>
            <p:cNvSpPr/>
            <p:nvPr/>
          </p:nvSpPr>
          <p:spPr>
            <a:xfrm>
              <a:off x="7574772" y="2144990"/>
              <a:ext cx="3744" cy="2288"/>
            </a:xfrm>
            <a:custGeom>
              <a:avLst/>
              <a:pathLst>
                <a:path w="3744" h="2288">
                  <a:moveTo>
                    <a:pt x="0" y="0"/>
                  </a:moveTo>
                  <a:lnTo>
                    <a:pt x="3744" y="228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l6661"/>
            <p:cNvSpPr/>
            <p:nvPr/>
          </p:nvSpPr>
          <p:spPr>
            <a:xfrm>
              <a:off x="7561982" y="2128398"/>
              <a:ext cx="2142" cy="16532"/>
            </a:xfrm>
            <a:custGeom>
              <a:avLst/>
              <a:pathLst>
                <a:path w="2142" h="16532">
                  <a:moveTo>
                    <a:pt x="2142" y="165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l6662"/>
            <p:cNvSpPr/>
            <p:nvPr/>
          </p:nvSpPr>
          <p:spPr>
            <a:xfrm>
              <a:off x="7539563" y="2103556"/>
              <a:ext cx="1842" cy="3982"/>
            </a:xfrm>
            <a:custGeom>
              <a:avLst/>
              <a:pathLst>
                <a:path w="1842" h="3982">
                  <a:moveTo>
                    <a:pt x="1842" y="398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l6663"/>
            <p:cNvSpPr/>
            <p:nvPr/>
          </p:nvSpPr>
          <p:spPr>
            <a:xfrm>
              <a:off x="7530126" y="2097406"/>
              <a:ext cx="3766" cy="19500"/>
            </a:xfrm>
            <a:custGeom>
              <a:avLst/>
              <a:pathLst>
                <a:path w="3766" h="19500">
                  <a:moveTo>
                    <a:pt x="0" y="19500"/>
                  </a:moveTo>
                  <a:lnTo>
                    <a:pt x="376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l6664"/>
            <p:cNvSpPr/>
            <p:nvPr/>
          </p:nvSpPr>
          <p:spPr>
            <a:xfrm>
              <a:off x="7524366" y="2089137"/>
              <a:ext cx="3829" cy="2143"/>
            </a:xfrm>
            <a:custGeom>
              <a:avLst/>
              <a:pathLst>
                <a:path w="3829" h="2143">
                  <a:moveTo>
                    <a:pt x="0" y="0"/>
                  </a:moveTo>
                  <a:lnTo>
                    <a:pt x="3829" y="214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l6665"/>
            <p:cNvSpPr/>
            <p:nvPr/>
          </p:nvSpPr>
          <p:spPr>
            <a:xfrm>
              <a:off x="7516723" y="2079101"/>
              <a:ext cx="2377" cy="6383"/>
            </a:xfrm>
            <a:custGeom>
              <a:avLst/>
              <a:pathLst>
                <a:path w="2377" h="6383">
                  <a:moveTo>
                    <a:pt x="2377" y="638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l6666"/>
            <p:cNvSpPr/>
            <p:nvPr/>
          </p:nvSpPr>
          <p:spPr>
            <a:xfrm>
              <a:off x="7507092" y="2070954"/>
              <a:ext cx="3856" cy="2093"/>
            </a:xfrm>
            <a:custGeom>
              <a:avLst/>
              <a:pathLst>
                <a:path w="3856" h="2093">
                  <a:moveTo>
                    <a:pt x="0" y="0"/>
                  </a:moveTo>
                  <a:lnTo>
                    <a:pt x="3856" y="209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l6667"/>
            <p:cNvSpPr/>
            <p:nvPr/>
          </p:nvSpPr>
          <p:spPr>
            <a:xfrm>
              <a:off x="7469808" y="2031377"/>
              <a:ext cx="2044" cy="3883"/>
            </a:xfrm>
            <a:custGeom>
              <a:avLst/>
              <a:pathLst>
                <a:path w="2044" h="3883">
                  <a:moveTo>
                    <a:pt x="2044" y="388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l6668"/>
            <p:cNvSpPr/>
            <p:nvPr/>
          </p:nvSpPr>
          <p:spPr>
            <a:xfrm>
              <a:off x="7447856" y="2011971"/>
              <a:ext cx="3942" cy="1927"/>
            </a:xfrm>
            <a:custGeom>
              <a:avLst/>
              <a:pathLst>
                <a:path w="3942" h="1927">
                  <a:moveTo>
                    <a:pt x="0" y="0"/>
                  </a:moveTo>
                  <a:lnTo>
                    <a:pt x="3942" y="192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l6669"/>
            <p:cNvSpPr/>
            <p:nvPr/>
          </p:nvSpPr>
          <p:spPr>
            <a:xfrm>
              <a:off x="7427441" y="1990954"/>
              <a:ext cx="2159" cy="3820"/>
            </a:xfrm>
            <a:custGeom>
              <a:avLst/>
              <a:pathLst>
                <a:path w="2159" h="3820">
                  <a:moveTo>
                    <a:pt x="2159" y="382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l6670"/>
            <p:cNvSpPr/>
            <p:nvPr/>
          </p:nvSpPr>
          <p:spPr>
            <a:xfrm>
              <a:off x="7421291" y="1985284"/>
              <a:ext cx="2807" cy="6206"/>
            </a:xfrm>
            <a:custGeom>
              <a:avLst/>
              <a:pathLst>
                <a:path w="2807" h="6206">
                  <a:moveTo>
                    <a:pt x="2807" y="620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l6671"/>
            <p:cNvSpPr/>
            <p:nvPr/>
          </p:nvSpPr>
          <p:spPr>
            <a:xfrm>
              <a:off x="7415116" y="1979639"/>
              <a:ext cx="3373" cy="21172"/>
            </a:xfrm>
            <a:custGeom>
              <a:avLst/>
              <a:pathLst>
                <a:path w="3373" h="21172">
                  <a:moveTo>
                    <a:pt x="3373" y="2117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l6672"/>
            <p:cNvSpPr/>
            <p:nvPr/>
          </p:nvSpPr>
          <p:spPr>
            <a:xfrm>
              <a:off x="7386158" y="1955569"/>
              <a:ext cx="4021" cy="1757"/>
            </a:xfrm>
            <a:custGeom>
              <a:avLst/>
              <a:pathLst>
                <a:path w="4021" h="1757">
                  <a:moveTo>
                    <a:pt x="0" y="0"/>
                  </a:moveTo>
                  <a:lnTo>
                    <a:pt x="4021" y="17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l6673"/>
            <p:cNvSpPr/>
            <p:nvPr/>
          </p:nvSpPr>
          <p:spPr>
            <a:xfrm>
              <a:off x="7383885" y="1951815"/>
              <a:ext cx="2272" cy="3753"/>
            </a:xfrm>
            <a:custGeom>
              <a:avLst/>
              <a:pathLst>
                <a:path w="2272" h="3753">
                  <a:moveTo>
                    <a:pt x="2272" y="375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l6674"/>
            <p:cNvSpPr/>
            <p:nvPr/>
          </p:nvSpPr>
          <p:spPr>
            <a:xfrm>
              <a:off x="7377568" y="1946331"/>
              <a:ext cx="3904" cy="12215"/>
            </a:xfrm>
            <a:custGeom>
              <a:avLst/>
              <a:pathLst>
                <a:path w="3904" h="12215">
                  <a:moveTo>
                    <a:pt x="3904" y="1221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l6675"/>
            <p:cNvSpPr/>
            <p:nvPr/>
          </p:nvSpPr>
          <p:spPr>
            <a:xfrm>
              <a:off x="7348003" y="1923010"/>
              <a:ext cx="4064" cy="1653"/>
            </a:xfrm>
            <a:custGeom>
              <a:avLst/>
              <a:pathLst>
                <a:path w="4064" h="1653">
                  <a:moveTo>
                    <a:pt x="0" y="0"/>
                  </a:moveTo>
                  <a:lnTo>
                    <a:pt x="4064" y="165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l6676"/>
            <p:cNvSpPr/>
            <p:nvPr/>
          </p:nvSpPr>
          <p:spPr>
            <a:xfrm>
              <a:off x="7339180" y="1913994"/>
              <a:ext cx="3147" cy="6041"/>
            </a:xfrm>
            <a:custGeom>
              <a:avLst/>
              <a:pathLst>
                <a:path w="3147" h="6041">
                  <a:moveTo>
                    <a:pt x="3147" y="604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l6677"/>
            <p:cNvSpPr/>
            <p:nvPr/>
          </p:nvSpPr>
          <p:spPr>
            <a:xfrm>
              <a:off x="7332702" y="1908701"/>
              <a:ext cx="3137" cy="7719"/>
            </a:xfrm>
            <a:custGeom>
              <a:avLst/>
              <a:pathLst>
                <a:path w="3137" h="7719">
                  <a:moveTo>
                    <a:pt x="3137" y="77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l6678"/>
            <p:cNvSpPr/>
            <p:nvPr/>
          </p:nvSpPr>
          <p:spPr>
            <a:xfrm>
              <a:off x="7322109" y="1901851"/>
              <a:ext cx="4092" cy="1584"/>
            </a:xfrm>
            <a:custGeom>
              <a:avLst/>
              <a:pathLst>
                <a:path w="4092" h="1584">
                  <a:moveTo>
                    <a:pt x="0" y="0"/>
                  </a:moveTo>
                  <a:lnTo>
                    <a:pt x="4092" y="158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l6679"/>
            <p:cNvSpPr/>
            <p:nvPr/>
          </p:nvSpPr>
          <p:spPr>
            <a:xfrm>
              <a:off x="7319678" y="1898198"/>
              <a:ext cx="2430" cy="3653"/>
            </a:xfrm>
            <a:custGeom>
              <a:avLst/>
              <a:pathLst>
                <a:path w="2430" h="3653">
                  <a:moveTo>
                    <a:pt x="2430" y="365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l6680"/>
            <p:cNvSpPr/>
            <p:nvPr/>
          </p:nvSpPr>
          <p:spPr>
            <a:xfrm>
              <a:off x="7309027" y="1891439"/>
              <a:ext cx="4105" cy="1549"/>
            </a:xfrm>
            <a:custGeom>
              <a:avLst/>
              <a:pathLst>
                <a:path w="4105" h="1549">
                  <a:moveTo>
                    <a:pt x="0" y="0"/>
                  </a:moveTo>
                  <a:lnTo>
                    <a:pt x="4105" y="154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l6681"/>
            <p:cNvSpPr/>
            <p:nvPr/>
          </p:nvSpPr>
          <p:spPr>
            <a:xfrm>
              <a:off x="7295857" y="1881138"/>
              <a:ext cx="4118" cy="1514"/>
            </a:xfrm>
            <a:custGeom>
              <a:avLst/>
              <a:pathLst>
                <a:path w="4118" h="1514">
                  <a:moveTo>
                    <a:pt x="0" y="0"/>
                  </a:moveTo>
                  <a:lnTo>
                    <a:pt x="4118" y="151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l6682"/>
            <p:cNvSpPr/>
            <p:nvPr/>
          </p:nvSpPr>
          <p:spPr>
            <a:xfrm>
              <a:off x="7280076" y="1867360"/>
              <a:ext cx="2523" cy="3590"/>
            </a:xfrm>
            <a:custGeom>
              <a:avLst/>
              <a:pathLst>
                <a:path w="2523" h="3590">
                  <a:moveTo>
                    <a:pt x="2523" y="35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l6683"/>
            <p:cNvSpPr/>
            <p:nvPr/>
          </p:nvSpPr>
          <p:spPr>
            <a:xfrm>
              <a:off x="7266701" y="1857307"/>
              <a:ext cx="3463" cy="7578"/>
            </a:xfrm>
            <a:custGeom>
              <a:avLst/>
              <a:pathLst>
                <a:path w="3463" h="7578">
                  <a:moveTo>
                    <a:pt x="3463" y="757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l6684"/>
            <p:cNvSpPr/>
            <p:nvPr/>
          </p:nvSpPr>
          <p:spPr>
            <a:xfrm>
              <a:off x="7242312" y="1841071"/>
              <a:ext cx="4168" cy="1372"/>
            </a:xfrm>
            <a:custGeom>
              <a:avLst/>
              <a:pathLst>
                <a:path w="4168" h="1372">
                  <a:moveTo>
                    <a:pt x="0" y="0"/>
                  </a:moveTo>
                  <a:lnTo>
                    <a:pt x="4168" y="137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l6685"/>
            <p:cNvSpPr/>
            <p:nvPr/>
          </p:nvSpPr>
          <p:spPr>
            <a:xfrm>
              <a:off x="7212359" y="1818249"/>
              <a:ext cx="2674" cy="3479"/>
            </a:xfrm>
            <a:custGeom>
              <a:avLst/>
              <a:pathLst>
                <a:path w="2674" h="3479">
                  <a:moveTo>
                    <a:pt x="2674" y="34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l6686"/>
            <p:cNvSpPr/>
            <p:nvPr/>
          </p:nvSpPr>
          <p:spPr>
            <a:xfrm>
              <a:off x="7191642" y="1804084"/>
              <a:ext cx="3498" cy="8801"/>
            </a:xfrm>
            <a:custGeom>
              <a:avLst/>
              <a:pathLst>
                <a:path w="3498" h="8801">
                  <a:moveTo>
                    <a:pt x="3498" y="880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l6687"/>
            <p:cNvSpPr/>
            <p:nvPr/>
          </p:nvSpPr>
          <p:spPr>
            <a:xfrm>
              <a:off x="7180478" y="1798210"/>
              <a:ext cx="4217" cy="1211"/>
            </a:xfrm>
            <a:custGeom>
              <a:avLst/>
              <a:pathLst>
                <a:path w="4217" h="1211">
                  <a:moveTo>
                    <a:pt x="0" y="0"/>
                  </a:moveTo>
                  <a:lnTo>
                    <a:pt x="4217" y="121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l6688"/>
            <p:cNvSpPr/>
            <p:nvPr/>
          </p:nvSpPr>
          <p:spPr>
            <a:xfrm>
              <a:off x="7166517" y="1789010"/>
              <a:ext cx="4227" cy="1175"/>
            </a:xfrm>
            <a:custGeom>
              <a:avLst/>
              <a:pathLst>
                <a:path w="4227" h="1175">
                  <a:moveTo>
                    <a:pt x="0" y="0"/>
                  </a:moveTo>
                  <a:lnTo>
                    <a:pt x="4227" y="117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l6689"/>
            <p:cNvSpPr/>
            <p:nvPr/>
          </p:nvSpPr>
          <p:spPr>
            <a:xfrm>
              <a:off x="7163740" y="1785613"/>
              <a:ext cx="2777" cy="3397"/>
            </a:xfrm>
            <a:custGeom>
              <a:avLst/>
              <a:pathLst>
                <a:path w="2777" h="3397">
                  <a:moveTo>
                    <a:pt x="2777" y="339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l6690"/>
            <p:cNvSpPr/>
            <p:nvPr/>
          </p:nvSpPr>
          <p:spPr>
            <a:xfrm>
              <a:off x="7156716" y="1781069"/>
              <a:ext cx="15132" cy="40193"/>
            </a:xfrm>
            <a:custGeom>
              <a:avLst/>
              <a:pathLst>
                <a:path w="15132" h="40193">
                  <a:moveTo>
                    <a:pt x="15132" y="401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l6691"/>
            <p:cNvSpPr/>
            <p:nvPr/>
          </p:nvSpPr>
          <p:spPr>
            <a:xfrm>
              <a:off x="7099835" y="1745811"/>
              <a:ext cx="4149" cy="13359"/>
            </a:xfrm>
            <a:custGeom>
              <a:avLst/>
              <a:pathLst>
                <a:path w="4149" h="13359">
                  <a:moveTo>
                    <a:pt x="4149" y="133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l6692"/>
            <p:cNvSpPr/>
            <p:nvPr/>
          </p:nvSpPr>
          <p:spPr>
            <a:xfrm>
              <a:off x="7088363" y="1740565"/>
              <a:ext cx="4278" cy="975"/>
            </a:xfrm>
            <a:custGeom>
              <a:avLst/>
              <a:pathLst>
                <a:path w="4278" h="975">
                  <a:moveTo>
                    <a:pt x="0" y="0"/>
                  </a:moveTo>
                  <a:lnTo>
                    <a:pt x="4278" y="97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l6693"/>
            <p:cNvSpPr/>
            <p:nvPr/>
          </p:nvSpPr>
          <p:spPr>
            <a:xfrm>
              <a:off x="7049102" y="1716568"/>
              <a:ext cx="4433" cy="7054"/>
            </a:xfrm>
            <a:custGeom>
              <a:avLst/>
              <a:pathLst>
                <a:path w="4433" h="7054">
                  <a:moveTo>
                    <a:pt x="4433" y="705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l6694"/>
            <p:cNvSpPr/>
            <p:nvPr/>
          </p:nvSpPr>
          <p:spPr>
            <a:xfrm>
              <a:off x="7037478" y="1711667"/>
              <a:ext cx="4305" cy="847"/>
            </a:xfrm>
            <a:custGeom>
              <a:avLst/>
              <a:pathLst>
                <a:path w="4305" h="847">
                  <a:moveTo>
                    <a:pt x="0" y="0"/>
                  </a:moveTo>
                  <a:lnTo>
                    <a:pt x="4305" y="84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l6695"/>
            <p:cNvSpPr/>
            <p:nvPr/>
          </p:nvSpPr>
          <p:spPr>
            <a:xfrm>
              <a:off x="7022783" y="1703691"/>
              <a:ext cx="4312" cy="810"/>
            </a:xfrm>
            <a:custGeom>
              <a:avLst/>
              <a:pathLst>
                <a:path w="4312" h="810">
                  <a:moveTo>
                    <a:pt x="0" y="0"/>
                  </a:moveTo>
                  <a:lnTo>
                    <a:pt x="4312" y="81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l6696"/>
            <p:cNvSpPr/>
            <p:nvPr/>
          </p:nvSpPr>
          <p:spPr>
            <a:xfrm>
              <a:off x="7019727" y="1700543"/>
              <a:ext cx="3056" cy="3148"/>
            </a:xfrm>
            <a:custGeom>
              <a:avLst/>
              <a:pathLst>
                <a:path w="3056" h="3148">
                  <a:moveTo>
                    <a:pt x="3056" y="314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l6697"/>
            <p:cNvSpPr/>
            <p:nvPr/>
          </p:nvSpPr>
          <p:spPr>
            <a:xfrm>
              <a:off x="7008021" y="1695841"/>
              <a:ext cx="4319" cy="773"/>
            </a:xfrm>
            <a:custGeom>
              <a:avLst/>
              <a:pathLst>
                <a:path w="4319" h="773">
                  <a:moveTo>
                    <a:pt x="0" y="0"/>
                  </a:moveTo>
                  <a:lnTo>
                    <a:pt x="4319" y="77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l6698"/>
            <p:cNvSpPr/>
            <p:nvPr/>
          </p:nvSpPr>
          <p:spPr>
            <a:xfrm>
              <a:off x="6993192" y="1688117"/>
              <a:ext cx="4325" cy="736"/>
            </a:xfrm>
            <a:custGeom>
              <a:avLst/>
              <a:pathLst>
                <a:path w="4325" h="736">
                  <a:moveTo>
                    <a:pt x="0" y="0"/>
                  </a:moveTo>
                  <a:lnTo>
                    <a:pt x="4325" y="73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l6699"/>
            <p:cNvSpPr/>
            <p:nvPr/>
          </p:nvSpPr>
          <p:spPr>
            <a:xfrm>
              <a:off x="6982630" y="1681220"/>
              <a:ext cx="6877" cy="9492"/>
            </a:xfrm>
            <a:custGeom>
              <a:avLst/>
              <a:pathLst>
                <a:path w="6877" h="9492">
                  <a:moveTo>
                    <a:pt x="6877" y="949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l6700"/>
            <p:cNvSpPr/>
            <p:nvPr/>
          </p:nvSpPr>
          <p:spPr>
            <a:xfrm>
              <a:off x="6970826" y="1676769"/>
              <a:ext cx="4335" cy="681"/>
            </a:xfrm>
            <a:custGeom>
              <a:avLst/>
              <a:pathLst>
                <a:path w="4335" h="681">
                  <a:moveTo>
                    <a:pt x="0" y="0"/>
                  </a:moveTo>
                  <a:lnTo>
                    <a:pt x="4335" y="6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l6701"/>
            <p:cNvSpPr/>
            <p:nvPr/>
          </p:nvSpPr>
          <p:spPr>
            <a:xfrm>
              <a:off x="6955836" y="1669364"/>
              <a:ext cx="4340" cy="644"/>
            </a:xfrm>
            <a:custGeom>
              <a:avLst/>
              <a:pathLst>
                <a:path w="4340" h="644">
                  <a:moveTo>
                    <a:pt x="0" y="0"/>
                  </a:moveTo>
                  <a:lnTo>
                    <a:pt x="4340" y="6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l6702"/>
            <p:cNvSpPr/>
            <p:nvPr/>
          </p:nvSpPr>
          <p:spPr>
            <a:xfrm>
              <a:off x="6952660" y="1666335"/>
              <a:ext cx="3175" cy="3028"/>
            </a:xfrm>
            <a:custGeom>
              <a:avLst/>
              <a:pathLst>
                <a:path w="3175" h="3028">
                  <a:moveTo>
                    <a:pt x="3175" y="302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l6703"/>
            <p:cNvSpPr/>
            <p:nvPr/>
          </p:nvSpPr>
          <p:spPr>
            <a:xfrm>
              <a:off x="6933233" y="1658496"/>
              <a:ext cx="4348" cy="588"/>
            </a:xfrm>
            <a:custGeom>
              <a:avLst/>
              <a:pathLst>
                <a:path w="4348" h="588">
                  <a:moveTo>
                    <a:pt x="0" y="0"/>
                  </a:moveTo>
                  <a:lnTo>
                    <a:pt x="4348" y="58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l6704"/>
            <p:cNvSpPr/>
            <p:nvPr/>
          </p:nvSpPr>
          <p:spPr>
            <a:xfrm>
              <a:off x="6884330" y="1634728"/>
              <a:ext cx="3289" cy="2904"/>
            </a:xfrm>
            <a:custGeom>
              <a:avLst/>
              <a:pathLst>
                <a:path w="3289" h="2904">
                  <a:moveTo>
                    <a:pt x="3289" y="290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l6705"/>
            <p:cNvSpPr/>
            <p:nvPr/>
          </p:nvSpPr>
          <p:spPr>
            <a:xfrm>
              <a:off x="6872298" y="1630939"/>
              <a:ext cx="4366" cy="440"/>
            </a:xfrm>
            <a:custGeom>
              <a:avLst/>
              <a:pathLst>
                <a:path w="4366" h="440">
                  <a:moveTo>
                    <a:pt x="0" y="0"/>
                  </a:moveTo>
                  <a:lnTo>
                    <a:pt x="4366" y="44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l6706"/>
            <p:cNvSpPr/>
            <p:nvPr/>
          </p:nvSpPr>
          <p:spPr>
            <a:xfrm>
              <a:off x="6833749" y="1614778"/>
              <a:ext cx="4374" cy="346"/>
            </a:xfrm>
            <a:custGeom>
              <a:avLst/>
              <a:pathLst>
                <a:path w="4374" h="346">
                  <a:moveTo>
                    <a:pt x="0" y="0"/>
                  </a:moveTo>
                  <a:lnTo>
                    <a:pt x="4374" y="34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l6707"/>
            <p:cNvSpPr/>
            <p:nvPr/>
          </p:nvSpPr>
          <p:spPr>
            <a:xfrm>
              <a:off x="6818235" y="1608545"/>
              <a:ext cx="4377" cy="309"/>
            </a:xfrm>
            <a:custGeom>
              <a:avLst/>
              <a:pathLst>
                <a:path w="4377" h="309">
                  <a:moveTo>
                    <a:pt x="0" y="0"/>
                  </a:moveTo>
                  <a:lnTo>
                    <a:pt x="4377" y="30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l6708"/>
            <p:cNvSpPr/>
            <p:nvPr/>
          </p:nvSpPr>
          <p:spPr>
            <a:xfrm>
              <a:off x="6791431" y="1596711"/>
              <a:ext cx="3433" cy="2732"/>
            </a:xfrm>
            <a:custGeom>
              <a:avLst/>
              <a:pathLst>
                <a:path w="3433" h="2732">
                  <a:moveTo>
                    <a:pt x="3433" y="27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l6709"/>
            <p:cNvSpPr/>
            <p:nvPr/>
          </p:nvSpPr>
          <p:spPr>
            <a:xfrm>
              <a:off x="6731994" y="1576645"/>
              <a:ext cx="4387" cy="103"/>
            </a:xfrm>
            <a:custGeom>
              <a:avLst/>
              <a:pathLst>
                <a:path w="4387" h="103">
                  <a:moveTo>
                    <a:pt x="0" y="0"/>
                  </a:moveTo>
                  <a:lnTo>
                    <a:pt x="4387" y="1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l6710"/>
            <p:cNvSpPr/>
            <p:nvPr/>
          </p:nvSpPr>
          <p:spPr>
            <a:xfrm>
              <a:off x="6728469" y="1574032"/>
              <a:ext cx="3525" cy="2613"/>
            </a:xfrm>
            <a:custGeom>
              <a:avLst/>
              <a:pathLst>
                <a:path w="3525" h="2613">
                  <a:moveTo>
                    <a:pt x="3525" y="261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l6711"/>
            <p:cNvSpPr/>
            <p:nvPr/>
          </p:nvSpPr>
          <p:spPr>
            <a:xfrm>
              <a:off x="6720545" y="1571348"/>
              <a:ext cx="5086" cy="4530"/>
            </a:xfrm>
            <a:custGeom>
              <a:avLst/>
              <a:pathLst>
                <a:path w="5086" h="4530">
                  <a:moveTo>
                    <a:pt x="5086" y="45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l6712"/>
            <p:cNvSpPr/>
            <p:nvPr/>
          </p:nvSpPr>
          <p:spPr>
            <a:xfrm>
              <a:off x="6712610" y="1568699"/>
              <a:ext cx="5672" cy="6103"/>
            </a:xfrm>
            <a:custGeom>
              <a:avLst/>
              <a:pathLst>
                <a:path w="5672" h="6103">
                  <a:moveTo>
                    <a:pt x="5672" y="610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l6713"/>
            <p:cNvSpPr/>
            <p:nvPr/>
          </p:nvSpPr>
          <p:spPr>
            <a:xfrm>
              <a:off x="6640707" y="1546383"/>
              <a:ext cx="3643" cy="2445"/>
            </a:xfrm>
            <a:custGeom>
              <a:avLst/>
              <a:pathLst>
                <a:path w="3643" h="2445">
                  <a:moveTo>
                    <a:pt x="3643" y="24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l6714"/>
            <p:cNvSpPr/>
            <p:nvPr/>
          </p:nvSpPr>
          <p:spPr>
            <a:xfrm>
              <a:off x="6620230" y="1541800"/>
              <a:ext cx="4385" cy="158"/>
            </a:xfrm>
            <a:custGeom>
              <a:avLst/>
              <a:pathLst>
                <a:path w="4385" h="158">
                  <a:moveTo>
                    <a:pt x="0" y="158"/>
                  </a:moveTo>
                  <a:lnTo>
                    <a:pt x="438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l6715"/>
            <p:cNvSpPr/>
            <p:nvPr/>
          </p:nvSpPr>
          <p:spPr>
            <a:xfrm>
              <a:off x="6616555" y="1539561"/>
              <a:ext cx="3674" cy="2398"/>
            </a:xfrm>
            <a:custGeom>
              <a:avLst/>
              <a:pathLst>
                <a:path w="3674" h="2398">
                  <a:moveTo>
                    <a:pt x="3674" y="239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l6716"/>
            <p:cNvSpPr/>
            <p:nvPr/>
          </p:nvSpPr>
          <p:spPr>
            <a:xfrm>
              <a:off x="6608485" y="1537355"/>
              <a:ext cx="5348" cy="4218"/>
            </a:xfrm>
            <a:custGeom>
              <a:avLst/>
              <a:pathLst>
                <a:path w="5348" h="4218">
                  <a:moveTo>
                    <a:pt x="5348" y="42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l6717"/>
            <p:cNvSpPr/>
            <p:nvPr/>
          </p:nvSpPr>
          <p:spPr>
            <a:xfrm>
              <a:off x="6596023" y="1535184"/>
              <a:ext cx="4383" cy="214"/>
            </a:xfrm>
            <a:custGeom>
              <a:avLst/>
              <a:pathLst>
                <a:path w="4383" h="214">
                  <a:moveTo>
                    <a:pt x="0" y="214"/>
                  </a:moveTo>
                  <a:lnTo>
                    <a:pt x="438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l6718"/>
            <p:cNvSpPr/>
            <p:nvPr/>
          </p:nvSpPr>
          <p:spPr>
            <a:xfrm>
              <a:off x="6571735" y="1528879"/>
              <a:ext cx="4379" cy="270"/>
            </a:xfrm>
            <a:custGeom>
              <a:avLst/>
              <a:pathLst>
                <a:path w="4379" h="270">
                  <a:moveTo>
                    <a:pt x="0" y="270"/>
                  </a:moveTo>
                  <a:lnTo>
                    <a:pt x="437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l6719"/>
            <p:cNvSpPr/>
            <p:nvPr/>
          </p:nvSpPr>
          <p:spPr>
            <a:xfrm>
              <a:off x="6543604" y="1520956"/>
              <a:ext cx="3764" cy="2255"/>
            </a:xfrm>
            <a:custGeom>
              <a:avLst/>
              <a:pathLst>
                <a:path w="3764" h="2255">
                  <a:moveTo>
                    <a:pt x="3764" y="225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l6720"/>
            <p:cNvSpPr/>
            <p:nvPr/>
          </p:nvSpPr>
          <p:spPr>
            <a:xfrm>
              <a:off x="6527299" y="1517203"/>
              <a:ext cx="6243" cy="5517"/>
            </a:xfrm>
            <a:custGeom>
              <a:avLst/>
              <a:pathLst>
                <a:path w="6243" h="5517">
                  <a:moveTo>
                    <a:pt x="6243" y="55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l6721"/>
            <p:cNvSpPr/>
            <p:nvPr/>
          </p:nvSpPr>
          <p:spPr>
            <a:xfrm>
              <a:off x="6519134" y="1515379"/>
              <a:ext cx="6483" cy="6904"/>
            </a:xfrm>
            <a:custGeom>
              <a:avLst/>
              <a:pathLst>
                <a:path w="6483" h="6904">
                  <a:moveTo>
                    <a:pt x="6483" y="690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l6722"/>
            <p:cNvSpPr/>
            <p:nvPr/>
          </p:nvSpPr>
          <p:spPr>
            <a:xfrm>
              <a:off x="6506594" y="1513590"/>
              <a:ext cx="4368" cy="420"/>
            </a:xfrm>
            <a:custGeom>
              <a:avLst/>
              <a:pathLst>
                <a:path w="4368" h="420">
                  <a:moveTo>
                    <a:pt x="0" y="420"/>
                  </a:moveTo>
                  <a:lnTo>
                    <a:pt x="436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l6723"/>
            <p:cNvSpPr/>
            <p:nvPr/>
          </p:nvSpPr>
          <p:spPr>
            <a:xfrm>
              <a:off x="6494596" y="1510116"/>
              <a:ext cx="5590" cy="3891"/>
            </a:xfrm>
            <a:custGeom>
              <a:avLst/>
              <a:pathLst>
                <a:path w="5590" h="3891">
                  <a:moveTo>
                    <a:pt x="5590" y="389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l6724"/>
            <p:cNvSpPr/>
            <p:nvPr/>
          </p:nvSpPr>
          <p:spPr>
            <a:xfrm>
              <a:off x="6379283" y="1489726"/>
              <a:ext cx="5813" cy="3550"/>
            </a:xfrm>
            <a:custGeom>
              <a:avLst/>
              <a:pathLst>
                <a:path w="5813" h="3550">
                  <a:moveTo>
                    <a:pt x="5813" y="35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l6725"/>
            <p:cNvSpPr/>
            <p:nvPr/>
          </p:nvSpPr>
          <p:spPr>
            <a:xfrm>
              <a:off x="6371002" y="1488534"/>
              <a:ext cx="6669" cy="4993"/>
            </a:xfrm>
            <a:custGeom>
              <a:avLst/>
              <a:pathLst>
                <a:path w="6669" h="4993">
                  <a:moveTo>
                    <a:pt x="6669" y="49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l6726"/>
            <p:cNvSpPr/>
            <p:nvPr/>
          </p:nvSpPr>
          <p:spPr>
            <a:xfrm>
              <a:off x="6337832" y="1484119"/>
              <a:ext cx="6754" cy="4879"/>
            </a:xfrm>
            <a:custGeom>
              <a:avLst/>
              <a:pathLst>
                <a:path w="6754" h="4879">
                  <a:moveTo>
                    <a:pt x="6754" y="48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l6727"/>
            <p:cNvSpPr/>
            <p:nvPr/>
          </p:nvSpPr>
          <p:spPr>
            <a:xfrm>
              <a:off x="6321221" y="1482124"/>
              <a:ext cx="12185" cy="22912"/>
            </a:xfrm>
            <a:custGeom>
              <a:avLst/>
              <a:pathLst>
                <a:path w="12185" h="22912">
                  <a:moveTo>
                    <a:pt x="12185" y="229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l6728"/>
            <p:cNvSpPr/>
            <p:nvPr/>
          </p:nvSpPr>
          <p:spPr>
            <a:xfrm>
              <a:off x="6258679" y="1476260"/>
              <a:ext cx="4278" cy="974"/>
            </a:xfrm>
            <a:custGeom>
              <a:avLst/>
              <a:pathLst>
                <a:path w="4278" h="974">
                  <a:moveTo>
                    <a:pt x="0" y="974"/>
                  </a:moveTo>
                  <a:lnTo>
                    <a:pt x="427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l6729"/>
            <p:cNvSpPr/>
            <p:nvPr/>
          </p:nvSpPr>
          <p:spPr>
            <a:xfrm>
              <a:off x="6246281" y="1474905"/>
              <a:ext cx="10521" cy="11526"/>
            </a:xfrm>
            <a:custGeom>
              <a:avLst/>
              <a:pathLst>
                <a:path w="10521" h="11526">
                  <a:moveTo>
                    <a:pt x="10521" y="1152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l6730"/>
            <p:cNvSpPr/>
            <p:nvPr/>
          </p:nvSpPr>
          <p:spPr>
            <a:xfrm>
              <a:off x="6237939" y="1474281"/>
              <a:ext cx="8944" cy="12689"/>
            </a:xfrm>
            <a:custGeom>
              <a:avLst/>
              <a:pathLst>
                <a:path w="8944" h="12689">
                  <a:moveTo>
                    <a:pt x="8944" y="1268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l6731"/>
            <p:cNvSpPr/>
            <p:nvPr/>
          </p:nvSpPr>
          <p:spPr>
            <a:xfrm>
              <a:off x="6221246" y="1473139"/>
              <a:ext cx="4085" cy="1600"/>
            </a:xfrm>
            <a:custGeom>
              <a:avLst/>
              <a:pathLst>
                <a:path w="4085" h="1600">
                  <a:moveTo>
                    <a:pt x="4085" y="16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l6732"/>
            <p:cNvSpPr/>
            <p:nvPr/>
          </p:nvSpPr>
          <p:spPr>
            <a:xfrm>
              <a:off x="6212897" y="1472621"/>
              <a:ext cx="6094" cy="3042"/>
            </a:xfrm>
            <a:custGeom>
              <a:avLst/>
              <a:pathLst>
                <a:path w="6094" h="3042">
                  <a:moveTo>
                    <a:pt x="6094" y="304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l6733"/>
            <p:cNvSpPr/>
            <p:nvPr/>
          </p:nvSpPr>
          <p:spPr>
            <a:xfrm>
              <a:off x="6204545" y="1472140"/>
              <a:ext cx="7071" cy="4406"/>
            </a:xfrm>
            <a:custGeom>
              <a:avLst/>
              <a:pathLst>
                <a:path w="7071" h="4406">
                  <a:moveTo>
                    <a:pt x="7071" y="440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l6734"/>
            <p:cNvSpPr/>
            <p:nvPr/>
          </p:nvSpPr>
          <p:spPr>
            <a:xfrm>
              <a:off x="6187836" y="1471283"/>
              <a:ext cx="4112" cy="1530"/>
            </a:xfrm>
            <a:custGeom>
              <a:avLst/>
              <a:pathLst>
                <a:path w="4112" h="1530">
                  <a:moveTo>
                    <a:pt x="4112" y="15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l6735"/>
            <p:cNvSpPr/>
            <p:nvPr/>
          </p:nvSpPr>
          <p:spPr>
            <a:xfrm>
              <a:off x="6171120" y="1470569"/>
              <a:ext cx="13419" cy="9891"/>
            </a:xfrm>
            <a:custGeom>
              <a:avLst/>
              <a:pathLst>
                <a:path w="13419" h="9891">
                  <a:moveTo>
                    <a:pt x="13419" y="989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l6736"/>
            <p:cNvSpPr/>
            <p:nvPr/>
          </p:nvSpPr>
          <p:spPr>
            <a:xfrm>
              <a:off x="6158536" y="1470266"/>
              <a:ext cx="4223" cy="1192"/>
            </a:xfrm>
            <a:custGeom>
              <a:avLst/>
              <a:pathLst>
                <a:path w="4223" h="1192">
                  <a:moveTo>
                    <a:pt x="0" y="1192"/>
                  </a:moveTo>
                  <a:lnTo>
                    <a:pt x="422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l6737"/>
            <p:cNvSpPr/>
            <p:nvPr/>
          </p:nvSpPr>
          <p:spPr>
            <a:xfrm>
              <a:off x="6137672" y="1469569"/>
              <a:ext cx="7217" cy="4162"/>
            </a:xfrm>
            <a:custGeom>
              <a:avLst/>
              <a:pathLst>
                <a:path w="7217" h="4162">
                  <a:moveTo>
                    <a:pt x="7217" y="41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l6738"/>
            <p:cNvSpPr/>
            <p:nvPr/>
          </p:nvSpPr>
          <p:spPr>
            <a:xfrm>
              <a:off x="6129308" y="1469409"/>
              <a:ext cx="24822" cy="29885"/>
            </a:xfrm>
            <a:custGeom>
              <a:avLst/>
              <a:pathLst>
                <a:path w="24822" h="29885">
                  <a:moveTo>
                    <a:pt x="24822" y="2988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l6739"/>
            <p:cNvSpPr/>
            <p:nvPr/>
          </p:nvSpPr>
          <p:spPr>
            <a:xfrm>
              <a:off x="6120943" y="1469284"/>
              <a:ext cx="16378" cy="30908"/>
            </a:xfrm>
            <a:custGeom>
              <a:avLst/>
              <a:pathLst>
                <a:path w="16378" h="30908">
                  <a:moveTo>
                    <a:pt x="16378" y="309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l6740"/>
            <p:cNvSpPr/>
            <p:nvPr/>
          </p:nvSpPr>
          <p:spPr>
            <a:xfrm>
              <a:off x="6104213" y="1469141"/>
              <a:ext cx="4174" cy="1353"/>
            </a:xfrm>
            <a:custGeom>
              <a:avLst/>
              <a:pathLst>
                <a:path w="4174" h="1353">
                  <a:moveTo>
                    <a:pt x="4174" y="135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l6741"/>
            <p:cNvSpPr/>
            <p:nvPr/>
          </p:nvSpPr>
          <p:spPr>
            <a:xfrm>
              <a:off x="6095847" y="1469123"/>
              <a:ext cx="6265" cy="2672"/>
            </a:xfrm>
            <a:custGeom>
              <a:avLst/>
              <a:pathLst>
                <a:path w="6265" h="2672">
                  <a:moveTo>
                    <a:pt x="6265" y="267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l6742"/>
            <p:cNvSpPr/>
            <p:nvPr/>
          </p:nvSpPr>
          <p:spPr>
            <a:xfrm>
              <a:off x="6083307" y="1469141"/>
              <a:ext cx="4174" cy="1353"/>
            </a:xfrm>
            <a:custGeom>
              <a:avLst/>
              <a:pathLst>
                <a:path w="4174" h="1353">
                  <a:moveTo>
                    <a:pt x="0" y="1353"/>
                  </a:moveTo>
                  <a:lnTo>
                    <a:pt x="417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l6743"/>
            <p:cNvSpPr/>
            <p:nvPr/>
          </p:nvSpPr>
          <p:spPr>
            <a:xfrm>
              <a:off x="6062386" y="1469409"/>
              <a:ext cx="7372" cy="3882"/>
            </a:xfrm>
            <a:custGeom>
              <a:avLst/>
              <a:pathLst>
                <a:path w="7372" h="3882">
                  <a:moveTo>
                    <a:pt x="7372" y="388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l6744"/>
            <p:cNvSpPr/>
            <p:nvPr/>
          </p:nvSpPr>
          <p:spPr>
            <a:xfrm>
              <a:off x="6045659" y="1469766"/>
              <a:ext cx="8244" cy="6464"/>
            </a:xfrm>
            <a:custGeom>
              <a:avLst/>
              <a:pathLst>
                <a:path w="8244" h="6464">
                  <a:moveTo>
                    <a:pt x="8244" y="646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l6745"/>
            <p:cNvSpPr/>
            <p:nvPr/>
          </p:nvSpPr>
          <p:spPr>
            <a:xfrm>
              <a:off x="6028935" y="1470266"/>
              <a:ext cx="4223" cy="1192"/>
            </a:xfrm>
            <a:custGeom>
              <a:avLst/>
              <a:pathLst>
                <a:path w="4223" h="1192">
                  <a:moveTo>
                    <a:pt x="4223" y="119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l6746"/>
            <p:cNvSpPr/>
            <p:nvPr/>
          </p:nvSpPr>
          <p:spPr>
            <a:xfrm>
              <a:off x="6016449" y="1470569"/>
              <a:ext cx="4125" cy="1495"/>
            </a:xfrm>
            <a:custGeom>
              <a:avLst/>
              <a:pathLst>
                <a:path w="4125" h="1495">
                  <a:moveTo>
                    <a:pt x="0" y="1495"/>
                  </a:moveTo>
                  <a:lnTo>
                    <a:pt x="412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l6747"/>
            <p:cNvSpPr/>
            <p:nvPr/>
          </p:nvSpPr>
          <p:spPr>
            <a:xfrm>
              <a:off x="6012216" y="1470908"/>
              <a:ext cx="4233" cy="1156"/>
            </a:xfrm>
            <a:custGeom>
              <a:avLst/>
              <a:pathLst>
                <a:path w="4233" h="1156">
                  <a:moveTo>
                    <a:pt x="4233" y="115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l6748"/>
            <p:cNvSpPr/>
            <p:nvPr/>
          </p:nvSpPr>
          <p:spPr>
            <a:xfrm>
              <a:off x="6003859" y="1471283"/>
              <a:ext cx="6384" cy="2375"/>
            </a:xfrm>
            <a:custGeom>
              <a:avLst/>
              <a:pathLst>
                <a:path w="6384" h="2375">
                  <a:moveTo>
                    <a:pt x="6384" y="23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l6749"/>
            <p:cNvSpPr/>
            <p:nvPr/>
          </p:nvSpPr>
          <p:spPr>
            <a:xfrm>
              <a:off x="5987149" y="1472140"/>
              <a:ext cx="8105" cy="4899"/>
            </a:xfrm>
            <a:custGeom>
              <a:avLst/>
              <a:pathLst>
                <a:path w="8105" h="4899">
                  <a:moveTo>
                    <a:pt x="8105" y="489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l6750"/>
            <p:cNvSpPr/>
            <p:nvPr/>
          </p:nvSpPr>
          <p:spPr>
            <a:xfrm>
              <a:off x="5974705" y="1472621"/>
              <a:ext cx="4092" cy="1583"/>
            </a:xfrm>
            <a:custGeom>
              <a:avLst/>
              <a:pathLst>
                <a:path w="4092" h="1583">
                  <a:moveTo>
                    <a:pt x="0" y="1583"/>
                  </a:moveTo>
                  <a:lnTo>
                    <a:pt x="409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l6751"/>
            <p:cNvSpPr/>
            <p:nvPr/>
          </p:nvSpPr>
          <p:spPr>
            <a:xfrm>
              <a:off x="5970448" y="1473139"/>
              <a:ext cx="4256" cy="1065"/>
            </a:xfrm>
            <a:custGeom>
              <a:avLst/>
              <a:pathLst>
                <a:path w="4256" h="1065">
                  <a:moveTo>
                    <a:pt x="4256" y="10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l6752"/>
            <p:cNvSpPr/>
            <p:nvPr/>
          </p:nvSpPr>
          <p:spPr>
            <a:xfrm>
              <a:off x="5962100" y="1473692"/>
              <a:ext cx="6433" cy="2239"/>
            </a:xfrm>
            <a:custGeom>
              <a:avLst/>
              <a:pathLst>
                <a:path w="6433" h="2239">
                  <a:moveTo>
                    <a:pt x="6433" y="22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l6753"/>
            <p:cNvSpPr/>
            <p:nvPr/>
          </p:nvSpPr>
          <p:spPr>
            <a:xfrm>
              <a:off x="5937074" y="1475565"/>
              <a:ext cx="4274" cy="992"/>
            </a:xfrm>
            <a:custGeom>
              <a:avLst/>
              <a:pathLst>
                <a:path w="4274" h="992">
                  <a:moveTo>
                    <a:pt x="4274" y="99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l6754"/>
            <p:cNvSpPr/>
            <p:nvPr/>
          </p:nvSpPr>
          <p:spPr>
            <a:xfrm>
              <a:off x="5908036" y="1477758"/>
              <a:ext cx="4036" cy="1721"/>
            </a:xfrm>
            <a:custGeom>
              <a:avLst/>
              <a:pathLst>
                <a:path w="4036" h="1721">
                  <a:moveTo>
                    <a:pt x="0" y="1721"/>
                  </a:moveTo>
                  <a:lnTo>
                    <a:pt x="403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l6755"/>
            <p:cNvSpPr/>
            <p:nvPr/>
          </p:nvSpPr>
          <p:spPr>
            <a:xfrm>
              <a:off x="5903746" y="1478560"/>
              <a:ext cx="4290" cy="919"/>
            </a:xfrm>
            <a:custGeom>
              <a:avLst/>
              <a:pathLst>
                <a:path w="4290" h="919">
                  <a:moveTo>
                    <a:pt x="4290" y="9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l6756"/>
            <p:cNvSpPr/>
            <p:nvPr/>
          </p:nvSpPr>
          <p:spPr>
            <a:xfrm>
              <a:off x="5845562" y="1485170"/>
              <a:ext cx="4316" cy="791"/>
            </a:xfrm>
            <a:custGeom>
              <a:avLst/>
              <a:pathLst>
                <a:path w="4316" h="791">
                  <a:moveTo>
                    <a:pt x="4316" y="79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l6757"/>
            <p:cNvSpPr/>
            <p:nvPr/>
          </p:nvSpPr>
          <p:spPr>
            <a:xfrm>
              <a:off x="5825018" y="1487377"/>
              <a:ext cx="3959" cy="1892"/>
            </a:xfrm>
            <a:custGeom>
              <a:avLst/>
              <a:pathLst>
                <a:path w="3959" h="1892">
                  <a:moveTo>
                    <a:pt x="0" y="1892"/>
                  </a:moveTo>
                  <a:lnTo>
                    <a:pt x="395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l6758"/>
            <p:cNvSpPr/>
            <p:nvPr/>
          </p:nvSpPr>
          <p:spPr>
            <a:xfrm>
              <a:off x="5820692" y="1488534"/>
              <a:ext cx="4326" cy="735"/>
            </a:xfrm>
            <a:custGeom>
              <a:avLst/>
              <a:pathLst>
                <a:path w="4326" h="735">
                  <a:moveTo>
                    <a:pt x="4326" y="73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l6759"/>
            <p:cNvSpPr/>
            <p:nvPr/>
          </p:nvSpPr>
          <p:spPr>
            <a:xfrm>
              <a:off x="5808469" y="1489726"/>
              <a:ext cx="3942" cy="1926"/>
            </a:xfrm>
            <a:custGeom>
              <a:avLst/>
              <a:pathLst>
                <a:path w="3942" h="1926">
                  <a:moveTo>
                    <a:pt x="0" y="1926"/>
                  </a:moveTo>
                  <a:lnTo>
                    <a:pt x="394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l6760"/>
            <p:cNvSpPr/>
            <p:nvPr/>
          </p:nvSpPr>
          <p:spPr>
            <a:xfrm>
              <a:off x="5758951" y="1497621"/>
              <a:ext cx="3892" cy="2026"/>
            </a:xfrm>
            <a:custGeom>
              <a:avLst/>
              <a:pathLst>
                <a:path w="3892" h="2026">
                  <a:moveTo>
                    <a:pt x="0" y="2026"/>
                  </a:moveTo>
                  <a:lnTo>
                    <a:pt x="389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l6761"/>
            <p:cNvSpPr/>
            <p:nvPr/>
          </p:nvSpPr>
          <p:spPr>
            <a:xfrm>
              <a:off x="5746368" y="1500534"/>
              <a:ext cx="11959" cy="4629"/>
            </a:xfrm>
            <a:custGeom>
              <a:avLst/>
              <a:pathLst>
                <a:path w="11959" h="4629">
                  <a:moveTo>
                    <a:pt x="11959" y="462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l6762"/>
            <p:cNvSpPr/>
            <p:nvPr/>
          </p:nvSpPr>
          <p:spPr>
            <a:xfrm>
              <a:off x="5701463" y="1508431"/>
              <a:ext cx="3829" cy="2142"/>
            </a:xfrm>
            <a:custGeom>
              <a:avLst/>
              <a:pathLst>
                <a:path w="3829" h="2142">
                  <a:moveTo>
                    <a:pt x="0" y="2142"/>
                  </a:moveTo>
                  <a:lnTo>
                    <a:pt x="382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l6763"/>
            <p:cNvSpPr/>
            <p:nvPr/>
          </p:nvSpPr>
          <p:spPr>
            <a:xfrm>
              <a:off x="5680732" y="1513590"/>
              <a:ext cx="4368" cy="420"/>
            </a:xfrm>
            <a:custGeom>
              <a:avLst/>
              <a:pathLst>
                <a:path w="4368" h="420">
                  <a:moveTo>
                    <a:pt x="4368" y="42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l6764"/>
            <p:cNvSpPr/>
            <p:nvPr/>
          </p:nvSpPr>
          <p:spPr>
            <a:xfrm>
              <a:off x="5664395" y="1517203"/>
              <a:ext cx="4371" cy="382"/>
            </a:xfrm>
            <a:custGeom>
              <a:avLst/>
              <a:pathLst>
                <a:path w="4371" h="382">
                  <a:moveTo>
                    <a:pt x="4371" y="38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l6765"/>
            <p:cNvSpPr/>
            <p:nvPr/>
          </p:nvSpPr>
          <p:spPr>
            <a:xfrm>
              <a:off x="5644326" y="1520956"/>
              <a:ext cx="3764" cy="2255"/>
            </a:xfrm>
            <a:custGeom>
              <a:avLst/>
              <a:pathLst>
                <a:path w="3764" h="2255">
                  <a:moveTo>
                    <a:pt x="0" y="2255"/>
                  </a:moveTo>
                  <a:lnTo>
                    <a:pt x="376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l6766"/>
            <p:cNvSpPr/>
            <p:nvPr/>
          </p:nvSpPr>
          <p:spPr>
            <a:xfrm>
              <a:off x="5639950" y="1522885"/>
              <a:ext cx="4376" cy="326"/>
            </a:xfrm>
            <a:custGeom>
              <a:avLst/>
              <a:pathLst>
                <a:path w="4376" h="326">
                  <a:moveTo>
                    <a:pt x="4376" y="32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l6767"/>
            <p:cNvSpPr/>
            <p:nvPr/>
          </p:nvSpPr>
          <p:spPr>
            <a:xfrm>
              <a:off x="5615580" y="1528879"/>
              <a:ext cx="4379" cy="270"/>
            </a:xfrm>
            <a:custGeom>
              <a:avLst/>
              <a:pathLst>
                <a:path w="4379" h="270">
                  <a:moveTo>
                    <a:pt x="4379" y="27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l6768"/>
            <p:cNvSpPr/>
            <p:nvPr/>
          </p:nvSpPr>
          <p:spPr>
            <a:xfrm>
              <a:off x="5575139" y="1539561"/>
              <a:ext cx="4384" cy="177"/>
            </a:xfrm>
            <a:custGeom>
              <a:avLst/>
              <a:pathLst>
                <a:path w="4384" h="177">
                  <a:moveTo>
                    <a:pt x="4384" y="17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l6769"/>
            <p:cNvSpPr/>
            <p:nvPr/>
          </p:nvSpPr>
          <p:spPr>
            <a:xfrm>
              <a:off x="5534936" y="1551103"/>
              <a:ext cx="4387" cy="83"/>
            </a:xfrm>
            <a:custGeom>
              <a:avLst/>
              <a:pathLst>
                <a:path w="4387" h="83">
                  <a:moveTo>
                    <a:pt x="4387" y="8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l6770"/>
            <p:cNvSpPr/>
            <p:nvPr/>
          </p:nvSpPr>
          <p:spPr>
            <a:xfrm>
              <a:off x="5526925" y="1553515"/>
              <a:ext cx="6771" cy="738"/>
            </a:xfrm>
            <a:custGeom>
              <a:avLst/>
              <a:pathLst>
                <a:path w="6771" h="738">
                  <a:moveTo>
                    <a:pt x="6771" y="73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l6771"/>
            <p:cNvSpPr/>
            <p:nvPr/>
          </p:nvSpPr>
          <p:spPr>
            <a:xfrm>
              <a:off x="5518925" y="1555960"/>
              <a:ext cx="8161" cy="1680"/>
            </a:xfrm>
            <a:custGeom>
              <a:avLst/>
              <a:pathLst>
                <a:path w="8161" h="1680">
                  <a:moveTo>
                    <a:pt x="8161" y="168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l6772"/>
            <p:cNvSpPr/>
            <p:nvPr/>
          </p:nvSpPr>
          <p:spPr>
            <a:xfrm>
              <a:off x="5510935" y="1558440"/>
              <a:ext cx="56485" cy="22008"/>
            </a:xfrm>
            <a:custGeom>
              <a:avLst/>
              <a:pathLst>
                <a:path w="56485" h="22008">
                  <a:moveTo>
                    <a:pt x="56485" y="220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l6773"/>
            <p:cNvSpPr/>
            <p:nvPr/>
          </p:nvSpPr>
          <p:spPr>
            <a:xfrm>
              <a:off x="5499376" y="1560953"/>
              <a:ext cx="3580" cy="2537"/>
            </a:xfrm>
            <a:custGeom>
              <a:avLst/>
              <a:pathLst>
                <a:path w="3580" h="2537">
                  <a:moveTo>
                    <a:pt x="0" y="2537"/>
                  </a:moveTo>
                  <a:lnTo>
                    <a:pt x="358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l6774"/>
            <p:cNvSpPr/>
            <p:nvPr/>
          </p:nvSpPr>
          <p:spPr>
            <a:xfrm>
              <a:off x="5487030" y="1566083"/>
              <a:ext cx="6786" cy="594"/>
            </a:xfrm>
            <a:custGeom>
              <a:avLst/>
              <a:pathLst>
                <a:path w="6786" h="594">
                  <a:moveTo>
                    <a:pt x="6786" y="5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l6775"/>
            <p:cNvSpPr/>
            <p:nvPr/>
          </p:nvSpPr>
          <p:spPr>
            <a:xfrm>
              <a:off x="5431648" y="1585103"/>
              <a:ext cx="99692" cy="78597"/>
            </a:xfrm>
            <a:custGeom>
              <a:avLst/>
              <a:pathLst>
                <a:path w="99692" h="78597">
                  <a:moveTo>
                    <a:pt x="99692" y="7859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l6776"/>
            <p:cNvSpPr/>
            <p:nvPr/>
          </p:nvSpPr>
          <p:spPr>
            <a:xfrm>
              <a:off x="5420315" y="1587955"/>
              <a:ext cx="3468" cy="2688"/>
            </a:xfrm>
            <a:custGeom>
              <a:avLst/>
              <a:pathLst>
                <a:path w="3468" h="2688">
                  <a:moveTo>
                    <a:pt x="0" y="2688"/>
                  </a:moveTo>
                  <a:lnTo>
                    <a:pt x="346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l6777"/>
            <p:cNvSpPr/>
            <p:nvPr/>
          </p:nvSpPr>
          <p:spPr>
            <a:xfrm>
              <a:off x="5415931" y="1590643"/>
              <a:ext cx="4383" cy="197"/>
            </a:xfrm>
            <a:custGeom>
              <a:avLst/>
              <a:pathLst>
                <a:path w="4383" h="197">
                  <a:moveTo>
                    <a:pt x="4383" y="0"/>
                  </a:moveTo>
                  <a:lnTo>
                    <a:pt x="0" y="1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l6778"/>
            <p:cNvSpPr/>
            <p:nvPr/>
          </p:nvSpPr>
          <p:spPr>
            <a:xfrm>
              <a:off x="5389027" y="1599697"/>
              <a:ext cx="3422" cy="2747"/>
            </a:xfrm>
            <a:custGeom>
              <a:avLst/>
              <a:pathLst>
                <a:path w="3422" h="2747">
                  <a:moveTo>
                    <a:pt x="0" y="2747"/>
                  </a:moveTo>
                  <a:lnTo>
                    <a:pt x="34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l6779"/>
            <p:cNvSpPr/>
            <p:nvPr/>
          </p:nvSpPr>
          <p:spPr>
            <a:xfrm>
              <a:off x="5384647" y="1602444"/>
              <a:ext cx="4379" cy="271"/>
            </a:xfrm>
            <a:custGeom>
              <a:avLst/>
              <a:pathLst>
                <a:path w="4379" h="271">
                  <a:moveTo>
                    <a:pt x="4379" y="0"/>
                  </a:moveTo>
                  <a:lnTo>
                    <a:pt x="0" y="27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l6780"/>
            <p:cNvSpPr/>
            <p:nvPr/>
          </p:nvSpPr>
          <p:spPr>
            <a:xfrm>
              <a:off x="5361320" y="1611973"/>
              <a:ext cx="6810" cy="129"/>
            </a:xfrm>
            <a:custGeom>
              <a:avLst/>
              <a:pathLst>
                <a:path w="6810" h="129">
                  <a:moveTo>
                    <a:pt x="6810" y="12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l6781"/>
            <p:cNvSpPr/>
            <p:nvPr/>
          </p:nvSpPr>
          <p:spPr>
            <a:xfrm>
              <a:off x="5315030" y="1631334"/>
              <a:ext cx="6811" cy="44"/>
            </a:xfrm>
            <a:custGeom>
              <a:avLst/>
              <a:pathLst>
                <a:path w="6811" h="44">
                  <a:moveTo>
                    <a:pt x="6811" y="0"/>
                  </a:moveTo>
                  <a:lnTo>
                    <a:pt x="0" y="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l6782"/>
            <p:cNvSpPr/>
            <p:nvPr/>
          </p:nvSpPr>
          <p:spPr>
            <a:xfrm>
              <a:off x="5288811" y="1641524"/>
              <a:ext cx="3264" cy="2932"/>
            </a:xfrm>
            <a:custGeom>
              <a:avLst/>
              <a:pathLst>
                <a:path w="3264" h="2932">
                  <a:moveTo>
                    <a:pt x="0" y="2932"/>
                  </a:moveTo>
                  <a:lnTo>
                    <a:pt x="326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l6783"/>
            <p:cNvSpPr/>
            <p:nvPr/>
          </p:nvSpPr>
          <p:spPr>
            <a:xfrm>
              <a:off x="5266026" y="1651963"/>
              <a:ext cx="3226" cy="2974"/>
            </a:xfrm>
            <a:custGeom>
              <a:avLst/>
              <a:pathLst>
                <a:path w="3226" h="2974">
                  <a:moveTo>
                    <a:pt x="0" y="2974"/>
                  </a:moveTo>
                  <a:lnTo>
                    <a:pt x="32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l6784"/>
            <p:cNvSpPr/>
            <p:nvPr/>
          </p:nvSpPr>
          <p:spPr>
            <a:xfrm>
              <a:off x="5261675" y="1654937"/>
              <a:ext cx="4351" cy="570"/>
            </a:xfrm>
            <a:custGeom>
              <a:avLst/>
              <a:pathLst>
                <a:path w="4351" h="570">
                  <a:moveTo>
                    <a:pt x="4351" y="0"/>
                  </a:moveTo>
                  <a:lnTo>
                    <a:pt x="0" y="57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l6785"/>
            <p:cNvSpPr/>
            <p:nvPr/>
          </p:nvSpPr>
          <p:spPr>
            <a:xfrm>
              <a:off x="5239034" y="1665709"/>
              <a:ext cx="4343" cy="625"/>
            </a:xfrm>
            <a:custGeom>
              <a:avLst/>
              <a:pathLst>
                <a:path w="4343" h="625">
                  <a:moveTo>
                    <a:pt x="4343" y="0"/>
                  </a:moveTo>
                  <a:lnTo>
                    <a:pt x="0" y="62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l6786"/>
            <p:cNvSpPr/>
            <p:nvPr/>
          </p:nvSpPr>
          <p:spPr>
            <a:xfrm>
              <a:off x="5220868" y="1673713"/>
              <a:ext cx="3149" cy="3055"/>
            </a:xfrm>
            <a:custGeom>
              <a:avLst/>
              <a:pathLst>
                <a:path w="3149" h="3055">
                  <a:moveTo>
                    <a:pt x="0" y="3055"/>
                  </a:moveTo>
                  <a:lnTo>
                    <a:pt x="314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l6787"/>
            <p:cNvSpPr/>
            <p:nvPr/>
          </p:nvSpPr>
          <p:spPr>
            <a:xfrm>
              <a:off x="5194176" y="1688810"/>
              <a:ext cx="11722" cy="44"/>
            </a:xfrm>
            <a:custGeom>
              <a:avLst/>
              <a:pathLst>
                <a:path w="11722" h="44">
                  <a:moveTo>
                    <a:pt x="11722" y="0"/>
                  </a:moveTo>
                  <a:lnTo>
                    <a:pt x="0" y="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l6788"/>
            <p:cNvSpPr/>
            <p:nvPr/>
          </p:nvSpPr>
          <p:spPr>
            <a:xfrm>
              <a:off x="5176284" y="1696615"/>
              <a:ext cx="3070" cy="3135"/>
            </a:xfrm>
            <a:custGeom>
              <a:avLst/>
              <a:pathLst>
                <a:path w="3070" h="3135">
                  <a:moveTo>
                    <a:pt x="0" y="3135"/>
                  </a:moveTo>
                  <a:lnTo>
                    <a:pt x="307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l6789"/>
            <p:cNvSpPr/>
            <p:nvPr/>
          </p:nvSpPr>
          <p:spPr>
            <a:xfrm>
              <a:off x="5135292" y="1719768"/>
              <a:ext cx="4298" cy="884"/>
            </a:xfrm>
            <a:custGeom>
              <a:avLst/>
              <a:pathLst>
                <a:path w="4298" h="884">
                  <a:moveTo>
                    <a:pt x="4298" y="0"/>
                  </a:moveTo>
                  <a:lnTo>
                    <a:pt x="0" y="88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l6790"/>
            <p:cNvSpPr/>
            <p:nvPr/>
          </p:nvSpPr>
          <p:spPr>
            <a:xfrm>
              <a:off x="5120743" y="1727994"/>
              <a:ext cx="4290" cy="920"/>
            </a:xfrm>
            <a:custGeom>
              <a:avLst/>
              <a:pathLst>
                <a:path w="4290" h="920">
                  <a:moveTo>
                    <a:pt x="4290" y="0"/>
                  </a:moveTo>
                  <a:lnTo>
                    <a:pt x="0" y="92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l6791"/>
            <p:cNvSpPr/>
            <p:nvPr/>
          </p:nvSpPr>
          <p:spPr>
            <a:xfrm>
              <a:off x="5106265" y="1736344"/>
              <a:ext cx="4282" cy="957"/>
            </a:xfrm>
            <a:custGeom>
              <a:avLst/>
              <a:pathLst>
                <a:path w="4282" h="957">
                  <a:moveTo>
                    <a:pt x="4282" y="0"/>
                  </a:moveTo>
                  <a:lnTo>
                    <a:pt x="0" y="9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l6792"/>
            <p:cNvSpPr/>
            <p:nvPr/>
          </p:nvSpPr>
          <p:spPr>
            <a:xfrm>
              <a:off x="5099053" y="1741541"/>
              <a:ext cx="14843" cy="556"/>
            </a:xfrm>
            <a:custGeom>
              <a:avLst/>
              <a:pathLst>
                <a:path w="14843" h="556">
                  <a:moveTo>
                    <a:pt x="14843" y="55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l6793"/>
            <p:cNvSpPr/>
            <p:nvPr/>
          </p:nvSpPr>
          <p:spPr>
            <a:xfrm>
              <a:off x="5056167" y="1767620"/>
              <a:ext cx="26251" cy="19739"/>
            </a:xfrm>
            <a:custGeom>
              <a:avLst/>
              <a:pathLst>
                <a:path w="26251" h="19739">
                  <a:moveTo>
                    <a:pt x="26251" y="197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l6794"/>
            <p:cNvSpPr/>
            <p:nvPr/>
          </p:nvSpPr>
          <p:spPr>
            <a:xfrm>
              <a:off x="5049085" y="1772073"/>
              <a:ext cx="25535" cy="21695"/>
            </a:xfrm>
            <a:custGeom>
              <a:avLst/>
              <a:pathLst>
                <a:path w="25535" h="21695">
                  <a:moveTo>
                    <a:pt x="25535" y="216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l6795"/>
            <p:cNvSpPr/>
            <p:nvPr/>
          </p:nvSpPr>
          <p:spPr>
            <a:xfrm>
              <a:off x="5039216" y="1776556"/>
              <a:ext cx="2805" cy="3373"/>
            </a:xfrm>
            <a:custGeom>
              <a:avLst/>
              <a:pathLst>
                <a:path w="2805" h="3373">
                  <a:moveTo>
                    <a:pt x="0" y="3373"/>
                  </a:moveTo>
                  <a:lnTo>
                    <a:pt x="280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l6796"/>
            <p:cNvSpPr/>
            <p:nvPr/>
          </p:nvSpPr>
          <p:spPr>
            <a:xfrm>
              <a:off x="5006998" y="1798210"/>
              <a:ext cx="4217" cy="1211"/>
            </a:xfrm>
            <a:custGeom>
              <a:avLst/>
              <a:pathLst>
                <a:path w="4217" h="1211">
                  <a:moveTo>
                    <a:pt x="4217" y="0"/>
                  </a:moveTo>
                  <a:lnTo>
                    <a:pt x="0" y="121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l6797"/>
            <p:cNvSpPr/>
            <p:nvPr/>
          </p:nvSpPr>
          <p:spPr>
            <a:xfrm>
              <a:off x="5000052" y="1802692"/>
              <a:ext cx="11639" cy="1392"/>
            </a:xfrm>
            <a:custGeom>
              <a:avLst/>
              <a:pathLst>
                <a:path w="11639" h="1392">
                  <a:moveTo>
                    <a:pt x="11639" y="0"/>
                  </a:moveTo>
                  <a:lnTo>
                    <a:pt x="0" y="139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l6798"/>
            <p:cNvSpPr/>
            <p:nvPr/>
          </p:nvSpPr>
          <p:spPr>
            <a:xfrm>
              <a:off x="4979335" y="1816876"/>
              <a:ext cx="6672" cy="1372"/>
            </a:xfrm>
            <a:custGeom>
              <a:avLst/>
              <a:pathLst>
                <a:path w="6672" h="1372">
                  <a:moveTo>
                    <a:pt x="6672" y="0"/>
                  </a:moveTo>
                  <a:lnTo>
                    <a:pt x="0" y="137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l6799"/>
            <p:cNvSpPr/>
            <p:nvPr/>
          </p:nvSpPr>
          <p:spPr>
            <a:xfrm>
              <a:off x="4958801" y="1832678"/>
              <a:ext cx="55912" cy="21014"/>
            </a:xfrm>
            <a:custGeom>
              <a:avLst/>
              <a:pathLst>
                <a:path w="55912" h="21014">
                  <a:moveTo>
                    <a:pt x="55912" y="2101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l6800"/>
            <p:cNvSpPr/>
            <p:nvPr/>
          </p:nvSpPr>
          <p:spPr>
            <a:xfrm>
              <a:off x="4904963" y="1872429"/>
              <a:ext cx="10469" cy="392"/>
            </a:xfrm>
            <a:custGeom>
              <a:avLst/>
              <a:pathLst>
                <a:path w="10469" h="392">
                  <a:moveTo>
                    <a:pt x="10469" y="39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l6801"/>
            <p:cNvSpPr/>
            <p:nvPr/>
          </p:nvSpPr>
          <p:spPr>
            <a:xfrm>
              <a:off x="4878562" y="1891439"/>
              <a:ext cx="4105" cy="1549"/>
            </a:xfrm>
            <a:custGeom>
              <a:avLst/>
              <a:pathLst>
                <a:path w="4105" h="1549">
                  <a:moveTo>
                    <a:pt x="4105" y="0"/>
                  </a:moveTo>
                  <a:lnTo>
                    <a:pt x="0" y="154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l6802"/>
            <p:cNvSpPr/>
            <p:nvPr/>
          </p:nvSpPr>
          <p:spPr>
            <a:xfrm>
              <a:off x="4872016" y="1896373"/>
              <a:ext cx="6563" cy="1824"/>
            </a:xfrm>
            <a:custGeom>
              <a:avLst/>
              <a:pathLst>
                <a:path w="6563" h="1824">
                  <a:moveTo>
                    <a:pt x="6563" y="0"/>
                  </a:moveTo>
                  <a:lnTo>
                    <a:pt x="0" y="182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l6803"/>
            <p:cNvSpPr/>
            <p:nvPr/>
          </p:nvSpPr>
          <p:spPr>
            <a:xfrm>
              <a:off x="4863078" y="1903436"/>
              <a:ext cx="2415" cy="3663"/>
            </a:xfrm>
            <a:custGeom>
              <a:avLst/>
              <a:pathLst>
                <a:path w="2415" h="3663">
                  <a:moveTo>
                    <a:pt x="0" y="3663"/>
                  </a:moveTo>
                  <a:lnTo>
                    <a:pt x="24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l6804"/>
            <p:cNvSpPr/>
            <p:nvPr/>
          </p:nvSpPr>
          <p:spPr>
            <a:xfrm>
              <a:off x="4858993" y="1907099"/>
              <a:ext cx="4085" cy="1601"/>
            </a:xfrm>
            <a:custGeom>
              <a:avLst/>
              <a:pathLst>
                <a:path w="4085" h="1601">
                  <a:moveTo>
                    <a:pt x="4085" y="0"/>
                  </a:moveTo>
                  <a:lnTo>
                    <a:pt x="0" y="160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l6805"/>
            <p:cNvSpPr/>
            <p:nvPr/>
          </p:nvSpPr>
          <p:spPr>
            <a:xfrm>
              <a:off x="4850131" y="1913994"/>
              <a:ext cx="2383" cy="3684"/>
            </a:xfrm>
            <a:custGeom>
              <a:avLst/>
              <a:pathLst>
                <a:path w="2383" h="3684">
                  <a:moveTo>
                    <a:pt x="0" y="3684"/>
                  </a:moveTo>
                  <a:lnTo>
                    <a:pt x="238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l6806"/>
            <p:cNvSpPr/>
            <p:nvPr/>
          </p:nvSpPr>
          <p:spPr>
            <a:xfrm>
              <a:off x="4846059" y="1917679"/>
              <a:ext cx="4071" cy="1636"/>
            </a:xfrm>
            <a:custGeom>
              <a:avLst/>
              <a:pathLst>
                <a:path w="4071" h="1636">
                  <a:moveTo>
                    <a:pt x="4071" y="0"/>
                  </a:moveTo>
                  <a:lnTo>
                    <a:pt x="0" y="163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l6807"/>
            <p:cNvSpPr/>
            <p:nvPr/>
          </p:nvSpPr>
          <p:spPr>
            <a:xfrm>
              <a:off x="4839627" y="1922699"/>
              <a:ext cx="6522" cy="1964"/>
            </a:xfrm>
            <a:custGeom>
              <a:avLst/>
              <a:pathLst>
                <a:path w="6522" h="1964">
                  <a:moveTo>
                    <a:pt x="6522" y="0"/>
                  </a:moveTo>
                  <a:lnTo>
                    <a:pt x="0" y="196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l6808"/>
            <p:cNvSpPr/>
            <p:nvPr/>
          </p:nvSpPr>
          <p:spPr>
            <a:xfrm>
              <a:off x="4833217" y="1930040"/>
              <a:ext cx="27018" cy="5195"/>
            </a:xfrm>
            <a:custGeom>
              <a:avLst/>
              <a:pathLst>
                <a:path w="27018" h="5195">
                  <a:moveTo>
                    <a:pt x="27018" y="51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l6809"/>
            <p:cNvSpPr/>
            <p:nvPr/>
          </p:nvSpPr>
          <p:spPr>
            <a:xfrm>
              <a:off x="4826830" y="1935443"/>
              <a:ext cx="24427" cy="9001"/>
            </a:xfrm>
            <a:custGeom>
              <a:avLst/>
              <a:pathLst>
                <a:path w="24427" h="9001">
                  <a:moveTo>
                    <a:pt x="24427" y="900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l6810"/>
            <p:cNvSpPr/>
            <p:nvPr/>
          </p:nvSpPr>
          <p:spPr>
            <a:xfrm>
              <a:off x="4795245" y="1962865"/>
              <a:ext cx="208192" cy="118398"/>
            </a:xfrm>
            <a:custGeom>
              <a:avLst/>
              <a:pathLst>
                <a:path w="208192" h="118398">
                  <a:moveTo>
                    <a:pt x="208192" y="11839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l6811"/>
            <p:cNvSpPr/>
            <p:nvPr/>
          </p:nvSpPr>
          <p:spPr>
            <a:xfrm>
              <a:off x="4786775" y="1968430"/>
              <a:ext cx="2224" cy="3782"/>
            </a:xfrm>
            <a:custGeom>
              <a:avLst/>
              <a:pathLst>
                <a:path w="2224" h="3782">
                  <a:moveTo>
                    <a:pt x="0" y="3782"/>
                  </a:moveTo>
                  <a:lnTo>
                    <a:pt x="222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l6812"/>
            <p:cNvSpPr/>
            <p:nvPr/>
          </p:nvSpPr>
          <p:spPr>
            <a:xfrm>
              <a:off x="4764253" y="1989559"/>
              <a:ext cx="9368" cy="1394"/>
            </a:xfrm>
            <a:custGeom>
              <a:avLst/>
              <a:pathLst>
                <a:path w="9368" h="1394">
                  <a:moveTo>
                    <a:pt x="9368" y="0"/>
                  </a:moveTo>
                  <a:lnTo>
                    <a:pt x="0" y="139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l6813"/>
            <p:cNvSpPr/>
            <p:nvPr/>
          </p:nvSpPr>
          <p:spPr>
            <a:xfrm>
              <a:off x="4663499" y="2089137"/>
              <a:ext cx="3829" cy="2143"/>
            </a:xfrm>
            <a:custGeom>
              <a:avLst/>
              <a:pathLst>
                <a:path w="3829" h="2143">
                  <a:moveTo>
                    <a:pt x="3829" y="0"/>
                  </a:moveTo>
                  <a:lnTo>
                    <a:pt x="0" y="214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l6814"/>
            <p:cNvSpPr/>
            <p:nvPr/>
          </p:nvSpPr>
          <p:spPr>
            <a:xfrm>
              <a:off x="4652131" y="2101380"/>
              <a:ext cx="3810" cy="2175"/>
            </a:xfrm>
            <a:custGeom>
              <a:avLst/>
              <a:pathLst>
                <a:path w="3810" h="2175">
                  <a:moveTo>
                    <a:pt x="3810" y="0"/>
                  </a:moveTo>
                  <a:lnTo>
                    <a:pt x="0" y="217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l6815"/>
            <p:cNvSpPr/>
            <p:nvPr/>
          </p:nvSpPr>
          <p:spPr>
            <a:xfrm>
              <a:off x="4644661" y="2109731"/>
              <a:ext cx="1825" cy="3990"/>
            </a:xfrm>
            <a:custGeom>
              <a:avLst/>
              <a:pathLst>
                <a:path w="1825" h="3990">
                  <a:moveTo>
                    <a:pt x="0" y="3990"/>
                  </a:moveTo>
                  <a:lnTo>
                    <a:pt x="182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l6816"/>
            <p:cNvSpPr/>
            <p:nvPr/>
          </p:nvSpPr>
          <p:spPr>
            <a:xfrm>
              <a:off x="4633485" y="2122152"/>
              <a:ext cx="1791" cy="4005"/>
            </a:xfrm>
            <a:custGeom>
              <a:avLst/>
              <a:pathLst>
                <a:path w="1791" h="4005">
                  <a:moveTo>
                    <a:pt x="0" y="4005"/>
                  </a:moveTo>
                  <a:lnTo>
                    <a:pt x="179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l6817"/>
            <p:cNvSpPr/>
            <p:nvPr/>
          </p:nvSpPr>
          <p:spPr>
            <a:xfrm>
              <a:off x="4622417" y="2134668"/>
              <a:ext cx="1757" cy="4021"/>
            </a:xfrm>
            <a:custGeom>
              <a:avLst/>
              <a:pathLst>
                <a:path w="1757" h="4021">
                  <a:moveTo>
                    <a:pt x="0" y="4021"/>
                  </a:moveTo>
                  <a:lnTo>
                    <a:pt x="175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l6818"/>
            <p:cNvSpPr/>
            <p:nvPr/>
          </p:nvSpPr>
          <p:spPr>
            <a:xfrm>
              <a:off x="4611455" y="2147278"/>
              <a:ext cx="1723" cy="4035"/>
            </a:xfrm>
            <a:custGeom>
              <a:avLst/>
              <a:pathLst>
                <a:path w="1723" h="4035">
                  <a:moveTo>
                    <a:pt x="0" y="4035"/>
                  </a:moveTo>
                  <a:lnTo>
                    <a:pt x="172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l6819"/>
            <p:cNvSpPr/>
            <p:nvPr/>
          </p:nvSpPr>
          <p:spPr>
            <a:xfrm>
              <a:off x="4596887" y="2163364"/>
              <a:ext cx="7771" cy="3004"/>
            </a:xfrm>
            <a:custGeom>
              <a:avLst/>
              <a:pathLst>
                <a:path w="7771" h="3004">
                  <a:moveTo>
                    <a:pt x="7771" y="0"/>
                  </a:moveTo>
                  <a:lnTo>
                    <a:pt x="0" y="300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l6820"/>
            <p:cNvSpPr/>
            <p:nvPr/>
          </p:nvSpPr>
          <p:spPr>
            <a:xfrm>
              <a:off x="4586163" y="2176844"/>
              <a:ext cx="3694" cy="2367"/>
            </a:xfrm>
            <a:custGeom>
              <a:avLst/>
              <a:pathLst>
                <a:path w="3694" h="2367">
                  <a:moveTo>
                    <a:pt x="3694" y="0"/>
                  </a:moveTo>
                  <a:lnTo>
                    <a:pt x="0" y="23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l6821"/>
            <p:cNvSpPr/>
            <p:nvPr/>
          </p:nvSpPr>
          <p:spPr>
            <a:xfrm>
              <a:off x="4580842" y="2182519"/>
              <a:ext cx="6041" cy="3147"/>
            </a:xfrm>
            <a:custGeom>
              <a:avLst/>
              <a:pathLst>
                <a:path w="6041" h="3147">
                  <a:moveTo>
                    <a:pt x="6041" y="0"/>
                  </a:moveTo>
                  <a:lnTo>
                    <a:pt x="0" y="314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l6822"/>
            <p:cNvSpPr/>
            <p:nvPr/>
          </p:nvSpPr>
          <p:spPr>
            <a:xfrm>
              <a:off x="4575549" y="2189008"/>
              <a:ext cx="7719" cy="3137"/>
            </a:xfrm>
            <a:custGeom>
              <a:avLst/>
              <a:pathLst>
                <a:path w="7719" h="3137">
                  <a:moveTo>
                    <a:pt x="7719" y="0"/>
                  </a:moveTo>
                  <a:lnTo>
                    <a:pt x="0" y="313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l6823"/>
            <p:cNvSpPr/>
            <p:nvPr/>
          </p:nvSpPr>
          <p:spPr>
            <a:xfrm>
              <a:off x="4570283" y="2195911"/>
              <a:ext cx="9067" cy="2735"/>
            </a:xfrm>
            <a:custGeom>
              <a:avLst/>
              <a:pathLst>
                <a:path w="9067" h="2735">
                  <a:moveTo>
                    <a:pt x="9067" y="0"/>
                  </a:moveTo>
                  <a:lnTo>
                    <a:pt x="0" y="273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l6824"/>
            <p:cNvSpPr/>
            <p:nvPr/>
          </p:nvSpPr>
          <p:spPr>
            <a:xfrm>
              <a:off x="4542877" y="2231482"/>
              <a:ext cx="1496" cy="4125"/>
            </a:xfrm>
            <a:custGeom>
              <a:avLst/>
              <a:pathLst>
                <a:path w="1496" h="4125">
                  <a:moveTo>
                    <a:pt x="0" y="4125"/>
                  </a:moveTo>
                  <a:lnTo>
                    <a:pt x="149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l6825"/>
            <p:cNvSpPr/>
            <p:nvPr/>
          </p:nvSpPr>
          <p:spPr>
            <a:xfrm>
              <a:off x="4527723" y="2251447"/>
              <a:ext cx="1443" cy="4144"/>
            </a:xfrm>
            <a:custGeom>
              <a:avLst/>
              <a:pathLst>
                <a:path w="1443" h="4144">
                  <a:moveTo>
                    <a:pt x="0" y="4144"/>
                  </a:moveTo>
                  <a:lnTo>
                    <a:pt x="144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l6826"/>
            <p:cNvSpPr/>
            <p:nvPr/>
          </p:nvSpPr>
          <p:spPr>
            <a:xfrm>
              <a:off x="4517763" y="2264865"/>
              <a:ext cx="1408" cy="4156"/>
            </a:xfrm>
            <a:custGeom>
              <a:avLst/>
              <a:pathLst>
                <a:path w="1408" h="4156">
                  <a:moveTo>
                    <a:pt x="0" y="4156"/>
                  </a:moveTo>
                  <a:lnTo>
                    <a:pt x="140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l6827"/>
            <p:cNvSpPr/>
            <p:nvPr/>
          </p:nvSpPr>
          <p:spPr>
            <a:xfrm>
              <a:off x="4509291" y="2274864"/>
              <a:ext cx="5842" cy="3502"/>
            </a:xfrm>
            <a:custGeom>
              <a:avLst/>
              <a:pathLst>
                <a:path w="5842" h="3502">
                  <a:moveTo>
                    <a:pt x="5842" y="0"/>
                  </a:moveTo>
                  <a:lnTo>
                    <a:pt x="0" y="3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l6828"/>
            <p:cNvSpPr/>
            <p:nvPr/>
          </p:nvSpPr>
          <p:spPr>
            <a:xfrm>
              <a:off x="4504394" y="2281557"/>
              <a:ext cx="7517" cy="3592"/>
            </a:xfrm>
            <a:custGeom>
              <a:avLst/>
              <a:pathLst>
                <a:path w="7517" h="3592">
                  <a:moveTo>
                    <a:pt x="7517" y="0"/>
                  </a:moveTo>
                  <a:lnTo>
                    <a:pt x="0" y="359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l6829"/>
            <p:cNvSpPr/>
            <p:nvPr/>
          </p:nvSpPr>
          <p:spPr>
            <a:xfrm>
              <a:off x="4489877" y="2302963"/>
              <a:ext cx="3490" cy="2659"/>
            </a:xfrm>
            <a:custGeom>
              <a:avLst/>
              <a:pathLst>
                <a:path w="3490" h="2659">
                  <a:moveTo>
                    <a:pt x="3490" y="0"/>
                  </a:moveTo>
                  <a:lnTo>
                    <a:pt x="0" y="265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l6830"/>
            <p:cNvSpPr/>
            <p:nvPr/>
          </p:nvSpPr>
          <p:spPr>
            <a:xfrm>
              <a:off x="4403191" y="2439417"/>
              <a:ext cx="957" cy="4282"/>
            </a:xfrm>
            <a:custGeom>
              <a:avLst/>
              <a:pathLst>
                <a:path w="957" h="4282">
                  <a:moveTo>
                    <a:pt x="0" y="4282"/>
                  </a:moveTo>
                  <a:lnTo>
                    <a:pt x="95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l6831"/>
            <p:cNvSpPr/>
            <p:nvPr/>
          </p:nvSpPr>
          <p:spPr>
            <a:xfrm>
              <a:off x="4382550" y="2475745"/>
              <a:ext cx="865" cy="4302"/>
            </a:xfrm>
            <a:custGeom>
              <a:avLst/>
              <a:pathLst>
                <a:path w="865" h="4302">
                  <a:moveTo>
                    <a:pt x="0" y="4302"/>
                  </a:moveTo>
                  <a:lnTo>
                    <a:pt x="86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l6832"/>
            <p:cNvSpPr/>
            <p:nvPr/>
          </p:nvSpPr>
          <p:spPr>
            <a:xfrm>
              <a:off x="4375340" y="2486178"/>
              <a:ext cx="5347" cy="4220"/>
            </a:xfrm>
            <a:custGeom>
              <a:avLst/>
              <a:pathLst>
                <a:path w="5347" h="4220">
                  <a:moveTo>
                    <a:pt x="5347" y="0"/>
                  </a:moveTo>
                  <a:lnTo>
                    <a:pt x="0" y="422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l6833"/>
            <p:cNvSpPr/>
            <p:nvPr/>
          </p:nvSpPr>
          <p:spPr>
            <a:xfrm>
              <a:off x="4358811" y="2519909"/>
              <a:ext cx="755" cy="4322"/>
            </a:xfrm>
            <a:custGeom>
              <a:avLst/>
              <a:pathLst>
                <a:path w="755" h="4322">
                  <a:moveTo>
                    <a:pt x="0" y="4322"/>
                  </a:moveTo>
                  <a:lnTo>
                    <a:pt x="75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l6834"/>
            <p:cNvSpPr/>
            <p:nvPr/>
          </p:nvSpPr>
          <p:spPr>
            <a:xfrm>
              <a:off x="4355702" y="2524232"/>
              <a:ext cx="3109" cy="3096"/>
            </a:xfrm>
            <a:custGeom>
              <a:avLst/>
              <a:pathLst>
                <a:path w="3109" h="3096">
                  <a:moveTo>
                    <a:pt x="3109" y="0"/>
                  </a:moveTo>
                  <a:lnTo>
                    <a:pt x="0" y="30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l6835"/>
            <p:cNvSpPr/>
            <p:nvPr/>
          </p:nvSpPr>
          <p:spPr>
            <a:xfrm>
              <a:off x="4348068" y="2539094"/>
              <a:ext cx="3082" cy="3123"/>
            </a:xfrm>
            <a:custGeom>
              <a:avLst/>
              <a:pathLst>
                <a:path w="3082" h="3123">
                  <a:moveTo>
                    <a:pt x="3082" y="0"/>
                  </a:moveTo>
                  <a:lnTo>
                    <a:pt x="0" y="31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l6836"/>
            <p:cNvSpPr/>
            <p:nvPr/>
          </p:nvSpPr>
          <p:spPr>
            <a:xfrm>
              <a:off x="4344298" y="2545285"/>
              <a:ext cx="5199" cy="4400"/>
            </a:xfrm>
            <a:custGeom>
              <a:avLst/>
              <a:pathLst>
                <a:path w="5199" h="4400">
                  <a:moveTo>
                    <a:pt x="5199" y="0"/>
                  </a:moveTo>
                  <a:lnTo>
                    <a:pt x="0" y="440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l6837"/>
            <p:cNvSpPr/>
            <p:nvPr/>
          </p:nvSpPr>
          <p:spPr>
            <a:xfrm>
              <a:off x="4339898" y="2557170"/>
              <a:ext cx="662" cy="4337"/>
            </a:xfrm>
            <a:custGeom>
              <a:avLst/>
              <a:pathLst>
                <a:path w="662" h="4337">
                  <a:moveTo>
                    <a:pt x="0" y="4337"/>
                  </a:moveTo>
                  <a:lnTo>
                    <a:pt x="66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l6838"/>
            <p:cNvSpPr/>
            <p:nvPr/>
          </p:nvSpPr>
          <p:spPr>
            <a:xfrm>
              <a:off x="4336856" y="2561508"/>
              <a:ext cx="3042" cy="3162"/>
            </a:xfrm>
            <a:custGeom>
              <a:avLst/>
              <a:pathLst>
                <a:path w="3042" h="3162">
                  <a:moveTo>
                    <a:pt x="3042" y="0"/>
                  </a:moveTo>
                  <a:lnTo>
                    <a:pt x="0" y="316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l6839"/>
            <p:cNvSpPr/>
            <p:nvPr/>
          </p:nvSpPr>
          <p:spPr>
            <a:xfrm>
              <a:off x="4329541" y="2576530"/>
              <a:ext cx="3015" cy="3188"/>
            </a:xfrm>
            <a:custGeom>
              <a:avLst/>
              <a:pathLst>
                <a:path w="3015" h="3188">
                  <a:moveTo>
                    <a:pt x="3015" y="0"/>
                  </a:moveTo>
                  <a:lnTo>
                    <a:pt x="0" y="318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l6840"/>
            <p:cNvSpPr/>
            <p:nvPr/>
          </p:nvSpPr>
          <p:spPr>
            <a:xfrm>
              <a:off x="4304957" y="2629588"/>
              <a:ext cx="2918" cy="3276"/>
            </a:xfrm>
            <a:custGeom>
              <a:avLst/>
              <a:pathLst>
                <a:path w="2918" h="3276">
                  <a:moveTo>
                    <a:pt x="2918" y="0"/>
                  </a:moveTo>
                  <a:lnTo>
                    <a:pt x="0" y="327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l6841"/>
            <p:cNvSpPr/>
            <p:nvPr/>
          </p:nvSpPr>
          <p:spPr>
            <a:xfrm>
              <a:off x="4291626" y="2658833"/>
              <a:ext cx="4907" cy="4724"/>
            </a:xfrm>
            <a:custGeom>
              <a:avLst/>
              <a:pathLst>
                <a:path w="4907" h="4724">
                  <a:moveTo>
                    <a:pt x="4907" y="0"/>
                  </a:moveTo>
                  <a:lnTo>
                    <a:pt x="0" y="472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l6842"/>
            <p:cNvSpPr/>
            <p:nvPr/>
          </p:nvSpPr>
          <p:spPr>
            <a:xfrm>
              <a:off x="4287991" y="2671265"/>
              <a:ext cx="384" cy="4371"/>
            </a:xfrm>
            <a:custGeom>
              <a:avLst/>
              <a:pathLst>
                <a:path w="384" h="4371">
                  <a:moveTo>
                    <a:pt x="0" y="4371"/>
                  </a:moveTo>
                  <a:lnTo>
                    <a:pt x="38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l6843"/>
            <p:cNvSpPr/>
            <p:nvPr/>
          </p:nvSpPr>
          <p:spPr>
            <a:xfrm>
              <a:off x="4285157" y="2675637"/>
              <a:ext cx="2833" cy="3350"/>
            </a:xfrm>
            <a:custGeom>
              <a:avLst/>
              <a:pathLst>
                <a:path w="2833" h="3350">
                  <a:moveTo>
                    <a:pt x="2833" y="0"/>
                  </a:moveTo>
                  <a:lnTo>
                    <a:pt x="0" y="335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l6844"/>
            <p:cNvSpPr/>
            <p:nvPr/>
          </p:nvSpPr>
          <p:spPr>
            <a:xfrm>
              <a:off x="4269564" y="2712931"/>
              <a:ext cx="4764" cy="4868"/>
            </a:xfrm>
            <a:custGeom>
              <a:avLst/>
              <a:pathLst>
                <a:path w="4764" h="4868">
                  <a:moveTo>
                    <a:pt x="4764" y="0"/>
                  </a:moveTo>
                  <a:lnTo>
                    <a:pt x="0" y="486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l6845"/>
            <p:cNvSpPr/>
            <p:nvPr/>
          </p:nvSpPr>
          <p:spPr>
            <a:xfrm>
              <a:off x="4260607" y="2736314"/>
              <a:ext cx="4701" cy="4929"/>
            </a:xfrm>
            <a:custGeom>
              <a:avLst/>
              <a:pathLst>
                <a:path w="4701" h="4929">
                  <a:moveTo>
                    <a:pt x="4701" y="0"/>
                  </a:moveTo>
                  <a:lnTo>
                    <a:pt x="0" y="49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l6846"/>
            <p:cNvSpPr/>
            <p:nvPr/>
          </p:nvSpPr>
          <p:spPr>
            <a:xfrm>
              <a:off x="4257490" y="2749083"/>
              <a:ext cx="197" cy="4383"/>
            </a:xfrm>
            <a:custGeom>
              <a:avLst/>
              <a:pathLst>
                <a:path w="197" h="4383">
                  <a:moveTo>
                    <a:pt x="0" y="4383"/>
                  </a:moveTo>
                  <a:lnTo>
                    <a:pt x="19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l6847"/>
            <p:cNvSpPr/>
            <p:nvPr/>
          </p:nvSpPr>
          <p:spPr>
            <a:xfrm>
              <a:off x="4254802" y="2753467"/>
              <a:ext cx="2688" cy="3468"/>
            </a:xfrm>
            <a:custGeom>
              <a:avLst/>
              <a:pathLst>
                <a:path w="2688" h="3468">
                  <a:moveTo>
                    <a:pt x="2688" y="0"/>
                  </a:moveTo>
                  <a:lnTo>
                    <a:pt x="0" y="346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l6848"/>
            <p:cNvSpPr/>
            <p:nvPr/>
          </p:nvSpPr>
          <p:spPr>
            <a:xfrm>
              <a:off x="4251791" y="2764800"/>
              <a:ext cx="159" cy="4385"/>
            </a:xfrm>
            <a:custGeom>
              <a:avLst/>
              <a:pathLst>
                <a:path w="159" h="4385">
                  <a:moveTo>
                    <a:pt x="0" y="4385"/>
                  </a:moveTo>
                  <a:lnTo>
                    <a:pt x="15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l6849"/>
            <p:cNvSpPr/>
            <p:nvPr/>
          </p:nvSpPr>
          <p:spPr>
            <a:xfrm>
              <a:off x="4246225" y="2780565"/>
              <a:ext cx="122" cy="4386"/>
            </a:xfrm>
            <a:custGeom>
              <a:avLst/>
              <a:pathLst>
                <a:path w="122" h="4386">
                  <a:moveTo>
                    <a:pt x="0" y="4386"/>
                  </a:moveTo>
                  <a:lnTo>
                    <a:pt x="1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l6850"/>
            <p:cNvSpPr/>
            <p:nvPr/>
          </p:nvSpPr>
          <p:spPr>
            <a:xfrm>
              <a:off x="4238196" y="2800765"/>
              <a:ext cx="2598" cy="3536"/>
            </a:xfrm>
            <a:custGeom>
              <a:avLst/>
              <a:pathLst>
                <a:path w="2598" h="3536">
                  <a:moveTo>
                    <a:pt x="2598" y="0"/>
                  </a:moveTo>
                  <a:lnTo>
                    <a:pt x="0" y="353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l6851"/>
            <p:cNvSpPr/>
            <p:nvPr/>
          </p:nvSpPr>
          <p:spPr>
            <a:xfrm>
              <a:off x="4230349" y="2822333"/>
              <a:ext cx="7482" cy="5807"/>
            </a:xfrm>
            <a:custGeom>
              <a:avLst/>
              <a:pathLst>
                <a:path w="7482" h="5807">
                  <a:moveTo>
                    <a:pt x="7482" y="0"/>
                  </a:moveTo>
                  <a:lnTo>
                    <a:pt x="0" y="580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l6852"/>
            <p:cNvSpPr/>
            <p:nvPr/>
          </p:nvSpPr>
          <p:spPr>
            <a:xfrm>
              <a:off x="4225287" y="2840497"/>
              <a:ext cx="2522" cy="3590"/>
            </a:xfrm>
            <a:custGeom>
              <a:avLst/>
              <a:pathLst>
                <a:path w="2522" h="3590">
                  <a:moveTo>
                    <a:pt x="2522" y="0"/>
                  </a:moveTo>
                  <a:lnTo>
                    <a:pt x="0" y="359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l6853"/>
            <p:cNvSpPr/>
            <p:nvPr/>
          </p:nvSpPr>
          <p:spPr>
            <a:xfrm>
              <a:off x="4222808" y="2844014"/>
              <a:ext cx="12270" cy="8063"/>
            </a:xfrm>
            <a:custGeom>
              <a:avLst/>
              <a:pathLst>
                <a:path w="12270" h="8063">
                  <a:moveTo>
                    <a:pt x="12270" y="0"/>
                  </a:moveTo>
                  <a:lnTo>
                    <a:pt x="0" y="806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l6854"/>
            <p:cNvSpPr/>
            <p:nvPr/>
          </p:nvSpPr>
          <p:spPr>
            <a:xfrm>
              <a:off x="4220362" y="2860077"/>
              <a:ext cx="64" cy="4387"/>
            </a:xfrm>
            <a:custGeom>
              <a:avLst/>
              <a:pathLst>
                <a:path w="64" h="4387">
                  <a:moveTo>
                    <a:pt x="64" y="43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l6855"/>
            <p:cNvSpPr/>
            <p:nvPr/>
          </p:nvSpPr>
          <p:spPr>
            <a:xfrm>
              <a:off x="4213231" y="2878237"/>
              <a:ext cx="5880" cy="5902"/>
            </a:xfrm>
            <a:custGeom>
              <a:avLst/>
              <a:pathLst>
                <a:path w="5880" h="5902">
                  <a:moveTo>
                    <a:pt x="5880" y="0"/>
                  </a:moveTo>
                  <a:lnTo>
                    <a:pt x="0" y="59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l6856"/>
            <p:cNvSpPr/>
            <p:nvPr/>
          </p:nvSpPr>
          <p:spPr>
            <a:xfrm>
              <a:off x="4204203" y="2911013"/>
              <a:ext cx="4218" cy="5348"/>
            </a:xfrm>
            <a:custGeom>
              <a:avLst/>
              <a:pathLst>
                <a:path w="4218" h="5348">
                  <a:moveTo>
                    <a:pt x="4218" y="0"/>
                  </a:moveTo>
                  <a:lnTo>
                    <a:pt x="0" y="53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l6857"/>
            <p:cNvSpPr/>
            <p:nvPr/>
          </p:nvSpPr>
          <p:spPr>
            <a:xfrm>
              <a:off x="4178683" y="3022064"/>
              <a:ext cx="438" cy="4366"/>
            </a:xfrm>
            <a:custGeom>
              <a:avLst/>
              <a:pathLst>
                <a:path w="438" h="4366">
                  <a:moveTo>
                    <a:pt x="438" y="43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l6858"/>
            <p:cNvSpPr/>
            <p:nvPr/>
          </p:nvSpPr>
          <p:spPr>
            <a:xfrm>
              <a:off x="4176963" y="3026430"/>
              <a:ext cx="2158" cy="3820"/>
            </a:xfrm>
            <a:custGeom>
              <a:avLst/>
              <a:pathLst>
                <a:path w="2158" h="3820">
                  <a:moveTo>
                    <a:pt x="2158" y="0"/>
                  </a:moveTo>
                  <a:lnTo>
                    <a:pt x="0" y="382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l6859"/>
            <p:cNvSpPr/>
            <p:nvPr/>
          </p:nvSpPr>
          <p:spPr>
            <a:xfrm>
              <a:off x="4172014" y="3048197"/>
              <a:ext cx="6736" cy="6657"/>
            </a:xfrm>
            <a:custGeom>
              <a:avLst/>
              <a:pathLst>
                <a:path w="6736" h="6657">
                  <a:moveTo>
                    <a:pt x="6736" y="0"/>
                  </a:moveTo>
                  <a:lnTo>
                    <a:pt x="0" y="66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l6860"/>
            <p:cNvSpPr/>
            <p:nvPr/>
          </p:nvSpPr>
          <p:spPr>
            <a:xfrm>
              <a:off x="4167381" y="3073832"/>
              <a:ext cx="3747" cy="5688"/>
            </a:xfrm>
            <a:custGeom>
              <a:avLst/>
              <a:pathLst>
                <a:path w="3747" h="5688">
                  <a:moveTo>
                    <a:pt x="3747" y="0"/>
                  </a:moveTo>
                  <a:lnTo>
                    <a:pt x="0" y="568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l6861"/>
            <p:cNvSpPr/>
            <p:nvPr/>
          </p:nvSpPr>
          <p:spPr>
            <a:xfrm>
              <a:off x="4165907" y="3087755"/>
              <a:ext cx="587" cy="4348"/>
            </a:xfrm>
            <a:custGeom>
              <a:avLst/>
              <a:pathLst>
                <a:path w="587" h="4348">
                  <a:moveTo>
                    <a:pt x="587" y="434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l6862"/>
            <p:cNvSpPr/>
            <p:nvPr/>
          </p:nvSpPr>
          <p:spPr>
            <a:xfrm>
              <a:off x="4161696" y="3104283"/>
              <a:ext cx="9462" cy="8212"/>
            </a:xfrm>
            <a:custGeom>
              <a:avLst/>
              <a:pathLst>
                <a:path w="9462" h="8212">
                  <a:moveTo>
                    <a:pt x="9462" y="0"/>
                  </a:moveTo>
                  <a:lnTo>
                    <a:pt x="0" y="821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l6863"/>
            <p:cNvSpPr/>
            <p:nvPr/>
          </p:nvSpPr>
          <p:spPr>
            <a:xfrm>
              <a:off x="4160362" y="3120755"/>
              <a:ext cx="661" cy="4338"/>
            </a:xfrm>
            <a:custGeom>
              <a:avLst/>
              <a:pathLst>
                <a:path w="661" h="4338">
                  <a:moveTo>
                    <a:pt x="661" y="433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l6864"/>
            <p:cNvSpPr/>
            <p:nvPr/>
          </p:nvSpPr>
          <p:spPr>
            <a:xfrm>
              <a:off x="4159064" y="3125093"/>
              <a:ext cx="1959" cy="3926"/>
            </a:xfrm>
            <a:custGeom>
              <a:avLst/>
              <a:pathLst>
                <a:path w="1959" h="3926">
                  <a:moveTo>
                    <a:pt x="1959" y="0"/>
                  </a:moveTo>
                  <a:lnTo>
                    <a:pt x="0" y="39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l6865"/>
            <p:cNvSpPr/>
            <p:nvPr/>
          </p:nvSpPr>
          <p:spPr>
            <a:xfrm>
              <a:off x="4156574" y="3141621"/>
              <a:ext cx="1926" cy="3942"/>
            </a:xfrm>
            <a:custGeom>
              <a:avLst/>
              <a:pathLst>
                <a:path w="1926" h="3942">
                  <a:moveTo>
                    <a:pt x="1926" y="0"/>
                  </a:moveTo>
                  <a:lnTo>
                    <a:pt x="0" y="394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l6866"/>
            <p:cNvSpPr/>
            <p:nvPr/>
          </p:nvSpPr>
          <p:spPr>
            <a:xfrm>
              <a:off x="4143839" y="3253556"/>
              <a:ext cx="956" cy="4282"/>
            </a:xfrm>
            <a:custGeom>
              <a:avLst/>
              <a:pathLst>
                <a:path w="956" h="4282">
                  <a:moveTo>
                    <a:pt x="956" y="428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l6867"/>
            <p:cNvSpPr/>
            <p:nvPr/>
          </p:nvSpPr>
          <p:spPr>
            <a:xfrm>
              <a:off x="4141753" y="3278566"/>
              <a:ext cx="1011" cy="4270"/>
            </a:xfrm>
            <a:custGeom>
              <a:avLst/>
              <a:pathLst>
                <a:path w="1011" h="4270">
                  <a:moveTo>
                    <a:pt x="1011" y="427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l6868"/>
            <p:cNvSpPr/>
            <p:nvPr/>
          </p:nvSpPr>
          <p:spPr>
            <a:xfrm>
              <a:off x="4139986" y="3294499"/>
              <a:ext cx="8612" cy="9100"/>
            </a:xfrm>
            <a:custGeom>
              <a:avLst/>
              <a:pathLst>
                <a:path w="8612" h="9100">
                  <a:moveTo>
                    <a:pt x="8612" y="0"/>
                  </a:moveTo>
                  <a:lnTo>
                    <a:pt x="0" y="910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l6869"/>
            <p:cNvSpPr/>
            <p:nvPr/>
          </p:nvSpPr>
          <p:spPr>
            <a:xfrm>
              <a:off x="4137113" y="3362087"/>
              <a:ext cx="1192" cy="4223"/>
            </a:xfrm>
            <a:custGeom>
              <a:avLst/>
              <a:pathLst>
                <a:path w="1192" h="4223">
                  <a:moveTo>
                    <a:pt x="1192" y="42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l6870"/>
            <p:cNvSpPr/>
            <p:nvPr/>
          </p:nvSpPr>
          <p:spPr>
            <a:xfrm>
              <a:off x="4136845" y="3366310"/>
              <a:ext cx="1460" cy="4138"/>
            </a:xfrm>
            <a:custGeom>
              <a:avLst/>
              <a:pathLst>
                <a:path w="1460" h="4138">
                  <a:moveTo>
                    <a:pt x="1460" y="0"/>
                  </a:moveTo>
                  <a:lnTo>
                    <a:pt x="0" y="41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l6871"/>
            <p:cNvSpPr/>
            <p:nvPr/>
          </p:nvSpPr>
          <p:spPr>
            <a:xfrm>
              <a:off x="4136613" y="3372616"/>
              <a:ext cx="2832" cy="6195"/>
            </a:xfrm>
            <a:custGeom>
              <a:avLst/>
              <a:pathLst>
                <a:path w="2832" h="6195">
                  <a:moveTo>
                    <a:pt x="2832" y="0"/>
                  </a:moveTo>
                  <a:lnTo>
                    <a:pt x="0" y="61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l6872"/>
            <p:cNvSpPr/>
            <p:nvPr/>
          </p:nvSpPr>
          <p:spPr>
            <a:xfrm>
              <a:off x="4137756" y="3512631"/>
              <a:ext cx="1513" cy="4119"/>
            </a:xfrm>
            <a:custGeom>
              <a:avLst/>
              <a:pathLst>
                <a:path w="1513" h="4119">
                  <a:moveTo>
                    <a:pt x="1513" y="41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l6873"/>
            <p:cNvSpPr/>
            <p:nvPr/>
          </p:nvSpPr>
          <p:spPr>
            <a:xfrm>
              <a:off x="4147119" y="3637745"/>
              <a:ext cx="1773" cy="4013"/>
            </a:xfrm>
            <a:custGeom>
              <a:avLst/>
              <a:pathLst>
                <a:path w="1773" h="4013">
                  <a:moveTo>
                    <a:pt x="1773" y="401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l6874"/>
            <p:cNvSpPr/>
            <p:nvPr/>
          </p:nvSpPr>
          <p:spPr>
            <a:xfrm>
              <a:off x="4149952" y="3654950"/>
              <a:ext cx="3108" cy="7730"/>
            </a:xfrm>
            <a:custGeom>
              <a:avLst/>
              <a:pathLst>
                <a:path w="3108" h="7730">
                  <a:moveTo>
                    <a:pt x="3108" y="0"/>
                  </a:moveTo>
                  <a:lnTo>
                    <a:pt x="0" y="773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l6875"/>
            <p:cNvSpPr/>
            <p:nvPr/>
          </p:nvSpPr>
          <p:spPr>
            <a:xfrm>
              <a:off x="4155382" y="3704155"/>
              <a:ext cx="1909" cy="3951"/>
            </a:xfrm>
            <a:custGeom>
              <a:avLst/>
              <a:pathLst>
                <a:path w="1909" h="3951">
                  <a:moveTo>
                    <a:pt x="1909" y="395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l6876"/>
            <p:cNvSpPr/>
            <p:nvPr/>
          </p:nvSpPr>
          <p:spPr>
            <a:xfrm>
              <a:off x="4156574" y="3708106"/>
              <a:ext cx="717" cy="4329"/>
            </a:xfrm>
            <a:custGeom>
              <a:avLst/>
              <a:pathLst>
                <a:path w="717" h="4329">
                  <a:moveTo>
                    <a:pt x="717" y="0"/>
                  </a:moveTo>
                  <a:lnTo>
                    <a:pt x="0" y="43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l6877"/>
            <p:cNvSpPr/>
            <p:nvPr/>
          </p:nvSpPr>
          <p:spPr>
            <a:xfrm>
              <a:off x="4160362" y="3730636"/>
              <a:ext cx="1654" cy="6608"/>
            </a:xfrm>
            <a:custGeom>
              <a:avLst/>
              <a:pathLst>
                <a:path w="1654" h="6608">
                  <a:moveTo>
                    <a:pt x="1654" y="0"/>
                  </a:moveTo>
                  <a:lnTo>
                    <a:pt x="0" y="660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l6878"/>
            <p:cNvSpPr/>
            <p:nvPr/>
          </p:nvSpPr>
          <p:spPr>
            <a:xfrm>
              <a:off x="4164468" y="3750105"/>
              <a:ext cx="10134" cy="11898"/>
            </a:xfrm>
            <a:custGeom>
              <a:avLst/>
              <a:pathLst>
                <a:path w="10134" h="11898">
                  <a:moveTo>
                    <a:pt x="10134" y="0"/>
                  </a:moveTo>
                  <a:lnTo>
                    <a:pt x="0" y="1189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l6879"/>
            <p:cNvSpPr/>
            <p:nvPr/>
          </p:nvSpPr>
          <p:spPr>
            <a:xfrm>
              <a:off x="4168891" y="3782353"/>
              <a:ext cx="550" cy="4353"/>
            </a:xfrm>
            <a:custGeom>
              <a:avLst/>
              <a:pathLst>
                <a:path w="550" h="4353">
                  <a:moveTo>
                    <a:pt x="550" y="0"/>
                  </a:moveTo>
                  <a:lnTo>
                    <a:pt x="0" y="435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l6880"/>
            <p:cNvSpPr/>
            <p:nvPr/>
          </p:nvSpPr>
          <p:spPr>
            <a:xfrm>
              <a:off x="4170435" y="3788274"/>
              <a:ext cx="1456" cy="6654"/>
            </a:xfrm>
            <a:custGeom>
              <a:avLst/>
              <a:pathLst>
                <a:path w="1456" h="6654">
                  <a:moveTo>
                    <a:pt x="1456" y="0"/>
                  </a:moveTo>
                  <a:lnTo>
                    <a:pt x="0" y="66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l6881"/>
            <p:cNvSpPr/>
            <p:nvPr/>
          </p:nvSpPr>
          <p:spPr>
            <a:xfrm>
              <a:off x="4180437" y="3835339"/>
              <a:ext cx="3563" cy="8775"/>
            </a:xfrm>
            <a:custGeom>
              <a:avLst/>
              <a:pathLst>
                <a:path w="3563" h="8775">
                  <a:moveTo>
                    <a:pt x="3563" y="0"/>
                  </a:moveTo>
                  <a:lnTo>
                    <a:pt x="0" y="877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l6882"/>
            <p:cNvSpPr/>
            <p:nvPr/>
          </p:nvSpPr>
          <p:spPr>
            <a:xfrm>
              <a:off x="4184051" y="3856080"/>
              <a:ext cx="382" cy="4371"/>
            </a:xfrm>
            <a:custGeom>
              <a:avLst/>
              <a:pathLst>
                <a:path w="382" h="4371">
                  <a:moveTo>
                    <a:pt x="382" y="0"/>
                  </a:moveTo>
                  <a:lnTo>
                    <a:pt x="0" y="437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l6883"/>
            <p:cNvSpPr/>
            <p:nvPr/>
          </p:nvSpPr>
          <p:spPr>
            <a:xfrm>
              <a:off x="4185910" y="3861902"/>
              <a:ext cx="1199" cy="6705"/>
            </a:xfrm>
            <a:custGeom>
              <a:avLst/>
              <a:pathLst>
                <a:path w="1199" h="6705">
                  <a:moveTo>
                    <a:pt x="1199" y="0"/>
                  </a:moveTo>
                  <a:lnTo>
                    <a:pt x="0" y="67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l6884"/>
            <p:cNvSpPr/>
            <p:nvPr/>
          </p:nvSpPr>
          <p:spPr>
            <a:xfrm>
              <a:off x="4187804" y="3868729"/>
              <a:ext cx="2233" cy="8027"/>
            </a:xfrm>
            <a:custGeom>
              <a:avLst/>
              <a:pathLst>
                <a:path w="2233" h="8027">
                  <a:moveTo>
                    <a:pt x="2233" y="0"/>
                  </a:moveTo>
                  <a:lnTo>
                    <a:pt x="0" y="802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l6885"/>
            <p:cNvSpPr/>
            <p:nvPr/>
          </p:nvSpPr>
          <p:spPr>
            <a:xfrm>
              <a:off x="4206408" y="3942957"/>
              <a:ext cx="912" cy="6750"/>
            </a:xfrm>
            <a:custGeom>
              <a:avLst/>
              <a:pathLst>
                <a:path w="912" h="6750">
                  <a:moveTo>
                    <a:pt x="912" y="0"/>
                  </a:moveTo>
                  <a:lnTo>
                    <a:pt x="0" y="675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l6886"/>
            <p:cNvSpPr/>
            <p:nvPr/>
          </p:nvSpPr>
          <p:spPr>
            <a:xfrm>
              <a:off x="4222808" y="3999147"/>
              <a:ext cx="710" cy="6774"/>
            </a:xfrm>
            <a:custGeom>
              <a:avLst/>
              <a:pathLst>
                <a:path w="710" h="6774">
                  <a:moveTo>
                    <a:pt x="710" y="0"/>
                  </a:moveTo>
                  <a:lnTo>
                    <a:pt x="0" y="677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l6887"/>
            <p:cNvSpPr/>
            <p:nvPr/>
          </p:nvSpPr>
          <p:spPr>
            <a:xfrm>
              <a:off x="4227801" y="4017502"/>
              <a:ext cx="8" cy="4388"/>
            </a:xfrm>
            <a:custGeom>
              <a:avLst/>
              <a:pathLst>
                <a:path w="8" h="4388">
                  <a:moveTo>
                    <a:pt x="8" y="0"/>
                  </a:moveTo>
                  <a:lnTo>
                    <a:pt x="0" y="438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l6888"/>
            <p:cNvSpPr/>
            <p:nvPr/>
          </p:nvSpPr>
          <p:spPr>
            <a:xfrm>
              <a:off x="4230349" y="4017393"/>
              <a:ext cx="3011" cy="12466"/>
            </a:xfrm>
            <a:custGeom>
              <a:avLst/>
              <a:pathLst>
                <a:path w="3011" h="12466">
                  <a:moveTo>
                    <a:pt x="3011" y="0"/>
                  </a:moveTo>
                  <a:lnTo>
                    <a:pt x="0" y="1246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l6889"/>
            <p:cNvSpPr/>
            <p:nvPr/>
          </p:nvSpPr>
          <p:spPr>
            <a:xfrm>
              <a:off x="4238196" y="4053697"/>
              <a:ext cx="2598" cy="3536"/>
            </a:xfrm>
            <a:custGeom>
              <a:avLst/>
              <a:pathLst>
                <a:path w="2598" h="3536">
                  <a:moveTo>
                    <a:pt x="2598" y="353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l6890"/>
            <p:cNvSpPr/>
            <p:nvPr/>
          </p:nvSpPr>
          <p:spPr>
            <a:xfrm>
              <a:off x="4243596" y="4057928"/>
              <a:ext cx="1651" cy="11605"/>
            </a:xfrm>
            <a:custGeom>
              <a:avLst/>
              <a:pathLst>
                <a:path w="1651" h="11605">
                  <a:moveTo>
                    <a:pt x="1651" y="0"/>
                  </a:moveTo>
                  <a:lnTo>
                    <a:pt x="0" y="116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l6891"/>
            <p:cNvSpPr/>
            <p:nvPr/>
          </p:nvSpPr>
          <p:spPr>
            <a:xfrm>
              <a:off x="4246347" y="4077434"/>
              <a:ext cx="2643" cy="3502"/>
            </a:xfrm>
            <a:custGeom>
              <a:avLst/>
              <a:pathLst>
                <a:path w="2643" h="3502">
                  <a:moveTo>
                    <a:pt x="2643" y="35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l6892"/>
            <p:cNvSpPr/>
            <p:nvPr/>
          </p:nvSpPr>
          <p:spPr>
            <a:xfrm>
              <a:off x="4251950" y="4086398"/>
              <a:ext cx="391" cy="6800"/>
            </a:xfrm>
            <a:custGeom>
              <a:avLst/>
              <a:pathLst>
                <a:path w="391" h="6800">
                  <a:moveTo>
                    <a:pt x="391" y="0"/>
                  </a:moveTo>
                  <a:lnTo>
                    <a:pt x="0" y="680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l6893"/>
            <p:cNvSpPr/>
            <p:nvPr/>
          </p:nvSpPr>
          <p:spPr>
            <a:xfrm>
              <a:off x="4263324" y="4120201"/>
              <a:ext cx="234" cy="4381"/>
            </a:xfrm>
            <a:custGeom>
              <a:avLst/>
              <a:pathLst>
                <a:path w="234" h="4381">
                  <a:moveTo>
                    <a:pt x="0" y="0"/>
                  </a:moveTo>
                  <a:lnTo>
                    <a:pt x="234" y="43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l6894"/>
            <p:cNvSpPr/>
            <p:nvPr/>
          </p:nvSpPr>
          <p:spPr>
            <a:xfrm>
              <a:off x="4266545" y="4118477"/>
              <a:ext cx="4667" cy="13920"/>
            </a:xfrm>
            <a:custGeom>
              <a:avLst/>
              <a:pathLst>
                <a:path w="4667" h="13920">
                  <a:moveTo>
                    <a:pt x="4667" y="0"/>
                  </a:moveTo>
                  <a:lnTo>
                    <a:pt x="0" y="1392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l6895"/>
            <p:cNvSpPr/>
            <p:nvPr/>
          </p:nvSpPr>
          <p:spPr>
            <a:xfrm>
              <a:off x="4269564" y="4140200"/>
              <a:ext cx="2761" cy="3410"/>
            </a:xfrm>
            <a:custGeom>
              <a:avLst/>
              <a:pathLst>
                <a:path w="2761" h="3410">
                  <a:moveTo>
                    <a:pt x="2761" y="341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l6896"/>
            <p:cNvSpPr/>
            <p:nvPr/>
          </p:nvSpPr>
          <p:spPr>
            <a:xfrm>
              <a:off x="4275702" y="4148954"/>
              <a:ext cx="158" cy="6810"/>
            </a:xfrm>
            <a:custGeom>
              <a:avLst/>
              <a:pathLst>
                <a:path w="158" h="6810">
                  <a:moveTo>
                    <a:pt x="158" y="0"/>
                  </a:moveTo>
                  <a:lnTo>
                    <a:pt x="0" y="681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l6897"/>
            <p:cNvSpPr/>
            <p:nvPr/>
          </p:nvSpPr>
          <p:spPr>
            <a:xfrm>
              <a:off x="4294910" y="4202136"/>
              <a:ext cx="2876" cy="3314"/>
            </a:xfrm>
            <a:custGeom>
              <a:avLst/>
              <a:pathLst>
                <a:path w="2876" h="3314">
                  <a:moveTo>
                    <a:pt x="2876" y="331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l6898"/>
            <p:cNvSpPr/>
            <p:nvPr/>
          </p:nvSpPr>
          <p:spPr>
            <a:xfrm>
              <a:off x="4297786" y="4205450"/>
              <a:ext cx="440" cy="4366"/>
            </a:xfrm>
            <a:custGeom>
              <a:avLst/>
              <a:pathLst>
                <a:path w="440" h="4366">
                  <a:moveTo>
                    <a:pt x="0" y="0"/>
                  </a:moveTo>
                  <a:lnTo>
                    <a:pt x="440" y="436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l6899"/>
            <p:cNvSpPr/>
            <p:nvPr/>
          </p:nvSpPr>
          <p:spPr>
            <a:xfrm>
              <a:off x="4301502" y="4210671"/>
              <a:ext cx="73" cy="6811"/>
            </a:xfrm>
            <a:custGeom>
              <a:avLst/>
              <a:pathLst>
                <a:path w="73" h="6811">
                  <a:moveTo>
                    <a:pt x="0" y="0"/>
                  </a:moveTo>
                  <a:lnTo>
                    <a:pt x="73" y="681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l6900"/>
            <p:cNvSpPr/>
            <p:nvPr/>
          </p:nvSpPr>
          <p:spPr>
            <a:xfrm>
              <a:off x="4307876" y="4228411"/>
              <a:ext cx="495" cy="4360"/>
            </a:xfrm>
            <a:custGeom>
              <a:avLst/>
              <a:pathLst>
                <a:path w="495" h="4360">
                  <a:moveTo>
                    <a:pt x="0" y="0"/>
                  </a:moveTo>
                  <a:lnTo>
                    <a:pt x="495" y="436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l6901"/>
            <p:cNvSpPr/>
            <p:nvPr/>
          </p:nvSpPr>
          <p:spPr>
            <a:xfrm>
              <a:off x="4344298" y="4308314"/>
              <a:ext cx="3069" cy="3136"/>
            </a:xfrm>
            <a:custGeom>
              <a:avLst/>
              <a:pathLst>
                <a:path w="3069" h="3136">
                  <a:moveTo>
                    <a:pt x="3069" y="313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l6902"/>
            <p:cNvSpPr/>
            <p:nvPr/>
          </p:nvSpPr>
          <p:spPr>
            <a:xfrm>
              <a:off x="4416959" y="4440163"/>
              <a:ext cx="3300" cy="2891"/>
            </a:xfrm>
            <a:custGeom>
              <a:avLst/>
              <a:pathLst>
                <a:path w="3300" h="2891">
                  <a:moveTo>
                    <a:pt x="3300" y="289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l6903"/>
            <p:cNvSpPr/>
            <p:nvPr/>
          </p:nvSpPr>
          <p:spPr>
            <a:xfrm>
              <a:off x="4430045" y="4461578"/>
              <a:ext cx="3337" cy="2848"/>
            </a:xfrm>
            <a:custGeom>
              <a:avLst/>
              <a:pathLst>
                <a:path w="3337" h="2848">
                  <a:moveTo>
                    <a:pt x="3337" y="284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l6904"/>
            <p:cNvSpPr/>
            <p:nvPr/>
          </p:nvSpPr>
          <p:spPr>
            <a:xfrm>
              <a:off x="4433383" y="4464427"/>
              <a:ext cx="1084" cy="4252"/>
            </a:xfrm>
            <a:custGeom>
              <a:avLst/>
              <a:pathLst>
                <a:path w="1084" h="4252">
                  <a:moveTo>
                    <a:pt x="0" y="0"/>
                  </a:moveTo>
                  <a:lnTo>
                    <a:pt x="1084" y="4252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l6905"/>
            <p:cNvSpPr/>
            <p:nvPr/>
          </p:nvSpPr>
          <p:spPr>
            <a:xfrm>
              <a:off x="4452460" y="4496892"/>
              <a:ext cx="3397" cy="2777"/>
            </a:xfrm>
            <a:custGeom>
              <a:avLst/>
              <a:pathLst>
                <a:path w="3397" h="2777">
                  <a:moveTo>
                    <a:pt x="3397" y="277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l6906"/>
            <p:cNvSpPr/>
            <p:nvPr/>
          </p:nvSpPr>
          <p:spPr>
            <a:xfrm>
              <a:off x="4461636" y="4510883"/>
              <a:ext cx="3421" cy="2747"/>
            </a:xfrm>
            <a:custGeom>
              <a:avLst/>
              <a:pathLst>
                <a:path w="3421" h="2747">
                  <a:moveTo>
                    <a:pt x="3421" y="27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l6907"/>
            <p:cNvSpPr/>
            <p:nvPr/>
          </p:nvSpPr>
          <p:spPr>
            <a:xfrm>
              <a:off x="4465058" y="4513631"/>
              <a:ext cx="1211" cy="4217"/>
            </a:xfrm>
            <a:custGeom>
              <a:avLst/>
              <a:pathLst>
                <a:path w="1211" h="4217">
                  <a:moveTo>
                    <a:pt x="0" y="0"/>
                  </a:moveTo>
                  <a:lnTo>
                    <a:pt x="1211" y="421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l6908"/>
            <p:cNvSpPr/>
            <p:nvPr/>
          </p:nvSpPr>
          <p:spPr>
            <a:xfrm>
              <a:off x="4483813" y="4541315"/>
              <a:ext cx="1283" cy="4196"/>
            </a:xfrm>
            <a:custGeom>
              <a:avLst/>
              <a:pathLst>
                <a:path w="1283" h="4196">
                  <a:moveTo>
                    <a:pt x="0" y="0"/>
                  </a:moveTo>
                  <a:lnTo>
                    <a:pt x="1283" y="419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l6909"/>
            <p:cNvSpPr/>
            <p:nvPr/>
          </p:nvSpPr>
          <p:spPr>
            <a:xfrm>
              <a:off x="4499526" y="4566046"/>
              <a:ext cx="3513" cy="2629"/>
            </a:xfrm>
            <a:custGeom>
              <a:avLst/>
              <a:pathLst>
                <a:path w="3513" h="2629">
                  <a:moveTo>
                    <a:pt x="3513" y="262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l6910"/>
            <p:cNvSpPr/>
            <p:nvPr/>
          </p:nvSpPr>
          <p:spPr>
            <a:xfrm>
              <a:off x="4503039" y="4568675"/>
              <a:ext cx="1354" cy="4173"/>
            </a:xfrm>
            <a:custGeom>
              <a:avLst/>
              <a:pathLst>
                <a:path w="1354" h="4173">
                  <a:moveTo>
                    <a:pt x="0" y="0"/>
                  </a:moveTo>
                  <a:lnTo>
                    <a:pt x="1354" y="4173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l6911"/>
            <p:cNvSpPr/>
            <p:nvPr/>
          </p:nvSpPr>
          <p:spPr>
            <a:xfrm>
              <a:off x="4509291" y="4579632"/>
              <a:ext cx="3535" cy="2599"/>
            </a:xfrm>
            <a:custGeom>
              <a:avLst/>
              <a:pathLst>
                <a:path w="3535" h="2599">
                  <a:moveTo>
                    <a:pt x="3535" y="259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l6912"/>
            <p:cNvSpPr/>
            <p:nvPr/>
          </p:nvSpPr>
          <p:spPr>
            <a:xfrm>
              <a:off x="4512826" y="4582231"/>
              <a:ext cx="1390" cy="4162"/>
            </a:xfrm>
            <a:custGeom>
              <a:avLst/>
              <a:pathLst>
                <a:path w="1390" h="4162">
                  <a:moveTo>
                    <a:pt x="0" y="0"/>
                  </a:moveTo>
                  <a:lnTo>
                    <a:pt x="1390" y="4162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l6913"/>
            <p:cNvSpPr/>
            <p:nvPr/>
          </p:nvSpPr>
          <p:spPr>
            <a:xfrm>
              <a:off x="4519171" y="4532545"/>
              <a:ext cx="2329" cy="60589"/>
            </a:xfrm>
            <a:custGeom>
              <a:avLst/>
              <a:pathLst>
                <a:path w="2329" h="60589">
                  <a:moveTo>
                    <a:pt x="2329" y="0"/>
                  </a:moveTo>
                  <a:lnTo>
                    <a:pt x="0" y="60589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l6914"/>
            <p:cNvSpPr/>
            <p:nvPr/>
          </p:nvSpPr>
          <p:spPr>
            <a:xfrm>
              <a:off x="4524155" y="4599854"/>
              <a:ext cx="3568" cy="2553"/>
            </a:xfrm>
            <a:custGeom>
              <a:avLst/>
              <a:pathLst>
                <a:path w="3568" h="2553">
                  <a:moveTo>
                    <a:pt x="3568" y="255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l6915"/>
            <p:cNvSpPr/>
            <p:nvPr/>
          </p:nvSpPr>
          <p:spPr>
            <a:xfrm>
              <a:off x="4534207" y="4613228"/>
              <a:ext cx="3590" cy="2523"/>
            </a:xfrm>
            <a:custGeom>
              <a:avLst/>
              <a:pathLst>
                <a:path w="3590" h="2523">
                  <a:moveTo>
                    <a:pt x="3590" y="25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l6916"/>
            <p:cNvSpPr/>
            <p:nvPr/>
          </p:nvSpPr>
          <p:spPr>
            <a:xfrm>
              <a:off x="4542240" y="4614990"/>
              <a:ext cx="2134" cy="11526"/>
            </a:xfrm>
            <a:custGeom>
              <a:avLst/>
              <a:pathLst>
                <a:path w="2134" h="11526">
                  <a:moveTo>
                    <a:pt x="0" y="0"/>
                  </a:moveTo>
                  <a:lnTo>
                    <a:pt x="2134" y="1152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l6917"/>
            <p:cNvSpPr/>
            <p:nvPr/>
          </p:nvSpPr>
          <p:spPr>
            <a:xfrm>
              <a:off x="4549500" y="4633128"/>
              <a:ext cx="3622" cy="2477"/>
            </a:xfrm>
            <a:custGeom>
              <a:avLst/>
              <a:pathLst>
                <a:path w="3622" h="2477">
                  <a:moveTo>
                    <a:pt x="3622" y="247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l6918"/>
            <p:cNvSpPr/>
            <p:nvPr/>
          </p:nvSpPr>
          <p:spPr>
            <a:xfrm>
              <a:off x="4553122" y="4635605"/>
              <a:ext cx="1531" cy="4112"/>
            </a:xfrm>
            <a:custGeom>
              <a:avLst/>
              <a:pathLst>
                <a:path w="1531" h="4112">
                  <a:moveTo>
                    <a:pt x="0" y="0"/>
                  </a:moveTo>
                  <a:lnTo>
                    <a:pt x="1531" y="4112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l6919"/>
            <p:cNvSpPr/>
            <p:nvPr/>
          </p:nvSpPr>
          <p:spPr>
            <a:xfrm>
              <a:off x="4559735" y="4631094"/>
              <a:ext cx="100" cy="15191"/>
            </a:xfrm>
            <a:custGeom>
              <a:avLst/>
              <a:pathLst>
                <a:path w="100" h="15191">
                  <a:moveTo>
                    <a:pt x="0" y="0"/>
                  </a:moveTo>
                  <a:lnTo>
                    <a:pt x="100" y="1519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l6920"/>
            <p:cNvSpPr/>
            <p:nvPr/>
          </p:nvSpPr>
          <p:spPr>
            <a:xfrm>
              <a:off x="4565045" y="4652830"/>
              <a:ext cx="3653" cy="2430"/>
            </a:xfrm>
            <a:custGeom>
              <a:avLst/>
              <a:pathLst>
                <a:path w="3653" h="2430">
                  <a:moveTo>
                    <a:pt x="3653" y="2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l6921"/>
            <p:cNvSpPr/>
            <p:nvPr/>
          </p:nvSpPr>
          <p:spPr>
            <a:xfrm>
              <a:off x="4579223" y="4668253"/>
              <a:ext cx="1619" cy="4078"/>
            </a:xfrm>
            <a:custGeom>
              <a:avLst/>
              <a:pathLst>
                <a:path w="1619" h="4078">
                  <a:moveTo>
                    <a:pt x="0" y="0"/>
                  </a:moveTo>
                  <a:lnTo>
                    <a:pt x="1619" y="407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l6922"/>
            <p:cNvSpPr/>
            <p:nvPr/>
          </p:nvSpPr>
          <p:spPr>
            <a:xfrm>
              <a:off x="4589858" y="4681155"/>
              <a:ext cx="1653" cy="4064"/>
            </a:xfrm>
            <a:custGeom>
              <a:avLst/>
              <a:pathLst>
                <a:path w="1653" h="4064">
                  <a:moveTo>
                    <a:pt x="0" y="0"/>
                  </a:moveTo>
                  <a:lnTo>
                    <a:pt x="1653" y="406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l6923"/>
            <p:cNvSpPr/>
            <p:nvPr/>
          </p:nvSpPr>
          <p:spPr>
            <a:xfrm>
              <a:off x="4607721" y="4704380"/>
              <a:ext cx="3734" cy="2304"/>
            </a:xfrm>
            <a:custGeom>
              <a:avLst/>
              <a:pathLst>
                <a:path w="3734" h="2304">
                  <a:moveTo>
                    <a:pt x="3734" y="230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l6924"/>
            <p:cNvSpPr/>
            <p:nvPr/>
          </p:nvSpPr>
          <p:spPr>
            <a:xfrm>
              <a:off x="4611455" y="4706685"/>
              <a:ext cx="1723" cy="4035"/>
            </a:xfrm>
            <a:custGeom>
              <a:avLst/>
              <a:pathLst>
                <a:path w="1723" h="4035">
                  <a:moveTo>
                    <a:pt x="0" y="0"/>
                  </a:moveTo>
                  <a:lnTo>
                    <a:pt x="1723" y="4035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l6925"/>
            <p:cNvSpPr/>
            <p:nvPr/>
          </p:nvSpPr>
          <p:spPr>
            <a:xfrm>
              <a:off x="4618663" y="4717038"/>
              <a:ext cx="3753" cy="2272"/>
            </a:xfrm>
            <a:custGeom>
              <a:avLst/>
              <a:pathLst>
                <a:path w="3753" h="2272">
                  <a:moveTo>
                    <a:pt x="3753" y="227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l6926"/>
            <p:cNvSpPr/>
            <p:nvPr/>
          </p:nvSpPr>
          <p:spPr>
            <a:xfrm>
              <a:off x="4629712" y="4729601"/>
              <a:ext cx="3773" cy="2240"/>
            </a:xfrm>
            <a:custGeom>
              <a:avLst/>
              <a:pathLst>
                <a:path w="3773" h="2240">
                  <a:moveTo>
                    <a:pt x="3773" y="224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l6927"/>
            <p:cNvSpPr/>
            <p:nvPr/>
          </p:nvSpPr>
          <p:spPr>
            <a:xfrm>
              <a:off x="4633485" y="4731842"/>
              <a:ext cx="1791" cy="4005"/>
            </a:xfrm>
            <a:custGeom>
              <a:avLst/>
              <a:pathLst>
                <a:path w="1791" h="4005">
                  <a:moveTo>
                    <a:pt x="0" y="0"/>
                  </a:moveTo>
                  <a:lnTo>
                    <a:pt x="1791" y="4005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l6928"/>
            <p:cNvSpPr/>
            <p:nvPr/>
          </p:nvSpPr>
          <p:spPr>
            <a:xfrm>
              <a:off x="4640869" y="4742070"/>
              <a:ext cx="3792" cy="2208"/>
            </a:xfrm>
            <a:custGeom>
              <a:avLst/>
              <a:pathLst>
                <a:path w="3792" h="2208">
                  <a:moveTo>
                    <a:pt x="3792" y="22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l6929"/>
            <p:cNvSpPr/>
            <p:nvPr/>
          </p:nvSpPr>
          <p:spPr>
            <a:xfrm>
              <a:off x="4652131" y="4677394"/>
              <a:ext cx="25617" cy="77048"/>
            </a:xfrm>
            <a:custGeom>
              <a:avLst/>
              <a:pathLst>
                <a:path w="25617" h="77048">
                  <a:moveTo>
                    <a:pt x="25617" y="0"/>
                  </a:moveTo>
                  <a:lnTo>
                    <a:pt x="0" y="7704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l6930"/>
            <p:cNvSpPr/>
            <p:nvPr/>
          </p:nvSpPr>
          <p:spPr>
            <a:xfrm>
              <a:off x="4663499" y="4766719"/>
              <a:ext cx="3829" cy="2143"/>
            </a:xfrm>
            <a:custGeom>
              <a:avLst/>
              <a:pathLst>
                <a:path w="3829" h="2143">
                  <a:moveTo>
                    <a:pt x="3829" y="214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l6931"/>
            <p:cNvSpPr/>
            <p:nvPr/>
          </p:nvSpPr>
          <p:spPr>
            <a:xfrm>
              <a:off x="4672593" y="4772515"/>
              <a:ext cx="2377" cy="6383"/>
            </a:xfrm>
            <a:custGeom>
              <a:avLst/>
              <a:pathLst>
                <a:path w="2377" h="6383">
                  <a:moveTo>
                    <a:pt x="0" y="0"/>
                  </a:moveTo>
                  <a:lnTo>
                    <a:pt x="2377" y="6383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l6932"/>
            <p:cNvSpPr/>
            <p:nvPr/>
          </p:nvSpPr>
          <p:spPr>
            <a:xfrm>
              <a:off x="4719842" y="4822739"/>
              <a:ext cx="2044" cy="3883"/>
            </a:xfrm>
            <a:custGeom>
              <a:avLst/>
              <a:pathLst>
                <a:path w="2044" h="3883">
                  <a:moveTo>
                    <a:pt x="0" y="0"/>
                  </a:moveTo>
                  <a:lnTo>
                    <a:pt x="2044" y="3883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l6933"/>
            <p:cNvSpPr/>
            <p:nvPr/>
          </p:nvSpPr>
          <p:spPr>
            <a:xfrm>
              <a:off x="4727865" y="4832474"/>
              <a:ext cx="3925" cy="1960"/>
            </a:xfrm>
            <a:custGeom>
              <a:avLst/>
              <a:pathLst>
                <a:path w="3925" h="1960">
                  <a:moveTo>
                    <a:pt x="3925" y="19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l6934"/>
            <p:cNvSpPr/>
            <p:nvPr/>
          </p:nvSpPr>
          <p:spPr>
            <a:xfrm>
              <a:off x="4731790" y="4834435"/>
              <a:ext cx="2077" cy="3865"/>
            </a:xfrm>
            <a:custGeom>
              <a:avLst/>
              <a:pathLst>
                <a:path w="2077" h="3865">
                  <a:moveTo>
                    <a:pt x="0" y="0"/>
                  </a:moveTo>
                  <a:lnTo>
                    <a:pt x="2077" y="3865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l6935"/>
            <p:cNvSpPr/>
            <p:nvPr/>
          </p:nvSpPr>
          <p:spPr>
            <a:xfrm>
              <a:off x="4739896" y="4844101"/>
              <a:ext cx="3942" cy="1927"/>
            </a:xfrm>
            <a:custGeom>
              <a:avLst/>
              <a:pathLst>
                <a:path w="3942" h="1927">
                  <a:moveTo>
                    <a:pt x="3942" y="19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l6936"/>
            <p:cNvSpPr/>
            <p:nvPr/>
          </p:nvSpPr>
          <p:spPr>
            <a:xfrm>
              <a:off x="4770404" y="4872715"/>
              <a:ext cx="3982" cy="1842"/>
            </a:xfrm>
            <a:custGeom>
              <a:avLst/>
              <a:pathLst>
                <a:path w="3982" h="1842">
                  <a:moveTo>
                    <a:pt x="3982" y="184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l6937"/>
            <p:cNvSpPr/>
            <p:nvPr/>
          </p:nvSpPr>
          <p:spPr>
            <a:xfrm>
              <a:off x="4793005" y="4891361"/>
              <a:ext cx="2240" cy="3773"/>
            </a:xfrm>
            <a:custGeom>
              <a:avLst/>
              <a:pathLst>
                <a:path w="2240" h="3773">
                  <a:moveTo>
                    <a:pt x="0" y="0"/>
                  </a:moveTo>
                  <a:lnTo>
                    <a:pt x="2240" y="3773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l6938"/>
            <p:cNvSpPr/>
            <p:nvPr/>
          </p:nvSpPr>
          <p:spPr>
            <a:xfrm>
              <a:off x="4811837" y="4907924"/>
              <a:ext cx="2288" cy="3744"/>
            </a:xfrm>
            <a:custGeom>
              <a:avLst/>
              <a:pathLst>
                <a:path w="2288" h="3744">
                  <a:moveTo>
                    <a:pt x="0" y="0"/>
                  </a:moveTo>
                  <a:lnTo>
                    <a:pt x="2288" y="3744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l6939"/>
            <p:cNvSpPr/>
            <p:nvPr/>
          </p:nvSpPr>
          <p:spPr>
            <a:xfrm>
              <a:off x="4820466" y="4917126"/>
              <a:ext cx="4043" cy="1705"/>
            </a:xfrm>
            <a:custGeom>
              <a:avLst/>
              <a:pathLst>
                <a:path w="4043" h="1705">
                  <a:moveTo>
                    <a:pt x="4043" y="17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l6940"/>
            <p:cNvSpPr/>
            <p:nvPr/>
          </p:nvSpPr>
          <p:spPr>
            <a:xfrm>
              <a:off x="4862386" y="4943476"/>
              <a:ext cx="3107" cy="11087"/>
            </a:xfrm>
            <a:custGeom>
              <a:avLst/>
              <a:pathLst>
                <a:path w="3107" h="11087">
                  <a:moveTo>
                    <a:pt x="0" y="0"/>
                  </a:moveTo>
                  <a:lnTo>
                    <a:pt x="3107" y="11087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l6941"/>
            <p:cNvSpPr/>
            <p:nvPr/>
          </p:nvSpPr>
          <p:spPr>
            <a:xfrm>
              <a:off x="4967893" y="5021980"/>
              <a:ext cx="4576" cy="12989"/>
            </a:xfrm>
            <a:custGeom>
              <a:avLst/>
              <a:pathLst>
                <a:path w="4576" h="12989">
                  <a:moveTo>
                    <a:pt x="0" y="0"/>
                  </a:moveTo>
                  <a:lnTo>
                    <a:pt x="4576" y="12989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l6942"/>
            <p:cNvSpPr/>
            <p:nvPr/>
          </p:nvSpPr>
          <p:spPr>
            <a:xfrm>
              <a:off x="5005574" y="5012566"/>
              <a:ext cx="15374" cy="55247"/>
            </a:xfrm>
            <a:custGeom>
              <a:avLst/>
              <a:pathLst>
                <a:path w="15374" h="55247">
                  <a:moveTo>
                    <a:pt x="0" y="0"/>
                  </a:moveTo>
                  <a:lnTo>
                    <a:pt x="15374" y="55247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l6943"/>
            <p:cNvSpPr/>
            <p:nvPr/>
          </p:nvSpPr>
          <p:spPr>
            <a:xfrm>
              <a:off x="5027566" y="5025882"/>
              <a:ext cx="388" cy="46504"/>
            </a:xfrm>
            <a:custGeom>
              <a:avLst/>
              <a:pathLst>
                <a:path w="388" h="46504">
                  <a:moveTo>
                    <a:pt x="0" y="0"/>
                  </a:moveTo>
                  <a:lnTo>
                    <a:pt x="388" y="46504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l6944"/>
            <p:cNvSpPr/>
            <p:nvPr/>
          </p:nvSpPr>
          <p:spPr>
            <a:xfrm>
              <a:off x="5042022" y="5039860"/>
              <a:ext cx="11634" cy="41582"/>
            </a:xfrm>
            <a:custGeom>
              <a:avLst/>
              <a:pathLst>
                <a:path w="11634" h="41582">
                  <a:moveTo>
                    <a:pt x="11634" y="0"/>
                  </a:moveTo>
                  <a:lnTo>
                    <a:pt x="0" y="41582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l6945"/>
            <p:cNvSpPr/>
            <p:nvPr/>
          </p:nvSpPr>
          <p:spPr>
            <a:xfrm>
              <a:off x="5049085" y="5085926"/>
              <a:ext cx="4247" cy="1103"/>
            </a:xfrm>
            <a:custGeom>
              <a:avLst/>
              <a:pathLst>
                <a:path w="4247" h="1103">
                  <a:moveTo>
                    <a:pt x="4247" y="110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l6946"/>
            <p:cNvSpPr/>
            <p:nvPr/>
          </p:nvSpPr>
          <p:spPr>
            <a:xfrm>
              <a:off x="5078760" y="5096513"/>
              <a:ext cx="5923" cy="11374"/>
            </a:xfrm>
            <a:custGeom>
              <a:avLst/>
              <a:pathLst>
                <a:path w="5923" h="11374">
                  <a:moveTo>
                    <a:pt x="0" y="0"/>
                  </a:moveTo>
                  <a:lnTo>
                    <a:pt x="5923" y="11374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l6947"/>
            <p:cNvSpPr/>
            <p:nvPr/>
          </p:nvSpPr>
          <p:spPr>
            <a:xfrm>
              <a:off x="5087690" y="5100372"/>
              <a:ext cx="4168" cy="11816"/>
            </a:xfrm>
            <a:custGeom>
              <a:avLst/>
              <a:pathLst>
                <a:path w="4168" h="11816">
                  <a:moveTo>
                    <a:pt x="0" y="0"/>
                  </a:moveTo>
                  <a:lnTo>
                    <a:pt x="4168" y="1181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l6948"/>
            <p:cNvSpPr/>
            <p:nvPr/>
          </p:nvSpPr>
          <p:spPr>
            <a:xfrm>
              <a:off x="5117781" y="5125846"/>
              <a:ext cx="2961" cy="3238"/>
            </a:xfrm>
            <a:custGeom>
              <a:avLst/>
              <a:pathLst>
                <a:path w="2961" h="3238">
                  <a:moveTo>
                    <a:pt x="0" y="0"/>
                  </a:moveTo>
                  <a:lnTo>
                    <a:pt x="2961" y="3238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l6949"/>
            <p:cNvSpPr/>
            <p:nvPr/>
          </p:nvSpPr>
          <p:spPr>
            <a:xfrm>
              <a:off x="5179354" y="5161384"/>
              <a:ext cx="4319" cy="773"/>
            </a:xfrm>
            <a:custGeom>
              <a:avLst/>
              <a:pathLst>
                <a:path w="4319" h="773">
                  <a:moveTo>
                    <a:pt x="4319" y="77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l6950"/>
            <p:cNvSpPr/>
            <p:nvPr/>
          </p:nvSpPr>
          <p:spPr>
            <a:xfrm>
              <a:off x="5201612" y="5172978"/>
              <a:ext cx="4329" cy="718"/>
            </a:xfrm>
            <a:custGeom>
              <a:avLst/>
              <a:pathLst>
                <a:path w="4329" h="718">
                  <a:moveTo>
                    <a:pt x="4329" y="7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l6951"/>
            <p:cNvSpPr/>
            <p:nvPr/>
          </p:nvSpPr>
          <p:spPr>
            <a:xfrm>
              <a:off x="5212133" y="5175348"/>
              <a:ext cx="4400" cy="5199"/>
            </a:xfrm>
            <a:custGeom>
              <a:avLst/>
              <a:pathLst>
                <a:path w="4400" h="5199">
                  <a:moveTo>
                    <a:pt x="0" y="0"/>
                  </a:moveTo>
                  <a:lnTo>
                    <a:pt x="4400" y="5199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l6952"/>
            <p:cNvSpPr/>
            <p:nvPr/>
          </p:nvSpPr>
          <p:spPr>
            <a:xfrm>
              <a:off x="5226854" y="5179748"/>
              <a:ext cx="4664" cy="8243"/>
            </a:xfrm>
            <a:custGeom>
              <a:avLst/>
              <a:pathLst>
                <a:path w="4664" h="8243">
                  <a:moveTo>
                    <a:pt x="0" y="0"/>
                  </a:moveTo>
                  <a:lnTo>
                    <a:pt x="4664" y="8243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l6953"/>
            <p:cNvSpPr/>
            <p:nvPr/>
          </p:nvSpPr>
          <p:spPr>
            <a:xfrm>
              <a:off x="5239034" y="5191664"/>
              <a:ext cx="4343" cy="625"/>
            </a:xfrm>
            <a:custGeom>
              <a:avLst/>
              <a:pathLst>
                <a:path w="4343" h="625">
                  <a:moveTo>
                    <a:pt x="4343" y="6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l6954"/>
            <p:cNvSpPr/>
            <p:nvPr/>
          </p:nvSpPr>
          <p:spPr>
            <a:xfrm>
              <a:off x="5243377" y="5192290"/>
              <a:ext cx="3188" cy="3015"/>
            </a:xfrm>
            <a:custGeom>
              <a:avLst/>
              <a:pathLst>
                <a:path w="3188" h="3015">
                  <a:moveTo>
                    <a:pt x="0" y="0"/>
                  </a:moveTo>
                  <a:lnTo>
                    <a:pt x="3188" y="3015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l6955"/>
            <p:cNvSpPr/>
            <p:nvPr/>
          </p:nvSpPr>
          <p:spPr>
            <a:xfrm>
              <a:off x="5254113" y="5198914"/>
              <a:ext cx="4348" cy="588"/>
            </a:xfrm>
            <a:custGeom>
              <a:avLst/>
              <a:pathLst>
                <a:path w="4348" h="588">
                  <a:moveTo>
                    <a:pt x="4348" y="58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l6956"/>
            <p:cNvSpPr/>
            <p:nvPr/>
          </p:nvSpPr>
          <p:spPr>
            <a:xfrm>
              <a:off x="5334774" y="5233623"/>
              <a:ext cx="3338" cy="2848"/>
            </a:xfrm>
            <a:custGeom>
              <a:avLst/>
              <a:pathLst>
                <a:path w="3338" h="2848">
                  <a:moveTo>
                    <a:pt x="0" y="0"/>
                  </a:moveTo>
                  <a:lnTo>
                    <a:pt x="3338" y="2848"/>
                  </a:lnTo>
                </a:path>
              </a:pathLst>
            </a:custGeom>
            <a:ln w="17621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l6957"/>
            <p:cNvSpPr/>
            <p:nvPr/>
          </p:nvSpPr>
          <p:spPr>
            <a:xfrm>
              <a:off x="5357945" y="5243221"/>
              <a:ext cx="3374" cy="2805"/>
            </a:xfrm>
            <a:custGeom>
              <a:avLst/>
              <a:pathLst>
                <a:path w="3374" h="2805">
                  <a:moveTo>
                    <a:pt x="0" y="0"/>
                  </a:moveTo>
                  <a:lnTo>
                    <a:pt x="3374" y="280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l6958"/>
            <p:cNvSpPr/>
            <p:nvPr/>
          </p:nvSpPr>
          <p:spPr>
            <a:xfrm>
              <a:off x="5364254" y="5244339"/>
              <a:ext cx="4827" cy="4805"/>
            </a:xfrm>
            <a:custGeom>
              <a:avLst/>
              <a:pathLst>
                <a:path w="4827" h="4805">
                  <a:moveTo>
                    <a:pt x="0" y="0"/>
                  </a:moveTo>
                  <a:lnTo>
                    <a:pt x="4827" y="480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l6959"/>
            <p:cNvSpPr/>
            <p:nvPr/>
          </p:nvSpPr>
          <p:spPr>
            <a:xfrm>
              <a:off x="5371533" y="5245822"/>
              <a:ext cx="5325" cy="6408"/>
            </a:xfrm>
            <a:custGeom>
              <a:avLst/>
              <a:pathLst>
                <a:path w="5325" h="6408">
                  <a:moveTo>
                    <a:pt x="0" y="0"/>
                  </a:moveTo>
                  <a:lnTo>
                    <a:pt x="5325" y="640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l6960"/>
            <p:cNvSpPr/>
            <p:nvPr/>
          </p:nvSpPr>
          <p:spPr>
            <a:xfrm>
              <a:off x="5379297" y="5247467"/>
              <a:ext cx="5350" cy="7815"/>
            </a:xfrm>
            <a:custGeom>
              <a:avLst/>
              <a:pathLst>
                <a:path w="5350" h="7815">
                  <a:moveTo>
                    <a:pt x="0" y="0"/>
                  </a:moveTo>
                  <a:lnTo>
                    <a:pt x="5350" y="781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l6961"/>
            <p:cNvSpPr/>
            <p:nvPr/>
          </p:nvSpPr>
          <p:spPr>
            <a:xfrm>
              <a:off x="5403632" y="5252597"/>
              <a:ext cx="4458" cy="11642"/>
            </a:xfrm>
            <a:custGeom>
              <a:avLst/>
              <a:pathLst>
                <a:path w="4458" h="11642">
                  <a:moveTo>
                    <a:pt x="0" y="0"/>
                  </a:moveTo>
                  <a:lnTo>
                    <a:pt x="4458" y="1164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l6962"/>
            <p:cNvSpPr/>
            <p:nvPr/>
          </p:nvSpPr>
          <p:spPr>
            <a:xfrm>
              <a:off x="5411859" y="5254277"/>
              <a:ext cx="4071" cy="12881"/>
            </a:xfrm>
            <a:custGeom>
              <a:avLst/>
              <a:pathLst>
                <a:path w="4071" h="12881">
                  <a:moveTo>
                    <a:pt x="0" y="0"/>
                  </a:moveTo>
                  <a:lnTo>
                    <a:pt x="4071" y="1288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l6963"/>
            <p:cNvSpPr/>
            <p:nvPr/>
          </p:nvSpPr>
          <p:spPr>
            <a:xfrm>
              <a:off x="5423783" y="5270044"/>
              <a:ext cx="4384" cy="178"/>
            </a:xfrm>
            <a:custGeom>
              <a:avLst/>
              <a:pathLst>
                <a:path w="4384" h="178">
                  <a:moveTo>
                    <a:pt x="4384" y="17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l6964"/>
            <p:cNvSpPr/>
            <p:nvPr/>
          </p:nvSpPr>
          <p:spPr>
            <a:xfrm>
              <a:off x="5428168" y="5270223"/>
              <a:ext cx="3479" cy="2673"/>
            </a:xfrm>
            <a:custGeom>
              <a:avLst/>
              <a:pathLst>
                <a:path w="3479" h="2673">
                  <a:moveTo>
                    <a:pt x="0" y="0"/>
                  </a:moveTo>
                  <a:lnTo>
                    <a:pt x="3479" y="267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l6965"/>
            <p:cNvSpPr/>
            <p:nvPr/>
          </p:nvSpPr>
          <p:spPr>
            <a:xfrm>
              <a:off x="5455313" y="5281250"/>
              <a:ext cx="4387" cy="103"/>
            </a:xfrm>
            <a:custGeom>
              <a:avLst/>
              <a:pathLst>
                <a:path w="4387" h="103">
                  <a:moveTo>
                    <a:pt x="4387" y="10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l6966"/>
            <p:cNvSpPr/>
            <p:nvPr/>
          </p:nvSpPr>
          <p:spPr>
            <a:xfrm>
              <a:off x="5473412" y="5283197"/>
              <a:ext cx="5672" cy="6103"/>
            </a:xfrm>
            <a:custGeom>
              <a:avLst/>
              <a:pathLst>
                <a:path w="5672" h="6103">
                  <a:moveTo>
                    <a:pt x="0" y="0"/>
                  </a:moveTo>
                  <a:lnTo>
                    <a:pt x="5672" y="61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l6967"/>
            <p:cNvSpPr/>
            <p:nvPr/>
          </p:nvSpPr>
          <p:spPr>
            <a:xfrm>
              <a:off x="5499376" y="5294508"/>
              <a:ext cx="3580" cy="2537"/>
            </a:xfrm>
            <a:custGeom>
              <a:avLst/>
              <a:pathLst>
                <a:path w="3580" h="2537">
                  <a:moveTo>
                    <a:pt x="0" y="0"/>
                  </a:moveTo>
                  <a:lnTo>
                    <a:pt x="3580" y="253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l6968"/>
            <p:cNvSpPr/>
            <p:nvPr/>
          </p:nvSpPr>
          <p:spPr>
            <a:xfrm>
              <a:off x="5510935" y="5299532"/>
              <a:ext cx="4388" cy="27"/>
            </a:xfrm>
            <a:custGeom>
              <a:avLst/>
              <a:pathLst>
                <a:path w="4388" h="27">
                  <a:moveTo>
                    <a:pt x="4388" y="0"/>
                  </a:moveTo>
                  <a:lnTo>
                    <a:pt x="0" y="2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l6969"/>
            <p:cNvSpPr/>
            <p:nvPr/>
          </p:nvSpPr>
          <p:spPr>
            <a:xfrm>
              <a:off x="5526925" y="5304419"/>
              <a:ext cx="4387" cy="64"/>
            </a:xfrm>
            <a:custGeom>
              <a:avLst/>
              <a:pathLst>
                <a:path w="4387" h="64">
                  <a:moveTo>
                    <a:pt x="4387" y="0"/>
                  </a:moveTo>
                  <a:lnTo>
                    <a:pt x="0" y="6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l6970"/>
            <p:cNvSpPr/>
            <p:nvPr/>
          </p:nvSpPr>
          <p:spPr>
            <a:xfrm>
              <a:off x="5537699" y="5304941"/>
              <a:ext cx="5257" cy="4331"/>
            </a:xfrm>
            <a:custGeom>
              <a:avLst/>
              <a:pathLst>
                <a:path w="5257" h="4331">
                  <a:moveTo>
                    <a:pt x="0" y="0"/>
                  </a:moveTo>
                  <a:lnTo>
                    <a:pt x="5257" y="433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l6971"/>
            <p:cNvSpPr/>
            <p:nvPr/>
          </p:nvSpPr>
          <p:spPr>
            <a:xfrm>
              <a:off x="5599376" y="5324718"/>
              <a:ext cx="4382" cy="233"/>
            </a:xfrm>
            <a:custGeom>
              <a:avLst/>
              <a:pathLst>
                <a:path w="4382" h="233">
                  <a:moveTo>
                    <a:pt x="4382" y="0"/>
                  </a:moveTo>
                  <a:lnTo>
                    <a:pt x="0" y="23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l6972"/>
            <p:cNvSpPr/>
            <p:nvPr/>
          </p:nvSpPr>
          <p:spPr>
            <a:xfrm>
              <a:off x="5603758" y="5324718"/>
              <a:ext cx="3715" cy="2335"/>
            </a:xfrm>
            <a:custGeom>
              <a:avLst/>
              <a:pathLst>
                <a:path w="3715" h="2335">
                  <a:moveTo>
                    <a:pt x="0" y="0"/>
                  </a:moveTo>
                  <a:lnTo>
                    <a:pt x="3715" y="233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l6973"/>
            <p:cNvSpPr/>
            <p:nvPr/>
          </p:nvSpPr>
          <p:spPr>
            <a:xfrm>
              <a:off x="5623695" y="5330863"/>
              <a:ext cx="4378" cy="289"/>
            </a:xfrm>
            <a:custGeom>
              <a:avLst/>
              <a:pathLst>
                <a:path w="4378" h="289">
                  <a:moveTo>
                    <a:pt x="4378" y="0"/>
                  </a:moveTo>
                  <a:lnTo>
                    <a:pt x="0" y="289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l6974"/>
            <p:cNvSpPr/>
            <p:nvPr/>
          </p:nvSpPr>
          <p:spPr>
            <a:xfrm>
              <a:off x="5628073" y="5330863"/>
              <a:ext cx="3744" cy="2287"/>
            </a:xfrm>
            <a:custGeom>
              <a:avLst/>
              <a:pathLst>
                <a:path w="3744" h="2287">
                  <a:moveTo>
                    <a:pt x="0" y="0"/>
                  </a:moveTo>
                  <a:lnTo>
                    <a:pt x="3744" y="228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l6975"/>
            <p:cNvSpPr/>
            <p:nvPr/>
          </p:nvSpPr>
          <p:spPr>
            <a:xfrm>
              <a:off x="5648090" y="5336697"/>
              <a:ext cx="4374" cy="345"/>
            </a:xfrm>
            <a:custGeom>
              <a:avLst/>
              <a:pathLst>
                <a:path w="4374" h="345">
                  <a:moveTo>
                    <a:pt x="4374" y="0"/>
                  </a:moveTo>
                  <a:lnTo>
                    <a:pt x="0" y="34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l6976"/>
            <p:cNvSpPr/>
            <p:nvPr/>
          </p:nvSpPr>
          <p:spPr>
            <a:xfrm>
              <a:off x="5652465" y="5336697"/>
              <a:ext cx="3773" cy="2239"/>
            </a:xfrm>
            <a:custGeom>
              <a:avLst/>
              <a:pathLst>
                <a:path w="3773" h="2239">
                  <a:moveTo>
                    <a:pt x="0" y="0"/>
                  </a:moveTo>
                  <a:lnTo>
                    <a:pt x="3773" y="2239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l6977"/>
            <p:cNvSpPr/>
            <p:nvPr/>
          </p:nvSpPr>
          <p:spPr>
            <a:xfrm>
              <a:off x="5658872" y="5336809"/>
              <a:ext cx="5523" cy="3986"/>
            </a:xfrm>
            <a:custGeom>
              <a:avLst/>
              <a:pathLst>
                <a:path w="5523" h="3986">
                  <a:moveTo>
                    <a:pt x="0" y="0"/>
                  </a:moveTo>
                  <a:lnTo>
                    <a:pt x="5523" y="39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l6978"/>
            <p:cNvSpPr/>
            <p:nvPr/>
          </p:nvSpPr>
          <p:spPr>
            <a:xfrm>
              <a:off x="5676930" y="5342219"/>
              <a:ext cx="3802" cy="2190"/>
            </a:xfrm>
            <a:custGeom>
              <a:avLst/>
              <a:pathLst>
                <a:path w="3802" h="2190">
                  <a:moveTo>
                    <a:pt x="0" y="0"/>
                  </a:moveTo>
                  <a:lnTo>
                    <a:pt x="3802" y="219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l6979"/>
            <p:cNvSpPr/>
            <p:nvPr/>
          </p:nvSpPr>
          <p:spPr>
            <a:xfrm>
              <a:off x="5683337" y="5342248"/>
              <a:ext cx="5574" cy="3915"/>
            </a:xfrm>
            <a:custGeom>
              <a:avLst/>
              <a:pathLst>
                <a:path w="5574" h="3915">
                  <a:moveTo>
                    <a:pt x="0" y="0"/>
                  </a:moveTo>
                  <a:lnTo>
                    <a:pt x="5574" y="391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l6980"/>
            <p:cNvSpPr/>
            <p:nvPr/>
          </p:nvSpPr>
          <p:spPr>
            <a:xfrm>
              <a:off x="5723490" y="5349110"/>
              <a:ext cx="6428" cy="5301"/>
            </a:xfrm>
            <a:custGeom>
              <a:avLst/>
              <a:pathLst>
                <a:path w="6428" h="5301">
                  <a:moveTo>
                    <a:pt x="0" y="0"/>
                  </a:moveTo>
                  <a:lnTo>
                    <a:pt x="6428" y="530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l6981"/>
            <p:cNvSpPr/>
            <p:nvPr/>
          </p:nvSpPr>
          <p:spPr>
            <a:xfrm>
              <a:off x="5767190" y="5359772"/>
              <a:ext cx="3900" cy="2010"/>
            </a:xfrm>
            <a:custGeom>
              <a:avLst/>
              <a:pathLst>
                <a:path w="3900" h="2010">
                  <a:moveTo>
                    <a:pt x="0" y="0"/>
                  </a:moveTo>
                  <a:lnTo>
                    <a:pt x="3900" y="201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l6982"/>
            <p:cNvSpPr/>
            <p:nvPr/>
          </p:nvSpPr>
          <p:spPr>
            <a:xfrm>
              <a:off x="5795867" y="5365102"/>
              <a:ext cx="4335" cy="680"/>
            </a:xfrm>
            <a:custGeom>
              <a:avLst/>
              <a:pathLst>
                <a:path w="4335" h="680">
                  <a:moveTo>
                    <a:pt x="4335" y="0"/>
                  </a:moveTo>
                  <a:lnTo>
                    <a:pt x="0" y="68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l6983"/>
            <p:cNvSpPr/>
            <p:nvPr/>
          </p:nvSpPr>
          <p:spPr>
            <a:xfrm>
              <a:off x="5841587" y="5370970"/>
              <a:ext cx="3975" cy="1858"/>
            </a:xfrm>
            <a:custGeom>
              <a:avLst/>
              <a:pathLst>
                <a:path w="3975" h="1858">
                  <a:moveTo>
                    <a:pt x="0" y="0"/>
                  </a:moveTo>
                  <a:lnTo>
                    <a:pt x="3975" y="185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l6984"/>
            <p:cNvSpPr/>
            <p:nvPr/>
          </p:nvSpPr>
          <p:spPr>
            <a:xfrm>
              <a:off x="5858175" y="5373070"/>
              <a:ext cx="3990" cy="1824"/>
            </a:xfrm>
            <a:custGeom>
              <a:avLst/>
              <a:pathLst>
                <a:path w="3990" h="1824">
                  <a:moveTo>
                    <a:pt x="0" y="0"/>
                  </a:moveTo>
                  <a:lnTo>
                    <a:pt x="3990" y="18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l6985"/>
            <p:cNvSpPr/>
            <p:nvPr/>
          </p:nvSpPr>
          <p:spPr>
            <a:xfrm>
              <a:off x="5860730" y="5369357"/>
              <a:ext cx="9743" cy="6517"/>
            </a:xfrm>
            <a:custGeom>
              <a:avLst/>
              <a:pathLst>
                <a:path w="9743" h="6517">
                  <a:moveTo>
                    <a:pt x="0" y="0"/>
                  </a:moveTo>
                  <a:lnTo>
                    <a:pt x="9743" y="651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l6986"/>
            <p:cNvSpPr/>
            <p:nvPr/>
          </p:nvSpPr>
          <p:spPr>
            <a:xfrm>
              <a:off x="5883088" y="5375954"/>
              <a:ext cx="4013" cy="1773"/>
            </a:xfrm>
            <a:custGeom>
              <a:avLst/>
              <a:pathLst>
                <a:path w="4013" h="1773">
                  <a:moveTo>
                    <a:pt x="0" y="0"/>
                  </a:moveTo>
                  <a:lnTo>
                    <a:pt x="4013" y="177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l6987"/>
            <p:cNvSpPr/>
            <p:nvPr/>
          </p:nvSpPr>
          <p:spPr>
            <a:xfrm>
              <a:off x="5889462" y="5375301"/>
              <a:ext cx="5959" cy="3299"/>
            </a:xfrm>
            <a:custGeom>
              <a:avLst/>
              <a:pathLst>
                <a:path w="5959" h="3299">
                  <a:moveTo>
                    <a:pt x="0" y="0"/>
                  </a:moveTo>
                  <a:lnTo>
                    <a:pt x="5959" y="3299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l6988"/>
            <p:cNvSpPr/>
            <p:nvPr/>
          </p:nvSpPr>
          <p:spPr>
            <a:xfrm>
              <a:off x="5912073" y="5379303"/>
              <a:ext cx="4286" cy="938"/>
            </a:xfrm>
            <a:custGeom>
              <a:avLst/>
              <a:pathLst>
                <a:path w="4286" h="938">
                  <a:moveTo>
                    <a:pt x="4286" y="0"/>
                  </a:moveTo>
                  <a:lnTo>
                    <a:pt x="0" y="93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l6989"/>
            <p:cNvSpPr/>
            <p:nvPr/>
          </p:nvSpPr>
          <p:spPr>
            <a:xfrm>
              <a:off x="5928737" y="5380764"/>
              <a:ext cx="4278" cy="974"/>
            </a:xfrm>
            <a:custGeom>
              <a:avLst/>
              <a:pathLst>
                <a:path w="4278" h="974">
                  <a:moveTo>
                    <a:pt x="4278" y="0"/>
                  </a:moveTo>
                  <a:lnTo>
                    <a:pt x="0" y="97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l6990"/>
            <p:cNvSpPr/>
            <p:nvPr/>
          </p:nvSpPr>
          <p:spPr>
            <a:xfrm>
              <a:off x="5962100" y="5383260"/>
              <a:ext cx="4261" cy="1047"/>
            </a:xfrm>
            <a:custGeom>
              <a:avLst/>
              <a:pathLst>
                <a:path w="4261" h="1047">
                  <a:moveTo>
                    <a:pt x="4261" y="0"/>
                  </a:moveTo>
                  <a:lnTo>
                    <a:pt x="0" y="104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l6991"/>
            <p:cNvSpPr/>
            <p:nvPr/>
          </p:nvSpPr>
          <p:spPr>
            <a:xfrm>
              <a:off x="5960809" y="5361529"/>
              <a:ext cx="17988" cy="23848"/>
            </a:xfrm>
            <a:custGeom>
              <a:avLst/>
              <a:pathLst>
                <a:path w="17988" h="23848">
                  <a:moveTo>
                    <a:pt x="0" y="0"/>
                  </a:moveTo>
                  <a:lnTo>
                    <a:pt x="17988" y="2384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l6992"/>
            <p:cNvSpPr/>
            <p:nvPr/>
          </p:nvSpPr>
          <p:spPr>
            <a:xfrm>
              <a:off x="5987149" y="5384757"/>
              <a:ext cx="4247" cy="1102"/>
            </a:xfrm>
            <a:custGeom>
              <a:avLst/>
              <a:pathLst>
                <a:path w="4247" h="1102">
                  <a:moveTo>
                    <a:pt x="4247" y="0"/>
                  </a:moveTo>
                  <a:lnTo>
                    <a:pt x="0" y="110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l6993"/>
            <p:cNvSpPr/>
            <p:nvPr/>
          </p:nvSpPr>
          <p:spPr>
            <a:xfrm>
              <a:off x="5991008" y="5359402"/>
              <a:ext cx="12850" cy="27313"/>
            </a:xfrm>
            <a:custGeom>
              <a:avLst/>
              <a:pathLst>
                <a:path w="12850" h="27313">
                  <a:moveTo>
                    <a:pt x="0" y="0"/>
                  </a:moveTo>
                  <a:lnTo>
                    <a:pt x="12850" y="2731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l6994"/>
            <p:cNvSpPr/>
            <p:nvPr/>
          </p:nvSpPr>
          <p:spPr>
            <a:xfrm>
              <a:off x="6070751" y="5387433"/>
              <a:ext cx="4196" cy="1282"/>
            </a:xfrm>
            <a:custGeom>
              <a:avLst/>
              <a:pathLst>
                <a:path w="4196" h="1282">
                  <a:moveTo>
                    <a:pt x="4196" y="0"/>
                  </a:moveTo>
                  <a:lnTo>
                    <a:pt x="0" y="128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l6995"/>
            <p:cNvSpPr/>
            <p:nvPr/>
          </p:nvSpPr>
          <p:spPr>
            <a:xfrm>
              <a:off x="6095847" y="5387540"/>
              <a:ext cx="4179" cy="1335"/>
            </a:xfrm>
            <a:custGeom>
              <a:avLst/>
              <a:pathLst>
                <a:path w="4179" h="1335">
                  <a:moveTo>
                    <a:pt x="4179" y="0"/>
                  </a:moveTo>
                  <a:lnTo>
                    <a:pt x="0" y="133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l6996"/>
            <p:cNvSpPr/>
            <p:nvPr/>
          </p:nvSpPr>
          <p:spPr>
            <a:xfrm>
              <a:off x="6100027" y="5387540"/>
              <a:ext cx="4185" cy="1318"/>
            </a:xfrm>
            <a:custGeom>
              <a:avLst/>
              <a:pathLst>
                <a:path w="4185" h="1318">
                  <a:moveTo>
                    <a:pt x="0" y="0"/>
                  </a:moveTo>
                  <a:lnTo>
                    <a:pt x="4185" y="131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l6997"/>
            <p:cNvSpPr/>
            <p:nvPr/>
          </p:nvSpPr>
          <p:spPr>
            <a:xfrm>
              <a:off x="6196191" y="5384757"/>
              <a:ext cx="4106" cy="1548"/>
            </a:xfrm>
            <a:custGeom>
              <a:avLst/>
              <a:pathLst>
                <a:path w="4106" h="1548">
                  <a:moveTo>
                    <a:pt x="4106" y="0"/>
                  </a:moveTo>
                  <a:lnTo>
                    <a:pt x="0" y="154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l6998"/>
            <p:cNvSpPr/>
            <p:nvPr/>
          </p:nvSpPr>
          <p:spPr>
            <a:xfrm>
              <a:off x="6200297" y="5384757"/>
              <a:ext cx="4247" cy="1102"/>
            </a:xfrm>
            <a:custGeom>
              <a:avLst/>
              <a:pathLst>
                <a:path w="4247" h="1102">
                  <a:moveTo>
                    <a:pt x="0" y="0"/>
                  </a:moveTo>
                  <a:lnTo>
                    <a:pt x="4247" y="110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l6999"/>
            <p:cNvSpPr/>
            <p:nvPr/>
          </p:nvSpPr>
          <p:spPr>
            <a:xfrm>
              <a:off x="6212897" y="5383794"/>
              <a:ext cx="4092" cy="1583"/>
            </a:xfrm>
            <a:custGeom>
              <a:avLst/>
              <a:pathLst>
                <a:path w="4092" h="1583">
                  <a:moveTo>
                    <a:pt x="4092" y="0"/>
                  </a:moveTo>
                  <a:lnTo>
                    <a:pt x="0" y="158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l7000"/>
            <p:cNvSpPr/>
            <p:nvPr/>
          </p:nvSpPr>
          <p:spPr>
            <a:xfrm>
              <a:off x="6216990" y="5383794"/>
              <a:ext cx="4256" cy="1065"/>
            </a:xfrm>
            <a:custGeom>
              <a:avLst/>
              <a:pathLst>
                <a:path w="4256" h="1065">
                  <a:moveTo>
                    <a:pt x="0" y="0"/>
                  </a:moveTo>
                  <a:lnTo>
                    <a:pt x="4256" y="106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l7001"/>
            <p:cNvSpPr/>
            <p:nvPr/>
          </p:nvSpPr>
          <p:spPr>
            <a:xfrm>
              <a:off x="6233673" y="5382689"/>
              <a:ext cx="4265" cy="1029"/>
            </a:xfrm>
            <a:custGeom>
              <a:avLst/>
              <a:pathLst>
                <a:path w="4265" h="1029">
                  <a:moveTo>
                    <a:pt x="0" y="0"/>
                  </a:moveTo>
                  <a:lnTo>
                    <a:pt x="4265" y="1029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l7002"/>
            <p:cNvSpPr/>
            <p:nvPr/>
          </p:nvSpPr>
          <p:spPr>
            <a:xfrm>
              <a:off x="6239829" y="5380910"/>
              <a:ext cx="6452" cy="2184"/>
            </a:xfrm>
            <a:custGeom>
              <a:avLst/>
              <a:pathLst>
                <a:path w="6452" h="2184">
                  <a:moveTo>
                    <a:pt x="0" y="0"/>
                  </a:moveTo>
                  <a:lnTo>
                    <a:pt x="6452" y="218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l7003"/>
            <p:cNvSpPr/>
            <p:nvPr/>
          </p:nvSpPr>
          <p:spPr>
            <a:xfrm>
              <a:off x="6247015" y="5379031"/>
              <a:ext cx="7605" cy="3402"/>
            </a:xfrm>
            <a:custGeom>
              <a:avLst/>
              <a:pathLst>
                <a:path w="7605" h="3402">
                  <a:moveTo>
                    <a:pt x="0" y="0"/>
                  </a:moveTo>
                  <a:lnTo>
                    <a:pt x="7605" y="340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l7004"/>
            <p:cNvSpPr/>
            <p:nvPr/>
          </p:nvSpPr>
          <p:spPr>
            <a:xfrm>
              <a:off x="6267008" y="5380051"/>
              <a:ext cx="4282" cy="956"/>
            </a:xfrm>
            <a:custGeom>
              <a:avLst/>
              <a:pathLst>
                <a:path w="4282" h="956">
                  <a:moveTo>
                    <a:pt x="0" y="0"/>
                  </a:moveTo>
                  <a:lnTo>
                    <a:pt x="4282" y="95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l7005"/>
            <p:cNvSpPr/>
            <p:nvPr/>
          </p:nvSpPr>
          <p:spPr>
            <a:xfrm>
              <a:off x="6291978" y="5377700"/>
              <a:ext cx="4294" cy="901"/>
            </a:xfrm>
            <a:custGeom>
              <a:avLst/>
              <a:pathLst>
                <a:path w="4294" h="901">
                  <a:moveTo>
                    <a:pt x="0" y="0"/>
                  </a:moveTo>
                  <a:lnTo>
                    <a:pt x="4294" y="90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l7006"/>
            <p:cNvSpPr/>
            <p:nvPr/>
          </p:nvSpPr>
          <p:spPr>
            <a:xfrm>
              <a:off x="6298077" y="5375737"/>
              <a:ext cx="6514" cy="1990"/>
            </a:xfrm>
            <a:custGeom>
              <a:avLst/>
              <a:pathLst>
                <a:path w="6514" h="1990">
                  <a:moveTo>
                    <a:pt x="0" y="0"/>
                  </a:moveTo>
                  <a:lnTo>
                    <a:pt x="6514" y="199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l7007"/>
            <p:cNvSpPr/>
            <p:nvPr/>
          </p:nvSpPr>
          <p:spPr>
            <a:xfrm>
              <a:off x="6312908" y="5375028"/>
              <a:ext cx="4006" cy="1790"/>
            </a:xfrm>
            <a:custGeom>
              <a:avLst/>
              <a:pathLst>
                <a:path w="4006" h="1790">
                  <a:moveTo>
                    <a:pt x="4006" y="0"/>
                  </a:moveTo>
                  <a:lnTo>
                    <a:pt x="0" y="179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l7008"/>
            <p:cNvSpPr/>
            <p:nvPr/>
          </p:nvSpPr>
          <p:spPr>
            <a:xfrm>
              <a:off x="6316915" y="5375028"/>
              <a:ext cx="4305" cy="846"/>
            </a:xfrm>
            <a:custGeom>
              <a:avLst/>
              <a:pathLst>
                <a:path w="4305" h="846">
                  <a:moveTo>
                    <a:pt x="0" y="0"/>
                  </a:moveTo>
                  <a:lnTo>
                    <a:pt x="4305" y="8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l7009"/>
            <p:cNvSpPr/>
            <p:nvPr/>
          </p:nvSpPr>
          <p:spPr>
            <a:xfrm>
              <a:off x="6333520" y="5373070"/>
              <a:ext cx="4312" cy="809"/>
            </a:xfrm>
            <a:custGeom>
              <a:avLst/>
              <a:pathLst>
                <a:path w="4312" h="809">
                  <a:moveTo>
                    <a:pt x="0" y="0"/>
                  </a:moveTo>
                  <a:lnTo>
                    <a:pt x="4312" y="809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l7010"/>
            <p:cNvSpPr/>
            <p:nvPr/>
          </p:nvSpPr>
          <p:spPr>
            <a:xfrm>
              <a:off x="6350107" y="5370970"/>
              <a:ext cx="4319" cy="772"/>
            </a:xfrm>
            <a:custGeom>
              <a:avLst/>
              <a:pathLst>
                <a:path w="4319" h="772">
                  <a:moveTo>
                    <a:pt x="0" y="0"/>
                  </a:moveTo>
                  <a:lnTo>
                    <a:pt x="4319" y="77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l7011"/>
            <p:cNvSpPr/>
            <p:nvPr/>
          </p:nvSpPr>
          <p:spPr>
            <a:xfrm>
              <a:off x="6378578" y="5361648"/>
              <a:ext cx="8980" cy="5397"/>
            </a:xfrm>
            <a:custGeom>
              <a:avLst/>
              <a:pathLst>
                <a:path w="8980" h="5397">
                  <a:moveTo>
                    <a:pt x="0" y="0"/>
                  </a:moveTo>
                  <a:lnTo>
                    <a:pt x="8980" y="53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l7012"/>
            <p:cNvSpPr/>
            <p:nvPr/>
          </p:nvSpPr>
          <p:spPr>
            <a:xfrm>
              <a:off x="6399754" y="5363822"/>
              <a:ext cx="4338" cy="661"/>
            </a:xfrm>
            <a:custGeom>
              <a:avLst/>
              <a:pathLst>
                <a:path w="4338" h="661">
                  <a:moveTo>
                    <a:pt x="0" y="0"/>
                  </a:moveTo>
                  <a:lnTo>
                    <a:pt x="4338" y="66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l7013"/>
            <p:cNvSpPr/>
            <p:nvPr/>
          </p:nvSpPr>
          <p:spPr>
            <a:xfrm>
              <a:off x="6405735" y="5361525"/>
              <a:ext cx="6615" cy="1625"/>
            </a:xfrm>
            <a:custGeom>
              <a:avLst/>
              <a:pathLst>
                <a:path w="6615" h="1625">
                  <a:moveTo>
                    <a:pt x="0" y="0"/>
                  </a:moveTo>
                  <a:lnTo>
                    <a:pt x="6615" y="162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l7014"/>
            <p:cNvSpPr/>
            <p:nvPr/>
          </p:nvSpPr>
          <p:spPr>
            <a:xfrm>
              <a:off x="6428850" y="5358352"/>
              <a:ext cx="3892" cy="2026"/>
            </a:xfrm>
            <a:custGeom>
              <a:avLst/>
              <a:pathLst>
                <a:path w="3892" h="2026">
                  <a:moveTo>
                    <a:pt x="3892" y="0"/>
                  </a:moveTo>
                  <a:lnTo>
                    <a:pt x="0" y="20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l7015"/>
            <p:cNvSpPr/>
            <p:nvPr/>
          </p:nvSpPr>
          <p:spPr>
            <a:xfrm>
              <a:off x="6473840" y="5350723"/>
              <a:ext cx="4360" cy="494"/>
            </a:xfrm>
            <a:custGeom>
              <a:avLst/>
              <a:pathLst>
                <a:path w="4360" h="494">
                  <a:moveTo>
                    <a:pt x="0" y="0"/>
                  </a:moveTo>
                  <a:lnTo>
                    <a:pt x="4360" y="49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l7016"/>
            <p:cNvSpPr/>
            <p:nvPr/>
          </p:nvSpPr>
          <p:spPr>
            <a:xfrm>
              <a:off x="6520598" y="5339568"/>
              <a:ext cx="6700" cy="1227"/>
            </a:xfrm>
            <a:custGeom>
              <a:avLst/>
              <a:pathLst>
                <a:path w="6700" h="1227">
                  <a:moveTo>
                    <a:pt x="0" y="0"/>
                  </a:moveTo>
                  <a:lnTo>
                    <a:pt x="6700" y="122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l7017"/>
            <p:cNvSpPr/>
            <p:nvPr/>
          </p:nvSpPr>
          <p:spPr>
            <a:xfrm>
              <a:off x="6535455" y="5336697"/>
              <a:ext cx="3773" cy="2239"/>
            </a:xfrm>
            <a:custGeom>
              <a:avLst/>
              <a:pathLst>
                <a:path w="3773" h="2239">
                  <a:moveTo>
                    <a:pt x="3773" y="0"/>
                  </a:moveTo>
                  <a:lnTo>
                    <a:pt x="0" y="2239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l7018"/>
            <p:cNvSpPr/>
            <p:nvPr/>
          </p:nvSpPr>
          <p:spPr>
            <a:xfrm>
              <a:off x="6539229" y="5336697"/>
              <a:ext cx="4374" cy="345"/>
            </a:xfrm>
            <a:custGeom>
              <a:avLst/>
              <a:pathLst>
                <a:path w="4374" h="345">
                  <a:moveTo>
                    <a:pt x="0" y="0"/>
                  </a:moveTo>
                  <a:lnTo>
                    <a:pt x="4374" y="345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l7019"/>
            <p:cNvSpPr/>
            <p:nvPr/>
          </p:nvSpPr>
          <p:spPr>
            <a:xfrm>
              <a:off x="6551744" y="5332843"/>
              <a:ext cx="3754" cy="2271"/>
            </a:xfrm>
            <a:custGeom>
              <a:avLst/>
              <a:pathLst>
                <a:path w="3754" h="2271">
                  <a:moveTo>
                    <a:pt x="3754" y="0"/>
                  </a:moveTo>
                  <a:lnTo>
                    <a:pt x="0" y="2271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l7020"/>
            <p:cNvSpPr/>
            <p:nvPr/>
          </p:nvSpPr>
          <p:spPr>
            <a:xfrm>
              <a:off x="6561275" y="5330068"/>
              <a:ext cx="6725" cy="1084"/>
            </a:xfrm>
            <a:custGeom>
              <a:avLst/>
              <a:pathLst>
                <a:path w="6725" h="1084">
                  <a:moveTo>
                    <a:pt x="0" y="0"/>
                  </a:moveTo>
                  <a:lnTo>
                    <a:pt x="6725" y="108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l7021"/>
            <p:cNvSpPr/>
            <p:nvPr/>
          </p:nvSpPr>
          <p:spPr>
            <a:xfrm>
              <a:off x="6579840" y="5326801"/>
              <a:ext cx="4381" cy="252"/>
            </a:xfrm>
            <a:custGeom>
              <a:avLst/>
              <a:pathLst>
                <a:path w="4381" h="252">
                  <a:moveTo>
                    <a:pt x="0" y="0"/>
                  </a:moveTo>
                  <a:lnTo>
                    <a:pt x="4381" y="252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l7022"/>
            <p:cNvSpPr/>
            <p:nvPr/>
          </p:nvSpPr>
          <p:spPr>
            <a:xfrm>
              <a:off x="6648738" y="5306812"/>
              <a:ext cx="3633" cy="2460"/>
            </a:xfrm>
            <a:custGeom>
              <a:avLst/>
              <a:pathLst>
                <a:path w="3633" h="2460">
                  <a:moveTo>
                    <a:pt x="3633" y="0"/>
                  </a:moveTo>
                  <a:lnTo>
                    <a:pt x="0" y="246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l7023"/>
            <p:cNvSpPr/>
            <p:nvPr/>
          </p:nvSpPr>
          <p:spPr>
            <a:xfrm>
              <a:off x="6672769" y="5299532"/>
              <a:ext cx="3601" cy="2507"/>
            </a:xfrm>
            <a:custGeom>
              <a:avLst/>
              <a:pathLst>
                <a:path w="3601" h="2507">
                  <a:moveTo>
                    <a:pt x="3601" y="0"/>
                  </a:moveTo>
                  <a:lnTo>
                    <a:pt x="0" y="250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l7024"/>
            <p:cNvSpPr/>
            <p:nvPr/>
          </p:nvSpPr>
          <p:spPr>
            <a:xfrm>
              <a:off x="6676371" y="5299532"/>
              <a:ext cx="4388" cy="27"/>
            </a:xfrm>
            <a:custGeom>
              <a:avLst/>
              <a:pathLst>
                <a:path w="4388" h="27">
                  <a:moveTo>
                    <a:pt x="0" y="0"/>
                  </a:moveTo>
                  <a:lnTo>
                    <a:pt x="4388" y="2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l7025"/>
            <p:cNvSpPr/>
            <p:nvPr/>
          </p:nvSpPr>
          <p:spPr>
            <a:xfrm>
              <a:off x="6688525" y="5292922"/>
              <a:ext cx="8182" cy="1575"/>
            </a:xfrm>
            <a:custGeom>
              <a:avLst/>
              <a:pathLst>
                <a:path w="8182" h="1575">
                  <a:moveTo>
                    <a:pt x="0" y="0"/>
                  </a:moveTo>
                  <a:lnTo>
                    <a:pt x="8182" y="1575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l7026"/>
            <p:cNvSpPr/>
            <p:nvPr/>
          </p:nvSpPr>
          <p:spPr>
            <a:xfrm>
              <a:off x="6695570" y="5289269"/>
              <a:ext cx="9093" cy="2647"/>
            </a:xfrm>
            <a:custGeom>
              <a:avLst/>
              <a:pathLst>
                <a:path w="9093" h="2647">
                  <a:moveTo>
                    <a:pt x="0" y="0"/>
                  </a:moveTo>
                  <a:lnTo>
                    <a:pt x="9093" y="264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l7027"/>
            <p:cNvSpPr/>
            <p:nvPr/>
          </p:nvSpPr>
          <p:spPr>
            <a:xfrm>
              <a:off x="6716157" y="5286651"/>
              <a:ext cx="4387" cy="66"/>
            </a:xfrm>
            <a:custGeom>
              <a:avLst/>
              <a:pathLst>
                <a:path w="4387" h="66">
                  <a:moveTo>
                    <a:pt x="0" y="66"/>
                  </a:moveTo>
                  <a:lnTo>
                    <a:pt x="4387" y="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l7028"/>
            <p:cNvSpPr/>
            <p:nvPr/>
          </p:nvSpPr>
          <p:spPr>
            <a:xfrm>
              <a:off x="6721676" y="5283460"/>
              <a:ext cx="6793" cy="507"/>
            </a:xfrm>
            <a:custGeom>
              <a:avLst/>
              <a:pathLst>
                <a:path w="6793" h="507">
                  <a:moveTo>
                    <a:pt x="0" y="0"/>
                  </a:moveTo>
                  <a:lnTo>
                    <a:pt x="6793" y="50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l7029"/>
            <p:cNvSpPr/>
            <p:nvPr/>
          </p:nvSpPr>
          <p:spPr>
            <a:xfrm>
              <a:off x="6719737" y="5275683"/>
              <a:ext cx="16643" cy="5567"/>
            </a:xfrm>
            <a:custGeom>
              <a:avLst/>
              <a:pathLst>
                <a:path w="16643" h="5567">
                  <a:moveTo>
                    <a:pt x="0" y="0"/>
                  </a:moveTo>
                  <a:lnTo>
                    <a:pt x="16643" y="556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l7030"/>
            <p:cNvSpPr/>
            <p:nvPr/>
          </p:nvSpPr>
          <p:spPr>
            <a:xfrm>
              <a:off x="6747784" y="5275715"/>
              <a:ext cx="4386" cy="141"/>
            </a:xfrm>
            <a:custGeom>
              <a:avLst/>
              <a:pathLst>
                <a:path w="4386" h="141">
                  <a:moveTo>
                    <a:pt x="0" y="141"/>
                  </a:moveTo>
                  <a:lnTo>
                    <a:pt x="4386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l7031"/>
            <p:cNvSpPr/>
            <p:nvPr/>
          </p:nvSpPr>
          <p:spPr>
            <a:xfrm>
              <a:off x="6767911" y="5267356"/>
              <a:ext cx="3468" cy="2688"/>
            </a:xfrm>
            <a:custGeom>
              <a:avLst/>
              <a:pathLst>
                <a:path w="3468" h="2688">
                  <a:moveTo>
                    <a:pt x="3468" y="0"/>
                  </a:moveTo>
                  <a:lnTo>
                    <a:pt x="0" y="2688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l7032"/>
            <p:cNvSpPr/>
            <p:nvPr/>
          </p:nvSpPr>
          <p:spPr>
            <a:xfrm>
              <a:off x="6794864" y="5258302"/>
              <a:ext cx="4380" cy="253"/>
            </a:xfrm>
            <a:custGeom>
              <a:avLst/>
              <a:pathLst>
                <a:path w="4380" h="253">
                  <a:moveTo>
                    <a:pt x="0" y="253"/>
                  </a:moveTo>
                  <a:lnTo>
                    <a:pt x="438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l7033"/>
            <p:cNvSpPr/>
            <p:nvPr/>
          </p:nvSpPr>
          <p:spPr>
            <a:xfrm>
              <a:off x="6800239" y="5255066"/>
              <a:ext cx="6808" cy="217"/>
            </a:xfrm>
            <a:custGeom>
              <a:avLst/>
              <a:pathLst>
                <a:path w="6808" h="217">
                  <a:moveTo>
                    <a:pt x="0" y="0"/>
                  </a:moveTo>
                  <a:lnTo>
                    <a:pt x="6808" y="217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l7034"/>
            <p:cNvSpPr/>
            <p:nvPr/>
          </p:nvSpPr>
          <p:spPr>
            <a:xfrm>
              <a:off x="6822612" y="5246354"/>
              <a:ext cx="3386" cy="2790"/>
            </a:xfrm>
            <a:custGeom>
              <a:avLst/>
              <a:pathLst>
                <a:path w="3386" h="2790">
                  <a:moveTo>
                    <a:pt x="3386" y="0"/>
                  </a:moveTo>
                  <a:lnTo>
                    <a:pt x="0" y="279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l7035"/>
            <p:cNvSpPr/>
            <p:nvPr/>
          </p:nvSpPr>
          <p:spPr>
            <a:xfrm>
              <a:off x="6838124" y="5240055"/>
              <a:ext cx="3362" cy="2819"/>
            </a:xfrm>
            <a:custGeom>
              <a:avLst/>
              <a:pathLst>
                <a:path w="3362" h="2819">
                  <a:moveTo>
                    <a:pt x="3362" y="0"/>
                  </a:moveTo>
                  <a:lnTo>
                    <a:pt x="0" y="2819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l7036"/>
            <p:cNvSpPr/>
            <p:nvPr/>
          </p:nvSpPr>
          <p:spPr>
            <a:xfrm>
              <a:off x="6846770" y="5236429"/>
              <a:ext cx="6811" cy="42"/>
            </a:xfrm>
            <a:custGeom>
              <a:avLst/>
              <a:pathLst>
                <a:path w="6811" h="42">
                  <a:moveTo>
                    <a:pt x="0" y="0"/>
                  </a:moveTo>
                  <a:lnTo>
                    <a:pt x="6811" y="4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l7037"/>
            <p:cNvSpPr/>
            <p:nvPr/>
          </p:nvSpPr>
          <p:spPr>
            <a:xfrm>
              <a:off x="6859690" y="5228114"/>
              <a:ext cx="9294" cy="1822"/>
            </a:xfrm>
            <a:custGeom>
              <a:avLst/>
              <a:pathLst>
                <a:path w="9294" h="1822">
                  <a:moveTo>
                    <a:pt x="0" y="0"/>
                  </a:moveTo>
                  <a:lnTo>
                    <a:pt x="9294" y="182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l7038"/>
            <p:cNvSpPr/>
            <p:nvPr/>
          </p:nvSpPr>
          <p:spPr>
            <a:xfrm>
              <a:off x="6866597" y="5223717"/>
              <a:ext cx="10066" cy="2903"/>
            </a:xfrm>
            <a:custGeom>
              <a:avLst/>
              <a:pathLst>
                <a:path w="10066" h="2903">
                  <a:moveTo>
                    <a:pt x="0" y="0"/>
                  </a:moveTo>
                  <a:lnTo>
                    <a:pt x="10066" y="2903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l7039"/>
            <p:cNvSpPr/>
            <p:nvPr/>
          </p:nvSpPr>
          <p:spPr>
            <a:xfrm>
              <a:off x="6884330" y="5220366"/>
              <a:ext cx="3289" cy="2904"/>
            </a:xfrm>
            <a:custGeom>
              <a:avLst/>
              <a:pathLst>
                <a:path w="3289" h="2904">
                  <a:moveTo>
                    <a:pt x="3289" y="0"/>
                  </a:moveTo>
                  <a:lnTo>
                    <a:pt x="0" y="2904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l7040"/>
            <p:cNvSpPr/>
            <p:nvPr/>
          </p:nvSpPr>
          <p:spPr>
            <a:xfrm>
              <a:off x="6899619" y="5213542"/>
              <a:ext cx="3264" cy="2932"/>
            </a:xfrm>
            <a:custGeom>
              <a:avLst/>
              <a:pathLst>
                <a:path w="3264" h="2932">
                  <a:moveTo>
                    <a:pt x="3264" y="0"/>
                  </a:moveTo>
                  <a:lnTo>
                    <a:pt x="0" y="293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l7041"/>
            <p:cNvSpPr/>
            <p:nvPr/>
          </p:nvSpPr>
          <p:spPr>
            <a:xfrm>
              <a:off x="6902883" y="5213027"/>
              <a:ext cx="4358" cy="514"/>
            </a:xfrm>
            <a:custGeom>
              <a:avLst/>
              <a:pathLst>
                <a:path w="4358" h="514">
                  <a:moveTo>
                    <a:pt x="0" y="514"/>
                  </a:moveTo>
                  <a:lnTo>
                    <a:pt x="4358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l7042"/>
            <p:cNvSpPr/>
            <p:nvPr/>
          </p:nvSpPr>
          <p:spPr>
            <a:xfrm>
              <a:off x="6922441" y="5203062"/>
              <a:ext cx="3226" cy="2974"/>
            </a:xfrm>
            <a:custGeom>
              <a:avLst/>
              <a:pathLst>
                <a:path w="3226" h="2974">
                  <a:moveTo>
                    <a:pt x="3226" y="0"/>
                  </a:moveTo>
                  <a:lnTo>
                    <a:pt x="0" y="2974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l7043"/>
            <p:cNvSpPr/>
            <p:nvPr/>
          </p:nvSpPr>
          <p:spPr>
            <a:xfrm>
              <a:off x="6945129" y="5192290"/>
              <a:ext cx="3188" cy="3015"/>
            </a:xfrm>
            <a:custGeom>
              <a:avLst/>
              <a:pathLst>
                <a:path w="3188" h="3015">
                  <a:moveTo>
                    <a:pt x="3188" y="0"/>
                  </a:moveTo>
                  <a:lnTo>
                    <a:pt x="0" y="301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l7044"/>
            <p:cNvSpPr/>
            <p:nvPr/>
          </p:nvSpPr>
          <p:spPr>
            <a:xfrm>
              <a:off x="6953374" y="5187991"/>
              <a:ext cx="6802" cy="364"/>
            </a:xfrm>
            <a:custGeom>
              <a:avLst/>
              <a:pathLst>
                <a:path w="6802" h="364">
                  <a:moveTo>
                    <a:pt x="0" y="364"/>
                  </a:moveTo>
                  <a:lnTo>
                    <a:pt x="6802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l7045"/>
            <p:cNvSpPr/>
            <p:nvPr/>
          </p:nvSpPr>
          <p:spPr>
            <a:xfrm>
              <a:off x="6988116" y="5168001"/>
              <a:ext cx="9401" cy="1144"/>
            </a:xfrm>
            <a:custGeom>
              <a:avLst/>
              <a:pathLst>
                <a:path w="9401" h="1144">
                  <a:moveTo>
                    <a:pt x="0" y="0"/>
                  </a:moveTo>
                  <a:lnTo>
                    <a:pt x="9401" y="1144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l7046"/>
            <p:cNvSpPr/>
            <p:nvPr/>
          </p:nvSpPr>
          <p:spPr>
            <a:xfrm>
              <a:off x="7030066" y="5145484"/>
              <a:ext cx="11717" cy="344"/>
            </a:xfrm>
            <a:custGeom>
              <a:avLst/>
              <a:pathLst>
                <a:path w="11717" h="344">
                  <a:moveTo>
                    <a:pt x="0" y="344"/>
                  </a:moveTo>
                  <a:lnTo>
                    <a:pt x="11717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l7047"/>
            <p:cNvSpPr/>
            <p:nvPr/>
          </p:nvSpPr>
          <p:spPr>
            <a:xfrm>
              <a:off x="7049102" y="5138231"/>
              <a:ext cx="3002" cy="3200"/>
            </a:xfrm>
            <a:custGeom>
              <a:avLst/>
              <a:pathLst>
                <a:path w="3002" h="3200">
                  <a:moveTo>
                    <a:pt x="3002" y="0"/>
                  </a:moveTo>
                  <a:lnTo>
                    <a:pt x="0" y="320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l7048"/>
            <p:cNvSpPr/>
            <p:nvPr/>
          </p:nvSpPr>
          <p:spPr>
            <a:xfrm>
              <a:off x="7056917" y="5133231"/>
              <a:ext cx="6768" cy="769"/>
            </a:xfrm>
            <a:custGeom>
              <a:avLst/>
              <a:pathLst>
                <a:path w="6768" h="769">
                  <a:moveTo>
                    <a:pt x="0" y="769"/>
                  </a:moveTo>
                  <a:lnTo>
                    <a:pt x="6768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l7049"/>
            <p:cNvSpPr/>
            <p:nvPr/>
          </p:nvSpPr>
          <p:spPr>
            <a:xfrm>
              <a:off x="7070951" y="5125846"/>
              <a:ext cx="2961" cy="3238"/>
            </a:xfrm>
            <a:custGeom>
              <a:avLst/>
              <a:pathLst>
                <a:path w="2961" h="3238">
                  <a:moveTo>
                    <a:pt x="2961" y="0"/>
                  </a:moveTo>
                  <a:lnTo>
                    <a:pt x="0" y="3238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l7050"/>
            <p:cNvSpPr/>
            <p:nvPr/>
          </p:nvSpPr>
          <p:spPr>
            <a:xfrm>
              <a:off x="7078671" y="5120698"/>
              <a:ext cx="6757" cy="856"/>
            </a:xfrm>
            <a:custGeom>
              <a:avLst/>
              <a:pathLst>
                <a:path w="6757" h="856">
                  <a:moveTo>
                    <a:pt x="0" y="856"/>
                  </a:moveTo>
                  <a:lnTo>
                    <a:pt x="6757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l7051"/>
            <p:cNvSpPr/>
            <p:nvPr/>
          </p:nvSpPr>
          <p:spPr>
            <a:xfrm>
              <a:off x="7092641" y="5113182"/>
              <a:ext cx="2919" cy="3276"/>
            </a:xfrm>
            <a:custGeom>
              <a:avLst/>
              <a:pathLst>
                <a:path w="2919" h="3276">
                  <a:moveTo>
                    <a:pt x="2919" y="0"/>
                  </a:moveTo>
                  <a:lnTo>
                    <a:pt x="0" y="3276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l7052"/>
            <p:cNvSpPr/>
            <p:nvPr/>
          </p:nvSpPr>
          <p:spPr>
            <a:xfrm>
              <a:off x="7100264" y="5107887"/>
              <a:ext cx="6746" cy="942"/>
            </a:xfrm>
            <a:custGeom>
              <a:avLst/>
              <a:pathLst>
                <a:path w="6746" h="942">
                  <a:moveTo>
                    <a:pt x="0" y="942"/>
                  </a:moveTo>
                  <a:lnTo>
                    <a:pt x="6746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l7053"/>
            <p:cNvSpPr/>
            <p:nvPr/>
          </p:nvSpPr>
          <p:spPr>
            <a:xfrm>
              <a:off x="7105843" y="5103556"/>
              <a:ext cx="8324" cy="371"/>
            </a:xfrm>
            <a:custGeom>
              <a:avLst/>
              <a:pathLst>
                <a:path w="8324" h="371">
                  <a:moveTo>
                    <a:pt x="0" y="371"/>
                  </a:moveTo>
                  <a:lnTo>
                    <a:pt x="8324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l7054"/>
            <p:cNvSpPr/>
            <p:nvPr/>
          </p:nvSpPr>
          <p:spPr>
            <a:xfrm>
              <a:off x="7121306" y="5095869"/>
              <a:ext cx="2863" cy="3325"/>
            </a:xfrm>
            <a:custGeom>
              <a:avLst/>
              <a:pathLst>
                <a:path w="2863" h="3325">
                  <a:moveTo>
                    <a:pt x="2863" y="0"/>
                  </a:moveTo>
                  <a:lnTo>
                    <a:pt x="0" y="3325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l7055"/>
            <p:cNvSpPr/>
            <p:nvPr/>
          </p:nvSpPr>
          <p:spPr>
            <a:xfrm>
              <a:off x="7124169" y="5094802"/>
              <a:ext cx="4256" cy="1066"/>
            </a:xfrm>
            <a:custGeom>
              <a:avLst/>
              <a:pathLst>
                <a:path w="4256" h="1066">
                  <a:moveTo>
                    <a:pt x="0" y="1066"/>
                  </a:moveTo>
                  <a:lnTo>
                    <a:pt x="4256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l7056"/>
            <p:cNvSpPr/>
            <p:nvPr/>
          </p:nvSpPr>
          <p:spPr>
            <a:xfrm>
              <a:off x="7155431" y="5072386"/>
              <a:ext cx="8309" cy="619"/>
            </a:xfrm>
            <a:custGeom>
              <a:avLst/>
              <a:pathLst>
                <a:path w="8309" h="619">
                  <a:moveTo>
                    <a:pt x="0" y="619"/>
                  </a:moveTo>
                  <a:lnTo>
                    <a:pt x="8309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l7057"/>
            <p:cNvSpPr/>
            <p:nvPr/>
          </p:nvSpPr>
          <p:spPr>
            <a:xfrm>
              <a:off x="7173508" y="5063210"/>
              <a:ext cx="4222" cy="1193"/>
            </a:xfrm>
            <a:custGeom>
              <a:avLst/>
              <a:pathLst>
                <a:path w="4222" h="1193">
                  <a:moveTo>
                    <a:pt x="0" y="1193"/>
                  </a:moveTo>
                  <a:lnTo>
                    <a:pt x="4222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l7058"/>
            <p:cNvSpPr/>
            <p:nvPr/>
          </p:nvSpPr>
          <p:spPr>
            <a:xfrm>
              <a:off x="7222183" y="5008430"/>
              <a:ext cx="24297" cy="7126"/>
            </a:xfrm>
            <a:custGeom>
              <a:avLst/>
              <a:pathLst>
                <a:path w="24297" h="7126">
                  <a:moveTo>
                    <a:pt x="0" y="0"/>
                  </a:moveTo>
                  <a:lnTo>
                    <a:pt x="24297" y="7126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l7059"/>
            <p:cNvSpPr/>
            <p:nvPr/>
          </p:nvSpPr>
          <p:spPr>
            <a:xfrm>
              <a:off x="7253241" y="5007083"/>
              <a:ext cx="2584" cy="3546"/>
            </a:xfrm>
            <a:custGeom>
              <a:avLst/>
              <a:pathLst>
                <a:path w="2584" h="3546">
                  <a:moveTo>
                    <a:pt x="2584" y="0"/>
                  </a:moveTo>
                  <a:lnTo>
                    <a:pt x="0" y="3546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l7060"/>
            <p:cNvSpPr/>
            <p:nvPr/>
          </p:nvSpPr>
          <p:spPr>
            <a:xfrm>
              <a:off x="7273399" y="4992100"/>
              <a:ext cx="2538" cy="3579"/>
            </a:xfrm>
            <a:custGeom>
              <a:avLst/>
              <a:pathLst>
                <a:path w="2538" h="3579">
                  <a:moveTo>
                    <a:pt x="2538" y="0"/>
                  </a:moveTo>
                  <a:lnTo>
                    <a:pt x="0" y="3579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l7061"/>
            <p:cNvSpPr/>
            <p:nvPr/>
          </p:nvSpPr>
          <p:spPr>
            <a:xfrm>
              <a:off x="7275938" y="4990639"/>
              <a:ext cx="4137" cy="1461"/>
            </a:xfrm>
            <a:custGeom>
              <a:avLst/>
              <a:pathLst>
                <a:path w="4137" h="1461">
                  <a:moveTo>
                    <a:pt x="0" y="1461"/>
                  </a:moveTo>
                  <a:lnTo>
                    <a:pt x="4137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l7062"/>
            <p:cNvSpPr/>
            <p:nvPr/>
          </p:nvSpPr>
          <p:spPr>
            <a:xfrm>
              <a:off x="7280130" y="4985570"/>
              <a:ext cx="6600" cy="1684"/>
            </a:xfrm>
            <a:custGeom>
              <a:avLst/>
              <a:pathLst>
                <a:path w="6600" h="1684">
                  <a:moveTo>
                    <a:pt x="0" y="1684"/>
                  </a:moveTo>
                  <a:lnTo>
                    <a:pt x="660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l7063"/>
            <p:cNvSpPr/>
            <p:nvPr/>
          </p:nvSpPr>
          <p:spPr>
            <a:xfrm>
              <a:off x="7285132" y="4980473"/>
              <a:ext cx="8231" cy="1290"/>
            </a:xfrm>
            <a:custGeom>
              <a:avLst/>
              <a:pathLst>
                <a:path w="8231" h="1290">
                  <a:moveTo>
                    <a:pt x="0" y="1290"/>
                  </a:moveTo>
                  <a:lnTo>
                    <a:pt x="8231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l7064"/>
            <p:cNvSpPr/>
            <p:nvPr/>
          </p:nvSpPr>
          <p:spPr>
            <a:xfrm>
              <a:off x="7373532" y="4911668"/>
              <a:ext cx="4035" cy="1723"/>
            </a:xfrm>
            <a:custGeom>
              <a:avLst/>
              <a:pathLst>
                <a:path w="4035" h="1723">
                  <a:moveTo>
                    <a:pt x="0" y="1723"/>
                  </a:moveTo>
                  <a:lnTo>
                    <a:pt x="4035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l7065"/>
            <p:cNvSpPr/>
            <p:nvPr/>
          </p:nvSpPr>
          <p:spPr>
            <a:xfrm>
              <a:off x="7394579" y="4889569"/>
              <a:ext cx="8116" cy="1884"/>
            </a:xfrm>
            <a:custGeom>
              <a:avLst/>
              <a:pathLst>
                <a:path w="8116" h="1884">
                  <a:moveTo>
                    <a:pt x="0" y="1884"/>
                  </a:moveTo>
                  <a:lnTo>
                    <a:pt x="8116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l7066"/>
            <p:cNvSpPr/>
            <p:nvPr/>
          </p:nvSpPr>
          <p:spPr>
            <a:xfrm>
              <a:off x="7382977" y="4882167"/>
              <a:ext cx="25940" cy="1810"/>
            </a:xfrm>
            <a:custGeom>
              <a:avLst/>
              <a:pathLst>
                <a:path w="25940" h="1810">
                  <a:moveTo>
                    <a:pt x="0" y="0"/>
                  </a:moveTo>
                  <a:lnTo>
                    <a:pt x="25940" y="181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l7067"/>
            <p:cNvSpPr/>
            <p:nvPr/>
          </p:nvSpPr>
          <p:spPr>
            <a:xfrm>
              <a:off x="7431603" y="4855625"/>
              <a:ext cx="8065" cy="2091"/>
            </a:xfrm>
            <a:custGeom>
              <a:avLst/>
              <a:pathLst>
                <a:path w="8065" h="2091">
                  <a:moveTo>
                    <a:pt x="0" y="2091"/>
                  </a:moveTo>
                  <a:lnTo>
                    <a:pt x="8065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l7068"/>
            <p:cNvSpPr/>
            <p:nvPr/>
          </p:nvSpPr>
          <p:spPr>
            <a:xfrm>
              <a:off x="7459904" y="4832474"/>
              <a:ext cx="3925" cy="1960"/>
            </a:xfrm>
            <a:custGeom>
              <a:avLst/>
              <a:pathLst>
                <a:path w="3925" h="1960">
                  <a:moveTo>
                    <a:pt x="0" y="1960"/>
                  </a:moveTo>
                  <a:lnTo>
                    <a:pt x="3925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l7069"/>
            <p:cNvSpPr/>
            <p:nvPr/>
          </p:nvSpPr>
          <p:spPr>
            <a:xfrm>
              <a:off x="7522472" y="4768862"/>
              <a:ext cx="1893" cy="3958"/>
            </a:xfrm>
            <a:custGeom>
              <a:avLst/>
              <a:pathLst>
                <a:path w="1893" h="3958">
                  <a:moveTo>
                    <a:pt x="1893" y="0"/>
                  </a:moveTo>
                  <a:lnTo>
                    <a:pt x="0" y="3958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l7070"/>
            <p:cNvSpPr/>
            <p:nvPr/>
          </p:nvSpPr>
          <p:spPr>
            <a:xfrm>
              <a:off x="7524366" y="4766719"/>
              <a:ext cx="3829" cy="2143"/>
            </a:xfrm>
            <a:custGeom>
              <a:avLst/>
              <a:pathLst>
                <a:path w="3829" h="2143">
                  <a:moveTo>
                    <a:pt x="0" y="2143"/>
                  </a:moveTo>
                  <a:lnTo>
                    <a:pt x="3829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l7071"/>
            <p:cNvSpPr/>
            <p:nvPr/>
          </p:nvSpPr>
          <p:spPr>
            <a:xfrm>
              <a:off x="7542956" y="4742070"/>
              <a:ext cx="7869" cy="2737"/>
            </a:xfrm>
            <a:custGeom>
              <a:avLst/>
              <a:pathLst>
                <a:path w="7869" h="2737">
                  <a:moveTo>
                    <a:pt x="0" y="2737"/>
                  </a:moveTo>
                  <a:lnTo>
                    <a:pt x="7869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l7072"/>
            <p:cNvSpPr/>
            <p:nvPr/>
          </p:nvSpPr>
          <p:spPr>
            <a:xfrm>
              <a:off x="7558209" y="4729601"/>
              <a:ext cx="3773" cy="2240"/>
            </a:xfrm>
            <a:custGeom>
              <a:avLst/>
              <a:pathLst>
                <a:path w="3773" h="2240">
                  <a:moveTo>
                    <a:pt x="0" y="2240"/>
                  </a:moveTo>
                  <a:lnTo>
                    <a:pt x="3773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l7073"/>
            <p:cNvSpPr/>
            <p:nvPr/>
          </p:nvSpPr>
          <p:spPr>
            <a:xfrm>
              <a:off x="7589404" y="4693966"/>
              <a:ext cx="1688" cy="4050"/>
            </a:xfrm>
            <a:custGeom>
              <a:avLst/>
              <a:pathLst>
                <a:path w="1688" h="4050">
                  <a:moveTo>
                    <a:pt x="1688" y="0"/>
                  </a:moveTo>
                  <a:lnTo>
                    <a:pt x="0" y="405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l7074"/>
            <p:cNvSpPr/>
            <p:nvPr/>
          </p:nvSpPr>
          <p:spPr>
            <a:xfrm>
              <a:off x="7591092" y="4691630"/>
              <a:ext cx="3714" cy="2336"/>
            </a:xfrm>
            <a:custGeom>
              <a:avLst/>
              <a:pathLst>
                <a:path w="3714" h="2336">
                  <a:moveTo>
                    <a:pt x="0" y="2336"/>
                  </a:moveTo>
                  <a:lnTo>
                    <a:pt x="371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l7075"/>
            <p:cNvSpPr/>
            <p:nvPr/>
          </p:nvSpPr>
          <p:spPr>
            <a:xfrm>
              <a:off x="7601837" y="4678787"/>
              <a:ext cx="3694" cy="2367"/>
            </a:xfrm>
            <a:custGeom>
              <a:avLst/>
              <a:pathLst>
                <a:path w="3694" h="2367">
                  <a:moveTo>
                    <a:pt x="0" y="2367"/>
                  </a:moveTo>
                  <a:lnTo>
                    <a:pt x="369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l7076"/>
            <p:cNvSpPr/>
            <p:nvPr/>
          </p:nvSpPr>
          <p:spPr>
            <a:xfrm>
              <a:off x="7604811" y="4672332"/>
              <a:ext cx="6041" cy="3147"/>
            </a:xfrm>
            <a:custGeom>
              <a:avLst/>
              <a:pathLst>
                <a:path w="6041" h="3147">
                  <a:moveTo>
                    <a:pt x="0" y="3147"/>
                  </a:moveTo>
                  <a:lnTo>
                    <a:pt x="6041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l7077"/>
            <p:cNvSpPr/>
            <p:nvPr/>
          </p:nvSpPr>
          <p:spPr>
            <a:xfrm>
              <a:off x="7612873" y="4639718"/>
              <a:ext cx="24167" cy="4755"/>
            </a:xfrm>
            <a:custGeom>
              <a:avLst/>
              <a:pathLst>
                <a:path w="24167" h="4755">
                  <a:moveTo>
                    <a:pt x="0" y="4755"/>
                  </a:moveTo>
                  <a:lnTo>
                    <a:pt x="24167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l7078"/>
            <p:cNvSpPr/>
            <p:nvPr/>
          </p:nvSpPr>
          <p:spPr>
            <a:xfrm>
              <a:off x="7620223" y="4633096"/>
              <a:ext cx="21971" cy="31"/>
            </a:xfrm>
            <a:custGeom>
              <a:avLst/>
              <a:pathLst>
                <a:path w="21971" h="31">
                  <a:moveTo>
                    <a:pt x="0" y="0"/>
                  </a:moveTo>
                  <a:lnTo>
                    <a:pt x="21971" y="31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l7079"/>
            <p:cNvSpPr/>
            <p:nvPr/>
          </p:nvSpPr>
          <p:spPr>
            <a:xfrm>
              <a:off x="7647320" y="4622391"/>
              <a:ext cx="1496" cy="4125"/>
            </a:xfrm>
            <a:custGeom>
              <a:avLst/>
              <a:pathLst>
                <a:path w="1496" h="4125">
                  <a:moveTo>
                    <a:pt x="1496" y="0"/>
                  </a:moveTo>
                  <a:lnTo>
                    <a:pt x="0" y="4125"/>
                  </a:lnTo>
                </a:path>
              </a:pathLst>
            </a:custGeom>
            <a:ln w="17621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l7080"/>
            <p:cNvSpPr/>
            <p:nvPr/>
          </p:nvSpPr>
          <p:spPr>
            <a:xfrm>
              <a:off x="7687300" y="4568675"/>
              <a:ext cx="1354" cy="4173"/>
            </a:xfrm>
            <a:custGeom>
              <a:avLst/>
              <a:pathLst>
                <a:path w="1354" h="4173">
                  <a:moveTo>
                    <a:pt x="1354" y="0"/>
                  </a:moveTo>
                  <a:lnTo>
                    <a:pt x="0" y="4173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l7081"/>
            <p:cNvSpPr/>
            <p:nvPr/>
          </p:nvSpPr>
          <p:spPr>
            <a:xfrm>
              <a:off x="7706691" y="4510883"/>
              <a:ext cx="23366" cy="1435"/>
            </a:xfrm>
            <a:custGeom>
              <a:avLst/>
              <a:pathLst>
                <a:path w="23366" h="1435">
                  <a:moveTo>
                    <a:pt x="0" y="1435"/>
                  </a:moveTo>
                  <a:lnTo>
                    <a:pt x="23366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l7082"/>
            <p:cNvSpPr/>
            <p:nvPr/>
          </p:nvSpPr>
          <p:spPr>
            <a:xfrm>
              <a:off x="7734661" y="4499670"/>
              <a:ext cx="1175" cy="4227"/>
            </a:xfrm>
            <a:custGeom>
              <a:avLst/>
              <a:pathLst>
                <a:path w="1175" h="4227">
                  <a:moveTo>
                    <a:pt x="1175" y="0"/>
                  </a:moveTo>
                  <a:lnTo>
                    <a:pt x="0" y="4227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l7083"/>
            <p:cNvSpPr/>
            <p:nvPr/>
          </p:nvSpPr>
          <p:spPr>
            <a:xfrm>
              <a:off x="7735836" y="4496892"/>
              <a:ext cx="3397" cy="2777"/>
            </a:xfrm>
            <a:custGeom>
              <a:avLst/>
              <a:pathLst>
                <a:path w="3397" h="2777">
                  <a:moveTo>
                    <a:pt x="0" y="2777"/>
                  </a:moveTo>
                  <a:lnTo>
                    <a:pt x="3397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l7084"/>
            <p:cNvSpPr/>
            <p:nvPr/>
          </p:nvSpPr>
          <p:spPr>
            <a:xfrm>
              <a:off x="7760486" y="4454458"/>
              <a:ext cx="5556" cy="3941"/>
            </a:xfrm>
            <a:custGeom>
              <a:avLst/>
              <a:pathLst>
                <a:path w="5556" h="3941">
                  <a:moveTo>
                    <a:pt x="0" y="3941"/>
                  </a:moveTo>
                  <a:lnTo>
                    <a:pt x="5556" y="0"/>
                  </a:lnTo>
                </a:path>
              </a:pathLst>
            </a:custGeom>
            <a:ln w="17621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l7085"/>
            <p:cNvSpPr/>
            <p:nvPr/>
          </p:nvSpPr>
          <p:spPr>
            <a:xfrm>
              <a:off x="7770404" y="4443054"/>
              <a:ext cx="1030" cy="4265"/>
            </a:xfrm>
            <a:custGeom>
              <a:avLst/>
              <a:pathLst>
                <a:path w="1030" h="4265">
                  <a:moveTo>
                    <a:pt x="1030" y="0"/>
                  </a:moveTo>
                  <a:lnTo>
                    <a:pt x="0" y="4265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l7086"/>
            <p:cNvSpPr/>
            <p:nvPr/>
          </p:nvSpPr>
          <p:spPr>
            <a:xfrm>
              <a:off x="7771434" y="4440163"/>
              <a:ext cx="3300" cy="2891"/>
            </a:xfrm>
            <a:custGeom>
              <a:avLst/>
              <a:pathLst>
                <a:path w="3300" h="2891">
                  <a:moveTo>
                    <a:pt x="0" y="2891"/>
                  </a:moveTo>
                  <a:lnTo>
                    <a:pt x="3300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l7087"/>
            <p:cNvSpPr/>
            <p:nvPr/>
          </p:nvSpPr>
          <p:spPr>
            <a:xfrm>
              <a:off x="7776140" y="4425794"/>
              <a:ext cx="7166" cy="4251"/>
            </a:xfrm>
            <a:custGeom>
              <a:avLst/>
              <a:pathLst>
                <a:path w="7166" h="4251">
                  <a:moveTo>
                    <a:pt x="0" y="4251"/>
                  </a:moveTo>
                  <a:lnTo>
                    <a:pt x="7166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l7088"/>
            <p:cNvSpPr/>
            <p:nvPr/>
          </p:nvSpPr>
          <p:spPr>
            <a:xfrm>
              <a:off x="7781931" y="4411352"/>
              <a:ext cx="9823" cy="3643"/>
            </a:xfrm>
            <a:custGeom>
              <a:avLst/>
              <a:pathLst>
                <a:path w="9823" h="3643">
                  <a:moveTo>
                    <a:pt x="0" y="3643"/>
                  </a:moveTo>
                  <a:lnTo>
                    <a:pt x="9823" y="0"/>
                  </a:lnTo>
                </a:path>
              </a:pathLst>
            </a:custGeom>
            <a:ln w="17621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l7089"/>
            <p:cNvSpPr/>
            <p:nvPr/>
          </p:nvSpPr>
          <p:spPr>
            <a:xfrm>
              <a:off x="7796853" y="4396838"/>
              <a:ext cx="3225" cy="2975"/>
            </a:xfrm>
            <a:custGeom>
              <a:avLst/>
              <a:pathLst>
                <a:path w="3225" h="2975">
                  <a:moveTo>
                    <a:pt x="0" y="2975"/>
                  </a:moveTo>
                  <a:lnTo>
                    <a:pt x="3225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l7090"/>
            <p:cNvSpPr/>
            <p:nvPr/>
          </p:nvSpPr>
          <p:spPr>
            <a:xfrm>
              <a:off x="7812332" y="4370630"/>
              <a:ext cx="847" cy="4305"/>
            </a:xfrm>
            <a:custGeom>
              <a:avLst/>
              <a:pathLst>
                <a:path w="847" h="4305">
                  <a:moveTo>
                    <a:pt x="847" y="0"/>
                  </a:moveTo>
                  <a:lnTo>
                    <a:pt x="0" y="4305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l7091"/>
            <p:cNvSpPr/>
            <p:nvPr/>
          </p:nvSpPr>
          <p:spPr>
            <a:xfrm>
              <a:off x="7813179" y="4367601"/>
              <a:ext cx="3174" cy="3029"/>
            </a:xfrm>
            <a:custGeom>
              <a:avLst/>
              <a:pathLst>
                <a:path w="3174" h="3029">
                  <a:moveTo>
                    <a:pt x="0" y="3029"/>
                  </a:moveTo>
                  <a:lnTo>
                    <a:pt x="317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l7092"/>
            <p:cNvSpPr/>
            <p:nvPr/>
          </p:nvSpPr>
          <p:spPr>
            <a:xfrm>
              <a:off x="7829006" y="4338090"/>
              <a:ext cx="3122" cy="3083"/>
            </a:xfrm>
            <a:custGeom>
              <a:avLst/>
              <a:pathLst>
                <a:path w="3122" h="3083">
                  <a:moveTo>
                    <a:pt x="0" y="3083"/>
                  </a:moveTo>
                  <a:lnTo>
                    <a:pt x="3122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l7093"/>
            <p:cNvSpPr/>
            <p:nvPr/>
          </p:nvSpPr>
          <p:spPr>
            <a:xfrm>
              <a:off x="7853369" y="4285813"/>
              <a:ext cx="5143" cy="4466"/>
            </a:xfrm>
            <a:custGeom>
              <a:avLst/>
              <a:pathLst>
                <a:path w="5143" h="4466">
                  <a:moveTo>
                    <a:pt x="0" y="4466"/>
                  </a:moveTo>
                  <a:lnTo>
                    <a:pt x="5143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l7094"/>
            <p:cNvSpPr/>
            <p:nvPr/>
          </p:nvSpPr>
          <p:spPr>
            <a:xfrm>
              <a:off x="7909722" y="4166902"/>
              <a:ext cx="346" cy="4374"/>
            </a:xfrm>
            <a:custGeom>
              <a:avLst/>
              <a:pathLst>
                <a:path w="346" h="4374">
                  <a:moveTo>
                    <a:pt x="346" y="0"/>
                  </a:moveTo>
                  <a:lnTo>
                    <a:pt x="0" y="4374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l7095"/>
            <p:cNvSpPr/>
            <p:nvPr/>
          </p:nvSpPr>
          <p:spPr>
            <a:xfrm>
              <a:off x="7910069" y="4163527"/>
              <a:ext cx="2805" cy="3374"/>
            </a:xfrm>
            <a:custGeom>
              <a:avLst/>
              <a:pathLst>
                <a:path w="2805" h="3374">
                  <a:moveTo>
                    <a:pt x="0" y="3374"/>
                  </a:moveTo>
                  <a:lnTo>
                    <a:pt x="2805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l7096"/>
            <p:cNvSpPr/>
            <p:nvPr/>
          </p:nvSpPr>
          <p:spPr>
            <a:xfrm>
              <a:off x="7996904" y="3876756"/>
              <a:ext cx="6987" cy="6394"/>
            </a:xfrm>
            <a:custGeom>
              <a:avLst/>
              <a:pathLst>
                <a:path w="6987" h="6394">
                  <a:moveTo>
                    <a:pt x="0" y="6394"/>
                  </a:moveTo>
                  <a:lnTo>
                    <a:pt x="698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l7097"/>
            <p:cNvSpPr/>
            <p:nvPr/>
          </p:nvSpPr>
          <p:spPr>
            <a:xfrm>
              <a:off x="8010837" y="3835935"/>
              <a:ext cx="2174" cy="3811"/>
            </a:xfrm>
            <a:custGeom>
              <a:avLst/>
              <a:pathLst>
                <a:path w="2174" h="3811">
                  <a:moveTo>
                    <a:pt x="0" y="3811"/>
                  </a:moveTo>
                  <a:lnTo>
                    <a:pt x="2174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l7098"/>
            <p:cNvSpPr/>
            <p:nvPr/>
          </p:nvSpPr>
          <p:spPr>
            <a:xfrm>
              <a:off x="7998038" y="3827748"/>
              <a:ext cx="16692" cy="14498"/>
            </a:xfrm>
            <a:custGeom>
              <a:avLst/>
              <a:pathLst>
                <a:path w="16692" h="14498">
                  <a:moveTo>
                    <a:pt x="0" y="14498"/>
                  </a:moveTo>
                  <a:lnTo>
                    <a:pt x="16692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l7099"/>
            <p:cNvSpPr/>
            <p:nvPr/>
          </p:nvSpPr>
          <p:spPr>
            <a:xfrm>
              <a:off x="8020566" y="3778479"/>
              <a:ext cx="3747" cy="5688"/>
            </a:xfrm>
            <a:custGeom>
              <a:avLst/>
              <a:pathLst>
                <a:path w="3747" h="5688">
                  <a:moveTo>
                    <a:pt x="0" y="5688"/>
                  </a:moveTo>
                  <a:lnTo>
                    <a:pt x="374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l7100"/>
            <p:cNvSpPr/>
            <p:nvPr/>
          </p:nvSpPr>
          <p:spPr>
            <a:xfrm>
              <a:off x="8024956" y="3753756"/>
              <a:ext cx="3674" cy="5736"/>
            </a:xfrm>
            <a:custGeom>
              <a:avLst/>
              <a:pathLst>
                <a:path w="3674" h="5736">
                  <a:moveTo>
                    <a:pt x="0" y="5736"/>
                  </a:moveTo>
                  <a:lnTo>
                    <a:pt x="3674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l7101"/>
            <p:cNvSpPr/>
            <p:nvPr/>
          </p:nvSpPr>
          <p:spPr>
            <a:xfrm>
              <a:off x="8029355" y="3737244"/>
              <a:ext cx="1976" cy="3917"/>
            </a:xfrm>
            <a:custGeom>
              <a:avLst/>
              <a:pathLst>
                <a:path w="1976" h="3917">
                  <a:moveTo>
                    <a:pt x="0" y="3917"/>
                  </a:moveTo>
                  <a:lnTo>
                    <a:pt x="197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l7102"/>
            <p:cNvSpPr/>
            <p:nvPr/>
          </p:nvSpPr>
          <p:spPr>
            <a:xfrm>
              <a:off x="8019905" y="3728980"/>
              <a:ext cx="12724" cy="12236"/>
            </a:xfrm>
            <a:custGeom>
              <a:avLst/>
              <a:pathLst>
                <a:path w="12724" h="12236">
                  <a:moveTo>
                    <a:pt x="0" y="12236"/>
                  </a:moveTo>
                  <a:lnTo>
                    <a:pt x="12724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l7103"/>
            <p:cNvSpPr/>
            <p:nvPr/>
          </p:nvSpPr>
          <p:spPr>
            <a:xfrm>
              <a:off x="8020349" y="3720710"/>
              <a:ext cx="13544" cy="9259"/>
            </a:xfrm>
            <a:custGeom>
              <a:avLst/>
              <a:pathLst>
                <a:path w="13544" h="9259">
                  <a:moveTo>
                    <a:pt x="0" y="9259"/>
                  </a:moveTo>
                  <a:lnTo>
                    <a:pt x="13544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l7104"/>
            <p:cNvSpPr/>
            <p:nvPr/>
          </p:nvSpPr>
          <p:spPr>
            <a:xfrm>
              <a:off x="8020525" y="3704155"/>
              <a:ext cx="15787" cy="6868"/>
            </a:xfrm>
            <a:custGeom>
              <a:avLst/>
              <a:pathLst>
                <a:path w="15787" h="6868">
                  <a:moveTo>
                    <a:pt x="0" y="6868"/>
                  </a:moveTo>
                  <a:lnTo>
                    <a:pt x="1578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l7105"/>
            <p:cNvSpPr/>
            <p:nvPr/>
          </p:nvSpPr>
          <p:spPr>
            <a:xfrm>
              <a:off x="8036226" y="3679284"/>
              <a:ext cx="3451" cy="5873"/>
            </a:xfrm>
            <a:custGeom>
              <a:avLst/>
              <a:pathLst>
                <a:path w="3451" h="5873">
                  <a:moveTo>
                    <a:pt x="0" y="5873"/>
                  </a:moveTo>
                  <a:lnTo>
                    <a:pt x="345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l7106"/>
            <p:cNvSpPr/>
            <p:nvPr/>
          </p:nvSpPr>
          <p:spPr>
            <a:xfrm>
              <a:off x="8041876" y="3650067"/>
              <a:ext cx="846" cy="4305"/>
            </a:xfrm>
            <a:custGeom>
              <a:avLst/>
              <a:pathLst>
                <a:path w="846" h="4305">
                  <a:moveTo>
                    <a:pt x="0" y="0"/>
                  </a:moveTo>
                  <a:lnTo>
                    <a:pt x="846" y="4305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l7107"/>
            <p:cNvSpPr/>
            <p:nvPr/>
          </p:nvSpPr>
          <p:spPr>
            <a:xfrm>
              <a:off x="8041876" y="3646061"/>
              <a:ext cx="1790" cy="4006"/>
            </a:xfrm>
            <a:custGeom>
              <a:avLst/>
              <a:pathLst>
                <a:path w="1790" h="4006">
                  <a:moveTo>
                    <a:pt x="0" y="4006"/>
                  </a:moveTo>
                  <a:lnTo>
                    <a:pt x="17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l7108"/>
            <p:cNvSpPr/>
            <p:nvPr/>
          </p:nvSpPr>
          <p:spPr>
            <a:xfrm>
              <a:off x="8044547" y="3621101"/>
              <a:ext cx="1739" cy="4028"/>
            </a:xfrm>
            <a:custGeom>
              <a:avLst/>
              <a:pathLst>
                <a:path w="1739" h="4028">
                  <a:moveTo>
                    <a:pt x="0" y="4028"/>
                  </a:moveTo>
                  <a:lnTo>
                    <a:pt x="173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l7109"/>
            <p:cNvSpPr/>
            <p:nvPr/>
          </p:nvSpPr>
          <p:spPr>
            <a:xfrm>
              <a:off x="8045389" y="3596110"/>
              <a:ext cx="3197" cy="6014"/>
            </a:xfrm>
            <a:custGeom>
              <a:avLst/>
              <a:pathLst>
                <a:path w="3197" h="6014">
                  <a:moveTo>
                    <a:pt x="0" y="6014"/>
                  </a:moveTo>
                  <a:lnTo>
                    <a:pt x="319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l7110"/>
            <p:cNvSpPr/>
            <p:nvPr/>
          </p:nvSpPr>
          <p:spPr>
            <a:xfrm>
              <a:off x="8048289" y="3579433"/>
              <a:ext cx="1652" cy="4065"/>
            </a:xfrm>
            <a:custGeom>
              <a:avLst/>
              <a:pathLst>
                <a:path w="1652" h="4065">
                  <a:moveTo>
                    <a:pt x="0" y="4065"/>
                  </a:moveTo>
                  <a:lnTo>
                    <a:pt x="1652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l7111"/>
            <p:cNvSpPr/>
            <p:nvPr/>
          </p:nvSpPr>
          <p:spPr>
            <a:xfrm>
              <a:off x="8049537" y="3566825"/>
              <a:ext cx="1029" cy="4265"/>
            </a:xfrm>
            <a:custGeom>
              <a:avLst/>
              <a:pathLst>
                <a:path w="1029" h="4265">
                  <a:moveTo>
                    <a:pt x="0" y="0"/>
                  </a:moveTo>
                  <a:lnTo>
                    <a:pt x="1029" y="4265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l7112"/>
            <p:cNvSpPr/>
            <p:nvPr/>
          </p:nvSpPr>
          <p:spPr>
            <a:xfrm>
              <a:off x="8049537" y="3562746"/>
              <a:ext cx="1618" cy="4079"/>
            </a:xfrm>
            <a:custGeom>
              <a:avLst/>
              <a:pathLst>
                <a:path w="1618" h="4079">
                  <a:moveTo>
                    <a:pt x="0" y="4079"/>
                  </a:moveTo>
                  <a:lnTo>
                    <a:pt x="1618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l7113"/>
            <p:cNvSpPr/>
            <p:nvPr/>
          </p:nvSpPr>
          <p:spPr>
            <a:xfrm>
              <a:off x="8044997" y="3546049"/>
              <a:ext cx="7227" cy="8963"/>
            </a:xfrm>
            <a:custGeom>
              <a:avLst/>
              <a:pathLst>
                <a:path w="7227" h="8963">
                  <a:moveTo>
                    <a:pt x="0" y="8963"/>
                  </a:moveTo>
                  <a:lnTo>
                    <a:pt x="722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l7114"/>
            <p:cNvSpPr/>
            <p:nvPr/>
          </p:nvSpPr>
          <p:spPr>
            <a:xfrm>
              <a:off x="8044220" y="3537697"/>
              <a:ext cx="8487" cy="8394"/>
            </a:xfrm>
            <a:custGeom>
              <a:avLst/>
              <a:pathLst>
                <a:path w="8487" h="8394">
                  <a:moveTo>
                    <a:pt x="0" y="8394"/>
                  </a:moveTo>
                  <a:lnTo>
                    <a:pt x="848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l7115"/>
            <p:cNvSpPr/>
            <p:nvPr/>
          </p:nvSpPr>
          <p:spPr>
            <a:xfrm>
              <a:off x="8043387" y="3529344"/>
              <a:ext cx="9766" cy="8096"/>
            </a:xfrm>
            <a:custGeom>
              <a:avLst/>
              <a:pathLst>
                <a:path w="9766" h="8096">
                  <a:moveTo>
                    <a:pt x="0" y="8096"/>
                  </a:moveTo>
                  <a:lnTo>
                    <a:pt x="976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l7116"/>
            <p:cNvSpPr/>
            <p:nvPr/>
          </p:nvSpPr>
          <p:spPr>
            <a:xfrm>
              <a:off x="8052425" y="3516750"/>
              <a:ext cx="1138" cy="4238"/>
            </a:xfrm>
            <a:custGeom>
              <a:avLst/>
              <a:pathLst>
                <a:path w="1138" h="4238">
                  <a:moveTo>
                    <a:pt x="0" y="0"/>
                  </a:moveTo>
                  <a:lnTo>
                    <a:pt x="1138" y="4238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l7117"/>
            <p:cNvSpPr/>
            <p:nvPr/>
          </p:nvSpPr>
          <p:spPr>
            <a:xfrm>
              <a:off x="8052425" y="3512631"/>
              <a:ext cx="1513" cy="4119"/>
            </a:xfrm>
            <a:custGeom>
              <a:avLst/>
              <a:pathLst>
                <a:path w="1513" h="4119">
                  <a:moveTo>
                    <a:pt x="0" y="4119"/>
                  </a:moveTo>
                  <a:lnTo>
                    <a:pt x="151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l7118"/>
            <p:cNvSpPr/>
            <p:nvPr/>
          </p:nvSpPr>
          <p:spPr>
            <a:xfrm>
              <a:off x="8051366" y="3504272"/>
              <a:ext cx="2911" cy="6158"/>
            </a:xfrm>
            <a:custGeom>
              <a:avLst/>
              <a:pathLst>
                <a:path w="2911" h="6158">
                  <a:moveTo>
                    <a:pt x="0" y="6158"/>
                  </a:moveTo>
                  <a:lnTo>
                    <a:pt x="291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l7119"/>
            <p:cNvSpPr/>
            <p:nvPr/>
          </p:nvSpPr>
          <p:spPr>
            <a:xfrm>
              <a:off x="8050326" y="3495912"/>
              <a:ext cx="4255" cy="7163"/>
            </a:xfrm>
            <a:custGeom>
              <a:avLst/>
              <a:pathLst>
                <a:path w="4255" h="7163">
                  <a:moveTo>
                    <a:pt x="0" y="7163"/>
                  </a:moveTo>
                  <a:lnTo>
                    <a:pt x="425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l7120"/>
            <p:cNvSpPr/>
            <p:nvPr/>
          </p:nvSpPr>
          <p:spPr>
            <a:xfrm>
              <a:off x="8049276" y="3487550"/>
              <a:ext cx="5572" cy="7658"/>
            </a:xfrm>
            <a:custGeom>
              <a:avLst/>
              <a:pathLst>
                <a:path w="5572" h="7658">
                  <a:moveTo>
                    <a:pt x="0" y="7658"/>
                  </a:moveTo>
                  <a:lnTo>
                    <a:pt x="5572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l7121"/>
            <p:cNvSpPr/>
            <p:nvPr/>
          </p:nvSpPr>
          <p:spPr>
            <a:xfrm>
              <a:off x="8053853" y="3474975"/>
              <a:ext cx="1228" cy="4212"/>
            </a:xfrm>
            <a:custGeom>
              <a:avLst/>
              <a:pathLst>
                <a:path w="1228" h="4212">
                  <a:moveTo>
                    <a:pt x="0" y="0"/>
                  </a:moveTo>
                  <a:lnTo>
                    <a:pt x="1228" y="4212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l7122"/>
            <p:cNvSpPr/>
            <p:nvPr/>
          </p:nvSpPr>
          <p:spPr>
            <a:xfrm>
              <a:off x="8052658" y="3462461"/>
              <a:ext cx="2779" cy="6219"/>
            </a:xfrm>
            <a:custGeom>
              <a:avLst/>
              <a:pathLst>
                <a:path w="2779" h="6219">
                  <a:moveTo>
                    <a:pt x="0" y="6219"/>
                  </a:moveTo>
                  <a:lnTo>
                    <a:pt x="277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l7123"/>
            <p:cNvSpPr/>
            <p:nvPr/>
          </p:nvSpPr>
          <p:spPr>
            <a:xfrm>
              <a:off x="8054281" y="3449899"/>
              <a:ext cx="1282" cy="4196"/>
            </a:xfrm>
            <a:custGeom>
              <a:avLst/>
              <a:pathLst>
                <a:path w="1282" h="4196">
                  <a:moveTo>
                    <a:pt x="0" y="0"/>
                  </a:moveTo>
                  <a:lnTo>
                    <a:pt x="1282" y="4196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l7124"/>
            <p:cNvSpPr/>
            <p:nvPr/>
          </p:nvSpPr>
          <p:spPr>
            <a:xfrm>
              <a:off x="7979326" y="3437365"/>
              <a:ext cx="76380" cy="35297"/>
            </a:xfrm>
            <a:custGeom>
              <a:avLst/>
              <a:pathLst>
                <a:path w="76380" h="35297">
                  <a:moveTo>
                    <a:pt x="0" y="35297"/>
                  </a:moveTo>
                  <a:lnTo>
                    <a:pt x="763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l7125"/>
            <p:cNvSpPr/>
            <p:nvPr/>
          </p:nvSpPr>
          <p:spPr>
            <a:xfrm>
              <a:off x="4326855" y="4433616"/>
              <a:ext cx="276301" cy="377577"/>
            </a:xfrm>
            <a:custGeom>
              <a:avLst/>
              <a:pathLst>
                <a:path w="276301" h="377577">
                  <a:moveTo>
                    <a:pt x="0" y="0"/>
                  </a:moveTo>
                  <a:lnTo>
                    <a:pt x="930" y="1637"/>
                  </a:lnTo>
                  <a:lnTo>
                    <a:pt x="1862" y="3273"/>
                  </a:lnTo>
                  <a:lnTo>
                    <a:pt x="2796" y="4908"/>
                  </a:lnTo>
                  <a:lnTo>
                    <a:pt x="3731" y="6543"/>
                  </a:lnTo>
                  <a:lnTo>
                    <a:pt x="4668" y="8176"/>
                  </a:lnTo>
                  <a:lnTo>
                    <a:pt x="5607" y="9809"/>
                  </a:lnTo>
                  <a:lnTo>
                    <a:pt x="6546" y="11441"/>
                  </a:lnTo>
                  <a:lnTo>
                    <a:pt x="7488" y="13072"/>
                  </a:lnTo>
                  <a:lnTo>
                    <a:pt x="8430" y="14702"/>
                  </a:lnTo>
                  <a:lnTo>
                    <a:pt x="9375" y="16332"/>
                  </a:lnTo>
                  <a:lnTo>
                    <a:pt x="10321" y="17960"/>
                  </a:lnTo>
                  <a:lnTo>
                    <a:pt x="11268" y="19588"/>
                  </a:lnTo>
                  <a:lnTo>
                    <a:pt x="12217" y="21214"/>
                  </a:lnTo>
                  <a:lnTo>
                    <a:pt x="13167" y="22840"/>
                  </a:lnTo>
                  <a:lnTo>
                    <a:pt x="14119" y="24465"/>
                  </a:lnTo>
                  <a:lnTo>
                    <a:pt x="15072" y="26089"/>
                  </a:lnTo>
                  <a:lnTo>
                    <a:pt x="16027" y="27712"/>
                  </a:lnTo>
                  <a:lnTo>
                    <a:pt x="16984" y="29334"/>
                  </a:lnTo>
                  <a:lnTo>
                    <a:pt x="17942" y="30956"/>
                  </a:lnTo>
                  <a:lnTo>
                    <a:pt x="18901" y="32576"/>
                  </a:lnTo>
                  <a:lnTo>
                    <a:pt x="19862" y="34196"/>
                  </a:lnTo>
                  <a:lnTo>
                    <a:pt x="20824" y="35815"/>
                  </a:lnTo>
                  <a:lnTo>
                    <a:pt x="21788" y="37432"/>
                  </a:lnTo>
                  <a:lnTo>
                    <a:pt x="22753" y="39049"/>
                  </a:lnTo>
                  <a:lnTo>
                    <a:pt x="23720" y="40665"/>
                  </a:lnTo>
                  <a:lnTo>
                    <a:pt x="24689" y="42281"/>
                  </a:lnTo>
                  <a:lnTo>
                    <a:pt x="25658" y="43895"/>
                  </a:lnTo>
                  <a:lnTo>
                    <a:pt x="26630" y="45508"/>
                  </a:lnTo>
                  <a:lnTo>
                    <a:pt x="27603" y="47121"/>
                  </a:lnTo>
                  <a:lnTo>
                    <a:pt x="28577" y="48732"/>
                  </a:lnTo>
                  <a:lnTo>
                    <a:pt x="29553" y="50343"/>
                  </a:lnTo>
                  <a:lnTo>
                    <a:pt x="30530" y="51952"/>
                  </a:lnTo>
                  <a:lnTo>
                    <a:pt x="31509" y="53561"/>
                  </a:lnTo>
                  <a:lnTo>
                    <a:pt x="32489" y="55169"/>
                  </a:lnTo>
                  <a:lnTo>
                    <a:pt x="33471" y="56776"/>
                  </a:lnTo>
                  <a:lnTo>
                    <a:pt x="34454" y="58382"/>
                  </a:lnTo>
                  <a:lnTo>
                    <a:pt x="35439" y="59987"/>
                  </a:lnTo>
                  <a:lnTo>
                    <a:pt x="36425" y="61592"/>
                  </a:lnTo>
                  <a:lnTo>
                    <a:pt x="37413" y="63195"/>
                  </a:lnTo>
                  <a:lnTo>
                    <a:pt x="38402" y="64798"/>
                  </a:lnTo>
                  <a:lnTo>
                    <a:pt x="39393" y="66399"/>
                  </a:lnTo>
                  <a:lnTo>
                    <a:pt x="40385" y="68000"/>
                  </a:lnTo>
                  <a:lnTo>
                    <a:pt x="41379" y="69599"/>
                  </a:lnTo>
                  <a:lnTo>
                    <a:pt x="42374" y="71198"/>
                  </a:lnTo>
                  <a:lnTo>
                    <a:pt x="43370" y="72796"/>
                  </a:lnTo>
                  <a:lnTo>
                    <a:pt x="44369" y="74393"/>
                  </a:lnTo>
                  <a:lnTo>
                    <a:pt x="45368" y="75989"/>
                  </a:lnTo>
                  <a:lnTo>
                    <a:pt x="46369" y="77584"/>
                  </a:lnTo>
                  <a:lnTo>
                    <a:pt x="47372" y="79178"/>
                  </a:lnTo>
                  <a:lnTo>
                    <a:pt x="48376" y="80771"/>
                  </a:lnTo>
                  <a:lnTo>
                    <a:pt x="49381" y="82364"/>
                  </a:lnTo>
                  <a:lnTo>
                    <a:pt x="50388" y="83955"/>
                  </a:lnTo>
                  <a:lnTo>
                    <a:pt x="51396" y="85546"/>
                  </a:lnTo>
                  <a:lnTo>
                    <a:pt x="52406" y="87135"/>
                  </a:lnTo>
                  <a:lnTo>
                    <a:pt x="53418" y="88724"/>
                  </a:lnTo>
                  <a:lnTo>
                    <a:pt x="54431" y="90311"/>
                  </a:lnTo>
                  <a:lnTo>
                    <a:pt x="55445" y="91898"/>
                  </a:lnTo>
                  <a:lnTo>
                    <a:pt x="56461" y="93484"/>
                  </a:lnTo>
                  <a:lnTo>
                    <a:pt x="57478" y="95068"/>
                  </a:lnTo>
                  <a:lnTo>
                    <a:pt x="58497" y="96652"/>
                  </a:lnTo>
                  <a:lnTo>
                    <a:pt x="59517" y="98235"/>
                  </a:lnTo>
                  <a:lnTo>
                    <a:pt x="60538" y="99817"/>
                  </a:lnTo>
                  <a:lnTo>
                    <a:pt x="61561" y="101398"/>
                  </a:lnTo>
                  <a:lnTo>
                    <a:pt x="62586" y="102978"/>
                  </a:lnTo>
                  <a:lnTo>
                    <a:pt x="63612" y="104557"/>
                  </a:lnTo>
                  <a:lnTo>
                    <a:pt x="64640" y="106136"/>
                  </a:lnTo>
                  <a:lnTo>
                    <a:pt x="65669" y="107713"/>
                  </a:lnTo>
                  <a:lnTo>
                    <a:pt x="66699" y="109289"/>
                  </a:lnTo>
                  <a:lnTo>
                    <a:pt x="67731" y="110864"/>
                  </a:lnTo>
                  <a:lnTo>
                    <a:pt x="68764" y="112439"/>
                  </a:lnTo>
                  <a:lnTo>
                    <a:pt x="69799" y="114012"/>
                  </a:lnTo>
                  <a:lnTo>
                    <a:pt x="70835" y="115585"/>
                  </a:lnTo>
                  <a:lnTo>
                    <a:pt x="71873" y="117156"/>
                  </a:lnTo>
                  <a:lnTo>
                    <a:pt x="72912" y="118727"/>
                  </a:lnTo>
                  <a:lnTo>
                    <a:pt x="73953" y="120296"/>
                  </a:lnTo>
                  <a:lnTo>
                    <a:pt x="74995" y="121865"/>
                  </a:lnTo>
                  <a:lnTo>
                    <a:pt x="76038" y="123433"/>
                  </a:lnTo>
                  <a:lnTo>
                    <a:pt x="77083" y="124999"/>
                  </a:lnTo>
                  <a:lnTo>
                    <a:pt x="78129" y="126565"/>
                  </a:lnTo>
                  <a:lnTo>
                    <a:pt x="79177" y="128130"/>
                  </a:lnTo>
                  <a:lnTo>
                    <a:pt x="80227" y="129693"/>
                  </a:lnTo>
                  <a:lnTo>
                    <a:pt x="81277" y="131256"/>
                  </a:lnTo>
                  <a:lnTo>
                    <a:pt x="82330" y="132818"/>
                  </a:lnTo>
                  <a:lnTo>
                    <a:pt x="83383" y="134379"/>
                  </a:lnTo>
                  <a:lnTo>
                    <a:pt x="84438" y="135939"/>
                  </a:lnTo>
                  <a:lnTo>
                    <a:pt x="85495" y="137498"/>
                  </a:lnTo>
                  <a:lnTo>
                    <a:pt x="86553" y="139055"/>
                  </a:lnTo>
                  <a:lnTo>
                    <a:pt x="87612" y="140612"/>
                  </a:lnTo>
                  <a:lnTo>
                    <a:pt x="88673" y="142168"/>
                  </a:lnTo>
                  <a:lnTo>
                    <a:pt x="89735" y="143723"/>
                  </a:lnTo>
                  <a:lnTo>
                    <a:pt x="90799" y="145277"/>
                  </a:lnTo>
                  <a:lnTo>
                    <a:pt x="91864" y="146830"/>
                  </a:lnTo>
                  <a:lnTo>
                    <a:pt x="92931" y="148382"/>
                  </a:lnTo>
                  <a:lnTo>
                    <a:pt x="93999" y="149933"/>
                  </a:lnTo>
                  <a:lnTo>
                    <a:pt x="95068" y="151483"/>
                  </a:lnTo>
                  <a:lnTo>
                    <a:pt x="96139" y="153032"/>
                  </a:lnTo>
                  <a:lnTo>
                    <a:pt x="97212" y="154580"/>
                  </a:lnTo>
                  <a:lnTo>
                    <a:pt x="98285" y="156128"/>
                  </a:lnTo>
                  <a:lnTo>
                    <a:pt x="99361" y="157674"/>
                  </a:lnTo>
                  <a:lnTo>
                    <a:pt x="100437" y="159219"/>
                  </a:lnTo>
                  <a:lnTo>
                    <a:pt x="101515" y="160763"/>
                  </a:lnTo>
                  <a:lnTo>
                    <a:pt x="102595" y="162306"/>
                  </a:lnTo>
                  <a:lnTo>
                    <a:pt x="103676" y="163848"/>
                  </a:lnTo>
                  <a:lnTo>
                    <a:pt x="104758" y="165389"/>
                  </a:lnTo>
                  <a:lnTo>
                    <a:pt x="105842" y="166929"/>
                  </a:lnTo>
                  <a:lnTo>
                    <a:pt x="106927" y="168468"/>
                  </a:lnTo>
                  <a:lnTo>
                    <a:pt x="108014" y="170006"/>
                  </a:lnTo>
                  <a:lnTo>
                    <a:pt x="109102" y="171543"/>
                  </a:lnTo>
                  <a:lnTo>
                    <a:pt x="110191" y="173079"/>
                  </a:lnTo>
                  <a:lnTo>
                    <a:pt x="111282" y="174614"/>
                  </a:lnTo>
                  <a:lnTo>
                    <a:pt x="112374" y="176148"/>
                  </a:lnTo>
                  <a:lnTo>
                    <a:pt x="113468" y="177681"/>
                  </a:lnTo>
                  <a:lnTo>
                    <a:pt x="114563" y="179213"/>
                  </a:lnTo>
                  <a:lnTo>
                    <a:pt x="115660" y="180744"/>
                  </a:lnTo>
                  <a:lnTo>
                    <a:pt x="116758" y="182274"/>
                  </a:lnTo>
                  <a:lnTo>
                    <a:pt x="117857" y="183803"/>
                  </a:lnTo>
                  <a:lnTo>
                    <a:pt x="118958" y="185331"/>
                  </a:lnTo>
                  <a:lnTo>
                    <a:pt x="120060" y="186858"/>
                  </a:lnTo>
                  <a:lnTo>
                    <a:pt x="121164" y="188384"/>
                  </a:lnTo>
                  <a:lnTo>
                    <a:pt x="122269" y="189909"/>
                  </a:lnTo>
                  <a:lnTo>
                    <a:pt x="123375" y="191433"/>
                  </a:lnTo>
                  <a:lnTo>
                    <a:pt x="124483" y="192955"/>
                  </a:lnTo>
                  <a:lnTo>
                    <a:pt x="125593" y="194477"/>
                  </a:lnTo>
                  <a:lnTo>
                    <a:pt x="126703" y="195998"/>
                  </a:lnTo>
                  <a:lnTo>
                    <a:pt x="127815" y="197518"/>
                  </a:lnTo>
                  <a:lnTo>
                    <a:pt x="128929" y="199036"/>
                  </a:lnTo>
                  <a:lnTo>
                    <a:pt x="130044" y="200554"/>
                  </a:lnTo>
                  <a:lnTo>
                    <a:pt x="131160" y="202071"/>
                  </a:lnTo>
                  <a:lnTo>
                    <a:pt x="132278" y="203586"/>
                  </a:lnTo>
                  <a:lnTo>
                    <a:pt x="133397" y="205101"/>
                  </a:lnTo>
                  <a:lnTo>
                    <a:pt x="134518" y="206615"/>
                  </a:lnTo>
                  <a:lnTo>
                    <a:pt x="135639" y="208127"/>
                  </a:lnTo>
                  <a:lnTo>
                    <a:pt x="136763" y="209638"/>
                  </a:lnTo>
                  <a:lnTo>
                    <a:pt x="137887" y="211149"/>
                  </a:lnTo>
                  <a:lnTo>
                    <a:pt x="139014" y="212658"/>
                  </a:lnTo>
                  <a:lnTo>
                    <a:pt x="140141" y="214167"/>
                  </a:lnTo>
                  <a:lnTo>
                    <a:pt x="141270" y="215674"/>
                  </a:lnTo>
                  <a:lnTo>
                    <a:pt x="142400" y="217180"/>
                  </a:lnTo>
                  <a:lnTo>
                    <a:pt x="143532" y="218685"/>
                  </a:lnTo>
                  <a:lnTo>
                    <a:pt x="144665" y="220189"/>
                  </a:lnTo>
                  <a:lnTo>
                    <a:pt x="145800" y="221693"/>
                  </a:lnTo>
                  <a:lnTo>
                    <a:pt x="146936" y="223195"/>
                  </a:lnTo>
                  <a:lnTo>
                    <a:pt x="148073" y="224696"/>
                  </a:lnTo>
                  <a:lnTo>
                    <a:pt x="149211" y="226196"/>
                  </a:lnTo>
                  <a:lnTo>
                    <a:pt x="150352" y="227694"/>
                  </a:lnTo>
                  <a:lnTo>
                    <a:pt x="151493" y="229192"/>
                  </a:lnTo>
                  <a:lnTo>
                    <a:pt x="152636" y="230689"/>
                  </a:lnTo>
                  <a:lnTo>
                    <a:pt x="153780" y="232185"/>
                  </a:lnTo>
                  <a:lnTo>
                    <a:pt x="154926" y="233679"/>
                  </a:lnTo>
                  <a:lnTo>
                    <a:pt x="156073" y="235173"/>
                  </a:lnTo>
                  <a:lnTo>
                    <a:pt x="157221" y="236666"/>
                  </a:lnTo>
                  <a:lnTo>
                    <a:pt x="158371" y="238157"/>
                  </a:lnTo>
                  <a:lnTo>
                    <a:pt x="159522" y="239647"/>
                  </a:lnTo>
                  <a:lnTo>
                    <a:pt x="160674" y="241137"/>
                  </a:lnTo>
                  <a:lnTo>
                    <a:pt x="161828" y="242625"/>
                  </a:lnTo>
                  <a:lnTo>
                    <a:pt x="162983" y="244112"/>
                  </a:lnTo>
                  <a:lnTo>
                    <a:pt x="164140" y="245598"/>
                  </a:lnTo>
                  <a:lnTo>
                    <a:pt x="165298" y="247083"/>
                  </a:lnTo>
                  <a:lnTo>
                    <a:pt x="166457" y="248567"/>
                  </a:lnTo>
                  <a:lnTo>
                    <a:pt x="167618" y="250050"/>
                  </a:lnTo>
                  <a:lnTo>
                    <a:pt x="168780" y="251532"/>
                  </a:lnTo>
                  <a:lnTo>
                    <a:pt x="169944" y="253013"/>
                  </a:lnTo>
                  <a:lnTo>
                    <a:pt x="171109" y="254493"/>
                  </a:lnTo>
                  <a:lnTo>
                    <a:pt x="172275" y="255971"/>
                  </a:lnTo>
                  <a:lnTo>
                    <a:pt x="173442" y="257449"/>
                  </a:lnTo>
                  <a:lnTo>
                    <a:pt x="174611" y="258925"/>
                  </a:lnTo>
                  <a:lnTo>
                    <a:pt x="175782" y="260401"/>
                  </a:lnTo>
                  <a:lnTo>
                    <a:pt x="176953" y="261875"/>
                  </a:lnTo>
                  <a:lnTo>
                    <a:pt x="178126" y="263348"/>
                  </a:lnTo>
                  <a:lnTo>
                    <a:pt x="179301" y="264820"/>
                  </a:lnTo>
                  <a:lnTo>
                    <a:pt x="180477" y="266291"/>
                  </a:lnTo>
                  <a:lnTo>
                    <a:pt x="181654" y="267761"/>
                  </a:lnTo>
                  <a:lnTo>
                    <a:pt x="182832" y="269230"/>
                  </a:lnTo>
                  <a:lnTo>
                    <a:pt x="184012" y="270698"/>
                  </a:lnTo>
                  <a:lnTo>
                    <a:pt x="185193" y="272164"/>
                  </a:lnTo>
                  <a:lnTo>
                    <a:pt x="186376" y="273630"/>
                  </a:lnTo>
                  <a:lnTo>
                    <a:pt x="187560" y="275094"/>
                  </a:lnTo>
                  <a:lnTo>
                    <a:pt x="188745" y="276558"/>
                  </a:lnTo>
                  <a:lnTo>
                    <a:pt x="189932" y="278020"/>
                  </a:lnTo>
                  <a:lnTo>
                    <a:pt x="191120" y="279481"/>
                  </a:lnTo>
                  <a:lnTo>
                    <a:pt x="192309" y="280941"/>
                  </a:lnTo>
                  <a:lnTo>
                    <a:pt x="193500" y="282400"/>
                  </a:lnTo>
                  <a:lnTo>
                    <a:pt x="194692" y="283858"/>
                  </a:lnTo>
                  <a:lnTo>
                    <a:pt x="195885" y="285315"/>
                  </a:lnTo>
                  <a:lnTo>
                    <a:pt x="197080" y="286771"/>
                  </a:lnTo>
                  <a:lnTo>
                    <a:pt x="198276" y="288225"/>
                  </a:lnTo>
                  <a:lnTo>
                    <a:pt x="199474" y="289679"/>
                  </a:lnTo>
                  <a:lnTo>
                    <a:pt x="200673" y="291131"/>
                  </a:lnTo>
                  <a:lnTo>
                    <a:pt x="201873" y="292582"/>
                  </a:lnTo>
                  <a:lnTo>
                    <a:pt x="203074" y="294032"/>
                  </a:lnTo>
                  <a:lnTo>
                    <a:pt x="204277" y="295481"/>
                  </a:lnTo>
                  <a:lnTo>
                    <a:pt x="205481" y="296929"/>
                  </a:lnTo>
                  <a:lnTo>
                    <a:pt x="206687" y="298376"/>
                  </a:lnTo>
                  <a:lnTo>
                    <a:pt x="207893" y="299822"/>
                  </a:lnTo>
                  <a:lnTo>
                    <a:pt x="209102" y="301266"/>
                  </a:lnTo>
                  <a:lnTo>
                    <a:pt x="210311" y="302710"/>
                  </a:lnTo>
                  <a:lnTo>
                    <a:pt x="211522" y="304152"/>
                  </a:lnTo>
                  <a:lnTo>
                    <a:pt x="212734" y="305593"/>
                  </a:lnTo>
                  <a:lnTo>
                    <a:pt x="213948" y="307033"/>
                  </a:lnTo>
                  <a:lnTo>
                    <a:pt x="215163" y="308472"/>
                  </a:lnTo>
                  <a:lnTo>
                    <a:pt x="216379" y="309910"/>
                  </a:lnTo>
                  <a:lnTo>
                    <a:pt x="217596" y="311346"/>
                  </a:lnTo>
                  <a:lnTo>
                    <a:pt x="218815" y="312782"/>
                  </a:lnTo>
                  <a:lnTo>
                    <a:pt x="220035" y="314216"/>
                  </a:lnTo>
                  <a:lnTo>
                    <a:pt x="221257" y="315650"/>
                  </a:lnTo>
                  <a:lnTo>
                    <a:pt x="222480" y="317082"/>
                  </a:lnTo>
                  <a:lnTo>
                    <a:pt x="223704" y="318513"/>
                  </a:lnTo>
                  <a:lnTo>
                    <a:pt x="224929" y="319943"/>
                  </a:lnTo>
                  <a:lnTo>
                    <a:pt x="226156" y="321372"/>
                  </a:lnTo>
                  <a:lnTo>
                    <a:pt x="227384" y="322799"/>
                  </a:lnTo>
                  <a:lnTo>
                    <a:pt x="228614" y="324226"/>
                  </a:lnTo>
                  <a:lnTo>
                    <a:pt x="229844" y="325651"/>
                  </a:lnTo>
                  <a:lnTo>
                    <a:pt x="231076" y="327075"/>
                  </a:lnTo>
                  <a:lnTo>
                    <a:pt x="232310" y="328498"/>
                  </a:lnTo>
                  <a:lnTo>
                    <a:pt x="233545" y="329920"/>
                  </a:lnTo>
                  <a:lnTo>
                    <a:pt x="234781" y="331341"/>
                  </a:lnTo>
                  <a:lnTo>
                    <a:pt x="236018" y="332761"/>
                  </a:lnTo>
                  <a:lnTo>
                    <a:pt x="237257" y="334179"/>
                  </a:lnTo>
                  <a:lnTo>
                    <a:pt x="238497" y="335596"/>
                  </a:lnTo>
                  <a:lnTo>
                    <a:pt x="239738" y="337013"/>
                  </a:lnTo>
                  <a:lnTo>
                    <a:pt x="240980" y="338428"/>
                  </a:lnTo>
                  <a:lnTo>
                    <a:pt x="242224" y="339842"/>
                  </a:lnTo>
                  <a:lnTo>
                    <a:pt x="243470" y="341254"/>
                  </a:lnTo>
                  <a:lnTo>
                    <a:pt x="244716" y="342666"/>
                  </a:lnTo>
                  <a:lnTo>
                    <a:pt x="245964" y="344076"/>
                  </a:lnTo>
                  <a:lnTo>
                    <a:pt x="247213" y="345486"/>
                  </a:lnTo>
                  <a:lnTo>
                    <a:pt x="248463" y="346894"/>
                  </a:lnTo>
                  <a:lnTo>
                    <a:pt x="249715" y="348301"/>
                  </a:lnTo>
                  <a:lnTo>
                    <a:pt x="250968" y="349706"/>
                  </a:lnTo>
                  <a:lnTo>
                    <a:pt x="252223" y="351111"/>
                  </a:lnTo>
                  <a:lnTo>
                    <a:pt x="253478" y="352515"/>
                  </a:lnTo>
                  <a:lnTo>
                    <a:pt x="254735" y="353917"/>
                  </a:lnTo>
                  <a:lnTo>
                    <a:pt x="255993" y="355318"/>
                  </a:lnTo>
                  <a:lnTo>
                    <a:pt x="257253" y="356718"/>
                  </a:lnTo>
                  <a:lnTo>
                    <a:pt x="258514" y="358117"/>
                  </a:lnTo>
                  <a:lnTo>
                    <a:pt x="259776" y="359515"/>
                  </a:lnTo>
                  <a:lnTo>
                    <a:pt x="261039" y="360911"/>
                  </a:lnTo>
                  <a:lnTo>
                    <a:pt x="262304" y="362306"/>
                  </a:lnTo>
                  <a:lnTo>
                    <a:pt x="263570" y="363700"/>
                  </a:lnTo>
                  <a:lnTo>
                    <a:pt x="264837" y="365093"/>
                  </a:lnTo>
                  <a:lnTo>
                    <a:pt x="266106" y="366485"/>
                  </a:lnTo>
                  <a:lnTo>
                    <a:pt x="267376" y="367876"/>
                  </a:lnTo>
                  <a:lnTo>
                    <a:pt x="268647" y="369265"/>
                  </a:lnTo>
                  <a:lnTo>
                    <a:pt x="269919" y="370654"/>
                  </a:lnTo>
                  <a:lnTo>
                    <a:pt x="271193" y="372041"/>
                  </a:lnTo>
                  <a:lnTo>
                    <a:pt x="272468" y="373427"/>
                  </a:lnTo>
                  <a:lnTo>
                    <a:pt x="273744" y="374811"/>
                  </a:lnTo>
                  <a:lnTo>
                    <a:pt x="275022" y="376195"/>
                  </a:lnTo>
                  <a:lnTo>
                    <a:pt x="276301" y="377577"/>
                  </a:lnTo>
                </a:path>
              </a:pathLst>
            </a:custGeom>
            <a:ln w="55244" cap="rnd">
              <a:solidFill>
                <a:srgbClr val="FF1A1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l7126"/>
            <p:cNvSpPr/>
            <p:nvPr/>
          </p:nvSpPr>
          <p:spPr>
            <a:xfrm>
              <a:off x="8068173" y="3437683"/>
              <a:ext cx="62007" cy="489834"/>
            </a:xfrm>
            <a:custGeom>
              <a:avLst/>
              <a:pathLst>
                <a:path w="62007" h="489834">
                  <a:moveTo>
                    <a:pt x="0" y="489834"/>
                  </a:moveTo>
                  <a:lnTo>
                    <a:pt x="486" y="487906"/>
                  </a:lnTo>
                  <a:lnTo>
                    <a:pt x="970" y="485978"/>
                  </a:lnTo>
                  <a:lnTo>
                    <a:pt x="1452" y="484050"/>
                  </a:lnTo>
                  <a:lnTo>
                    <a:pt x="1933" y="482121"/>
                  </a:lnTo>
                  <a:lnTo>
                    <a:pt x="2412" y="480192"/>
                  </a:lnTo>
                  <a:lnTo>
                    <a:pt x="2888" y="478262"/>
                  </a:lnTo>
                  <a:lnTo>
                    <a:pt x="3363" y="476332"/>
                  </a:lnTo>
                  <a:lnTo>
                    <a:pt x="3836" y="474401"/>
                  </a:lnTo>
                  <a:lnTo>
                    <a:pt x="4307" y="472470"/>
                  </a:lnTo>
                  <a:lnTo>
                    <a:pt x="4776" y="470538"/>
                  </a:lnTo>
                  <a:lnTo>
                    <a:pt x="5244" y="468606"/>
                  </a:lnTo>
                  <a:lnTo>
                    <a:pt x="5709" y="466674"/>
                  </a:lnTo>
                  <a:lnTo>
                    <a:pt x="6173" y="464741"/>
                  </a:lnTo>
                  <a:lnTo>
                    <a:pt x="6634" y="462807"/>
                  </a:lnTo>
                  <a:lnTo>
                    <a:pt x="7094" y="460873"/>
                  </a:lnTo>
                  <a:lnTo>
                    <a:pt x="7552" y="458939"/>
                  </a:lnTo>
                  <a:lnTo>
                    <a:pt x="8008" y="457004"/>
                  </a:lnTo>
                  <a:lnTo>
                    <a:pt x="8462" y="455069"/>
                  </a:lnTo>
                  <a:lnTo>
                    <a:pt x="8914" y="453133"/>
                  </a:lnTo>
                  <a:lnTo>
                    <a:pt x="9364" y="451197"/>
                  </a:lnTo>
                  <a:lnTo>
                    <a:pt x="9813" y="449260"/>
                  </a:lnTo>
                  <a:lnTo>
                    <a:pt x="10259" y="447323"/>
                  </a:lnTo>
                  <a:lnTo>
                    <a:pt x="10704" y="445386"/>
                  </a:lnTo>
                  <a:lnTo>
                    <a:pt x="11147" y="443448"/>
                  </a:lnTo>
                  <a:lnTo>
                    <a:pt x="11588" y="441510"/>
                  </a:lnTo>
                  <a:lnTo>
                    <a:pt x="12027" y="439571"/>
                  </a:lnTo>
                  <a:lnTo>
                    <a:pt x="12464" y="437632"/>
                  </a:lnTo>
                  <a:lnTo>
                    <a:pt x="12899" y="435692"/>
                  </a:lnTo>
                  <a:lnTo>
                    <a:pt x="13332" y="433752"/>
                  </a:lnTo>
                  <a:lnTo>
                    <a:pt x="13763" y="431812"/>
                  </a:lnTo>
                  <a:lnTo>
                    <a:pt x="14193" y="429871"/>
                  </a:lnTo>
                  <a:lnTo>
                    <a:pt x="14620" y="427930"/>
                  </a:lnTo>
                  <a:lnTo>
                    <a:pt x="15046" y="425988"/>
                  </a:lnTo>
                  <a:lnTo>
                    <a:pt x="15470" y="424046"/>
                  </a:lnTo>
                  <a:lnTo>
                    <a:pt x="15892" y="422103"/>
                  </a:lnTo>
                  <a:lnTo>
                    <a:pt x="16312" y="420160"/>
                  </a:lnTo>
                  <a:lnTo>
                    <a:pt x="16730" y="418217"/>
                  </a:lnTo>
                  <a:lnTo>
                    <a:pt x="17146" y="416273"/>
                  </a:lnTo>
                  <a:lnTo>
                    <a:pt x="17560" y="414329"/>
                  </a:lnTo>
                  <a:lnTo>
                    <a:pt x="17973" y="412385"/>
                  </a:lnTo>
                  <a:lnTo>
                    <a:pt x="18383" y="410440"/>
                  </a:lnTo>
                  <a:lnTo>
                    <a:pt x="18792" y="408494"/>
                  </a:lnTo>
                  <a:lnTo>
                    <a:pt x="19198" y="406549"/>
                  </a:lnTo>
                  <a:lnTo>
                    <a:pt x="19603" y="404602"/>
                  </a:lnTo>
                  <a:lnTo>
                    <a:pt x="20006" y="402656"/>
                  </a:lnTo>
                  <a:lnTo>
                    <a:pt x="20407" y="400709"/>
                  </a:lnTo>
                  <a:lnTo>
                    <a:pt x="20806" y="398762"/>
                  </a:lnTo>
                  <a:lnTo>
                    <a:pt x="21203" y="396814"/>
                  </a:lnTo>
                  <a:lnTo>
                    <a:pt x="21599" y="394866"/>
                  </a:lnTo>
                  <a:lnTo>
                    <a:pt x="21992" y="392917"/>
                  </a:lnTo>
                  <a:lnTo>
                    <a:pt x="22383" y="390968"/>
                  </a:lnTo>
                  <a:lnTo>
                    <a:pt x="22773" y="389019"/>
                  </a:lnTo>
                  <a:lnTo>
                    <a:pt x="23161" y="387070"/>
                  </a:lnTo>
                  <a:lnTo>
                    <a:pt x="23546" y="385120"/>
                  </a:lnTo>
                  <a:lnTo>
                    <a:pt x="23930" y="383169"/>
                  </a:lnTo>
                  <a:lnTo>
                    <a:pt x="24312" y="381218"/>
                  </a:lnTo>
                  <a:lnTo>
                    <a:pt x="24692" y="379267"/>
                  </a:lnTo>
                  <a:lnTo>
                    <a:pt x="25070" y="377316"/>
                  </a:lnTo>
                  <a:lnTo>
                    <a:pt x="25447" y="375364"/>
                  </a:lnTo>
                  <a:lnTo>
                    <a:pt x="25821" y="373412"/>
                  </a:lnTo>
                  <a:lnTo>
                    <a:pt x="26193" y="371459"/>
                  </a:lnTo>
                  <a:lnTo>
                    <a:pt x="26564" y="369506"/>
                  </a:lnTo>
                  <a:lnTo>
                    <a:pt x="26932" y="367553"/>
                  </a:lnTo>
                  <a:lnTo>
                    <a:pt x="27299" y="365599"/>
                  </a:lnTo>
                  <a:lnTo>
                    <a:pt x="27664" y="363645"/>
                  </a:lnTo>
                  <a:lnTo>
                    <a:pt x="28027" y="361691"/>
                  </a:lnTo>
                  <a:lnTo>
                    <a:pt x="28388" y="359736"/>
                  </a:lnTo>
                  <a:lnTo>
                    <a:pt x="28747" y="357781"/>
                  </a:lnTo>
                  <a:lnTo>
                    <a:pt x="29104" y="355825"/>
                  </a:lnTo>
                  <a:lnTo>
                    <a:pt x="29459" y="353869"/>
                  </a:lnTo>
                  <a:lnTo>
                    <a:pt x="29812" y="351913"/>
                  </a:lnTo>
                  <a:lnTo>
                    <a:pt x="30164" y="349957"/>
                  </a:lnTo>
                  <a:lnTo>
                    <a:pt x="30513" y="348000"/>
                  </a:lnTo>
                  <a:lnTo>
                    <a:pt x="30861" y="346043"/>
                  </a:lnTo>
                  <a:lnTo>
                    <a:pt x="31206" y="344085"/>
                  </a:lnTo>
                  <a:lnTo>
                    <a:pt x="31550" y="342127"/>
                  </a:lnTo>
                  <a:lnTo>
                    <a:pt x="31892" y="340169"/>
                  </a:lnTo>
                  <a:lnTo>
                    <a:pt x="32232" y="338211"/>
                  </a:lnTo>
                  <a:lnTo>
                    <a:pt x="32570" y="336252"/>
                  </a:lnTo>
                  <a:lnTo>
                    <a:pt x="32906" y="334293"/>
                  </a:lnTo>
                  <a:lnTo>
                    <a:pt x="33240" y="332333"/>
                  </a:lnTo>
                  <a:lnTo>
                    <a:pt x="33572" y="330373"/>
                  </a:lnTo>
                  <a:lnTo>
                    <a:pt x="33903" y="328413"/>
                  </a:lnTo>
                  <a:lnTo>
                    <a:pt x="34231" y="326453"/>
                  </a:lnTo>
                  <a:lnTo>
                    <a:pt x="34558" y="324492"/>
                  </a:lnTo>
                  <a:lnTo>
                    <a:pt x="34882" y="322531"/>
                  </a:lnTo>
                  <a:lnTo>
                    <a:pt x="35205" y="320569"/>
                  </a:lnTo>
                  <a:lnTo>
                    <a:pt x="35526" y="318607"/>
                  </a:lnTo>
                  <a:lnTo>
                    <a:pt x="35844" y="316645"/>
                  </a:lnTo>
                  <a:lnTo>
                    <a:pt x="36161" y="314683"/>
                  </a:lnTo>
                  <a:lnTo>
                    <a:pt x="36476" y="312720"/>
                  </a:lnTo>
                  <a:lnTo>
                    <a:pt x="36789" y="310757"/>
                  </a:lnTo>
                  <a:lnTo>
                    <a:pt x="37101" y="308794"/>
                  </a:lnTo>
                  <a:lnTo>
                    <a:pt x="37410" y="306830"/>
                  </a:lnTo>
                  <a:lnTo>
                    <a:pt x="37717" y="304867"/>
                  </a:lnTo>
                  <a:lnTo>
                    <a:pt x="38023" y="302902"/>
                  </a:lnTo>
                  <a:lnTo>
                    <a:pt x="38326" y="300938"/>
                  </a:lnTo>
                  <a:lnTo>
                    <a:pt x="38628" y="298973"/>
                  </a:lnTo>
                  <a:lnTo>
                    <a:pt x="38927" y="297008"/>
                  </a:lnTo>
                  <a:lnTo>
                    <a:pt x="39225" y="295043"/>
                  </a:lnTo>
                  <a:lnTo>
                    <a:pt x="39521" y="293077"/>
                  </a:lnTo>
                  <a:lnTo>
                    <a:pt x="39815" y="291111"/>
                  </a:lnTo>
                  <a:lnTo>
                    <a:pt x="40107" y="289145"/>
                  </a:lnTo>
                  <a:lnTo>
                    <a:pt x="40397" y="287178"/>
                  </a:lnTo>
                  <a:lnTo>
                    <a:pt x="40685" y="285211"/>
                  </a:lnTo>
                  <a:lnTo>
                    <a:pt x="40971" y="283244"/>
                  </a:lnTo>
                  <a:lnTo>
                    <a:pt x="41256" y="281277"/>
                  </a:lnTo>
                  <a:lnTo>
                    <a:pt x="41538" y="279309"/>
                  </a:lnTo>
                  <a:lnTo>
                    <a:pt x="41818" y="277341"/>
                  </a:lnTo>
                  <a:lnTo>
                    <a:pt x="42097" y="275373"/>
                  </a:lnTo>
                  <a:lnTo>
                    <a:pt x="42373" y="273405"/>
                  </a:lnTo>
                  <a:lnTo>
                    <a:pt x="42648" y="271436"/>
                  </a:lnTo>
                  <a:lnTo>
                    <a:pt x="42921" y="269467"/>
                  </a:lnTo>
                  <a:lnTo>
                    <a:pt x="43192" y="267498"/>
                  </a:lnTo>
                  <a:lnTo>
                    <a:pt x="43461" y="265528"/>
                  </a:lnTo>
                  <a:lnTo>
                    <a:pt x="43728" y="263558"/>
                  </a:lnTo>
                  <a:lnTo>
                    <a:pt x="43993" y="261588"/>
                  </a:lnTo>
                  <a:lnTo>
                    <a:pt x="44256" y="259618"/>
                  </a:lnTo>
                  <a:lnTo>
                    <a:pt x="44517" y="257647"/>
                  </a:lnTo>
                  <a:lnTo>
                    <a:pt x="44776" y="255677"/>
                  </a:lnTo>
                  <a:lnTo>
                    <a:pt x="45034" y="253705"/>
                  </a:lnTo>
                  <a:lnTo>
                    <a:pt x="45289" y="251734"/>
                  </a:lnTo>
                  <a:lnTo>
                    <a:pt x="45542" y="249763"/>
                  </a:lnTo>
                  <a:lnTo>
                    <a:pt x="45794" y="247791"/>
                  </a:lnTo>
                  <a:lnTo>
                    <a:pt x="46044" y="245819"/>
                  </a:lnTo>
                  <a:lnTo>
                    <a:pt x="46291" y="243846"/>
                  </a:lnTo>
                  <a:lnTo>
                    <a:pt x="46537" y="241874"/>
                  </a:lnTo>
                  <a:lnTo>
                    <a:pt x="46781" y="239901"/>
                  </a:lnTo>
                  <a:lnTo>
                    <a:pt x="47023" y="237928"/>
                  </a:lnTo>
                  <a:lnTo>
                    <a:pt x="47263" y="235955"/>
                  </a:lnTo>
                  <a:lnTo>
                    <a:pt x="47501" y="233981"/>
                  </a:lnTo>
                  <a:lnTo>
                    <a:pt x="47737" y="232008"/>
                  </a:lnTo>
                  <a:lnTo>
                    <a:pt x="47971" y="230034"/>
                  </a:lnTo>
                  <a:lnTo>
                    <a:pt x="48204" y="228059"/>
                  </a:lnTo>
                  <a:lnTo>
                    <a:pt x="48434" y="226085"/>
                  </a:lnTo>
                  <a:lnTo>
                    <a:pt x="48663" y="224110"/>
                  </a:lnTo>
                  <a:lnTo>
                    <a:pt x="48889" y="222135"/>
                  </a:lnTo>
                  <a:lnTo>
                    <a:pt x="49114" y="220160"/>
                  </a:lnTo>
                  <a:lnTo>
                    <a:pt x="49336" y="218185"/>
                  </a:lnTo>
                  <a:lnTo>
                    <a:pt x="49557" y="216210"/>
                  </a:lnTo>
                  <a:lnTo>
                    <a:pt x="49776" y="214234"/>
                  </a:lnTo>
                  <a:lnTo>
                    <a:pt x="49993" y="212258"/>
                  </a:lnTo>
                  <a:lnTo>
                    <a:pt x="50208" y="210282"/>
                  </a:lnTo>
                  <a:lnTo>
                    <a:pt x="50420" y="208305"/>
                  </a:lnTo>
                  <a:lnTo>
                    <a:pt x="50632" y="206329"/>
                  </a:lnTo>
                  <a:lnTo>
                    <a:pt x="50841" y="204352"/>
                  </a:lnTo>
                  <a:lnTo>
                    <a:pt x="51048" y="202375"/>
                  </a:lnTo>
                  <a:lnTo>
                    <a:pt x="51253" y="200398"/>
                  </a:lnTo>
                  <a:lnTo>
                    <a:pt x="51456" y="198421"/>
                  </a:lnTo>
                  <a:lnTo>
                    <a:pt x="51658" y="196443"/>
                  </a:lnTo>
                  <a:lnTo>
                    <a:pt x="51857" y="194465"/>
                  </a:lnTo>
                  <a:lnTo>
                    <a:pt x="52055" y="192487"/>
                  </a:lnTo>
                  <a:lnTo>
                    <a:pt x="52250" y="190509"/>
                  </a:lnTo>
                  <a:lnTo>
                    <a:pt x="52444" y="188531"/>
                  </a:lnTo>
                  <a:lnTo>
                    <a:pt x="52636" y="186552"/>
                  </a:lnTo>
                  <a:lnTo>
                    <a:pt x="52826" y="184573"/>
                  </a:lnTo>
                  <a:lnTo>
                    <a:pt x="53014" y="182595"/>
                  </a:lnTo>
                  <a:lnTo>
                    <a:pt x="53199" y="180615"/>
                  </a:lnTo>
                  <a:lnTo>
                    <a:pt x="53383" y="178636"/>
                  </a:lnTo>
                  <a:lnTo>
                    <a:pt x="53566" y="176657"/>
                  </a:lnTo>
                  <a:lnTo>
                    <a:pt x="53746" y="174677"/>
                  </a:lnTo>
                  <a:lnTo>
                    <a:pt x="53924" y="172697"/>
                  </a:lnTo>
                  <a:lnTo>
                    <a:pt x="54100" y="170717"/>
                  </a:lnTo>
                  <a:lnTo>
                    <a:pt x="54274" y="168737"/>
                  </a:lnTo>
                  <a:lnTo>
                    <a:pt x="54447" y="166757"/>
                  </a:lnTo>
                  <a:lnTo>
                    <a:pt x="54617" y="164776"/>
                  </a:lnTo>
                  <a:lnTo>
                    <a:pt x="54786" y="162796"/>
                  </a:lnTo>
                  <a:lnTo>
                    <a:pt x="54952" y="160815"/>
                  </a:lnTo>
                  <a:lnTo>
                    <a:pt x="55117" y="158834"/>
                  </a:lnTo>
                  <a:lnTo>
                    <a:pt x="55280" y="156853"/>
                  </a:lnTo>
                  <a:lnTo>
                    <a:pt x="55441" y="154872"/>
                  </a:lnTo>
                  <a:lnTo>
                    <a:pt x="55599" y="152890"/>
                  </a:lnTo>
                  <a:lnTo>
                    <a:pt x="55756" y="150909"/>
                  </a:lnTo>
                  <a:lnTo>
                    <a:pt x="55911" y="148927"/>
                  </a:lnTo>
                  <a:lnTo>
                    <a:pt x="56064" y="146945"/>
                  </a:lnTo>
                  <a:lnTo>
                    <a:pt x="56215" y="144963"/>
                  </a:lnTo>
                  <a:lnTo>
                    <a:pt x="56365" y="142981"/>
                  </a:lnTo>
                  <a:lnTo>
                    <a:pt x="56512" y="140998"/>
                  </a:lnTo>
                  <a:lnTo>
                    <a:pt x="56657" y="139016"/>
                  </a:lnTo>
                  <a:lnTo>
                    <a:pt x="56800" y="137033"/>
                  </a:lnTo>
                  <a:lnTo>
                    <a:pt x="56942" y="135050"/>
                  </a:lnTo>
                  <a:lnTo>
                    <a:pt x="57081" y="133067"/>
                  </a:lnTo>
                  <a:lnTo>
                    <a:pt x="57219" y="131084"/>
                  </a:lnTo>
                  <a:lnTo>
                    <a:pt x="57355" y="129101"/>
                  </a:lnTo>
                  <a:lnTo>
                    <a:pt x="57488" y="127118"/>
                  </a:lnTo>
                  <a:lnTo>
                    <a:pt x="57620" y="125135"/>
                  </a:lnTo>
                  <a:lnTo>
                    <a:pt x="57750" y="123151"/>
                  </a:lnTo>
                  <a:lnTo>
                    <a:pt x="57878" y="121167"/>
                  </a:lnTo>
                  <a:lnTo>
                    <a:pt x="58003" y="119183"/>
                  </a:lnTo>
                  <a:lnTo>
                    <a:pt x="58127" y="117200"/>
                  </a:lnTo>
                  <a:lnTo>
                    <a:pt x="58249" y="115215"/>
                  </a:lnTo>
                  <a:lnTo>
                    <a:pt x="58370" y="113231"/>
                  </a:lnTo>
                  <a:lnTo>
                    <a:pt x="58488" y="111247"/>
                  </a:lnTo>
                  <a:lnTo>
                    <a:pt x="58604" y="109263"/>
                  </a:lnTo>
                  <a:lnTo>
                    <a:pt x="58718" y="107278"/>
                  </a:lnTo>
                  <a:lnTo>
                    <a:pt x="58831" y="105293"/>
                  </a:lnTo>
                  <a:lnTo>
                    <a:pt x="58941" y="103309"/>
                  </a:lnTo>
                  <a:lnTo>
                    <a:pt x="59049" y="101324"/>
                  </a:lnTo>
                  <a:lnTo>
                    <a:pt x="59156" y="99339"/>
                  </a:lnTo>
                  <a:lnTo>
                    <a:pt x="59261" y="97354"/>
                  </a:lnTo>
                  <a:lnTo>
                    <a:pt x="59363" y="95369"/>
                  </a:lnTo>
                  <a:lnTo>
                    <a:pt x="59464" y="93383"/>
                  </a:lnTo>
                  <a:lnTo>
                    <a:pt x="59563" y="91398"/>
                  </a:lnTo>
                  <a:lnTo>
                    <a:pt x="59659" y="89413"/>
                  </a:lnTo>
                  <a:lnTo>
                    <a:pt x="59754" y="87427"/>
                  </a:lnTo>
                  <a:lnTo>
                    <a:pt x="59847" y="85441"/>
                  </a:lnTo>
                  <a:lnTo>
                    <a:pt x="59938" y="83456"/>
                  </a:lnTo>
                  <a:lnTo>
                    <a:pt x="60027" y="81470"/>
                  </a:lnTo>
                  <a:lnTo>
                    <a:pt x="60114" y="79484"/>
                  </a:lnTo>
                  <a:lnTo>
                    <a:pt x="60200" y="77498"/>
                  </a:lnTo>
                  <a:lnTo>
                    <a:pt x="60283" y="75512"/>
                  </a:lnTo>
                  <a:lnTo>
                    <a:pt x="60364" y="73526"/>
                  </a:lnTo>
                  <a:lnTo>
                    <a:pt x="60444" y="71540"/>
                  </a:lnTo>
                  <a:lnTo>
                    <a:pt x="60521" y="69553"/>
                  </a:lnTo>
                  <a:lnTo>
                    <a:pt x="60596" y="67567"/>
                  </a:lnTo>
                  <a:lnTo>
                    <a:pt x="60670" y="65581"/>
                  </a:lnTo>
                  <a:lnTo>
                    <a:pt x="60742" y="63594"/>
                  </a:lnTo>
                  <a:lnTo>
                    <a:pt x="60811" y="61607"/>
                  </a:lnTo>
                  <a:lnTo>
                    <a:pt x="60879" y="59621"/>
                  </a:lnTo>
                  <a:lnTo>
                    <a:pt x="60945" y="57634"/>
                  </a:lnTo>
                  <a:lnTo>
                    <a:pt x="61009" y="55647"/>
                  </a:lnTo>
                  <a:lnTo>
                    <a:pt x="61070" y="53660"/>
                  </a:lnTo>
                  <a:lnTo>
                    <a:pt x="61130" y="51674"/>
                  </a:lnTo>
                  <a:lnTo>
                    <a:pt x="61188" y="49687"/>
                  </a:lnTo>
                  <a:lnTo>
                    <a:pt x="61244" y="47700"/>
                  </a:lnTo>
                  <a:lnTo>
                    <a:pt x="61299" y="45713"/>
                  </a:lnTo>
                  <a:lnTo>
                    <a:pt x="61351" y="43725"/>
                  </a:lnTo>
                  <a:lnTo>
                    <a:pt x="61401" y="41738"/>
                  </a:lnTo>
                  <a:lnTo>
                    <a:pt x="61449" y="39751"/>
                  </a:lnTo>
                  <a:lnTo>
                    <a:pt x="61496" y="37764"/>
                  </a:lnTo>
                  <a:lnTo>
                    <a:pt x="61540" y="35776"/>
                  </a:lnTo>
                  <a:lnTo>
                    <a:pt x="61583" y="33789"/>
                  </a:lnTo>
                  <a:lnTo>
                    <a:pt x="61623" y="31802"/>
                  </a:lnTo>
                  <a:lnTo>
                    <a:pt x="61662" y="29814"/>
                  </a:lnTo>
                  <a:lnTo>
                    <a:pt x="61698" y="27827"/>
                  </a:lnTo>
                  <a:lnTo>
                    <a:pt x="61733" y="25839"/>
                  </a:lnTo>
                  <a:lnTo>
                    <a:pt x="61766" y="23852"/>
                  </a:lnTo>
                  <a:lnTo>
                    <a:pt x="61797" y="21864"/>
                  </a:lnTo>
                  <a:lnTo>
                    <a:pt x="61825" y="19877"/>
                  </a:lnTo>
                  <a:lnTo>
                    <a:pt x="61852" y="17889"/>
                  </a:lnTo>
                  <a:lnTo>
                    <a:pt x="61877" y="15901"/>
                  </a:lnTo>
                  <a:lnTo>
                    <a:pt x="61900" y="13914"/>
                  </a:lnTo>
                  <a:lnTo>
                    <a:pt x="61922" y="11926"/>
                  </a:lnTo>
                  <a:lnTo>
                    <a:pt x="61941" y="9938"/>
                  </a:lnTo>
                  <a:lnTo>
                    <a:pt x="61958" y="7951"/>
                  </a:lnTo>
                  <a:lnTo>
                    <a:pt x="61973" y="5963"/>
                  </a:lnTo>
                  <a:lnTo>
                    <a:pt x="61987" y="3975"/>
                  </a:lnTo>
                  <a:lnTo>
                    <a:pt x="61998" y="1987"/>
                  </a:lnTo>
                  <a:lnTo>
                    <a:pt x="62007" y="0"/>
                  </a:lnTo>
                </a:path>
              </a:pathLst>
            </a:custGeom>
            <a:ln w="55244" cap="rnd">
              <a:solidFill>
                <a:srgbClr val="00E8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l7127"/>
            <p:cNvSpPr/>
            <p:nvPr/>
          </p:nvSpPr>
          <p:spPr>
            <a:xfrm>
              <a:off x="5253620" y="5280821"/>
              <a:ext cx="39711" cy="17551"/>
            </a:xfrm>
            <a:custGeom>
              <a:avLst/>
              <a:pathLst>
                <a:path w="39711" h="17551">
                  <a:moveTo>
                    <a:pt x="0" y="0"/>
                  </a:moveTo>
                  <a:lnTo>
                    <a:pt x="158" y="72"/>
                  </a:lnTo>
                  <a:lnTo>
                    <a:pt x="317" y="144"/>
                  </a:lnTo>
                  <a:lnTo>
                    <a:pt x="476" y="216"/>
                  </a:lnTo>
                  <a:lnTo>
                    <a:pt x="634" y="288"/>
                  </a:lnTo>
                  <a:lnTo>
                    <a:pt x="793" y="360"/>
                  </a:lnTo>
                  <a:lnTo>
                    <a:pt x="952" y="432"/>
                  </a:lnTo>
                  <a:lnTo>
                    <a:pt x="1111" y="504"/>
                  </a:lnTo>
                  <a:lnTo>
                    <a:pt x="1269" y="577"/>
                  </a:lnTo>
                  <a:lnTo>
                    <a:pt x="1428" y="649"/>
                  </a:lnTo>
                  <a:lnTo>
                    <a:pt x="1587" y="721"/>
                  </a:lnTo>
                  <a:lnTo>
                    <a:pt x="1746" y="793"/>
                  </a:lnTo>
                  <a:lnTo>
                    <a:pt x="1905" y="865"/>
                  </a:lnTo>
                  <a:lnTo>
                    <a:pt x="2063" y="937"/>
                  </a:lnTo>
                  <a:lnTo>
                    <a:pt x="2222" y="1009"/>
                  </a:lnTo>
                  <a:lnTo>
                    <a:pt x="2381" y="1081"/>
                  </a:lnTo>
                  <a:lnTo>
                    <a:pt x="2540" y="1153"/>
                  </a:lnTo>
                  <a:lnTo>
                    <a:pt x="2699" y="1225"/>
                  </a:lnTo>
                  <a:lnTo>
                    <a:pt x="2858" y="1297"/>
                  </a:lnTo>
                  <a:lnTo>
                    <a:pt x="3016" y="1369"/>
                  </a:lnTo>
                  <a:lnTo>
                    <a:pt x="3175" y="1441"/>
                  </a:lnTo>
                  <a:lnTo>
                    <a:pt x="3334" y="1512"/>
                  </a:lnTo>
                  <a:lnTo>
                    <a:pt x="3493" y="1584"/>
                  </a:lnTo>
                  <a:lnTo>
                    <a:pt x="3652" y="1656"/>
                  </a:lnTo>
                  <a:lnTo>
                    <a:pt x="3811" y="1728"/>
                  </a:lnTo>
                  <a:lnTo>
                    <a:pt x="3970" y="1800"/>
                  </a:lnTo>
                  <a:lnTo>
                    <a:pt x="4128" y="1872"/>
                  </a:lnTo>
                  <a:lnTo>
                    <a:pt x="4287" y="1944"/>
                  </a:lnTo>
                  <a:lnTo>
                    <a:pt x="4446" y="2015"/>
                  </a:lnTo>
                  <a:lnTo>
                    <a:pt x="4605" y="2087"/>
                  </a:lnTo>
                  <a:lnTo>
                    <a:pt x="4764" y="2159"/>
                  </a:lnTo>
                  <a:lnTo>
                    <a:pt x="4923" y="2231"/>
                  </a:lnTo>
                  <a:lnTo>
                    <a:pt x="5082" y="2303"/>
                  </a:lnTo>
                  <a:lnTo>
                    <a:pt x="5241" y="2374"/>
                  </a:lnTo>
                  <a:lnTo>
                    <a:pt x="5400" y="2446"/>
                  </a:lnTo>
                  <a:lnTo>
                    <a:pt x="5559" y="2518"/>
                  </a:lnTo>
                  <a:lnTo>
                    <a:pt x="5718" y="2589"/>
                  </a:lnTo>
                  <a:lnTo>
                    <a:pt x="5877" y="2661"/>
                  </a:lnTo>
                  <a:lnTo>
                    <a:pt x="6035" y="2733"/>
                  </a:lnTo>
                  <a:lnTo>
                    <a:pt x="6194" y="2805"/>
                  </a:lnTo>
                  <a:lnTo>
                    <a:pt x="6353" y="2876"/>
                  </a:lnTo>
                  <a:lnTo>
                    <a:pt x="6512" y="2948"/>
                  </a:lnTo>
                  <a:lnTo>
                    <a:pt x="6671" y="3019"/>
                  </a:lnTo>
                  <a:lnTo>
                    <a:pt x="6830" y="3091"/>
                  </a:lnTo>
                  <a:lnTo>
                    <a:pt x="6989" y="3163"/>
                  </a:lnTo>
                  <a:lnTo>
                    <a:pt x="7148" y="3234"/>
                  </a:lnTo>
                  <a:lnTo>
                    <a:pt x="7307" y="3306"/>
                  </a:lnTo>
                  <a:lnTo>
                    <a:pt x="7466" y="3377"/>
                  </a:lnTo>
                  <a:lnTo>
                    <a:pt x="7625" y="3449"/>
                  </a:lnTo>
                  <a:lnTo>
                    <a:pt x="7784" y="3520"/>
                  </a:lnTo>
                  <a:lnTo>
                    <a:pt x="7943" y="3592"/>
                  </a:lnTo>
                  <a:lnTo>
                    <a:pt x="8102" y="3663"/>
                  </a:lnTo>
                  <a:lnTo>
                    <a:pt x="8261" y="3735"/>
                  </a:lnTo>
                  <a:lnTo>
                    <a:pt x="8421" y="3806"/>
                  </a:lnTo>
                  <a:lnTo>
                    <a:pt x="8580" y="3878"/>
                  </a:lnTo>
                  <a:lnTo>
                    <a:pt x="8739" y="3949"/>
                  </a:lnTo>
                  <a:lnTo>
                    <a:pt x="8898" y="4021"/>
                  </a:lnTo>
                  <a:lnTo>
                    <a:pt x="9057" y="4092"/>
                  </a:lnTo>
                  <a:lnTo>
                    <a:pt x="9216" y="4164"/>
                  </a:lnTo>
                  <a:lnTo>
                    <a:pt x="9375" y="4235"/>
                  </a:lnTo>
                  <a:lnTo>
                    <a:pt x="9534" y="4306"/>
                  </a:lnTo>
                  <a:lnTo>
                    <a:pt x="9693" y="4378"/>
                  </a:lnTo>
                  <a:lnTo>
                    <a:pt x="9852" y="4449"/>
                  </a:lnTo>
                  <a:lnTo>
                    <a:pt x="10011" y="4520"/>
                  </a:lnTo>
                  <a:lnTo>
                    <a:pt x="10170" y="4592"/>
                  </a:lnTo>
                  <a:lnTo>
                    <a:pt x="10330" y="4663"/>
                  </a:lnTo>
                  <a:lnTo>
                    <a:pt x="10489" y="4734"/>
                  </a:lnTo>
                  <a:lnTo>
                    <a:pt x="10648" y="4806"/>
                  </a:lnTo>
                  <a:lnTo>
                    <a:pt x="10807" y="4877"/>
                  </a:lnTo>
                  <a:lnTo>
                    <a:pt x="10966" y="4948"/>
                  </a:lnTo>
                  <a:lnTo>
                    <a:pt x="11125" y="5019"/>
                  </a:lnTo>
                  <a:lnTo>
                    <a:pt x="11284" y="5091"/>
                  </a:lnTo>
                  <a:lnTo>
                    <a:pt x="11444" y="5162"/>
                  </a:lnTo>
                  <a:lnTo>
                    <a:pt x="11603" y="5233"/>
                  </a:lnTo>
                  <a:lnTo>
                    <a:pt x="11762" y="5304"/>
                  </a:lnTo>
                  <a:lnTo>
                    <a:pt x="11921" y="5375"/>
                  </a:lnTo>
                  <a:lnTo>
                    <a:pt x="12080" y="5447"/>
                  </a:lnTo>
                  <a:lnTo>
                    <a:pt x="12239" y="5518"/>
                  </a:lnTo>
                  <a:lnTo>
                    <a:pt x="12399" y="5589"/>
                  </a:lnTo>
                  <a:lnTo>
                    <a:pt x="12558" y="5660"/>
                  </a:lnTo>
                  <a:lnTo>
                    <a:pt x="12717" y="5731"/>
                  </a:lnTo>
                  <a:lnTo>
                    <a:pt x="12876" y="5802"/>
                  </a:lnTo>
                  <a:lnTo>
                    <a:pt x="13036" y="5873"/>
                  </a:lnTo>
                  <a:lnTo>
                    <a:pt x="13195" y="5944"/>
                  </a:lnTo>
                  <a:lnTo>
                    <a:pt x="13354" y="6015"/>
                  </a:lnTo>
                  <a:lnTo>
                    <a:pt x="13513" y="6086"/>
                  </a:lnTo>
                  <a:lnTo>
                    <a:pt x="13672" y="6157"/>
                  </a:lnTo>
                  <a:lnTo>
                    <a:pt x="13832" y="6228"/>
                  </a:lnTo>
                  <a:lnTo>
                    <a:pt x="13991" y="6299"/>
                  </a:lnTo>
                  <a:lnTo>
                    <a:pt x="14150" y="6370"/>
                  </a:lnTo>
                  <a:lnTo>
                    <a:pt x="14310" y="6441"/>
                  </a:lnTo>
                  <a:lnTo>
                    <a:pt x="14469" y="6512"/>
                  </a:lnTo>
                  <a:lnTo>
                    <a:pt x="14628" y="6583"/>
                  </a:lnTo>
                  <a:lnTo>
                    <a:pt x="14787" y="6654"/>
                  </a:lnTo>
                  <a:lnTo>
                    <a:pt x="14947" y="6725"/>
                  </a:lnTo>
                  <a:lnTo>
                    <a:pt x="15106" y="6796"/>
                  </a:lnTo>
                  <a:lnTo>
                    <a:pt x="15265" y="6867"/>
                  </a:lnTo>
                  <a:lnTo>
                    <a:pt x="15425" y="6938"/>
                  </a:lnTo>
                  <a:lnTo>
                    <a:pt x="15584" y="7009"/>
                  </a:lnTo>
                  <a:lnTo>
                    <a:pt x="15743" y="7079"/>
                  </a:lnTo>
                  <a:lnTo>
                    <a:pt x="15903" y="7150"/>
                  </a:lnTo>
                  <a:lnTo>
                    <a:pt x="16062" y="7221"/>
                  </a:lnTo>
                  <a:lnTo>
                    <a:pt x="16221" y="7292"/>
                  </a:lnTo>
                  <a:lnTo>
                    <a:pt x="16381" y="7363"/>
                  </a:lnTo>
                  <a:lnTo>
                    <a:pt x="16540" y="7433"/>
                  </a:lnTo>
                  <a:lnTo>
                    <a:pt x="16699" y="7504"/>
                  </a:lnTo>
                  <a:lnTo>
                    <a:pt x="16859" y="7575"/>
                  </a:lnTo>
                  <a:lnTo>
                    <a:pt x="17018" y="7646"/>
                  </a:lnTo>
                  <a:lnTo>
                    <a:pt x="17177" y="7716"/>
                  </a:lnTo>
                  <a:lnTo>
                    <a:pt x="17337" y="7787"/>
                  </a:lnTo>
                  <a:lnTo>
                    <a:pt x="17496" y="7858"/>
                  </a:lnTo>
                  <a:lnTo>
                    <a:pt x="17656" y="7929"/>
                  </a:lnTo>
                  <a:lnTo>
                    <a:pt x="17815" y="7999"/>
                  </a:lnTo>
                  <a:lnTo>
                    <a:pt x="17974" y="8070"/>
                  </a:lnTo>
                  <a:lnTo>
                    <a:pt x="18134" y="8141"/>
                  </a:lnTo>
                  <a:lnTo>
                    <a:pt x="18293" y="8211"/>
                  </a:lnTo>
                  <a:lnTo>
                    <a:pt x="18453" y="8282"/>
                  </a:lnTo>
                  <a:lnTo>
                    <a:pt x="18612" y="8352"/>
                  </a:lnTo>
                  <a:lnTo>
                    <a:pt x="18772" y="8423"/>
                  </a:lnTo>
                  <a:lnTo>
                    <a:pt x="18931" y="8494"/>
                  </a:lnTo>
                  <a:lnTo>
                    <a:pt x="19091" y="8564"/>
                  </a:lnTo>
                  <a:lnTo>
                    <a:pt x="19250" y="8635"/>
                  </a:lnTo>
                  <a:lnTo>
                    <a:pt x="19409" y="8705"/>
                  </a:lnTo>
                  <a:lnTo>
                    <a:pt x="19569" y="8776"/>
                  </a:lnTo>
                  <a:lnTo>
                    <a:pt x="19728" y="8846"/>
                  </a:lnTo>
                  <a:lnTo>
                    <a:pt x="19888" y="8917"/>
                  </a:lnTo>
                  <a:lnTo>
                    <a:pt x="20047" y="8987"/>
                  </a:lnTo>
                  <a:lnTo>
                    <a:pt x="20207" y="9058"/>
                  </a:lnTo>
                  <a:lnTo>
                    <a:pt x="20366" y="9128"/>
                  </a:lnTo>
                  <a:lnTo>
                    <a:pt x="20526" y="9199"/>
                  </a:lnTo>
                  <a:lnTo>
                    <a:pt x="20685" y="9269"/>
                  </a:lnTo>
                  <a:lnTo>
                    <a:pt x="20845" y="9339"/>
                  </a:lnTo>
                  <a:lnTo>
                    <a:pt x="21004" y="9410"/>
                  </a:lnTo>
                  <a:lnTo>
                    <a:pt x="21164" y="9480"/>
                  </a:lnTo>
                  <a:lnTo>
                    <a:pt x="21324" y="9550"/>
                  </a:lnTo>
                  <a:lnTo>
                    <a:pt x="21483" y="9621"/>
                  </a:lnTo>
                  <a:lnTo>
                    <a:pt x="21643" y="9691"/>
                  </a:lnTo>
                  <a:lnTo>
                    <a:pt x="21802" y="9762"/>
                  </a:lnTo>
                  <a:lnTo>
                    <a:pt x="21962" y="9832"/>
                  </a:lnTo>
                  <a:lnTo>
                    <a:pt x="22121" y="9902"/>
                  </a:lnTo>
                  <a:lnTo>
                    <a:pt x="22281" y="9972"/>
                  </a:lnTo>
                  <a:lnTo>
                    <a:pt x="22441" y="10043"/>
                  </a:lnTo>
                  <a:lnTo>
                    <a:pt x="22600" y="10113"/>
                  </a:lnTo>
                  <a:lnTo>
                    <a:pt x="22760" y="10183"/>
                  </a:lnTo>
                  <a:lnTo>
                    <a:pt x="22919" y="10253"/>
                  </a:lnTo>
                  <a:lnTo>
                    <a:pt x="23079" y="10324"/>
                  </a:lnTo>
                  <a:lnTo>
                    <a:pt x="23238" y="10394"/>
                  </a:lnTo>
                  <a:lnTo>
                    <a:pt x="23398" y="10464"/>
                  </a:lnTo>
                  <a:lnTo>
                    <a:pt x="23558" y="10534"/>
                  </a:lnTo>
                  <a:lnTo>
                    <a:pt x="23717" y="10604"/>
                  </a:lnTo>
                  <a:lnTo>
                    <a:pt x="23877" y="10675"/>
                  </a:lnTo>
                  <a:lnTo>
                    <a:pt x="24037" y="10745"/>
                  </a:lnTo>
                  <a:lnTo>
                    <a:pt x="24196" y="10815"/>
                  </a:lnTo>
                  <a:lnTo>
                    <a:pt x="24356" y="10885"/>
                  </a:lnTo>
                  <a:lnTo>
                    <a:pt x="24516" y="10955"/>
                  </a:lnTo>
                  <a:lnTo>
                    <a:pt x="24675" y="11025"/>
                  </a:lnTo>
                  <a:lnTo>
                    <a:pt x="24835" y="11095"/>
                  </a:lnTo>
                  <a:lnTo>
                    <a:pt x="24995" y="11165"/>
                  </a:lnTo>
                  <a:lnTo>
                    <a:pt x="25154" y="11235"/>
                  </a:lnTo>
                  <a:lnTo>
                    <a:pt x="25314" y="11305"/>
                  </a:lnTo>
                  <a:lnTo>
                    <a:pt x="25474" y="11375"/>
                  </a:lnTo>
                  <a:lnTo>
                    <a:pt x="25633" y="11445"/>
                  </a:lnTo>
                  <a:lnTo>
                    <a:pt x="25793" y="11515"/>
                  </a:lnTo>
                  <a:lnTo>
                    <a:pt x="25953" y="11585"/>
                  </a:lnTo>
                  <a:lnTo>
                    <a:pt x="26113" y="11655"/>
                  </a:lnTo>
                  <a:lnTo>
                    <a:pt x="26272" y="11725"/>
                  </a:lnTo>
                  <a:lnTo>
                    <a:pt x="26432" y="11795"/>
                  </a:lnTo>
                  <a:lnTo>
                    <a:pt x="26592" y="11865"/>
                  </a:lnTo>
                  <a:lnTo>
                    <a:pt x="26751" y="11935"/>
                  </a:lnTo>
                  <a:lnTo>
                    <a:pt x="26911" y="12005"/>
                  </a:lnTo>
                  <a:lnTo>
                    <a:pt x="27071" y="12075"/>
                  </a:lnTo>
                  <a:lnTo>
                    <a:pt x="27231" y="12144"/>
                  </a:lnTo>
                  <a:lnTo>
                    <a:pt x="27391" y="12214"/>
                  </a:lnTo>
                  <a:lnTo>
                    <a:pt x="27550" y="12284"/>
                  </a:lnTo>
                  <a:lnTo>
                    <a:pt x="27710" y="12354"/>
                  </a:lnTo>
                  <a:lnTo>
                    <a:pt x="27870" y="12424"/>
                  </a:lnTo>
                  <a:lnTo>
                    <a:pt x="28030" y="12494"/>
                  </a:lnTo>
                  <a:lnTo>
                    <a:pt x="28189" y="12563"/>
                  </a:lnTo>
                  <a:lnTo>
                    <a:pt x="28349" y="12633"/>
                  </a:lnTo>
                  <a:lnTo>
                    <a:pt x="28509" y="12703"/>
                  </a:lnTo>
                  <a:lnTo>
                    <a:pt x="28669" y="12773"/>
                  </a:lnTo>
                  <a:lnTo>
                    <a:pt x="28829" y="12842"/>
                  </a:lnTo>
                  <a:lnTo>
                    <a:pt x="28989" y="12912"/>
                  </a:lnTo>
                  <a:lnTo>
                    <a:pt x="29148" y="12982"/>
                  </a:lnTo>
                  <a:lnTo>
                    <a:pt x="29308" y="13051"/>
                  </a:lnTo>
                  <a:lnTo>
                    <a:pt x="29468" y="13121"/>
                  </a:lnTo>
                  <a:lnTo>
                    <a:pt x="29628" y="13191"/>
                  </a:lnTo>
                  <a:lnTo>
                    <a:pt x="29788" y="13260"/>
                  </a:lnTo>
                  <a:lnTo>
                    <a:pt x="29948" y="13330"/>
                  </a:lnTo>
                  <a:lnTo>
                    <a:pt x="30107" y="13400"/>
                  </a:lnTo>
                  <a:lnTo>
                    <a:pt x="30267" y="13469"/>
                  </a:lnTo>
                  <a:lnTo>
                    <a:pt x="30427" y="13539"/>
                  </a:lnTo>
                  <a:lnTo>
                    <a:pt x="30587" y="13608"/>
                  </a:lnTo>
                  <a:lnTo>
                    <a:pt x="30747" y="13678"/>
                  </a:lnTo>
                  <a:lnTo>
                    <a:pt x="30907" y="13748"/>
                  </a:lnTo>
                  <a:lnTo>
                    <a:pt x="31067" y="13817"/>
                  </a:lnTo>
                  <a:lnTo>
                    <a:pt x="31227" y="13887"/>
                  </a:lnTo>
                  <a:lnTo>
                    <a:pt x="31387" y="13956"/>
                  </a:lnTo>
                  <a:lnTo>
                    <a:pt x="31547" y="14026"/>
                  </a:lnTo>
                  <a:lnTo>
                    <a:pt x="31706" y="14095"/>
                  </a:lnTo>
                  <a:lnTo>
                    <a:pt x="31866" y="14165"/>
                  </a:lnTo>
                  <a:lnTo>
                    <a:pt x="32026" y="14234"/>
                  </a:lnTo>
                  <a:lnTo>
                    <a:pt x="32186" y="14303"/>
                  </a:lnTo>
                  <a:lnTo>
                    <a:pt x="32346" y="14373"/>
                  </a:lnTo>
                  <a:lnTo>
                    <a:pt x="32506" y="14442"/>
                  </a:lnTo>
                  <a:lnTo>
                    <a:pt x="32666" y="14512"/>
                  </a:lnTo>
                  <a:lnTo>
                    <a:pt x="32826" y="14581"/>
                  </a:lnTo>
                  <a:lnTo>
                    <a:pt x="32986" y="14650"/>
                  </a:lnTo>
                  <a:lnTo>
                    <a:pt x="33146" y="14720"/>
                  </a:lnTo>
                  <a:lnTo>
                    <a:pt x="33306" y="14789"/>
                  </a:lnTo>
                  <a:lnTo>
                    <a:pt x="33466" y="14858"/>
                  </a:lnTo>
                  <a:lnTo>
                    <a:pt x="33626" y="14928"/>
                  </a:lnTo>
                  <a:lnTo>
                    <a:pt x="33786" y="14997"/>
                  </a:lnTo>
                  <a:lnTo>
                    <a:pt x="33946" y="15066"/>
                  </a:lnTo>
                  <a:lnTo>
                    <a:pt x="34106" y="15136"/>
                  </a:lnTo>
                  <a:lnTo>
                    <a:pt x="34266" y="15205"/>
                  </a:lnTo>
                  <a:lnTo>
                    <a:pt x="34426" y="15274"/>
                  </a:lnTo>
                  <a:lnTo>
                    <a:pt x="34586" y="15343"/>
                  </a:lnTo>
                  <a:lnTo>
                    <a:pt x="34746" y="15413"/>
                  </a:lnTo>
                  <a:lnTo>
                    <a:pt x="34906" y="15482"/>
                  </a:lnTo>
                  <a:lnTo>
                    <a:pt x="35066" y="15551"/>
                  </a:lnTo>
                  <a:lnTo>
                    <a:pt x="35226" y="15620"/>
                  </a:lnTo>
                  <a:lnTo>
                    <a:pt x="35386" y="15689"/>
                  </a:lnTo>
                  <a:lnTo>
                    <a:pt x="35547" y="15758"/>
                  </a:lnTo>
                  <a:lnTo>
                    <a:pt x="35707" y="15828"/>
                  </a:lnTo>
                  <a:lnTo>
                    <a:pt x="35867" y="15897"/>
                  </a:lnTo>
                  <a:lnTo>
                    <a:pt x="36027" y="15966"/>
                  </a:lnTo>
                  <a:lnTo>
                    <a:pt x="36187" y="16035"/>
                  </a:lnTo>
                  <a:lnTo>
                    <a:pt x="36347" y="16104"/>
                  </a:lnTo>
                  <a:lnTo>
                    <a:pt x="36507" y="16173"/>
                  </a:lnTo>
                  <a:lnTo>
                    <a:pt x="36667" y="16242"/>
                  </a:lnTo>
                  <a:lnTo>
                    <a:pt x="36827" y="16311"/>
                  </a:lnTo>
                  <a:lnTo>
                    <a:pt x="36987" y="16380"/>
                  </a:lnTo>
                  <a:lnTo>
                    <a:pt x="37148" y="16449"/>
                  </a:lnTo>
                  <a:lnTo>
                    <a:pt x="37308" y="16518"/>
                  </a:lnTo>
                  <a:lnTo>
                    <a:pt x="37468" y="16587"/>
                  </a:lnTo>
                  <a:lnTo>
                    <a:pt x="37628" y="16656"/>
                  </a:lnTo>
                  <a:lnTo>
                    <a:pt x="37788" y="16725"/>
                  </a:lnTo>
                  <a:lnTo>
                    <a:pt x="37948" y="16794"/>
                  </a:lnTo>
                  <a:lnTo>
                    <a:pt x="38109" y="16863"/>
                  </a:lnTo>
                  <a:lnTo>
                    <a:pt x="38269" y="16932"/>
                  </a:lnTo>
                  <a:lnTo>
                    <a:pt x="38429" y="17001"/>
                  </a:lnTo>
                  <a:lnTo>
                    <a:pt x="38589" y="17070"/>
                  </a:lnTo>
                  <a:lnTo>
                    <a:pt x="38749" y="17139"/>
                  </a:lnTo>
                  <a:lnTo>
                    <a:pt x="38909" y="17207"/>
                  </a:lnTo>
                  <a:lnTo>
                    <a:pt x="39070" y="17276"/>
                  </a:lnTo>
                  <a:lnTo>
                    <a:pt x="39230" y="17345"/>
                  </a:lnTo>
                  <a:lnTo>
                    <a:pt x="39390" y="17414"/>
                  </a:lnTo>
                  <a:lnTo>
                    <a:pt x="39550" y="17483"/>
                  </a:lnTo>
                  <a:lnTo>
                    <a:pt x="39711" y="175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28" name="pl7128"/>
            <p:cNvSpPr/>
            <p:nvPr/>
          </p:nvSpPr>
          <p:spPr>
            <a:xfrm>
              <a:off x="7366184" y="4897875"/>
              <a:ext cx="137141" cy="120097"/>
            </a:xfrm>
            <a:custGeom>
              <a:avLst/>
              <a:pathLst>
                <a:path w="137141" h="120097">
                  <a:moveTo>
                    <a:pt x="0" y="120097"/>
                  </a:moveTo>
                  <a:lnTo>
                    <a:pt x="571" y="119639"/>
                  </a:lnTo>
                  <a:lnTo>
                    <a:pt x="1143" y="119182"/>
                  </a:lnTo>
                  <a:lnTo>
                    <a:pt x="1715" y="118724"/>
                  </a:lnTo>
                  <a:lnTo>
                    <a:pt x="2286" y="118266"/>
                  </a:lnTo>
                  <a:lnTo>
                    <a:pt x="2858" y="117808"/>
                  </a:lnTo>
                  <a:lnTo>
                    <a:pt x="3429" y="117349"/>
                  </a:lnTo>
                  <a:lnTo>
                    <a:pt x="4000" y="116890"/>
                  </a:lnTo>
                  <a:lnTo>
                    <a:pt x="4570" y="116432"/>
                  </a:lnTo>
                  <a:lnTo>
                    <a:pt x="5141" y="115973"/>
                  </a:lnTo>
                  <a:lnTo>
                    <a:pt x="5711" y="115513"/>
                  </a:lnTo>
                  <a:lnTo>
                    <a:pt x="6282" y="115054"/>
                  </a:lnTo>
                  <a:lnTo>
                    <a:pt x="6852" y="114594"/>
                  </a:lnTo>
                  <a:lnTo>
                    <a:pt x="7422" y="114134"/>
                  </a:lnTo>
                  <a:lnTo>
                    <a:pt x="7992" y="113674"/>
                  </a:lnTo>
                  <a:lnTo>
                    <a:pt x="8561" y="113214"/>
                  </a:lnTo>
                  <a:lnTo>
                    <a:pt x="9131" y="112753"/>
                  </a:lnTo>
                  <a:lnTo>
                    <a:pt x="9700" y="112293"/>
                  </a:lnTo>
                  <a:lnTo>
                    <a:pt x="10269" y="111832"/>
                  </a:lnTo>
                  <a:lnTo>
                    <a:pt x="10838" y="111371"/>
                  </a:lnTo>
                  <a:lnTo>
                    <a:pt x="11407" y="110909"/>
                  </a:lnTo>
                  <a:lnTo>
                    <a:pt x="11975" y="110448"/>
                  </a:lnTo>
                  <a:lnTo>
                    <a:pt x="12544" y="109986"/>
                  </a:lnTo>
                  <a:lnTo>
                    <a:pt x="13112" y="109524"/>
                  </a:lnTo>
                  <a:lnTo>
                    <a:pt x="13680" y="109062"/>
                  </a:lnTo>
                  <a:lnTo>
                    <a:pt x="14248" y="108600"/>
                  </a:lnTo>
                  <a:lnTo>
                    <a:pt x="14816" y="108137"/>
                  </a:lnTo>
                  <a:lnTo>
                    <a:pt x="15384" y="107674"/>
                  </a:lnTo>
                  <a:lnTo>
                    <a:pt x="15951" y="107211"/>
                  </a:lnTo>
                  <a:lnTo>
                    <a:pt x="16518" y="106748"/>
                  </a:lnTo>
                  <a:lnTo>
                    <a:pt x="17086" y="106285"/>
                  </a:lnTo>
                  <a:lnTo>
                    <a:pt x="17653" y="105821"/>
                  </a:lnTo>
                  <a:lnTo>
                    <a:pt x="18219" y="105358"/>
                  </a:lnTo>
                  <a:lnTo>
                    <a:pt x="18786" y="104894"/>
                  </a:lnTo>
                  <a:lnTo>
                    <a:pt x="19352" y="104429"/>
                  </a:lnTo>
                  <a:lnTo>
                    <a:pt x="19919" y="103965"/>
                  </a:lnTo>
                  <a:lnTo>
                    <a:pt x="20485" y="103501"/>
                  </a:lnTo>
                  <a:lnTo>
                    <a:pt x="21051" y="103036"/>
                  </a:lnTo>
                  <a:lnTo>
                    <a:pt x="21617" y="102571"/>
                  </a:lnTo>
                  <a:lnTo>
                    <a:pt x="22182" y="102106"/>
                  </a:lnTo>
                  <a:lnTo>
                    <a:pt x="22748" y="101640"/>
                  </a:lnTo>
                  <a:lnTo>
                    <a:pt x="23313" y="101175"/>
                  </a:lnTo>
                  <a:lnTo>
                    <a:pt x="23878" y="100709"/>
                  </a:lnTo>
                  <a:lnTo>
                    <a:pt x="24443" y="100243"/>
                  </a:lnTo>
                  <a:lnTo>
                    <a:pt x="25008" y="99777"/>
                  </a:lnTo>
                  <a:lnTo>
                    <a:pt x="25572" y="99310"/>
                  </a:lnTo>
                  <a:lnTo>
                    <a:pt x="26137" y="98843"/>
                  </a:lnTo>
                  <a:lnTo>
                    <a:pt x="26701" y="98377"/>
                  </a:lnTo>
                  <a:lnTo>
                    <a:pt x="27265" y="97910"/>
                  </a:lnTo>
                  <a:lnTo>
                    <a:pt x="27829" y="97442"/>
                  </a:lnTo>
                  <a:lnTo>
                    <a:pt x="28393" y="96975"/>
                  </a:lnTo>
                  <a:lnTo>
                    <a:pt x="28957" y="96507"/>
                  </a:lnTo>
                  <a:lnTo>
                    <a:pt x="29520" y="96040"/>
                  </a:lnTo>
                  <a:lnTo>
                    <a:pt x="30083" y="95571"/>
                  </a:lnTo>
                  <a:lnTo>
                    <a:pt x="30646" y="95103"/>
                  </a:lnTo>
                  <a:lnTo>
                    <a:pt x="31209" y="94635"/>
                  </a:lnTo>
                  <a:lnTo>
                    <a:pt x="31772" y="94166"/>
                  </a:lnTo>
                  <a:lnTo>
                    <a:pt x="32335" y="93697"/>
                  </a:lnTo>
                  <a:lnTo>
                    <a:pt x="32897" y="93228"/>
                  </a:lnTo>
                  <a:lnTo>
                    <a:pt x="33459" y="92759"/>
                  </a:lnTo>
                  <a:lnTo>
                    <a:pt x="34021" y="92290"/>
                  </a:lnTo>
                  <a:lnTo>
                    <a:pt x="34583" y="91820"/>
                  </a:lnTo>
                  <a:lnTo>
                    <a:pt x="35145" y="91350"/>
                  </a:lnTo>
                  <a:lnTo>
                    <a:pt x="35707" y="90880"/>
                  </a:lnTo>
                  <a:lnTo>
                    <a:pt x="36268" y="90410"/>
                  </a:lnTo>
                  <a:lnTo>
                    <a:pt x="36829" y="89939"/>
                  </a:lnTo>
                  <a:lnTo>
                    <a:pt x="37390" y="89469"/>
                  </a:lnTo>
                  <a:lnTo>
                    <a:pt x="37951" y="88998"/>
                  </a:lnTo>
                  <a:lnTo>
                    <a:pt x="38512" y="88527"/>
                  </a:lnTo>
                  <a:lnTo>
                    <a:pt x="39073" y="88055"/>
                  </a:lnTo>
                  <a:lnTo>
                    <a:pt x="39633" y="87584"/>
                  </a:lnTo>
                  <a:lnTo>
                    <a:pt x="40193" y="87112"/>
                  </a:lnTo>
                  <a:lnTo>
                    <a:pt x="40753" y="86640"/>
                  </a:lnTo>
                  <a:lnTo>
                    <a:pt x="41313" y="86168"/>
                  </a:lnTo>
                  <a:lnTo>
                    <a:pt x="41873" y="85696"/>
                  </a:lnTo>
                  <a:lnTo>
                    <a:pt x="42433" y="85223"/>
                  </a:lnTo>
                  <a:lnTo>
                    <a:pt x="42992" y="84751"/>
                  </a:lnTo>
                  <a:lnTo>
                    <a:pt x="43551" y="84278"/>
                  </a:lnTo>
                  <a:lnTo>
                    <a:pt x="44110" y="83805"/>
                  </a:lnTo>
                  <a:lnTo>
                    <a:pt x="44669" y="83331"/>
                  </a:lnTo>
                  <a:lnTo>
                    <a:pt x="45228" y="82858"/>
                  </a:lnTo>
                  <a:lnTo>
                    <a:pt x="45786" y="82384"/>
                  </a:lnTo>
                  <a:lnTo>
                    <a:pt x="46345" y="81910"/>
                  </a:lnTo>
                  <a:lnTo>
                    <a:pt x="46903" y="81436"/>
                  </a:lnTo>
                  <a:lnTo>
                    <a:pt x="47461" y="80962"/>
                  </a:lnTo>
                  <a:lnTo>
                    <a:pt x="48019" y="80488"/>
                  </a:lnTo>
                  <a:lnTo>
                    <a:pt x="48576" y="80013"/>
                  </a:lnTo>
                  <a:lnTo>
                    <a:pt x="49134" y="79538"/>
                  </a:lnTo>
                  <a:lnTo>
                    <a:pt x="49691" y="79063"/>
                  </a:lnTo>
                  <a:lnTo>
                    <a:pt x="50248" y="78588"/>
                  </a:lnTo>
                  <a:lnTo>
                    <a:pt x="50805" y="78112"/>
                  </a:lnTo>
                  <a:lnTo>
                    <a:pt x="51362" y="77636"/>
                  </a:lnTo>
                  <a:lnTo>
                    <a:pt x="51919" y="77160"/>
                  </a:lnTo>
                  <a:lnTo>
                    <a:pt x="52475" y="76684"/>
                  </a:lnTo>
                  <a:lnTo>
                    <a:pt x="53032" y="76208"/>
                  </a:lnTo>
                  <a:lnTo>
                    <a:pt x="53588" y="75732"/>
                  </a:lnTo>
                  <a:lnTo>
                    <a:pt x="54144" y="75255"/>
                  </a:lnTo>
                  <a:lnTo>
                    <a:pt x="54699" y="74778"/>
                  </a:lnTo>
                  <a:lnTo>
                    <a:pt x="55255" y="74301"/>
                  </a:lnTo>
                  <a:lnTo>
                    <a:pt x="55810" y="73824"/>
                  </a:lnTo>
                  <a:lnTo>
                    <a:pt x="56366" y="73346"/>
                  </a:lnTo>
                  <a:lnTo>
                    <a:pt x="56921" y="72868"/>
                  </a:lnTo>
                  <a:lnTo>
                    <a:pt x="57476" y="72390"/>
                  </a:lnTo>
                  <a:lnTo>
                    <a:pt x="58031" y="71912"/>
                  </a:lnTo>
                  <a:lnTo>
                    <a:pt x="58585" y="71434"/>
                  </a:lnTo>
                  <a:lnTo>
                    <a:pt x="59139" y="70956"/>
                  </a:lnTo>
                  <a:lnTo>
                    <a:pt x="59694" y="70477"/>
                  </a:lnTo>
                  <a:lnTo>
                    <a:pt x="60248" y="69998"/>
                  </a:lnTo>
                  <a:lnTo>
                    <a:pt x="60802" y="69519"/>
                  </a:lnTo>
                  <a:lnTo>
                    <a:pt x="61355" y="69040"/>
                  </a:lnTo>
                  <a:lnTo>
                    <a:pt x="61909" y="68560"/>
                  </a:lnTo>
                  <a:lnTo>
                    <a:pt x="62462" y="68080"/>
                  </a:lnTo>
                  <a:lnTo>
                    <a:pt x="63016" y="67600"/>
                  </a:lnTo>
                  <a:lnTo>
                    <a:pt x="63569" y="67120"/>
                  </a:lnTo>
                  <a:lnTo>
                    <a:pt x="64121" y="66640"/>
                  </a:lnTo>
                  <a:lnTo>
                    <a:pt x="64674" y="66160"/>
                  </a:lnTo>
                  <a:lnTo>
                    <a:pt x="65227" y="65679"/>
                  </a:lnTo>
                  <a:lnTo>
                    <a:pt x="65779" y="65198"/>
                  </a:lnTo>
                  <a:lnTo>
                    <a:pt x="66331" y="64717"/>
                  </a:lnTo>
                  <a:lnTo>
                    <a:pt x="66883" y="64236"/>
                  </a:lnTo>
                  <a:lnTo>
                    <a:pt x="67435" y="63754"/>
                  </a:lnTo>
                  <a:lnTo>
                    <a:pt x="67987" y="63272"/>
                  </a:lnTo>
                  <a:lnTo>
                    <a:pt x="68538" y="62791"/>
                  </a:lnTo>
                  <a:lnTo>
                    <a:pt x="69089" y="62308"/>
                  </a:lnTo>
                  <a:lnTo>
                    <a:pt x="69641" y="61826"/>
                  </a:lnTo>
                  <a:lnTo>
                    <a:pt x="70191" y="61344"/>
                  </a:lnTo>
                  <a:lnTo>
                    <a:pt x="70742" y="60861"/>
                  </a:lnTo>
                  <a:lnTo>
                    <a:pt x="71293" y="60378"/>
                  </a:lnTo>
                  <a:lnTo>
                    <a:pt x="71843" y="59895"/>
                  </a:lnTo>
                  <a:lnTo>
                    <a:pt x="72394" y="59412"/>
                  </a:lnTo>
                  <a:lnTo>
                    <a:pt x="72944" y="58928"/>
                  </a:lnTo>
                  <a:lnTo>
                    <a:pt x="73494" y="58445"/>
                  </a:lnTo>
                  <a:lnTo>
                    <a:pt x="74043" y="57961"/>
                  </a:lnTo>
                  <a:lnTo>
                    <a:pt x="74593" y="57477"/>
                  </a:lnTo>
                  <a:lnTo>
                    <a:pt x="75142" y="56992"/>
                  </a:lnTo>
                  <a:lnTo>
                    <a:pt x="75691" y="56508"/>
                  </a:lnTo>
                  <a:lnTo>
                    <a:pt x="76240" y="56023"/>
                  </a:lnTo>
                  <a:lnTo>
                    <a:pt x="76789" y="55538"/>
                  </a:lnTo>
                  <a:lnTo>
                    <a:pt x="77338" y="55053"/>
                  </a:lnTo>
                  <a:lnTo>
                    <a:pt x="77887" y="54568"/>
                  </a:lnTo>
                  <a:lnTo>
                    <a:pt x="78435" y="54083"/>
                  </a:lnTo>
                  <a:lnTo>
                    <a:pt x="78983" y="53597"/>
                  </a:lnTo>
                  <a:lnTo>
                    <a:pt x="79531" y="53111"/>
                  </a:lnTo>
                  <a:lnTo>
                    <a:pt x="80079" y="52625"/>
                  </a:lnTo>
                  <a:lnTo>
                    <a:pt x="80626" y="52139"/>
                  </a:lnTo>
                  <a:lnTo>
                    <a:pt x="81174" y="51653"/>
                  </a:lnTo>
                  <a:lnTo>
                    <a:pt x="81721" y="51166"/>
                  </a:lnTo>
                  <a:lnTo>
                    <a:pt x="82268" y="50679"/>
                  </a:lnTo>
                  <a:lnTo>
                    <a:pt x="82815" y="50192"/>
                  </a:lnTo>
                  <a:lnTo>
                    <a:pt x="83362" y="49705"/>
                  </a:lnTo>
                  <a:lnTo>
                    <a:pt x="83909" y="49217"/>
                  </a:lnTo>
                  <a:lnTo>
                    <a:pt x="84455" y="48730"/>
                  </a:lnTo>
                  <a:lnTo>
                    <a:pt x="85001" y="48242"/>
                  </a:lnTo>
                  <a:lnTo>
                    <a:pt x="85547" y="47754"/>
                  </a:lnTo>
                  <a:lnTo>
                    <a:pt x="86093" y="47266"/>
                  </a:lnTo>
                  <a:lnTo>
                    <a:pt x="86639" y="46777"/>
                  </a:lnTo>
                  <a:lnTo>
                    <a:pt x="87184" y="46289"/>
                  </a:lnTo>
                  <a:lnTo>
                    <a:pt x="87730" y="45800"/>
                  </a:lnTo>
                  <a:lnTo>
                    <a:pt x="88275" y="45311"/>
                  </a:lnTo>
                  <a:lnTo>
                    <a:pt x="88820" y="44822"/>
                  </a:lnTo>
                  <a:lnTo>
                    <a:pt x="89365" y="44332"/>
                  </a:lnTo>
                  <a:lnTo>
                    <a:pt x="89909" y="43843"/>
                  </a:lnTo>
                  <a:lnTo>
                    <a:pt x="90454" y="43353"/>
                  </a:lnTo>
                  <a:lnTo>
                    <a:pt x="90998" y="42863"/>
                  </a:lnTo>
                  <a:lnTo>
                    <a:pt x="91542" y="42373"/>
                  </a:lnTo>
                  <a:lnTo>
                    <a:pt x="92086" y="41883"/>
                  </a:lnTo>
                  <a:lnTo>
                    <a:pt x="92630" y="41392"/>
                  </a:lnTo>
                  <a:lnTo>
                    <a:pt x="93174" y="40901"/>
                  </a:lnTo>
                  <a:lnTo>
                    <a:pt x="93717" y="40410"/>
                  </a:lnTo>
                  <a:lnTo>
                    <a:pt x="94260" y="39919"/>
                  </a:lnTo>
                  <a:lnTo>
                    <a:pt x="94803" y="39428"/>
                  </a:lnTo>
                  <a:lnTo>
                    <a:pt x="95346" y="38936"/>
                  </a:lnTo>
                  <a:lnTo>
                    <a:pt x="95889" y="38445"/>
                  </a:lnTo>
                  <a:lnTo>
                    <a:pt x="96432" y="37953"/>
                  </a:lnTo>
                  <a:lnTo>
                    <a:pt x="96974" y="37461"/>
                  </a:lnTo>
                  <a:lnTo>
                    <a:pt x="97516" y="36968"/>
                  </a:lnTo>
                  <a:lnTo>
                    <a:pt x="98058" y="36476"/>
                  </a:lnTo>
                  <a:lnTo>
                    <a:pt x="98600" y="35983"/>
                  </a:lnTo>
                  <a:lnTo>
                    <a:pt x="99142" y="35490"/>
                  </a:lnTo>
                  <a:lnTo>
                    <a:pt x="99683" y="34997"/>
                  </a:lnTo>
                  <a:lnTo>
                    <a:pt x="100224" y="34504"/>
                  </a:lnTo>
                  <a:lnTo>
                    <a:pt x="100765" y="34010"/>
                  </a:lnTo>
                  <a:lnTo>
                    <a:pt x="101306" y="33517"/>
                  </a:lnTo>
                  <a:lnTo>
                    <a:pt x="101847" y="33023"/>
                  </a:lnTo>
                  <a:lnTo>
                    <a:pt x="102388" y="32529"/>
                  </a:lnTo>
                  <a:lnTo>
                    <a:pt x="102928" y="32034"/>
                  </a:lnTo>
                  <a:lnTo>
                    <a:pt x="103468" y="31540"/>
                  </a:lnTo>
                  <a:lnTo>
                    <a:pt x="104008" y="31045"/>
                  </a:lnTo>
                  <a:lnTo>
                    <a:pt x="104548" y="30550"/>
                  </a:lnTo>
                  <a:lnTo>
                    <a:pt x="105088" y="30055"/>
                  </a:lnTo>
                  <a:lnTo>
                    <a:pt x="105627" y="29560"/>
                  </a:lnTo>
                  <a:lnTo>
                    <a:pt x="106167" y="29065"/>
                  </a:lnTo>
                  <a:lnTo>
                    <a:pt x="106706" y="28569"/>
                  </a:lnTo>
                  <a:lnTo>
                    <a:pt x="107245" y="28073"/>
                  </a:lnTo>
                  <a:lnTo>
                    <a:pt x="107784" y="27577"/>
                  </a:lnTo>
                  <a:lnTo>
                    <a:pt x="108322" y="27081"/>
                  </a:lnTo>
                  <a:lnTo>
                    <a:pt x="108861" y="26585"/>
                  </a:lnTo>
                  <a:lnTo>
                    <a:pt x="109399" y="26088"/>
                  </a:lnTo>
                  <a:lnTo>
                    <a:pt x="109937" y="25591"/>
                  </a:lnTo>
                  <a:lnTo>
                    <a:pt x="110475" y="25094"/>
                  </a:lnTo>
                  <a:lnTo>
                    <a:pt x="111013" y="24597"/>
                  </a:lnTo>
                  <a:lnTo>
                    <a:pt x="111550" y="24100"/>
                  </a:lnTo>
                  <a:lnTo>
                    <a:pt x="112088" y="23602"/>
                  </a:lnTo>
                  <a:lnTo>
                    <a:pt x="112625" y="23104"/>
                  </a:lnTo>
                  <a:lnTo>
                    <a:pt x="113162" y="22606"/>
                  </a:lnTo>
                  <a:lnTo>
                    <a:pt x="113699" y="22108"/>
                  </a:lnTo>
                  <a:lnTo>
                    <a:pt x="114235" y="21610"/>
                  </a:lnTo>
                  <a:lnTo>
                    <a:pt x="114772" y="21111"/>
                  </a:lnTo>
                  <a:lnTo>
                    <a:pt x="115308" y="20613"/>
                  </a:lnTo>
                  <a:lnTo>
                    <a:pt x="115844" y="20114"/>
                  </a:lnTo>
                  <a:lnTo>
                    <a:pt x="116380" y="19615"/>
                  </a:lnTo>
                  <a:lnTo>
                    <a:pt x="116916" y="19115"/>
                  </a:lnTo>
                  <a:lnTo>
                    <a:pt x="117452" y="18616"/>
                  </a:lnTo>
                  <a:lnTo>
                    <a:pt x="117987" y="18116"/>
                  </a:lnTo>
                  <a:lnTo>
                    <a:pt x="118522" y="17616"/>
                  </a:lnTo>
                  <a:lnTo>
                    <a:pt x="119057" y="17116"/>
                  </a:lnTo>
                  <a:lnTo>
                    <a:pt x="119592" y="16616"/>
                  </a:lnTo>
                  <a:lnTo>
                    <a:pt x="120127" y="16115"/>
                  </a:lnTo>
                  <a:lnTo>
                    <a:pt x="120661" y="15615"/>
                  </a:lnTo>
                  <a:lnTo>
                    <a:pt x="121196" y="15114"/>
                  </a:lnTo>
                  <a:lnTo>
                    <a:pt x="121730" y="14613"/>
                  </a:lnTo>
                  <a:lnTo>
                    <a:pt x="122264" y="14112"/>
                  </a:lnTo>
                  <a:lnTo>
                    <a:pt x="122797" y="13610"/>
                  </a:lnTo>
                  <a:lnTo>
                    <a:pt x="123331" y="13109"/>
                  </a:lnTo>
                  <a:lnTo>
                    <a:pt x="123864" y="12607"/>
                  </a:lnTo>
                  <a:lnTo>
                    <a:pt x="124398" y="12105"/>
                  </a:lnTo>
                  <a:lnTo>
                    <a:pt x="124931" y="11603"/>
                  </a:lnTo>
                  <a:lnTo>
                    <a:pt x="125464" y="11100"/>
                  </a:lnTo>
                  <a:lnTo>
                    <a:pt x="125996" y="10598"/>
                  </a:lnTo>
                  <a:lnTo>
                    <a:pt x="126529" y="10095"/>
                  </a:lnTo>
                  <a:lnTo>
                    <a:pt x="127061" y="9592"/>
                  </a:lnTo>
                  <a:lnTo>
                    <a:pt x="127593" y="9089"/>
                  </a:lnTo>
                  <a:lnTo>
                    <a:pt x="128125" y="8585"/>
                  </a:lnTo>
                  <a:lnTo>
                    <a:pt x="128657" y="8082"/>
                  </a:lnTo>
                  <a:lnTo>
                    <a:pt x="129189" y="7578"/>
                  </a:lnTo>
                  <a:lnTo>
                    <a:pt x="129720" y="7074"/>
                  </a:lnTo>
                  <a:lnTo>
                    <a:pt x="130251" y="6570"/>
                  </a:lnTo>
                  <a:lnTo>
                    <a:pt x="130782" y="6066"/>
                  </a:lnTo>
                  <a:lnTo>
                    <a:pt x="131313" y="5561"/>
                  </a:lnTo>
                  <a:lnTo>
                    <a:pt x="131844" y="5057"/>
                  </a:lnTo>
                  <a:lnTo>
                    <a:pt x="132374" y="4552"/>
                  </a:lnTo>
                  <a:lnTo>
                    <a:pt x="132905" y="4047"/>
                  </a:lnTo>
                  <a:lnTo>
                    <a:pt x="133435" y="3542"/>
                  </a:lnTo>
                  <a:lnTo>
                    <a:pt x="133965" y="3036"/>
                  </a:lnTo>
                  <a:lnTo>
                    <a:pt x="134495" y="2531"/>
                  </a:lnTo>
                  <a:lnTo>
                    <a:pt x="135024" y="2025"/>
                  </a:lnTo>
                  <a:lnTo>
                    <a:pt x="135554" y="1519"/>
                  </a:lnTo>
                  <a:lnTo>
                    <a:pt x="136083" y="1012"/>
                  </a:lnTo>
                  <a:lnTo>
                    <a:pt x="136612" y="506"/>
                  </a:lnTo>
                  <a:lnTo>
                    <a:pt x="137141" y="0"/>
                  </a:lnTo>
                </a:path>
              </a:pathLst>
            </a:custGeom>
            <a:ln w="55244" cap="rnd">
              <a:solidFill>
                <a:srgbClr val="8E7CD7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l7129"/>
            <p:cNvSpPr/>
            <p:nvPr/>
          </p:nvSpPr>
          <p:spPr>
            <a:xfrm>
              <a:off x="5325364" y="5311801"/>
              <a:ext cx="1192882" cy="151549"/>
            </a:xfrm>
            <a:custGeom>
              <a:avLst/>
              <a:pathLst>
                <a:path w="1192882" h="151549">
                  <a:moveTo>
                    <a:pt x="0" y="0"/>
                  </a:moveTo>
                  <a:lnTo>
                    <a:pt x="4520" y="1843"/>
                  </a:lnTo>
                  <a:lnTo>
                    <a:pt x="9046" y="3676"/>
                  </a:lnTo>
                  <a:lnTo>
                    <a:pt x="13575" y="5498"/>
                  </a:lnTo>
                  <a:lnTo>
                    <a:pt x="18109" y="7309"/>
                  </a:lnTo>
                  <a:lnTo>
                    <a:pt x="22648" y="9109"/>
                  </a:lnTo>
                  <a:lnTo>
                    <a:pt x="27190" y="10899"/>
                  </a:lnTo>
                  <a:lnTo>
                    <a:pt x="31737" y="12677"/>
                  </a:lnTo>
                  <a:lnTo>
                    <a:pt x="36288" y="14444"/>
                  </a:lnTo>
                  <a:lnTo>
                    <a:pt x="40844" y="16201"/>
                  </a:lnTo>
                  <a:lnTo>
                    <a:pt x="45403" y="17947"/>
                  </a:lnTo>
                  <a:lnTo>
                    <a:pt x="49967" y="19681"/>
                  </a:lnTo>
                  <a:lnTo>
                    <a:pt x="54535" y="21405"/>
                  </a:lnTo>
                  <a:lnTo>
                    <a:pt x="59107" y="23118"/>
                  </a:lnTo>
                  <a:lnTo>
                    <a:pt x="63683" y="24820"/>
                  </a:lnTo>
                  <a:lnTo>
                    <a:pt x="68263" y="26510"/>
                  </a:lnTo>
                  <a:lnTo>
                    <a:pt x="72848" y="28190"/>
                  </a:lnTo>
                  <a:lnTo>
                    <a:pt x="77436" y="29859"/>
                  </a:lnTo>
                  <a:lnTo>
                    <a:pt x="82028" y="31517"/>
                  </a:lnTo>
                  <a:lnTo>
                    <a:pt x="86624" y="33163"/>
                  </a:lnTo>
                  <a:lnTo>
                    <a:pt x="91224" y="34799"/>
                  </a:lnTo>
                  <a:lnTo>
                    <a:pt x="95829" y="36424"/>
                  </a:lnTo>
                  <a:lnTo>
                    <a:pt x="100437" y="38037"/>
                  </a:lnTo>
                  <a:lnTo>
                    <a:pt x="105048" y="39640"/>
                  </a:lnTo>
                  <a:lnTo>
                    <a:pt x="109664" y="41231"/>
                  </a:lnTo>
                  <a:lnTo>
                    <a:pt x="114284" y="42812"/>
                  </a:lnTo>
                  <a:lnTo>
                    <a:pt x="118907" y="44381"/>
                  </a:lnTo>
                  <a:lnTo>
                    <a:pt x="123534" y="45939"/>
                  </a:lnTo>
                  <a:lnTo>
                    <a:pt x="128164" y="47486"/>
                  </a:lnTo>
                  <a:lnTo>
                    <a:pt x="132799" y="49022"/>
                  </a:lnTo>
                  <a:lnTo>
                    <a:pt x="137437" y="50547"/>
                  </a:lnTo>
                  <a:lnTo>
                    <a:pt x="142079" y="52061"/>
                  </a:lnTo>
                  <a:lnTo>
                    <a:pt x="146724" y="53563"/>
                  </a:lnTo>
                  <a:lnTo>
                    <a:pt x="151373" y="55055"/>
                  </a:lnTo>
                  <a:lnTo>
                    <a:pt x="156026" y="56535"/>
                  </a:lnTo>
                  <a:lnTo>
                    <a:pt x="160682" y="58004"/>
                  </a:lnTo>
                  <a:lnTo>
                    <a:pt x="165341" y="59462"/>
                  </a:lnTo>
                  <a:lnTo>
                    <a:pt x="170004" y="60909"/>
                  </a:lnTo>
                  <a:lnTo>
                    <a:pt x="174671" y="62344"/>
                  </a:lnTo>
                  <a:lnTo>
                    <a:pt x="179341" y="63769"/>
                  </a:lnTo>
                  <a:lnTo>
                    <a:pt x="184014" y="65182"/>
                  </a:lnTo>
                  <a:lnTo>
                    <a:pt x="188691" y="66584"/>
                  </a:lnTo>
                  <a:lnTo>
                    <a:pt x="193371" y="67974"/>
                  </a:lnTo>
                  <a:lnTo>
                    <a:pt x="198054" y="69354"/>
                  </a:lnTo>
                  <a:lnTo>
                    <a:pt x="202741" y="70722"/>
                  </a:lnTo>
                  <a:lnTo>
                    <a:pt x="207431" y="72079"/>
                  </a:lnTo>
                  <a:lnTo>
                    <a:pt x="212124" y="73424"/>
                  </a:lnTo>
                  <a:lnTo>
                    <a:pt x="216821" y="74759"/>
                  </a:lnTo>
                  <a:lnTo>
                    <a:pt x="221520" y="76082"/>
                  </a:lnTo>
                  <a:lnTo>
                    <a:pt x="226223" y="77394"/>
                  </a:lnTo>
                  <a:lnTo>
                    <a:pt x="230929" y="78694"/>
                  </a:lnTo>
                  <a:lnTo>
                    <a:pt x="235638" y="79984"/>
                  </a:lnTo>
                  <a:lnTo>
                    <a:pt x="240350" y="81261"/>
                  </a:lnTo>
                  <a:lnTo>
                    <a:pt x="245065" y="82528"/>
                  </a:lnTo>
                  <a:lnTo>
                    <a:pt x="249784" y="83783"/>
                  </a:lnTo>
                  <a:lnTo>
                    <a:pt x="254505" y="85027"/>
                  </a:lnTo>
                  <a:lnTo>
                    <a:pt x="259229" y="86260"/>
                  </a:lnTo>
                  <a:lnTo>
                    <a:pt x="263956" y="87481"/>
                  </a:lnTo>
                  <a:lnTo>
                    <a:pt x="268686" y="88691"/>
                  </a:lnTo>
                  <a:lnTo>
                    <a:pt x="273419" y="89890"/>
                  </a:lnTo>
                  <a:lnTo>
                    <a:pt x="278155" y="91077"/>
                  </a:lnTo>
                  <a:lnTo>
                    <a:pt x="282893" y="92253"/>
                  </a:lnTo>
                  <a:lnTo>
                    <a:pt x="287635" y="93417"/>
                  </a:lnTo>
                  <a:lnTo>
                    <a:pt x="292379" y="94571"/>
                  </a:lnTo>
                  <a:lnTo>
                    <a:pt x="297126" y="95712"/>
                  </a:lnTo>
                  <a:lnTo>
                    <a:pt x="301876" y="96843"/>
                  </a:lnTo>
                  <a:lnTo>
                    <a:pt x="306628" y="97962"/>
                  </a:lnTo>
                  <a:lnTo>
                    <a:pt x="311383" y="99069"/>
                  </a:lnTo>
                  <a:lnTo>
                    <a:pt x="316141" y="100165"/>
                  </a:lnTo>
                  <a:lnTo>
                    <a:pt x="320901" y="101250"/>
                  </a:lnTo>
                  <a:lnTo>
                    <a:pt x="325664" y="102323"/>
                  </a:lnTo>
                  <a:lnTo>
                    <a:pt x="330429" y="103385"/>
                  </a:lnTo>
                  <a:lnTo>
                    <a:pt x="335197" y="104435"/>
                  </a:lnTo>
                  <a:lnTo>
                    <a:pt x="339968" y="105474"/>
                  </a:lnTo>
                  <a:lnTo>
                    <a:pt x="344741" y="106502"/>
                  </a:lnTo>
                  <a:lnTo>
                    <a:pt x="349516" y="107518"/>
                  </a:lnTo>
                  <a:lnTo>
                    <a:pt x="354294" y="108522"/>
                  </a:lnTo>
                  <a:lnTo>
                    <a:pt x="359074" y="109515"/>
                  </a:lnTo>
                  <a:lnTo>
                    <a:pt x="363857" y="110497"/>
                  </a:lnTo>
                  <a:lnTo>
                    <a:pt x="368642" y="111467"/>
                  </a:lnTo>
                  <a:lnTo>
                    <a:pt x="373429" y="112426"/>
                  </a:lnTo>
                  <a:lnTo>
                    <a:pt x="378219" y="113373"/>
                  </a:lnTo>
                  <a:lnTo>
                    <a:pt x="383011" y="114309"/>
                  </a:lnTo>
                  <a:lnTo>
                    <a:pt x="387805" y="115233"/>
                  </a:lnTo>
                  <a:lnTo>
                    <a:pt x="392601" y="116145"/>
                  </a:lnTo>
                  <a:lnTo>
                    <a:pt x="397399" y="117047"/>
                  </a:lnTo>
                  <a:lnTo>
                    <a:pt x="402200" y="117936"/>
                  </a:lnTo>
                  <a:lnTo>
                    <a:pt x="407003" y="118814"/>
                  </a:lnTo>
                  <a:lnTo>
                    <a:pt x="411808" y="119681"/>
                  </a:lnTo>
                  <a:lnTo>
                    <a:pt x="416614" y="120536"/>
                  </a:lnTo>
                  <a:lnTo>
                    <a:pt x="421423" y="121379"/>
                  </a:lnTo>
                  <a:lnTo>
                    <a:pt x="426234" y="122211"/>
                  </a:lnTo>
                  <a:lnTo>
                    <a:pt x="431047" y="123032"/>
                  </a:lnTo>
                  <a:lnTo>
                    <a:pt x="435862" y="123841"/>
                  </a:lnTo>
                  <a:lnTo>
                    <a:pt x="440679" y="124638"/>
                  </a:lnTo>
                  <a:lnTo>
                    <a:pt x="445497" y="125424"/>
                  </a:lnTo>
                  <a:lnTo>
                    <a:pt x="450318" y="126198"/>
                  </a:lnTo>
                  <a:lnTo>
                    <a:pt x="455140" y="126960"/>
                  </a:lnTo>
                  <a:lnTo>
                    <a:pt x="459965" y="127711"/>
                  </a:lnTo>
                  <a:lnTo>
                    <a:pt x="464791" y="128451"/>
                  </a:lnTo>
                  <a:lnTo>
                    <a:pt x="469618" y="129179"/>
                  </a:lnTo>
                  <a:lnTo>
                    <a:pt x="474448" y="129895"/>
                  </a:lnTo>
                  <a:lnTo>
                    <a:pt x="479279" y="130600"/>
                  </a:lnTo>
                  <a:lnTo>
                    <a:pt x="484112" y="131293"/>
                  </a:lnTo>
                  <a:lnTo>
                    <a:pt x="488947" y="131974"/>
                  </a:lnTo>
                  <a:lnTo>
                    <a:pt x="493783" y="132644"/>
                  </a:lnTo>
                  <a:lnTo>
                    <a:pt x="498620" y="133302"/>
                  </a:lnTo>
                  <a:lnTo>
                    <a:pt x="503460" y="133949"/>
                  </a:lnTo>
                  <a:lnTo>
                    <a:pt x="508301" y="134584"/>
                  </a:lnTo>
                  <a:lnTo>
                    <a:pt x="513143" y="135207"/>
                  </a:lnTo>
                  <a:lnTo>
                    <a:pt x="517987" y="135819"/>
                  </a:lnTo>
                  <a:lnTo>
                    <a:pt x="522832" y="136419"/>
                  </a:lnTo>
                  <a:lnTo>
                    <a:pt x="527679" y="137008"/>
                  </a:lnTo>
                  <a:lnTo>
                    <a:pt x="532527" y="137585"/>
                  </a:lnTo>
                  <a:lnTo>
                    <a:pt x="537376" y="138150"/>
                  </a:lnTo>
                  <a:lnTo>
                    <a:pt x="542227" y="138704"/>
                  </a:lnTo>
                  <a:lnTo>
                    <a:pt x="547079" y="139246"/>
                  </a:lnTo>
                  <a:lnTo>
                    <a:pt x="551933" y="139776"/>
                  </a:lnTo>
                  <a:lnTo>
                    <a:pt x="556788" y="140295"/>
                  </a:lnTo>
                  <a:lnTo>
                    <a:pt x="561643" y="140802"/>
                  </a:lnTo>
                  <a:lnTo>
                    <a:pt x="566501" y="141297"/>
                  </a:lnTo>
                  <a:lnTo>
                    <a:pt x="571359" y="141781"/>
                  </a:lnTo>
                  <a:lnTo>
                    <a:pt x="576218" y="142253"/>
                  </a:lnTo>
                  <a:lnTo>
                    <a:pt x="581079" y="142713"/>
                  </a:lnTo>
                  <a:lnTo>
                    <a:pt x="585941" y="143162"/>
                  </a:lnTo>
                  <a:lnTo>
                    <a:pt x="590803" y="143599"/>
                  </a:lnTo>
                  <a:lnTo>
                    <a:pt x="595667" y="144024"/>
                  </a:lnTo>
                  <a:lnTo>
                    <a:pt x="600532" y="144438"/>
                  </a:lnTo>
                  <a:lnTo>
                    <a:pt x="605398" y="144840"/>
                  </a:lnTo>
                  <a:lnTo>
                    <a:pt x="610264" y="145230"/>
                  </a:lnTo>
                  <a:lnTo>
                    <a:pt x="615132" y="145609"/>
                  </a:lnTo>
                  <a:lnTo>
                    <a:pt x="620000" y="145976"/>
                  </a:lnTo>
                  <a:lnTo>
                    <a:pt x="624870" y="146331"/>
                  </a:lnTo>
                  <a:lnTo>
                    <a:pt x="629740" y="146675"/>
                  </a:lnTo>
                  <a:lnTo>
                    <a:pt x="634611" y="147007"/>
                  </a:lnTo>
                  <a:lnTo>
                    <a:pt x="639483" y="147327"/>
                  </a:lnTo>
                  <a:lnTo>
                    <a:pt x="644355" y="147636"/>
                  </a:lnTo>
                  <a:lnTo>
                    <a:pt x="649229" y="147933"/>
                  </a:lnTo>
                  <a:lnTo>
                    <a:pt x="654103" y="148218"/>
                  </a:lnTo>
                  <a:lnTo>
                    <a:pt x="658977" y="148491"/>
                  </a:lnTo>
                  <a:lnTo>
                    <a:pt x="663853" y="148753"/>
                  </a:lnTo>
                  <a:lnTo>
                    <a:pt x="668729" y="149003"/>
                  </a:lnTo>
                  <a:lnTo>
                    <a:pt x="673605" y="149241"/>
                  </a:lnTo>
                  <a:lnTo>
                    <a:pt x="678482" y="149468"/>
                  </a:lnTo>
                  <a:lnTo>
                    <a:pt x="683360" y="149683"/>
                  </a:lnTo>
                  <a:lnTo>
                    <a:pt x="688238" y="149886"/>
                  </a:lnTo>
                  <a:lnTo>
                    <a:pt x="693116" y="150078"/>
                  </a:lnTo>
                  <a:lnTo>
                    <a:pt x="697995" y="150258"/>
                  </a:lnTo>
                  <a:lnTo>
                    <a:pt x="702875" y="150426"/>
                  </a:lnTo>
                  <a:lnTo>
                    <a:pt x="707755" y="150582"/>
                  </a:lnTo>
                  <a:lnTo>
                    <a:pt x="712635" y="150727"/>
                  </a:lnTo>
                  <a:lnTo>
                    <a:pt x="717515" y="150860"/>
                  </a:lnTo>
                  <a:lnTo>
                    <a:pt x="722396" y="150981"/>
                  </a:lnTo>
                  <a:lnTo>
                    <a:pt x="727277" y="151091"/>
                  </a:lnTo>
                  <a:lnTo>
                    <a:pt x="732159" y="151188"/>
                  </a:lnTo>
                  <a:lnTo>
                    <a:pt x="737040" y="151274"/>
                  </a:lnTo>
                  <a:lnTo>
                    <a:pt x="741922" y="151349"/>
                  </a:lnTo>
                  <a:lnTo>
                    <a:pt x="746804" y="151412"/>
                  </a:lnTo>
                  <a:lnTo>
                    <a:pt x="751686" y="151463"/>
                  </a:lnTo>
                  <a:lnTo>
                    <a:pt x="756568" y="151502"/>
                  </a:lnTo>
                  <a:lnTo>
                    <a:pt x="761450" y="151529"/>
                  </a:lnTo>
                  <a:lnTo>
                    <a:pt x="766333" y="151545"/>
                  </a:lnTo>
                  <a:lnTo>
                    <a:pt x="771215" y="151549"/>
                  </a:lnTo>
                  <a:lnTo>
                    <a:pt x="776097" y="151542"/>
                  </a:lnTo>
                  <a:lnTo>
                    <a:pt x="780980" y="151522"/>
                  </a:lnTo>
                  <a:lnTo>
                    <a:pt x="785862" y="151491"/>
                  </a:lnTo>
                  <a:lnTo>
                    <a:pt x="790744" y="151448"/>
                  </a:lnTo>
                  <a:lnTo>
                    <a:pt x="795626" y="151394"/>
                  </a:lnTo>
                  <a:lnTo>
                    <a:pt x="800508" y="151328"/>
                  </a:lnTo>
                  <a:lnTo>
                    <a:pt x="805390" y="151250"/>
                  </a:lnTo>
                  <a:lnTo>
                    <a:pt x="810271" y="151160"/>
                  </a:lnTo>
                  <a:lnTo>
                    <a:pt x="815152" y="151059"/>
                  </a:lnTo>
                  <a:lnTo>
                    <a:pt x="820033" y="150946"/>
                  </a:lnTo>
                  <a:lnTo>
                    <a:pt x="824914" y="150821"/>
                  </a:lnTo>
                  <a:lnTo>
                    <a:pt x="829794" y="150685"/>
                  </a:lnTo>
                  <a:lnTo>
                    <a:pt x="834675" y="150536"/>
                  </a:lnTo>
                  <a:lnTo>
                    <a:pt x="839554" y="150376"/>
                  </a:lnTo>
                  <a:lnTo>
                    <a:pt x="844434" y="150205"/>
                  </a:lnTo>
                  <a:lnTo>
                    <a:pt x="849312" y="150022"/>
                  </a:lnTo>
                  <a:lnTo>
                    <a:pt x="854191" y="149826"/>
                  </a:lnTo>
                  <a:lnTo>
                    <a:pt x="859069" y="149620"/>
                  </a:lnTo>
                  <a:lnTo>
                    <a:pt x="863946" y="149401"/>
                  </a:lnTo>
                  <a:lnTo>
                    <a:pt x="868823" y="149171"/>
                  </a:lnTo>
                  <a:lnTo>
                    <a:pt x="873699" y="148929"/>
                  </a:lnTo>
                  <a:lnTo>
                    <a:pt x="878575" y="148676"/>
                  </a:lnTo>
                  <a:lnTo>
                    <a:pt x="883450" y="148410"/>
                  </a:lnTo>
                  <a:lnTo>
                    <a:pt x="888325" y="148133"/>
                  </a:lnTo>
                  <a:lnTo>
                    <a:pt x="893199" y="147845"/>
                  </a:lnTo>
                  <a:lnTo>
                    <a:pt x="898072" y="147544"/>
                  </a:lnTo>
                  <a:lnTo>
                    <a:pt x="902944" y="147232"/>
                  </a:lnTo>
                  <a:lnTo>
                    <a:pt x="907816" y="146909"/>
                  </a:lnTo>
                  <a:lnTo>
                    <a:pt x="912686" y="146573"/>
                  </a:lnTo>
                  <a:lnTo>
                    <a:pt x="917556" y="146226"/>
                  </a:lnTo>
                  <a:lnTo>
                    <a:pt x="922425" y="145867"/>
                  </a:lnTo>
                  <a:lnTo>
                    <a:pt x="927294" y="145497"/>
                  </a:lnTo>
                  <a:lnTo>
                    <a:pt x="932161" y="145115"/>
                  </a:lnTo>
                  <a:lnTo>
                    <a:pt x="937027" y="144721"/>
                  </a:lnTo>
                  <a:lnTo>
                    <a:pt x="941893" y="144315"/>
                  </a:lnTo>
                  <a:lnTo>
                    <a:pt x="946757" y="143898"/>
                  </a:lnTo>
                  <a:lnTo>
                    <a:pt x="951621" y="143469"/>
                  </a:lnTo>
                  <a:lnTo>
                    <a:pt x="956483" y="143029"/>
                  </a:lnTo>
                  <a:lnTo>
                    <a:pt x="961345" y="142576"/>
                  </a:lnTo>
                  <a:lnTo>
                    <a:pt x="966205" y="142112"/>
                  </a:lnTo>
                  <a:lnTo>
                    <a:pt x="971064" y="141637"/>
                  </a:lnTo>
                  <a:lnTo>
                    <a:pt x="975922" y="141150"/>
                  </a:lnTo>
                  <a:lnTo>
                    <a:pt x="980779" y="140651"/>
                  </a:lnTo>
                  <a:lnTo>
                    <a:pt x="985634" y="140140"/>
                  </a:lnTo>
                  <a:lnTo>
                    <a:pt x="990489" y="139618"/>
                  </a:lnTo>
                  <a:lnTo>
                    <a:pt x="995342" y="139084"/>
                  </a:lnTo>
                  <a:lnTo>
                    <a:pt x="1000193" y="138539"/>
                  </a:lnTo>
                  <a:lnTo>
                    <a:pt x="1005044" y="137982"/>
                  </a:lnTo>
                  <a:lnTo>
                    <a:pt x="1009893" y="137413"/>
                  </a:lnTo>
                  <a:lnTo>
                    <a:pt x="1014741" y="136833"/>
                  </a:lnTo>
                  <a:lnTo>
                    <a:pt x="1019587" y="136241"/>
                  </a:lnTo>
                  <a:lnTo>
                    <a:pt x="1024432" y="135637"/>
                  </a:lnTo>
                  <a:lnTo>
                    <a:pt x="1029275" y="135022"/>
                  </a:lnTo>
                  <a:lnTo>
                    <a:pt x="1034117" y="134395"/>
                  </a:lnTo>
                  <a:lnTo>
                    <a:pt x="1038957" y="133756"/>
                  </a:lnTo>
                  <a:lnTo>
                    <a:pt x="1043796" y="133106"/>
                  </a:lnTo>
                  <a:lnTo>
                    <a:pt x="1048634" y="132444"/>
                  </a:lnTo>
                  <a:lnTo>
                    <a:pt x="1053469" y="131771"/>
                  </a:lnTo>
                  <a:lnTo>
                    <a:pt x="1058303" y="131086"/>
                  </a:lnTo>
                  <a:lnTo>
                    <a:pt x="1063136" y="130389"/>
                  </a:lnTo>
                  <a:lnTo>
                    <a:pt x="1067966" y="129681"/>
                  </a:lnTo>
                  <a:lnTo>
                    <a:pt x="1072795" y="128962"/>
                  </a:lnTo>
                  <a:lnTo>
                    <a:pt x="1077623" y="128230"/>
                  </a:lnTo>
                  <a:lnTo>
                    <a:pt x="1082448" y="127487"/>
                  </a:lnTo>
                  <a:lnTo>
                    <a:pt x="1087272" y="126733"/>
                  </a:lnTo>
                  <a:lnTo>
                    <a:pt x="1092094" y="125967"/>
                  </a:lnTo>
                  <a:lnTo>
                    <a:pt x="1096914" y="125189"/>
                  </a:lnTo>
                  <a:lnTo>
                    <a:pt x="1101732" y="124400"/>
                  </a:lnTo>
                  <a:lnTo>
                    <a:pt x="1106548" y="123599"/>
                  </a:lnTo>
                  <a:lnTo>
                    <a:pt x="1111362" y="122787"/>
                  </a:lnTo>
                  <a:lnTo>
                    <a:pt x="1116174" y="121963"/>
                  </a:lnTo>
                  <a:lnTo>
                    <a:pt x="1120985" y="121128"/>
                  </a:lnTo>
                  <a:lnTo>
                    <a:pt x="1125793" y="120281"/>
                  </a:lnTo>
                  <a:lnTo>
                    <a:pt x="1130599" y="119422"/>
                  </a:lnTo>
                  <a:lnTo>
                    <a:pt x="1135404" y="118552"/>
                  </a:lnTo>
                  <a:lnTo>
                    <a:pt x="1140206" y="117671"/>
                  </a:lnTo>
                  <a:lnTo>
                    <a:pt x="1145006" y="116777"/>
                  </a:lnTo>
                  <a:lnTo>
                    <a:pt x="1149803" y="115873"/>
                  </a:lnTo>
                  <a:lnTo>
                    <a:pt x="1154599" y="114957"/>
                  </a:lnTo>
                  <a:lnTo>
                    <a:pt x="1159392" y="114029"/>
                  </a:lnTo>
                  <a:lnTo>
                    <a:pt x="1164184" y="113090"/>
                  </a:lnTo>
                  <a:lnTo>
                    <a:pt x="1168972" y="112139"/>
                  </a:lnTo>
                  <a:lnTo>
                    <a:pt x="1173759" y="111177"/>
                  </a:lnTo>
                  <a:lnTo>
                    <a:pt x="1178543" y="110204"/>
                  </a:lnTo>
                  <a:lnTo>
                    <a:pt x="1183325" y="109219"/>
                  </a:lnTo>
                  <a:lnTo>
                    <a:pt x="1188105" y="108222"/>
                  </a:lnTo>
                  <a:lnTo>
                    <a:pt x="1192882" y="107214"/>
                  </a:lnTo>
                </a:path>
              </a:pathLst>
            </a:custGeom>
            <a:ln w="55244" cap="rnd">
              <a:solidFill>
                <a:srgbClr val="FFF0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l7130"/>
            <p:cNvSpPr/>
            <p:nvPr/>
          </p:nvSpPr>
          <p:spPr>
            <a:xfrm>
              <a:off x="7130519" y="5153512"/>
              <a:ext cx="44515" cy="27070"/>
            </a:xfrm>
            <a:custGeom>
              <a:avLst/>
              <a:pathLst>
                <a:path w="44515" h="27070">
                  <a:moveTo>
                    <a:pt x="0" y="27070"/>
                  </a:moveTo>
                  <a:lnTo>
                    <a:pt x="180" y="26963"/>
                  </a:lnTo>
                  <a:lnTo>
                    <a:pt x="360" y="26857"/>
                  </a:lnTo>
                  <a:lnTo>
                    <a:pt x="540" y="26750"/>
                  </a:lnTo>
                  <a:lnTo>
                    <a:pt x="720" y="26644"/>
                  </a:lnTo>
                  <a:lnTo>
                    <a:pt x="900" y="26537"/>
                  </a:lnTo>
                  <a:lnTo>
                    <a:pt x="1080" y="26431"/>
                  </a:lnTo>
                  <a:lnTo>
                    <a:pt x="1260" y="26324"/>
                  </a:lnTo>
                  <a:lnTo>
                    <a:pt x="1440" y="26218"/>
                  </a:lnTo>
                  <a:lnTo>
                    <a:pt x="1620" y="26111"/>
                  </a:lnTo>
                  <a:lnTo>
                    <a:pt x="1801" y="26005"/>
                  </a:lnTo>
                  <a:lnTo>
                    <a:pt x="1981" y="25898"/>
                  </a:lnTo>
                  <a:lnTo>
                    <a:pt x="2161" y="25791"/>
                  </a:lnTo>
                  <a:lnTo>
                    <a:pt x="2341" y="25685"/>
                  </a:lnTo>
                  <a:lnTo>
                    <a:pt x="2521" y="25578"/>
                  </a:lnTo>
                  <a:lnTo>
                    <a:pt x="2701" y="25471"/>
                  </a:lnTo>
                  <a:lnTo>
                    <a:pt x="2881" y="25365"/>
                  </a:lnTo>
                  <a:lnTo>
                    <a:pt x="3061" y="25258"/>
                  </a:lnTo>
                  <a:lnTo>
                    <a:pt x="3241" y="25151"/>
                  </a:lnTo>
                  <a:lnTo>
                    <a:pt x="3421" y="25044"/>
                  </a:lnTo>
                  <a:lnTo>
                    <a:pt x="3600" y="24938"/>
                  </a:lnTo>
                  <a:lnTo>
                    <a:pt x="3780" y="24831"/>
                  </a:lnTo>
                  <a:lnTo>
                    <a:pt x="3960" y="24724"/>
                  </a:lnTo>
                  <a:lnTo>
                    <a:pt x="4140" y="24617"/>
                  </a:lnTo>
                  <a:lnTo>
                    <a:pt x="4320" y="24510"/>
                  </a:lnTo>
                  <a:lnTo>
                    <a:pt x="4500" y="24404"/>
                  </a:lnTo>
                  <a:lnTo>
                    <a:pt x="4680" y="24297"/>
                  </a:lnTo>
                  <a:lnTo>
                    <a:pt x="4860" y="24190"/>
                  </a:lnTo>
                  <a:lnTo>
                    <a:pt x="5040" y="24083"/>
                  </a:lnTo>
                  <a:lnTo>
                    <a:pt x="5219" y="23976"/>
                  </a:lnTo>
                  <a:lnTo>
                    <a:pt x="5399" y="23869"/>
                  </a:lnTo>
                  <a:lnTo>
                    <a:pt x="5579" y="23762"/>
                  </a:lnTo>
                  <a:lnTo>
                    <a:pt x="5759" y="23655"/>
                  </a:lnTo>
                  <a:lnTo>
                    <a:pt x="5939" y="23548"/>
                  </a:lnTo>
                  <a:lnTo>
                    <a:pt x="6119" y="23441"/>
                  </a:lnTo>
                  <a:lnTo>
                    <a:pt x="6298" y="23334"/>
                  </a:lnTo>
                  <a:lnTo>
                    <a:pt x="6478" y="23227"/>
                  </a:lnTo>
                  <a:lnTo>
                    <a:pt x="6658" y="23120"/>
                  </a:lnTo>
                  <a:lnTo>
                    <a:pt x="6838" y="23012"/>
                  </a:lnTo>
                  <a:lnTo>
                    <a:pt x="7017" y="22905"/>
                  </a:lnTo>
                  <a:lnTo>
                    <a:pt x="7197" y="22798"/>
                  </a:lnTo>
                  <a:lnTo>
                    <a:pt x="7377" y="22691"/>
                  </a:lnTo>
                  <a:lnTo>
                    <a:pt x="7556" y="22584"/>
                  </a:lnTo>
                  <a:lnTo>
                    <a:pt x="7736" y="22477"/>
                  </a:lnTo>
                  <a:lnTo>
                    <a:pt x="7916" y="22369"/>
                  </a:lnTo>
                  <a:lnTo>
                    <a:pt x="8096" y="22262"/>
                  </a:lnTo>
                  <a:lnTo>
                    <a:pt x="8275" y="22155"/>
                  </a:lnTo>
                  <a:lnTo>
                    <a:pt x="8455" y="22048"/>
                  </a:lnTo>
                  <a:lnTo>
                    <a:pt x="8634" y="21940"/>
                  </a:lnTo>
                  <a:lnTo>
                    <a:pt x="8814" y="21833"/>
                  </a:lnTo>
                  <a:lnTo>
                    <a:pt x="8994" y="21726"/>
                  </a:lnTo>
                  <a:lnTo>
                    <a:pt x="9173" y="21618"/>
                  </a:lnTo>
                  <a:lnTo>
                    <a:pt x="9353" y="21511"/>
                  </a:lnTo>
                  <a:lnTo>
                    <a:pt x="9532" y="21404"/>
                  </a:lnTo>
                  <a:lnTo>
                    <a:pt x="9712" y="21296"/>
                  </a:lnTo>
                  <a:lnTo>
                    <a:pt x="9892" y="21189"/>
                  </a:lnTo>
                  <a:lnTo>
                    <a:pt x="10071" y="21081"/>
                  </a:lnTo>
                  <a:lnTo>
                    <a:pt x="10251" y="20974"/>
                  </a:lnTo>
                  <a:lnTo>
                    <a:pt x="10430" y="20866"/>
                  </a:lnTo>
                  <a:lnTo>
                    <a:pt x="10610" y="20759"/>
                  </a:lnTo>
                  <a:lnTo>
                    <a:pt x="10789" y="20651"/>
                  </a:lnTo>
                  <a:lnTo>
                    <a:pt x="10969" y="20544"/>
                  </a:lnTo>
                  <a:lnTo>
                    <a:pt x="11148" y="20436"/>
                  </a:lnTo>
                  <a:lnTo>
                    <a:pt x="11328" y="20329"/>
                  </a:lnTo>
                  <a:lnTo>
                    <a:pt x="11507" y="20221"/>
                  </a:lnTo>
                  <a:lnTo>
                    <a:pt x="11687" y="20113"/>
                  </a:lnTo>
                  <a:lnTo>
                    <a:pt x="11866" y="20006"/>
                  </a:lnTo>
                  <a:lnTo>
                    <a:pt x="12045" y="19898"/>
                  </a:lnTo>
                  <a:lnTo>
                    <a:pt x="12225" y="19790"/>
                  </a:lnTo>
                  <a:lnTo>
                    <a:pt x="12404" y="19683"/>
                  </a:lnTo>
                  <a:lnTo>
                    <a:pt x="12584" y="19575"/>
                  </a:lnTo>
                  <a:lnTo>
                    <a:pt x="12763" y="19467"/>
                  </a:lnTo>
                  <a:lnTo>
                    <a:pt x="12942" y="19360"/>
                  </a:lnTo>
                  <a:lnTo>
                    <a:pt x="13122" y="19252"/>
                  </a:lnTo>
                  <a:lnTo>
                    <a:pt x="13301" y="19144"/>
                  </a:lnTo>
                  <a:lnTo>
                    <a:pt x="13480" y="19036"/>
                  </a:lnTo>
                  <a:lnTo>
                    <a:pt x="13660" y="18928"/>
                  </a:lnTo>
                  <a:lnTo>
                    <a:pt x="13839" y="18821"/>
                  </a:lnTo>
                  <a:lnTo>
                    <a:pt x="14018" y="18713"/>
                  </a:lnTo>
                  <a:lnTo>
                    <a:pt x="14198" y="18605"/>
                  </a:lnTo>
                  <a:lnTo>
                    <a:pt x="14377" y="18497"/>
                  </a:lnTo>
                  <a:lnTo>
                    <a:pt x="14556" y="18389"/>
                  </a:lnTo>
                  <a:lnTo>
                    <a:pt x="14736" y="18281"/>
                  </a:lnTo>
                  <a:lnTo>
                    <a:pt x="14915" y="18173"/>
                  </a:lnTo>
                  <a:lnTo>
                    <a:pt x="15094" y="18065"/>
                  </a:lnTo>
                  <a:lnTo>
                    <a:pt x="15273" y="17957"/>
                  </a:lnTo>
                  <a:lnTo>
                    <a:pt x="15452" y="17849"/>
                  </a:lnTo>
                  <a:lnTo>
                    <a:pt x="15632" y="17741"/>
                  </a:lnTo>
                  <a:lnTo>
                    <a:pt x="15811" y="17633"/>
                  </a:lnTo>
                  <a:lnTo>
                    <a:pt x="15990" y="17525"/>
                  </a:lnTo>
                  <a:lnTo>
                    <a:pt x="16169" y="17417"/>
                  </a:lnTo>
                  <a:lnTo>
                    <a:pt x="16348" y="17309"/>
                  </a:lnTo>
                  <a:lnTo>
                    <a:pt x="16528" y="17201"/>
                  </a:lnTo>
                  <a:lnTo>
                    <a:pt x="16707" y="17093"/>
                  </a:lnTo>
                  <a:lnTo>
                    <a:pt x="16886" y="16985"/>
                  </a:lnTo>
                  <a:lnTo>
                    <a:pt x="17065" y="16876"/>
                  </a:lnTo>
                  <a:lnTo>
                    <a:pt x="17244" y="16768"/>
                  </a:lnTo>
                  <a:lnTo>
                    <a:pt x="17423" y="16660"/>
                  </a:lnTo>
                  <a:lnTo>
                    <a:pt x="17602" y="16552"/>
                  </a:lnTo>
                  <a:lnTo>
                    <a:pt x="17781" y="16444"/>
                  </a:lnTo>
                  <a:lnTo>
                    <a:pt x="17960" y="16335"/>
                  </a:lnTo>
                  <a:lnTo>
                    <a:pt x="18139" y="16227"/>
                  </a:lnTo>
                  <a:lnTo>
                    <a:pt x="18318" y="16119"/>
                  </a:lnTo>
                  <a:lnTo>
                    <a:pt x="18497" y="16010"/>
                  </a:lnTo>
                  <a:lnTo>
                    <a:pt x="18676" y="15902"/>
                  </a:lnTo>
                  <a:lnTo>
                    <a:pt x="18855" y="15794"/>
                  </a:lnTo>
                  <a:lnTo>
                    <a:pt x="19034" y="15685"/>
                  </a:lnTo>
                  <a:lnTo>
                    <a:pt x="19213" y="15577"/>
                  </a:lnTo>
                  <a:lnTo>
                    <a:pt x="19392" y="15469"/>
                  </a:lnTo>
                  <a:lnTo>
                    <a:pt x="19571" y="15360"/>
                  </a:lnTo>
                  <a:lnTo>
                    <a:pt x="19750" y="15252"/>
                  </a:lnTo>
                  <a:lnTo>
                    <a:pt x="19929" y="15143"/>
                  </a:lnTo>
                  <a:lnTo>
                    <a:pt x="20108" y="15035"/>
                  </a:lnTo>
                  <a:lnTo>
                    <a:pt x="20287" y="14926"/>
                  </a:lnTo>
                  <a:lnTo>
                    <a:pt x="20466" y="14818"/>
                  </a:lnTo>
                  <a:lnTo>
                    <a:pt x="20645" y="14709"/>
                  </a:lnTo>
                  <a:lnTo>
                    <a:pt x="20824" y="14601"/>
                  </a:lnTo>
                  <a:lnTo>
                    <a:pt x="21003" y="14492"/>
                  </a:lnTo>
                  <a:lnTo>
                    <a:pt x="21181" y="14383"/>
                  </a:lnTo>
                  <a:lnTo>
                    <a:pt x="21360" y="14275"/>
                  </a:lnTo>
                  <a:lnTo>
                    <a:pt x="21539" y="14166"/>
                  </a:lnTo>
                  <a:lnTo>
                    <a:pt x="21718" y="14058"/>
                  </a:lnTo>
                  <a:lnTo>
                    <a:pt x="21897" y="13949"/>
                  </a:lnTo>
                  <a:lnTo>
                    <a:pt x="22076" y="13840"/>
                  </a:lnTo>
                  <a:lnTo>
                    <a:pt x="22254" y="13732"/>
                  </a:lnTo>
                  <a:lnTo>
                    <a:pt x="22433" y="13623"/>
                  </a:lnTo>
                  <a:lnTo>
                    <a:pt x="22612" y="13514"/>
                  </a:lnTo>
                  <a:lnTo>
                    <a:pt x="22791" y="13405"/>
                  </a:lnTo>
                  <a:lnTo>
                    <a:pt x="22969" y="13297"/>
                  </a:lnTo>
                  <a:lnTo>
                    <a:pt x="23148" y="13188"/>
                  </a:lnTo>
                  <a:lnTo>
                    <a:pt x="23327" y="13079"/>
                  </a:lnTo>
                  <a:lnTo>
                    <a:pt x="23506" y="12970"/>
                  </a:lnTo>
                  <a:lnTo>
                    <a:pt x="23684" y="12861"/>
                  </a:lnTo>
                  <a:lnTo>
                    <a:pt x="23863" y="12752"/>
                  </a:lnTo>
                  <a:lnTo>
                    <a:pt x="24042" y="12644"/>
                  </a:lnTo>
                  <a:lnTo>
                    <a:pt x="24220" y="12535"/>
                  </a:lnTo>
                  <a:lnTo>
                    <a:pt x="24399" y="12426"/>
                  </a:lnTo>
                  <a:lnTo>
                    <a:pt x="24578" y="12317"/>
                  </a:lnTo>
                  <a:lnTo>
                    <a:pt x="24756" y="12208"/>
                  </a:lnTo>
                  <a:lnTo>
                    <a:pt x="24935" y="12099"/>
                  </a:lnTo>
                  <a:lnTo>
                    <a:pt x="25114" y="11990"/>
                  </a:lnTo>
                  <a:lnTo>
                    <a:pt x="25292" y="11881"/>
                  </a:lnTo>
                  <a:lnTo>
                    <a:pt x="25471" y="11772"/>
                  </a:lnTo>
                  <a:lnTo>
                    <a:pt x="25649" y="11663"/>
                  </a:lnTo>
                  <a:lnTo>
                    <a:pt x="25828" y="11554"/>
                  </a:lnTo>
                  <a:lnTo>
                    <a:pt x="26006" y="11445"/>
                  </a:lnTo>
                  <a:lnTo>
                    <a:pt x="26185" y="11335"/>
                  </a:lnTo>
                  <a:lnTo>
                    <a:pt x="26364" y="11226"/>
                  </a:lnTo>
                  <a:lnTo>
                    <a:pt x="26542" y="11117"/>
                  </a:lnTo>
                  <a:lnTo>
                    <a:pt x="26721" y="11008"/>
                  </a:lnTo>
                  <a:lnTo>
                    <a:pt x="26899" y="10899"/>
                  </a:lnTo>
                  <a:lnTo>
                    <a:pt x="27078" y="10790"/>
                  </a:lnTo>
                  <a:lnTo>
                    <a:pt x="27256" y="10680"/>
                  </a:lnTo>
                  <a:lnTo>
                    <a:pt x="27434" y="10571"/>
                  </a:lnTo>
                  <a:lnTo>
                    <a:pt x="27613" y="10462"/>
                  </a:lnTo>
                  <a:lnTo>
                    <a:pt x="27791" y="10353"/>
                  </a:lnTo>
                  <a:lnTo>
                    <a:pt x="27970" y="10243"/>
                  </a:lnTo>
                  <a:lnTo>
                    <a:pt x="28148" y="10134"/>
                  </a:lnTo>
                  <a:lnTo>
                    <a:pt x="28327" y="10025"/>
                  </a:lnTo>
                  <a:lnTo>
                    <a:pt x="28505" y="9915"/>
                  </a:lnTo>
                  <a:lnTo>
                    <a:pt x="28683" y="9806"/>
                  </a:lnTo>
                  <a:lnTo>
                    <a:pt x="28862" y="9697"/>
                  </a:lnTo>
                  <a:lnTo>
                    <a:pt x="29040" y="9587"/>
                  </a:lnTo>
                  <a:lnTo>
                    <a:pt x="29219" y="9478"/>
                  </a:lnTo>
                  <a:lnTo>
                    <a:pt x="29397" y="9368"/>
                  </a:lnTo>
                  <a:lnTo>
                    <a:pt x="29575" y="9259"/>
                  </a:lnTo>
                  <a:lnTo>
                    <a:pt x="29754" y="9150"/>
                  </a:lnTo>
                  <a:lnTo>
                    <a:pt x="29932" y="9040"/>
                  </a:lnTo>
                  <a:lnTo>
                    <a:pt x="30110" y="8931"/>
                  </a:lnTo>
                  <a:lnTo>
                    <a:pt x="30288" y="8821"/>
                  </a:lnTo>
                  <a:lnTo>
                    <a:pt x="30467" y="8711"/>
                  </a:lnTo>
                  <a:lnTo>
                    <a:pt x="30645" y="8602"/>
                  </a:lnTo>
                  <a:lnTo>
                    <a:pt x="30823" y="8492"/>
                  </a:lnTo>
                  <a:lnTo>
                    <a:pt x="31001" y="8383"/>
                  </a:lnTo>
                  <a:lnTo>
                    <a:pt x="31180" y="8273"/>
                  </a:lnTo>
                  <a:lnTo>
                    <a:pt x="31358" y="8163"/>
                  </a:lnTo>
                  <a:lnTo>
                    <a:pt x="31536" y="8054"/>
                  </a:lnTo>
                  <a:lnTo>
                    <a:pt x="31714" y="7944"/>
                  </a:lnTo>
                  <a:lnTo>
                    <a:pt x="31893" y="7834"/>
                  </a:lnTo>
                  <a:lnTo>
                    <a:pt x="32071" y="7725"/>
                  </a:lnTo>
                  <a:lnTo>
                    <a:pt x="32249" y="7615"/>
                  </a:lnTo>
                  <a:lnTo>
                    <a:pt x="32427" y="7505"/>
                  </a:lnTo>
                  <a:lnTo>
                    <a:pt x="32605" y="7395"/>
                  </a:lnTo>
                  <a:lnTo>
                    <a:pt x="32783" y="7286"/>
                  </a:lnTo>
                  <a:lnTo>
                    <a:pt x="32961" y="7176"/>
                  </a:lnTo>
                  <a:lnTo>
                    <a:pt x="33139" y="7066"/>
                  </a:lnTo>
                  <a:lnTo>
                    <a:pt x="33318" y="6956"/>
                  </a:lnTo>
                  <a:lnTo>
                    <a:pt x="33496" y="6846"/>
                  </a:lnTo>
                  <a:lnTo>
                    <a:pt x="33674" y="6736"/>
                  </a:lnTo>
                  <a:lnTo>
                    <a:pt x="33852" y="6627"/>
                  </a:lnTo>
                  <a:lnTo>
                    <a:pt x="34030" y="6517"/>
                  </a:lnTo>
                  <a:lnTo>
                    <a:pt x="34208" y="6407"/>
                  </a:lnTo>
                  <a:lnTo>
                    <a:pt x="34386" y="6297"/>
                  </a:lnTo>
                  <a:lnTo>
                    <a:pt x="34564" y="6187"/>
                  </a:lnTo>
                  <a:lnTo>
                    <a:pt x="34742" y="6077"/>
                  </a:lnTo>
                  <a:lnTo>
                    <a:pt x="34920" y="5967"/>
                  </a:lnTo>
                  <a:lnTo>
                    <a:pt x="35098" y="5857"/>
                  </a:lnTo>
                  <a:lnTo>
                    <a:pt x="35276" y="5747"/>
                  </a:lnTo>
                  <a:lnTo>
                    <a:pt x="35454" y="5637"/>
                  </a:lnTo>
                  <a:lnTo>
                    <a:pt x="35632" y="5527"/>
                  </a:lnTo>
                  <a:lnTo>
                    <a:pt x="35810" y="5417"/>
                  </a:lnTo>
                  <a:lnTo>
                    <a:pt x="35988" y="5306"/>
                  </a:lnTo>
                  <a:lnTo>
                    <a:pt x="36166" y="5196"/>
                  </a:lnTo>
                  <a:lnTo>
                    <a:pt x="36343" y="5086"/>
                  </a:lnTo>
                  <a:lnTo>
                    <a:pt x="36521" y="4976"/>
                  </a:lnTo>
                  <a:lnTo>
                    <a:pt x="36699" y="4866"/>
                  </a:lnTo>
                  <a:lnTo>
                    <a:pt x="36877" y="4756"/>
                  </a:lnTo>
                  <a:lnTo>
                    <a:pt x="37055" y="4645"/>
                  </a:lnTo>
                  <a:lnTo>
                    <a:pt x="37233" y="4535"/>
                  </a:lnTo>
                  <a:lnTo>
                    <a:pt x="37411" y="4425"/>
                  </a:lnTo>
                  <a:lnTo>
                    <a:pt x="37588" y="4315"/>
                  </a:lnTo>
                  <a:lnTo>
                    <a:pt x="37766" y="4204"/>
                  </a:lnTo>
                  <a:lnTo>
                    <a:pt x="37944" y="4094"/>
                  </a:lnTo>
                  <a:lnTo>
                    <a:pt x="38122" y="3984"/>
                  </a:lnTo>
                  <a:lnTo>
                    <a:pt x="38300" y="3873"/>
                  </a:lnTo>
                  <a:lnTo>
                    <a:pt x="38477" y="3763"/>
                  </a:lnTo>
                  <a:lnTo>
                    <a:pt x="38655" y="3653"/>
                  </a:lnTo>
                  <a:lnTo>
                    <a:pt x="38833" y="3542"/>
                  </a:lnTo>
                  <a:lnTo>
                    <a:pt x="39011" y="3432"/>
                  </a:lnTo>
                  <a:lnTo>
                    <a:pt x="39188" y="3321"/>
                  </a:lnTo>
                  <a:lnTo>
                    <a:pt x="39366" y="3211"/>
                  </a:lnTo>
                  <a:lnTo>
                    <a:pt x="39544" y="3100"/>
                  </a:lnTo>
                  <a:lnTo>
                    <a:pt x="39721" y="2990"/>
                  </a:lnTo>
                  <a:lnTo>
                    <a:pt x="39899" y="2879"/>
                  </a:lnTo>
                  <a:lnTo>
                    <a:pt x="40077" y="2769"/>
                  </a:lnTo>
                  <a:lnTo>
                    <a:pt x="40254" y="2658"/>
                  </a:lnTo>
                  <a:lnTo>
                    <a:pt x="40432" y="2548"/>
                  </a:lnTo>
                  <a:lnTo>
                    <a:pt x="40610" y="2437"/>
                  </a:lnTo>
                  <a:lnTo>
                    <a:pt x="40787" y="2326"/>
                  </a:lnTo>
                  <a:lnTo>
                    <a:pt x="40965" y="2216"/>
                  </a:lnTo>
                  <a:lnTo>
                    <a:pt x="41143" y="2105"/>
                  </a:lnTo>
                  <a:lnTo>
                    <a:pt x="41320" y="1995"/>
                  </a:lnTo>
                  <a:lnTo>
                    <a:pt x="41498" y="1884"/>
                  </a:lnTo>
                  <a:lnTo>
                    <a:pt x="41675" y="1773"/>
                  </a:lnTo>
                  <a:lnTo>
                    <a:pt x="41853" y="1662"/>
                  </a:lnTo>
                  <a:lnTo>
                    <a:pt x="42030" y="1552"/>
                  </a:lnTo>
                  <a:lnTo>
                    <a:pt x="42208" y="1441"/>
                  </a:lnTo>
                  <a:lnTo>
                    <a:pt x="42385" y="1330"/>
                  </a:lnTo>
                  <a:lnTo>
                    <a:pt x="42563" y="1219"/>
                  </a:lnTo>
                  <a:lnTo>
                    <a:pt x="42740" y="1109"/>
                  </a:lnTo>
                  <a:lnTo>
                    <a:pt x="42918" y="998"/>
                  </a:lnTo>
                  <a:lnTo>
                    <a:pt x="43095" y="887"/>
                  </a:lnTo>
                  <a:lnTo>
                    <a:pt x="43273" y="776"/>
                  </a:lnTo>
                  <a:lnTo>
                    <a:pt x="43450" y="665"/>
                  </a:lnTo>
                  <a:lnTo>
                    <a:pt x="43628" y="554"/>
                  </a:lnTo>
                  <a:lnTo>
                    <a:pt x="43805" y="443"/>
                  </a:lnTo>
                  <a:lnTo>
                    <a:pt x="43983" y="332"/>
                  </a:lnTo>
                  <a:lnTo>
                    <a:pt x="44160" y="221"/>
                  </a:lnTo>
                  <a:lnTo>
                    <a:pt x="44337" y="110"/>
                  </a:lnTo>
                  <a:lnTo>
                    <a:pt x="44515" y="0"/>
                  </a:lnTo>
                </a:path>
              </a:pathLst>
            </a:custGeom>
            <a:ln w="55244" cap="rnd">
              <a:solidFill>
                <a:srgbClr val="A8D8F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l7131"/>
            <p:cNvSpPr/>
            <p:nvPr/>
          </p:nvSpPr>
          <p:spPr>
            <a:xfrm>
              <a:off x="7509582" y="4678885"/>
              <a:ext cx="191374" cy="212968"/>
            </a:xfrm>
            <a:custGeom>
              <a:avLst/>
              <a:pathLst>
                <a:path w="191374" h="212968">
                  <a:moveTo>
                    <a:pt x="0" y="212968"/>
                  </a:moveTo>
                  <a:lnTo>
                    <a:pt x="827" y="212168"/>
                  </a:lnTo>
                  <a:lnTo>
                    <a:pt x="1654" y="211368"/>
                  </a:lnTo>
                  <a:lnTo>
                    <a:pt x="2480" y="210567"/>
                  </a:lnTo>
                  <a:lnTo>
                    <a:pt x="3306" y="209765"/>
                  </a:lnTo>
                  <a:lnTo>
                    <a:pt x="4132" y="208963"/>
                  </a:lnTo>
                  <a:lnTo>
                    <a:pt x="4957" y="208161"/>
                  </a:lnTo>
                  <a:lnTo>
                    <a:pt x="5781" y="207358"/>
                  </a:lnTo>
                  <a:lnTo>
                    <a:pt x="6605" y="206555"/>
                  </a:lnTo>
                  <a:lnTo>
                    <a:pt x="7429" y="205751"/>
                  </a:lnTo>
                  <a:lnTo>
                    <a:pt x="8252" y="204947"/>
                  </a:lnTo>
                  <a:lnTo>
                    <a:pt x="9075" y="204143"/>
                  </a:lnTo>
                  <a:lnTo>
                    <a:pt x="9897" y="203337"/>
                  </a:lnTo>
                  <a:lnTo>
                    <a:pt x="10719" y="202532"/>
                  </a:lnTo>
                  <a:lnTo>
                    <a:pt x="11541" y="201726"/>
                  </a:lnTo>
                  <a:lnTo>
                    <a:pt x="12362" y="200919"/>
                  </a:lnTo>
                  <a:lnTo>
                    <a:pt x="13182" y="200112"/>
                  </a:lnTo>
                  <a:lnTo>
                    <a:pt x="14002" y="199305"/>
                  </a:lnTo>
                  <a:lnTo>
                    <a:pt x="14822" y="198497"/>
                  </a:lnTo>
                  <a:lnTo>
                    <a:pt x="15641" y="197689"/>
                  </a:lnTo>
                  <a:lnTo>
                    <a:pt x="16459" y="196880"/>
                  </a:lnTo>
                  <a:lnTo>
                    <a:pt x="17278" y="196070"/>
                  </a:lnTo>
                  <a:lnTo>
                    <a:pt x="18095" y="195261"/>
                  </a:lnTo>
                  <a:lnTo>
                    <a:pt x="18913" y="194450"/>
                  </a:lnTo>
                  <a:lnTo>
                    <a:pt x="19729" y="193640"/>
                  </a:lnTo>
                  <a:lnTo>
                    <a:pt x="20546" y="192829"/>
                  </a:lnTo>
                  <a:lnTo>
                    <a:pt x="21362" y="192017"/>
                  </a:lnTo>
                  <a:lnTo>
                    <a:pt x="22177" y="191205"/>
                  </a:lnTo>
                  <a:lnTo>
                    <a:pt x="22992" y="190392"/>
                  </a:lnTo>
                  <a:lnTo>
                    <a:pt x="23807" y="189579"/>
                  </a:lnTo>
                  <a:lnTo>
                    <a:pt x="24621" y="188766"/>
                  </a:lnTo>
                  <a:lnTo>
                    <a:pt x="25434" y="187952"/>
                  </a:lnTo>
                  <a:lnTo>
                    <a:pt x="26248" y="187138"/>
                  </a:lnTo>
                  <a:lnTo>
                    <a:pt x="27060" y="186323"/>
                  </a:lnTo>
                  <a:lnTo>
                    <a:pt x="27873" y="185508"/>
                  </a:lnTo>
                  <a:lnTo>
                    <a:pt x="28684" y="184692"/>
                  </a:lnTo>
                  <a:lnTo>
                    <a:pt x="29496" y="183876"/>
                  </a:lnTo>
                  <a:lnTo>
                    <a:pt x="30306" y="183059"/>
                  </a:lnTo>
                  <a:lnTo>
                    <a:pt x="31117" y="182242"/>
                  </a:lnTo>
                  <a:lnTo>
                    <a:pt x="31927" y="181424"/>
                  </a:lnTo>
                  <a:lnTo>
                    <a:pt x="32736" y="180606"/>
                  </a:lnTo>
                  <a:lnTo>
                    <a:pt x="33545" y="179788"/>
                  </a:lnTo>
                  <a:lnTo>
                    <a:pt x="34354" y="178969"/>
                  </a:lnTo>
                  <a:lnTo>
                    <a:pt x="35162" y="178149"/>
                  </a:lnTo>
                  <a:lnTo>
                    <a:pt x="35969" y="177330"/>
                  </a:lnTo>
                  <a:lnTo>
                    <a:pt x="36777" y="176509"/>
                  </a:lnTo>
                  <a:lnTo>
                    <a:pt x="37583" y="175688"/>
                  </a:lnTo>
                  <a:lnTo>
                    <a:pt x="38390" y="174867"/>
                  </a:lnTo>
                  <a:lnTo>
                    <a:pt x="39195" y="174045"/>
                  </a:lnTo>
                  <a:lnTo>
                    <a:pt x="40001" y="173223"/>
                  </a:lnTo>
                  <a:lnTo>
                    <a:pt x="40805" y="172401"/>
                  </a:lnTo>
                  <a:lnTo>
                    <a:pt x="41610" y="171578"/>
                  </a:lnTo>
                  <a:lnTo>
                    <a:pt x="42414" y="170754"/>
                  </a:lnTo>
                  <a:lnTo>
                    <a:pt x="43217" y="169930"/>
                  </a:lnTo>
                  <a:lnTo>
                    <a:pt x="44020" y="169106"/>
                  </a:lnTo>
                  <a:lnTo>
                    <a:pt x="44822" y="168281"/>
                  </a:lnTo>
                  <a:lnTo>
                    <a:pt x="45625" y="167456"/>
                  </a:lnTo>
                  <a:lnTo>
                    <a:pt x="46426" y="166630"/>
                  </a:lnTo>
                  <a:lnTo>
                    <a:pt x="47227" y="165804"/>
                  </a:lnTo>
                  <a:lnTo>
                    <a:pt x="48028" y="164977"/>
                  </a:lnTo>
                  <a:lnTo>
                    <a:pt x="48828" y="164150"/>
                  </a:lnTo>
                  <a:lnTo>
                    <a:pt x="49628" y="163322"/>
                  </a:lnTo>
                  <a:lnTo>
                    <a:pt x="50427" y="162494"/>
                  </a:lnTo>
                  <a:lnTo>
                    <a:pt x="51226" y="161666"/>
                  </a:lnTo>
                  <a:lnTo>
                    <a:pt x="52024" y="160837"/>
                  </a:lnTo>
                  <a:lnTo>
                    <a:pt x="52822" y="160007"/>
                  </a:lnTo>
                  <a:lnTo>
                    <a:pt x="53619" y="159177"/>
                  </a:lnTo>
                  <a:lnTo>
                    <a:pt x="54416" y="158347"/>
                  </a:lnTo>
                  <a:lnTo>
                    <a:pt x="55212" y="157516"/>
                  </a:lnTo>
                  <a:lnTo>
                    <a:pt x="56008" y="156685"/>
                  </a:lnTo>
                  <a:lnTo>
                    <a:pt x="56804" y="155853"/>
                  </a:lnTo>
                  <a:lnTo>
                    <a:pt x="57599" y="155021"/>
                  </a:lnTo>
                  <a:lnTo>
                    <a:pt x="58393" y="154189"/>
                  </a:lnTo>
                  <a:lnTo>
                    <a:pt x="59187" y="153356"/>
                  </a:lnTo>
                  <a:lnTo>
                    <a:pt x="59981" y="152522"/>
                  </a:lnTo>
                  <a:lnTo>
                    <a:pt x="60774" y="151688"/>
                  </a:lnTo>
                  <a:lnTo>
                    <a:pt x="61567" y="150854"/>
                  </a:lnTo>
                  <a:lnTo>
                    <a:pt x="62359" y="150019"/>
                  </a:lnTo>
                  <a:lnTo>
                    <a:pt x="63150" y="149184"/>
                  </a:lnTo>
                  <a:lnTo>
                    <a:pt x="63942" y="148348"/>
                  </a:lnTo>
                  <a:lnTo>
                    <a:pt x="64732" y="147512"/>
                  </a:lnTo>
                  <a:lnTo>
                    <a:pt x="65523" y="146675"/>
                  </a:lnTo>
                  <a:lnTo>
                    <a:pt x="66312" y="145838"/>
                  </a:lnTo>
                  <a:lnTo>
                    <a:pt x="67102" y="145001"/>
                  </a:lnTo>
                  <a:lnTo>
                    <a:pt x="67891" y="144163"/>
                  </a:lnTo>
                  <a:lnTo>
                    <a:pt x="68679" y="143325"/>
                  </a:lnTo>
                  <a:lnTo>
                    <a:pt x="69467" y="142486"/>
                  </a:lnTo>
                  <a:lnTo>
                    <a:pt x="70254" y="141647"/>
                  </a:lnTo>
                  <a:lnTo>
                    <a:pt x="71041" y="140807"/>
                  </a:lnTo>
                  <a:lnTo>
                    <a:pt x="71828" y="139967"/>
                  </a:lnTo>
                  <a:lnTo>
                    <a:pt x="72614" y="139126"/>
                  </a:lnTo>
                  <a:lnTo>
                    <a:pt x="73399" y="138285"/>
                  </a:lnTo>
                  <a:lnTo>
                    <a:pt x="74184" y="137444"/>
                  </a:lnTo>
                  <a:lnTo>
                    <a:pt x="74969" y="136602"/>
                  </a:lnTo>
                  <a:lnTo>
                    <a:pt x="75753" y="135759"/>
                  </a:lnTo>
                  <a:lnTo>
                    <a:pt x="76537" y="134916"/>
                  </a:lnTo>
                  <a:lnTo>
                    <a:pt x="77320" y="134073"/>
                  </a:lnTo>
                  <a:lnTo>
                    <a:pt x="78102" y="133229"/>
                  </a:lnTo>
                  <a:lnTo>
                    <a:pt x="78885" y="132385"/>
                  </a:lnTo>
                  <a:lnTo>
                    <a:pt x="79666" y="131541"/>
                  </a:lnTo>
                  <a:lnTo>
                    <a:pt x="80448" y="130696"/>
                  </a:lnTo>
                  <a:lnTo>
                    <a:pt x="81228" y="129850"/>
                  </a:lnTo>
                  <a:lnTo>
                    <a:pt x="82009" y="129004"/>
                  </a:lnTo>
                  <a:lnTo>
                    <a:pt x="82788" y="128158"/>
                  </a:lnTo>
                  <a:lnTo>
                    <a:pt x="83568" y="127311"/>
                  </a:lnTo>
                  <a:lnTo>
                    <a:pt x="84347" y="126464"/>
                  </a:lnTo>
                  <a:lnTo>
                    <a:pt x="85125" y="125616"/>
                  </a:lnTo>
                  <a:lnTo>
                    <a:pt x="85903" y="124768"/>
                  </a:lnTo>
                  <a:lnTo>
                    <a:pt x="86680" y="123919"/>
                  </a:lnTo>
                  <a:lnTo>
                    <a:pt x="87457" y="123070"/>
                  </a:lnTo>
                  <a:lnTo>
                    <a:pt x="88234" y="122221"/>
                  </a:lnTo>
                  <a:lnTo>
                    <a:pt x="89010" y="121371"/>
                  </a:lnTo>
                  <a:lnTo>
                    <a:pt x="89785" y="120521"/>
                  </a:lnTo>
                  <a:lnTo>
                    <a:pt x="90560" y="119670"/>
                  </a:lnTo>
                  <a:lnTo>
                    <a:pt x="91335" y="118819"/>
                  </a:lnTo>
                  <a:lnTo>
                    <a:pt x="92109" y="117967"/>
                  </a:lnTo>
                  <a:lnTo>
                    <a:pt x="92882" y="117115"/>
                  </a:lnTo>
                  <a:lnTo>
                    <a:pt x="93655" y="116263"/>
                  </a:lnTo>
                  <a:lnTo>
                    <a:pt x="94428" y="115410"/>
                  </a:lnTo>
                  <a:lnTo>
                    <a:pt x="95200" y="114556"/>
                  </a:lnTo>
                  <a:lnTo>
                    <a:pt x="95972" y="113702"/>
                  </a:lnTo>
                  <a:lnTo>
                    <a:pt x="96743" y="112848"/>
                  </a:lnTo>
                  <a:lnTo>
                    <a:pt x="97513" y="111993"/>
                  </a:lnTo>
                  <a:lnTo>
                    <a:pt x="98284" y="111138"/>
                  </a:lnTo>
                  <a:lnTo>
                    <a:pt x="99053" y="110283"/>
                  </a:lnTo>
                  <a:lnTo>
                    <a:pt x="99822" y="109427"/>
                  </a:lnTo>
                  <a:lnTo>
                    <a:pt x="100591" y="108570"/>
                  </a:lnTo>
                  <a:lnTo>
                    <a:pt x="101359" y="107713"/>
                  </a:lnTo>
                  <a:lnTo>
                    <a:pt x="102127" y="106856"/>
                  </a:lnTo>
                  <a:lnTo>
                    <a:pt x="102894" y="105998"/>
                  </a:lnTo>
                  <a:lnTo>
                    <a:pt x="103661" y="105140"/>
                  </a:lnTo>
                  <a:lnTo>
                    <a:pt x="104427" y="104282"/>
                  </a:lnTo>
                  <a:lnTo>
                    <a:pt x="105193" y="103423"/>
                  </a:lnTo>
                  <a:lnTo>
                    <a:pt x="105959" y="102563"/>
                  </a:lnTo>
                  <a:lnTo>
                    <a:pt x="106723" y="101703"/>
                  </a:lnTo>
                  <a:lnTo>
                    <a:pt x="107488" y="100843"/>
                  </a:lnTo>
                  <a:lnTo>
                    <a:pt x="108252" y="99982"/>
                  </a:lnTo>
                  <a:lnTo>
                    <a:pt x="109015" y="99121"/>
                  </a:lnTo>
                  <a:lnTo>
                    <a:pt x="109778" y="98259"/>
                  </a:lnTo>
                  <a:lnTo>
                    <a:pt x="110540" y="97397"/>
                  </a:lnTo>
                  <a:lnTo>
                    <a:pt x="111302" y="96535"/>
                  </a:lnTo>
                  <a:lnTo>
                    <a:pt x="112064" y="95672"/>
                  </a:lnTo>
                  <a:lnTo>
                    <a:pt x="112825" y="94808"/>
                  </a:lnTo>
                  <a:lnTo>
                    <a:pt x="113585" y="93945"/>
                  </a:lnTo>
                  <a:lnTo>
                    <a:pt x="114345" y="93080"/>
                  </a:lnTo>
                  <a:lnTo>
                    <a:pt x="115105" y="92216"/>
                  </a:lnTo>
                  <a:lnTo>
                    <a:pt x="115863" y="91351"/>
                  </a:lnTo>
                  <a:lnTo>
                    <a:pt x="116622" y="90485"/>
                  </a:lnTo>
                  <a:lnTo>
                    <a:pt x="117380" y="89619"/>
                  </a:lnTo>
                  <a:lnTo>
                    <a:pt x="118138" y="88753"/>
                  </a:lnTo>
                  <a:lnTo>
                    <a:pt x="118895" y="87886"/>
                  </a:lnTo>
                  <a:lnTo>
                    <a:pt x="119651" y="87019"/>
                  </a:lnTo>
                  <a:lnTo>
                    <a:pt x="120407" y="86151"/>
                  </a:lnTo>
                  <a:lnTo>
                    <a:pt x="121163" y="85283"/>
                  </a:lnTo>
                  <a:lnTo>
                    <a:pt x="121918" y="84415"/>
                  </a:lnTo>
                  <a:lnTo>
                    <a:pt x="122672" y="83546"/>
                  </a:lnTo>
                  <a:lnTo>
                    <a:pt x="123426" y="82676"/>
                  </a:lnTo>
                  <a:lnTo>
                    <a:pt x="124180" y="81806"/>
                  </a:lnTo>
                  <a:lnTo>
                    <a:pt x="124933" y="80936"/>
                  </a:lnTo>
                  <a:lnTo>
                    <a:pt x="125686" y="80066"/>
                  </a:lnTo>
                  <a:lnTo>
                    <a:pt x="126438" y="79195"/>
                  </a:lnTo>
                  <a:lnTo>
                    <a:pt x="127189" y="78323"/>
                  </a:lnTo>
                  <a:lnTo>
                    <a:pt x="127940" y="77451"/>
                  </a:lnTo>
                  <a:lnTo>
                    <a:pt x="128691" y="76579"/>
                  </a:lnTo>
                  <a:lnTo>
                    <a:pt x="129441" y="75706"/>
                  </a:lnTo>
                  <a:lnTo>
                    <a:pt x="130191" y="74833"/>
                  </a:lnTo>
                  <a:lnTo>
                    <a:pt x="130940" y="73959"/>
                  </a:lnTo>
                  <a:lnTo>
                    <a:pt x="131689" y="73085"/>
                  </a:lnTo>
                  <a:lnTo>
                    <a:pt x="132437" y="72211"/>
                  </a:lnTo>
                  <a:lnTo>
                    <a:pt x="133185" y="71336"/>
                  </a:lnTo>
                  <a:lnTo>
                    <a:pt x="133932" y="70461"/>
                  </a:lnTo>
                  <a:lnTo>
                    <a:pt x="134678" y="69585"/>
                  </a:lnTo>
                  <a:lnTo>
                    <a:pt x="135425" y="68709"/>
                  </a:lnTo>
                  <a:lnTo>
                    <a:pt x="136170" y="67832"/>
                  </a:lnTo>
                  <a:lnTo>
                    <a:pt x="136915" y="66955"/>
                  </a:lnTo>
                  <a:lnTo>
                    <a:pt x="137660" y="66078"/>
                  </a:lnTo>
                  <a:lnTo>
                    <a:pt x="138404" y="65200"/>
                  </a:lnTo>
                  <a:lnTo>
                    <a:pt x="139148" y="64322"/>
                  </a:lnTo>
                  <a:lnTo>
                    <a:pt x="139891" y="63443"/>
                  </a:lnTo>
                  <a:lnTo>
                    <a:pt x="140634" y="62564"/>
                  </a:lnTo>
                  <a:lnTo>
                    <a:pt x="141376" y="61684"/>
                  </a:lnTo>
                  <a:lnTo>
                    <a:pt x="142118" y="60804"/>
                  </a:lnTo>
                  <a:lnTo>
                    <a:pt x="142859" y="59924"/>
                  </a:lnTo>
                  <a:lnTo>
                    <a:pt x="143600" y="59043"/>
                  </a:lnTo>
                  <a:lnTo>
                    <a:pt x="144340" y="58162"/>
                  </a:lnTo>
                  <a:lnTo>
                    <a:pt x="145080" y="57280"/>
                  </a:lnTo>
                  <a:lnTo>
                    <a:pt x="145819" y="56398"/>
                  </a:lnTo>
                  <a:lnTo>
                    <a:pt x="146558" y="55516"/>
                  </a:lnTo>
                  <a:lnTo>
                    <a:pt x="147296" y="54633"/>
                  </a:lnTo>
                  <a:lnTo>
                    <a:pt x="148034" y="53750"/>
                  </a:lnTo>
                  <a:lnTo>
                    <a:pt x="148771" y="52866"/>
                  </a:lnTo>
                  <a:lnTo>
                    <a:pt x="149507" y="51982"/>
                  </a:lnTo>
                  <a:lnTo>
                    <a:pt x="150244" y="51097"/>
                  </a:lnTo>
                  <a:lnTo>
                    <a:pt x="150979" y="50212"/>
                  </a:lnTo>
                  <a:lnTo>
                    <a:pt x="151715" y="49327"/>
                  </a:lnTo>
                  <a:lnTo>
                    <a:pt x="152449" y="48441"/>
                  </a:lnTo>
                  <a:lnTo>
                    <a:pt x="153184" y="47555"/>
                  </a:lnTo>
                  <a:lnTo>
                    <a:pt x="153917" y="46669"/>
                  </a:lnTo>
                  <a:lnTo>
                    <a:pt x="154650" y="45781"/>
                  </a:lnTo>
                  <a:lnTo>
                    <a:pt x="155383" y="44894"/>
                  </a:lnTo>
                  <a:lnTo>
                    <a:pt x="156115" y="44006"/>
                  </a:lnTo>
                  <a:lnTo>
                    <a:pt x="156847" y="43118"/>
                  </a:lnTo>
                  <a:lnTo>
                    <a:pt x="157578" y="42229"/>
                  </a:lnTo>
                  <a:lnTo>
                    <a:pt x="158309" y="41340"/>
                  </a:lnTo>
                  <a:lnTo>
                    <a:pt x="159039" y="40451"/>
                  </a:lnTo>
                  <a:lnTo>
                    <a:pt x="159769" y="39561"/>
                  </a:lnTo>
                  <a:lnTo>
                    <a:pt x="160498" y="38670"/>
                  </a:lnTo>
                  <a:lnTo>
                    <a:pt x="161227" y="37780"/>
                  </a:lnTo>
                  <a:lnTo>
                    <a:pt x="161955" y="36888"/>
                  </a:lnTo>
                  <a:lnTo>
                    <a:pt x="162683" y="35997"/>
                  </a:lnTo>
                  <a:lnTo>
                    <a:pt x="163410" y="35105"/>
                  </a:lnTo>
                  <a:lnTo>
                    <a:pt x="164136" y="34212"/>
                  </a:lnTo>
                  <a:lnTo>
                    <a:pt x="164863" y="33320"/>
                  </a:lnTo>
                  <a:lnTo>
                    <a:pt x="165588" y="32426"/>
                  </a:lnTo>
                  <a:lnTo>
                    <a:pt x="166313" y="31533"/>
                  </a:lnTo>
                  <a:lnTo>
                    <a:pt x="167038" y="30639"/>
                  </a:lnTo>
                  <a:lnTo>
                    <a:pt x="167762" y="29744"/>
                  </a:lnTo>
                  <a:lnTo>
                    <a:pt x="168486" y="28849"/>
                  </a:lnTo>
                  <a:lnTo>
                    <a:pt x="169209" y="27954"/>
                  </a:lnTo>
                  <a:lnTo>
                    <a:pt x="169932" y="27059"/>
                  </a:lnTo>
                  <a:lnTo>
                    <a:pt x="170654" y="26162"/>
                  </a:lnTo>
                  <a:lnTo>
                    <a:pt x="171375" y="25266"/>
                  </a:lnTo>
                  <a:lnTo>
                    <a:pt x="172096" y="24369"/>
                  </a:lnTo>
                  <a:lnTo>
                    <a:pt x="172817" y="23472"/>
                  </a:lnTo>
                  <a:lnTo>
                    <a:pt x="173537" y="22574"/>
                  </a:lnTo>
                  <a:lnTo>
                    <a:pt x="174257" y="21676"/>
                  </a:lnTo>
                  <a:lnTo>
                    <a:pt x="174976" y="20777"/>
                  </a:lnTo>
                  <a:lnTo>
                    <a:pt x="175694" y="19878"/>
                  </a:lnTo>
                  <a:lnTo>
                    <a:pt x="176412" y="18979"/>
                  </a:lnTo>
                  <a:lnTo>
                    <a:pt x="177130" y="18079"/>
                  </a:lnTo>
                  <a:lnTo>
                    <a:pt x="177847" y="17179"/>
                  </a:lnTo>
                  <a:lnTo>
                    <a:pt x="178563" y="16279"/>
                  </a:lnTo>
                  <a:lnTo>
                    <a:pt x="179279" y="15378"/>
                  </a:lnTo>
                  <a:lnTo>
                    <a:pt x="179995" y="14476"/>
                  </a:lnTo>
                  <a:lnTo>
                    <a:pt x="180710" y="13575"/>
                  </a:lnTo>
                  <a:lnTo>
                    <a:pt x="181424" y="12672"/>
                  </a:lnTo>
                  <a:lnTo>
                    <a:pt x="182138" y="11770"/>
                  </a:lnTo>
                  <a:lnTo>
                    <a:pt x="182852" y="10867"/>
                  </a:lnTo>
                  <a:lnTo>
                    <a:pt x="183565" y="9963"/>
                  </a:lnTo>
                  <a:lnTo>
                    <a:pt x="184277" y="9060"/>
                  </a:lnTo>
                  <a:lnTo>
                    <a:pt x="184989" y="8155"/>
                  </a:lnTo>
                  <a:lnTo>
                    <a:pt x="185701" y="7251"/>
                  </a:lnTo>
                  <a:lnTo>
                    <a:pt x="186412" y="6346"/>
                  </a:lnTo>
                  <a:lnTo>
                    <a:pt x="187122" y="5440"/>
                  </a:lnTo>
                  <a:lnTo>
                    <a:pt x="187832" y="4535"/>
                  </a:lnTo>
                  <a:lnTo>
                    <a:pt x="188541" y="3628"/>
                  </a:lnTo>
                  <a:lnTo>
                    <a:pt x="189250" y="2722"/>
                  </a:lnTo>
                  <a:lnTo>
                    <a:pt x="189958" y="1815"/>
                  </a:lnTo>
                  <a:lnTo>
                    <a:pt x="190666" y="907"/>
                  </a:lnTo>
                  <a:lnTo>
                    <a:pt x="191374" y="0"/>
                  </a:lnTo>
                </a:path>
              </a:pathLst>
            </a:custGeom>
            <a:ln w="55244" cap="rnd">
              <a:solidFill>
                <a:srgbClr val="9CCAE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l7132"/>
            <p:cNvSpPr/>
            <p:nvPr/>
          </p:nvSpPr>
          <p:spPr>
            <a:xfrm>
              <a:off x="5076165" y="5189351"/>
              <a:ext cx="169557" cy="87857"/>
            </a:xfrm>
            <a:custGeom>
              <a:avLst/>
              <a:pathLst>
                <a:path w="169557" h="87857">
                  <a:moveTo>
                    <a:pt x="0" y="0"/>
                  </a:moveTo>
                  <a:lnTo>
                    <a:pt x="663" y="384"/>
                  </a:lnTo>
                  <a:lnTo>
                    <a:pt x="1328" y="768"/>
                  </a:lnTo>
                  <a:lnTo>
                    <a:pt x="1992" y="1152"/>
                  </a:lnTo>
                  <a:lnTo>
                    <a:pt x="2656" y="1536"/>
                  </a:lnTo>
                  <a:lnTo>
                    <a:pt x="3321" y="1919"/>
                  </a:lnTo>
                  <a:lnTo>
                    <a:pt x="3985" y="2302"/>
                  </a:lnTo>
                  <a:lnTo>
                    <a:pt x="4650" y="2685"/>
                  </a:lnTo>
                  <a:lnTo>
                    <a:pt x="5315" y="3068"/>
                  </a:lnTo>
                  <a:lnTo>
                    <a:pt x="5980" y="3450"/>
                  </a:lnTo>
                  <a:lnTo>
                    <a:pt x="6646" y="3833"/>
                  </a:lnTo>
                  <a:lnTo>
                    <a:pt x="7311" y="4214"/>
                  </a:lnTo>
                  <a:lnTo>
                    <a:pt x="7977" y="4596"/>
                  </a:lnTo>
                  <a:lnTo>
                    <a:pt x="8642" y="4978"/>
                  </a:lnTo>
                  <a:lnTo>
                    <a:pt x="9308" y="5359"/>
                  </a:lnTo>
                  <a:lnTo>
                    <a:pt x="9974" y="5740"/>
                  </a:lnTo>
                  <a:lnTo>
                    <a:pt x="10640" y="6120"/>
                  </a:lnTo>
                  <a:lnTo>
                    <a:pt x="11306" y="6501"/>
                  </a:lnTo>
                  <a:lnTo>
                    <a:pt x="11973" y="6881"/>
                  </a:lnTo>
                  <a:lnTo>
                    <a:pt x="12639" y="7261"/>
                  </a:lnTo>
                  <a:lnTo>
                    <a:pt x="13306" y="7640"/>
                  </a:lnTo>
                  <a:lnTo>
                    <a:pt x="13973" y="8020"/>
                  </a:lnTo>
                  <a:lnTo>
                    <a:pt x="14640" y="8399"/>
                  </a:lnTo>
                  <a:lnTo>
                    <a:pt x="15307" y="8778"/>
                  </a:lnTo>
                  <a:lnTo>
                    <a:pt x="15974" y="9157"/>
                  </a:lnTo>
                  <a:lnTo>
                    <a:pt x="16642" y="9535"/>
                  </a:lnTo>
                  <a:lnTo>
                    <a:pt x="17309" y="9913"/>
                  </a:lnTo>
                  <a:lnTo>
                    <a:pt x="17977" y="10291"/>
                  </a:lnTo>
                  <a:lnTo>
                    <a:pt x="18645" y="10669"/>
                  </a:lnTo>
                  <a:lnTo>
                    <a:pt x="19313" y="11046"/>
                  </a:lnTo>
                  <a:lnTo>
                    <a:pt x="19981" y="11423"/>
                  </a:lnTo>
                  <a:lnTo>
                    <a:pt x="20649" y="11800"/>
                  </a:lnTo>
                  <a:lnTo>
                    <a:pt x="21318" y="12177"/>
                  </a:lnTo>
                  <a:lnTo>
                    <a:pt x="21986" y="12553"/>
                  </a:lnTo>
                  <a:lnTo>
                    <a:pt x="22655" y="12929"/>
                  </a:lnTo>
                  <a:lnTo>
                    <a:pt x="23324" y="13305"/>
                  </a:lnTo>
                  <a:lnTo>
                    <a:pt x="23993" y="13681"/>
                  </a:lnTo>
                  <a:lnTo>
                    <a:pt x="24662" y="14056"/>
                  </a:lnTo>
                  <a:lnTo>
                    <a:pt x="25331" y="14431"/>
                  </a:lnTo>
                  <a:lnTo>
                    <a:pt x="26000" y="14806"/>
                  </a:lnTo>
                  <a:lnTo>
                    <a:pt x="26670" y="15181"/>
                  </a:lnTo>
                  <a:lnTo>
                    <a:pt x="27340" y="15555"/>
                  </a:lnTo>
                  <a:lnTo>
                    <a:pt x="28010" y="15929"/>
                  </a:lnTo>
                  <a:lnTo>
                    <a:pt x="28680" y="16303"/>
                  </a:lnTo>
                  <a:lnTo>
                    <a:pt x="29350" y="16677"/>
                  </a:lnTo>
                  <a:lnTo>
                    <a:pt x="30020" y="17050"/>
                  </a:lnTo>
                  <a:lnTo>
                    <a:pt x="30690" y="17423"/>
                  </a:lnTo>
                  <a:lnTo>
                    <a:pt x="31361" y="17796"/>
                  </a:lnTo>
                  <a:lnTo>
                    <a:pt x="32031" y="18169"/>
                  </a:lnTo>
                  <a:lnTo>
                    <a:pt x="32702" y="18541"/>
                  </a:lnTo>
                  <a:lnTo>
                    <a:pt x="33373" y="18913"/>
                  </a:lnTo>
                  <a:lnTo>
                    <a:pt x="34044" y="19285"/>
                  </a:lnTo>
                  <a:lnTo>
                    <a:pt x="34716" y="19657"/>
                  </a:lnTo>
                  <a:lnTo>
                    <a:pt x="35387" y="20028"/>
                  </a:lnTo>
                  <a:lnTo>
                    <a:pt x="36058" y="20399"/>
                  </a:lnTo>
                  <a:lnTo>
                    <a:pt x="36730" y="20770"/>
                  </a:lnTo>
                  <a:lnTo>
                    <a:pt x="37402" y="21140"/>
                  </a:lnTo>
                  <a:lnTo>
                    <a:pt x="38074" y="21511"/>
                  </a:lnTo>
                  <a:lnTo>
                    <a:pt x="38746" y="21881"/>
                  </a:lnTo>
                  <a:lnTo>
                    <a:pt x="39418" y="22251"/>
                  </a:lnTo>
                  <a:lnTo>
                    <a:pt x="40090" y="22620"/>
                  </a:lnTo>
                  <a:lnTo>
                    <a:pt x="40763" y="22990"/>
                  </a:lnTo>
                  <a:lnTo>
                    <a:pt x="41436" y="23359"/>
                  </a:lnTo>
                  <a:lnTo>
                    <a:pt x="42108" y="23727"/>
                  </a:lnTo>
                  <a:lnTo>
                    <a:pt x="42781" y="24096"/>
                  </a:lnTo>
                  <a:lnTo>
                    <a:pt x="43454" y="24464"/>
                  </a:lnTo>
                  <a:lnTo>
                    <a:pt x="44127" y="24832"/>
                  </a:lnTo>
                  <a:lnTo>
                    <a:pt x="44801" y="25200"/>
                  </a:lnTo>
                  <a:lnTo>
                    <a:pt x="45474" y="25568"/>
                  </a:lnTo>
                  <a:lnTo>
                    <a:pt x="46148" y="25935"/>
                  </a:lnTo>
                  <a:lnTo>
                    <a:pt x="46822" y="26302"/>
                  </a:lnTo>
                  <a:lnTo>
                    <a:pt x="47495" y="26669"/>
                  </a:lnTo>
                  <a:lnTo>
                    <a:pt x="48169" y="27035"/>
                  </a:lnTo>
                  <a:lnTo>
                    <a:pt x="48844" y="27401"/>
                  </a:lnTo>
                  <a:lnTo>
                    <a:pt x="49518" y="27767"/>
                  </a:lnTo>
                  <a:lnTo>
                    <a:pt x="50192" y="28133"/>
                  </a:lnTo>
                  <a:lnTo>
                    <a:pt x="50867" y="28499"/>
                  </a:lnTo>
                  <a:lnTo>
                    <a:pt x="51542" y="28864"/>
                  </a:lnTo>
                  <a:lnTo>
                    <a:pt x="52216" y="29229"/>
                  </a:lnTo>
                  <a:lnTo>
                    <a:pt x="52891" y="29594"/>
                  </a:lnTo>
                  <a:lnTo>
                    <a:pt x="53567" y="29958"/>
                  </a:lnTo>
                  <a:lnTo>
                    <a:pt x="54242" y="30322"/>
                  </a:lnTo>
                  <a:lnTo>
                    <a:pt x="54917" y="30686"/>
                  </a:lnTo>
                  <a:lnTo>
                    <a:pt x="55593" y="31050"/>
                  </a:lnTo>
                  <a:lnTo>
                    <a:pt x="56268" y="31414"/>
                  </a:lnTo>
                  <a:lnTo>
                    <a:pt x="56944" y="31777"/>
                  </a:lnTo>
                  <a:lnTo>
                    <a:pt x="57620" y="32140"/>
                  </a:lnTo>
                  <a:lnTo>
                    <a:pt x="58296" y="32502"/>
                  </a:lnTo>
                  <a:lnTo>
                    <a:pt x="58972" y="32865"/>
                  </a:lnTo>
                  <a:lnTo>
                    <a:pt x="59649" y="33227"/>
                  </a:lnTo>
                  <a:lnTo>
                    <a:pt x="60325" y="33589"/>
                  </a:lnTo>
                  <a:lnTo>
                    <a:pt x="61002" y="33951"/>
                  </a:lnTo>
                  <a:lnTo>
                    <a:pt x="61679" y="34312"/>
                  </a:lnTo>
                  <a:lnTo>
                    <a:pt x="62356" y="34673"/>
                  </a:lnTo>
                  <a:lnTo>
                    <a:pt x="63033" y="35034"/>
                  </a:lnTo>
                  <a:lnTo>
                    <a:pt x="63710" y="35395"/>
                  </a:lnTo>
                  <a:lnTo>
                    <a:pt x="64387" y="35755"/>
                  </a:lnTo>
                  <a:lnTo>
                    <a:pt x="65064" y="36115"/>
                  </a:lnTo>
                  <a:lnTo>
                    <a:pt x="65742" y="36475"/>
                  </a:lnTo>
                  <a:lnTo>
                    <a:pt x="66420" y="36835"/>
                  </a:lnTo>
                  <a:lnTo>
                    <a:pt x="67098" y="37194"/>
                  </a:lnTo>
                  <a:lnTo>
                    <a:pt x="67776" y="37553"/>
                  </a:lnTo>
                  <a:lnTo>
                    <a:pt x="68454" y="37912"/>
                  </a:lnTo>
                  <a:lnTo>
                    <a:pt x="69132" y="38271"/>
                  </a:lnTo>
                  <a:lnTo>
                    <a:pt x="69810" y="38629"/>
                  </a:lnTo>
                  <a:lnTo>
                    <a:pt x="70489" y="38987"/>
                  </a:lnTo>
                  <a:lnTo>
                    <a:pt x="71168" y="39345"/>
                  </a:lnTo>
                  <a:lnTo>
                    <a:pt x="71846" y="39703"/>
                  </a:lnTo>
                  <a:lnTo>
                    <a:pt x="72525" y="40060"/>
                  </a:lnTo>
                  <a:lnTo>
                    <a:pt x="73204" y="40417"/>
                  </a:lnTo>
                  <a:lnTo>
                    <a:pt x="73884" y="40774"/>
                  </a:lnTo>
                  <a:lnTo>
                    <a:pt x="74563" y="41131"/>
                  </a:lnTo>
                  <a:lnTo>
                    <a:pt x="75242" y="41487"/>
                  </a:lnTo>
                  <a:lnTo>
                    <a:pt x="75922" y="41843"/>
                  </a:lnTo>
                  <a:lnTo>
                    <a:pt x="76602" y="42199"/>
                  </a:lnTo>
                  <a:lnTo>
                    <a:pt x="77282" y="42554"/>
                  </a:lnTo>
                  <a:lnTo>
                    <a:pt x="77962" y="42910"/>
                  </a:lnTo>
                  <a:lnTo>
                    <a:pt x="78642" y="43265"/>
                  </a:lnTo>
                  <a:lnTo>
                    <a:pt x="79322" y="43619"/>
                  </a:lnTo>
                  <a:lnTo>
                    <a:pt x="80002" y="43974"/>
                  </a:lnTo>
                  <a:lnTo>
                    <a:pt x="80683" y="44328"/>
                  </a:lnTo>
                  <a:lnTo>
                    <a:pt x="81364" y="44682"/>
                  </a:lnTo>
                  <a:lnTo>
                    <a:pt x="82044" y="45036"/>
                  </a:lnTo>
                  <a:lnTo>
                    <a:pt x="82725" y="45389"/>
                  </a:lnTo>
                  <a:lnTo>
                    <a:pt x="83406" y="45743"/>
                  </a:lnTo>
                  <a:lnTo>
                    <a:pt x="84088" y="46096"/>
                  </a:lnTo>
                  <a:lnTo>
                    <a:pt x="84769" y="46448"/>
                  </a:lnTo>
                  <a:lnTo>
                    <a:pt x="85450" y="46801"/>
                  </a:lnTo>
                  <a:lnTo>
                    <a:pt x="86132" y="47153"/>
                  </a:lnTo>
                  <a:lnTo>
                    <a:pt x="86814" y="47505"/>
                  </a:lnTo>
                  <a:lnTo>
                    <a:pt x="87496" y="47857"/>
                  </a:lnTo>
                  <a:lnTo>
                    <a:pt x="88178" y="48208"/>
                  </a:lnTo>
                  <a:lnTo>
                    <a:pt x="88860" y="48559"/>
                  </a:lnTo>
                  <a:lnTo>
                    <a:pt x="89542" y="48910"/>
                  </a:lnTo>
                  <a:lnTo>
                    <a:pt x="90224" y="49261"/>
                  </a:lnTo>
                  <a:lnTo>
                    <a:pt x="90907" y="49611"/>
                  </a:lnTo>
                  <a:lnTo>
                    <a:pt x="91590" y="49961"/>
                  </a:lnTo>
                  <a:lnTo>
                    <a:pt x="92272" y="50311"/>
                  </a:lnTo>
                  <a:lnTo>
                    <a:pt x="92955" y="50661"/>
                  </a:lnTo>
                  <a:lnTo>
                    <a:pt x="93638" y="51010"/>
                  </a:lnTo>
                  <a:lnTo>
                    <a:pt x="94322" y="51359"/>
                  </a:lnTo>
                  <a:lnTo>
                    <a:pt x="95005" y="51708"/>
                  </a:lnTo>
                  <a:lnTo>
                    <a:pt x="95688" y="52057"/>
                  </a:lnTo>
                  <a:lnTo>
                    <a:pt x="96372" y="52405"/>
                  </a:lnTo>
                  <a:lnTo>
                    <a:pt x="97056" y="52753"/>
                  </a:lnTo>
                  <a:lnTo>
                    <a:pt x="97740" y="53101"/>
                  </a:lnTo>
                  <a:lnTo>
                    <a:pt x="98423" y="53449"/>
                  </a:lnTo>
                  <a:lnTo>
                    <a:pt x="99108" y="53796"/>
                  </a:lnTo>
                  <a:lnTo>
                    <a:pt x="99792" y="54143"/>
                  </a:lnTo>
                  <a:lnTo>
                    <a:pt x="100476" y="54490"/>
                  </a:lnTo>
                  <a:lnTo>
                    <a:pt x="101161" y="54836"/>
                  </a:lnTo>
                  <a:lnTo>
                    <a:pt x="101845" y="55183"/>
                  </a:lnTo>
                  <a:lnTo>
                    <a:pt x="102530" y="55529"/>
                  </a:lnTo>
                  <a:lnTo>
                    <a:pt x="103215" y="55874"/>
                  </a:lnTo>
                  <a:lnTo>
                    <a:pt x="103900" y="56220"/>
                  </a:lnTo>
                  <a:lnTo>
                    <a:pt x="104585" y="56565"/>
                  </a:lnTo>
                  <a:lnTo>
                    <a:pt x="105270" y="56910"/>
                  </a:lnTo>
                  <a:lnTo>
                    <a:pt x="105956" y="57255"/>
                  </a:lnTo>
                  <a:lnTo>
                    <a:pt x="106641" y="57599"/>
                  </a:lnTo>
                  <a:lnTo>
                    <a:pt x="107327" y="57943"/>
                  </a:lnTo>
                  <a:lnTo>
                    <a:pt x="108013" y="58287"/>
                  </a:lnTo>
                  <a:lnTo>
                    <a:pt x="108699" y="58631"/>
                  </a:lnTo>
                  <a:lnTo>
                    <a:pt x="109385" y="58974"/>
                  </a:lnTo>
                  <a:lnTo>
                    <a:pt x="110071" y="59318"/>
                  </a:lnTo>
                  <a:lnTo>
                    <a:pt x="110757" y="59661"/>
                  </a:lnTo>
                  <a:lnTo>
                    <a:pt x="111444" y="60003"/>
                  </a:lnTo>
                  <a:lnTo>
                    <a:pt x="112130" y="60346"/>
                  </a:lnTo>
                  <a:lnTo>
                    <a:pt x="112817" y="60688"/>
                  </a:lnTo>
                  <a:lnTo>
                    <a:pt x="113504" y="61030"/>
                  </a:lnTo>
                  <a:lnTo>
                    <a:pt x="114191" y="61371"/>
                  </a:lnTo>
                  <a:lnTo>
                    <a:pt x="114878" y="61713"/>
                  </a:lnTo>
                  <a:lnTo>
                    <a:pt x="115565" y="62054"/>
                  </a:lnTo>
                  <a:lnTo>
                    <a:pt x="116253" y="62395"/>
                  </a:lnTo>
                  <a:lnTo>
                    <a:pt x="116940" y="62735"/>
                  </a:lnTo>
                  <a:lnTo>
                    <a:pt x="117628" y="63075"/>
                  </a:lnTo>
                  <a:lnTo>
                    <a:pt x="118316" y="63416"/>
                  </a:lnTo>
                  <a:lnTo>
                    <a:pt x="119003" y="63755"/>
                  </a:lnTo>
                  <a:lnTo>
                    <a:pt x="119691" y="64095"/>
                  </a:lnTo>
                  <a:lnTo>
                    <a:pt x="120379" y="64434"/>
                  </a:lnTo>
                  <a:lnTo>
                    <a:pt x="121068" y="64773"/>
                  </a:lnTo>
                  <a:lnTo>
                    <a:pt x="121756" y="65112"/>
                  </a:lnTo>
                  <a:lnTo>
                    <a:pt x="122445" y="65450"/>
                  </a:lnTo>
                  <a:lnTo>
                    <a:pt x="123133" y="65789"/>
                  </a:lnTo>
                  <a:lnTo>
                    <a:pt x="123822" y="66127"/>
                  </a:lnTo>
                  <a:lnTo>
                    <a:pt x="124511" y="66464"/>
                  </a:lnTo>
                  <a:lnTo>
                    <a:pt x="125200" y="66802"/>
                  </a:lnTo>
                  <a:lnTo>
                    <a:pt x="125889" y="67139"/>
                  </a:lnTo>
                  <a:lnTo>
                    <a:pt x="126578" y="67476"/>
                  </a:lnTo>
                  <a:lnTo>
                    <a:pt x="127268" y="67813"/>
                  </a:lnTo>
                  <a:lnTo>
                    <a:pt x="127957" y="68149"/>
                  </a:lnTo>
                  <a:lnTo>
                    <a:pt x="128647" y="68485"/>
                  </a:lnTo>
                  <a:lnTo>
                    <a:pt x="129337" y="68821"/>
                  </a:lnTo>
                  <a:lnTo>
                    <a:pt x="130027" y="69157"/>
                  </a:lnTo>
                  <a:lnTo>
                    <a:pt x="130717" y="69492"/>
                  </a:lnTo>
                  <a:lnTo>
                    <a:pt x="131407" y="69827"/>
                  </a:lnTo>
                  <a:lnTo>
                    <a:pt x="132097" y="70162"/>
                  </a:lnTo>
                  <a:lnTo>
                    <a:pt x="132788" y="70497"/>
                  </a:lnTo>
                  <a:lnTo>
                    <a:pt x="133478" y="70831"/>
                  </a:lnTo>
                  <a:lnTo>
                    <a:pt x="134169" y="71165"/>
                  </a:lnTo>
                  <a:lnTo>
                    <a:pt x="134860" y="71499"/>
                  </a:lnTo>
                  <a:lnTo>
                    <a:pt x="135550" y="71833"/>
                  </a:lnTo>
                  <a:lnTo>
                    <a:pt x="136241" y="72166"/>
                  </a:lnTo>
                  <a:lnTo>
                    <a:pt x="136933" y="72499"/>
                  </a:lnTo>
                  <a:lnTo>
                    <a:pt x="137624" y="72832"/>
                  </a:lnTo>
                  <a:lnTo>
                    <a:pt x="138315" y="73164"/>
                  </a:lnTo>
                  <a:lnTo>
                    <a:pt x="139007" y="73497"/>
                  </a:lnTo>
                  <a:lnTo>
                    <a:pt x="139699" y="73829"/>
                  </a:lnTo>
                  <a:lnTo>
                    <a:pt x="140390" y="74160"/>
                  </a:lnTo>
                  <a:lnTo>
                    <a:pt x="141082" y="74492"/>
                  </a:lnTo>
                  <a:lnTo>
                    <a:pt x="141774" y="74823"/>
                  </a:lnTo>
                  <a:lnTo>
                    <a:pt x="142466" y="75154"/>
                  </a:lnTo>
                  <a:lnTo>
                    <a:pt x="143159" y="75485"/>
                  </a:lnTo>
                  <a:lnTo>
                    <a:pt x="143851" y="75815"/>
                  </a:lnTo>
                  <a:lnTo>
                    <a:pt x="144544" y="76145"/>
                  </a:lnTo>
                  <a:lnTo>
                    <a:pt x="145236" y="76475"/>
                  </a:lnTo>
                  <a:lnTo>
                    <a:pt x="145929" y="76805"/>
                  </a:lnTo>
                  <a:lnTo>
                    <a:pt x="146622" y="77134"/>
                  </a:lnTo>
                  <a:lnTo>
                    <a:pt x="147315" y="77463"/>
                  </a:lnTo>
                  <a:lnTo>
                    <a:pt x="148008" y="77792"/>
                  </a:lnTo>
                  <a:lnTo>
                    <a:pt x="148702" y="78121"/>
                  </a:lnTo>
                  <a:lnTo>
                    <a:pt x="149395" y="78449"/>
                  </a:lnTo>
                  <a:lnTo>
                    <a:pt x="150089" y="78777"/>
                  </a:lnTo>
                  <a:lnTo>
                    <a:pt x="150782" y="79105"/>
                  </a:lnTo>
                  <a:lnTo>
                    <a:pt x="151476" y="79433"/>
                  </a:lnTo>
                  <a:lnTo>
                    <a:pt x="152170" y="79760"/>
                  </a:lnTo>
                  <a:lnTo>
                    <a:pt x="152864" y="80087"/>
                  </a:lnTo>
                  <a:lnTo>
                    <a:pt x="153558" y="80414"/>
                  </a:lnTo>
                  <a:lnTo>
                    <a:pt x="154252" y="80740"/>
                  </a:lnTo>
                  <a:lnTo>
                    <a:pt x="154947" y="81067"/>
                  </a:lnTo>
                  <a:lnTo>
                    <a:pt x="155641" y="81393"/>
                  </a:lnTo>
                  <a:lnTo>
                    <a:pt x="156336" y="81718"/>
                  </a:lnTo>
                  <a:lnTo>
                    <a:pt x="157031" y="82044"/>
                  </a:lnTo>
                  <a:lnTo>
                    <a:pt x="157726" y="82369"/>
                  </a:lnTo>
                  <a:lnTo>
                    <a:pt x="158421" y="82694"/>
                  </a:lnTo>
                  <a:lnTo>
                    <a:pt x="159116" y="83019"/>
                  </a:lnTo>
                  <a:lnTo>
                    <a:pt x="159811" y="83343"/>
                  </a:lnTo>
                  <a:lnTo>
                    <a:pt x="160506" y="83667"/>
                  </a:lnTo>
                  <a:lnTo>
                    <a:pt x="161202" y="83991"/>
                  </a:lnTo>
                  <a:lnTo>
                    <a:pt x="161898" y="84315"/>
                  </a:lnTo>
                  <a:lnTo>
                    <a:pt x="162593" y="84638"/>
                  </a:lnTo>
                  <a:lnTo>
                    <a:pt x="163289" y="84961"/>
                  </a:lnTo>
                  <a:lnTo>
                    <a:pt x="163985" y="85284"/>
                  </a:lnTo>
                  <a:lnTo>
                    <a:pt x="164681" y="85607"/>
                  </a:lnTo>
                  <a:lnTo>
                    <a:pt x="165377" y="85929"/>
                  </a:lnTo>
                  <a:lnTo>
                    <a:pt x="166074" y="86251"/>
                  </a:lnTo>
                  <a:lnTo>
                    <a:pt x="166770" y="86573"/>
                  </a:lnTo>
                  <a:lnTo>
                    <a:pt x="167467" y="86894"/>
                  </a:lnTo>
                  <a:lnTo>
                    <a:pt x="168164" y="87216"/>
                  </a:lnTo>
                  <a:lnTo>
                    <a:pt x="168860" y="87537"/>
                  </a:lnTo>
                  <a:lnTo>
                    <a:pt x="169557" y="87857"/>
                  </a:lnTo>
                </a:path>
              </a:pathLst>
            </a:custGeom>
            <a:ln w="55244" cap="rnd">
              <a:solidFill>
                <a:srgbClr val="FFBF5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l7133"/>
            <p:cNvSpPr/>
            <p:nvPr/>
          </p:nvSpPr>
          <p:spPr>
            <a:xfrm>
              <a:off x="7722061" y="4515538"/>
              <a:ext cx="93675" cy="135760"/>
            </a:xfrm>
            <a:custGeom>
              <a:avLst/>
              <a:pathLst>
                <a:path w="93675" h="135760">
                  <a:moveTo>
                    <a:pt x="0" y="135760"/>
                  </a:moveTo>
                  <a:lnTo>
                    <a:pt x="398" y="135230"/>
                  </a:lnTo>
                  <a:lnTo>
                    <a:pt x="795" y="134700"/>
                  </a:lnTo>
                  <a:lnTo>
                    <a:pt x="1193" y="134170"/>
                  </a:lnTo>
                  <a:lnTo>
                    <a:pt x="1591" y="133640"/>
                  </a:lnTo>
                  <a:lnTo>
                    <a:pt x="1988" y="133110"/>
                  </a:lnTo>
                  <a:lnTo>
                    <a:pt x="2385" y="132580"/>
                  </a:lnTo>
                  <a:lnTo>
                    <a:pt x="2782" y="132049"/>
                  </a:lnTo>
                  <a:lnTo>
                    <a:pt x="3179" y="131518"/>
                  </a:lnTo>
                  <a:lnTo>
                    <a:pt x="3576" y="130988"/>
                  </a:lnTo>
                  <a:lnTo>
                    <a:pt x="3972" y="130457"/>
                  </a:lnTo>
                  <a:lnTo>
                    <a:pt x="4368" y="129926"/>
                  </a:lnTo>
                  <a:lnTo>
                    <a:pt x="4764" y="129395"/>
                  </a:lnTo>
                  <a:lnTo>
                    <a:pt x="5160" y="128863"/>
                  </a:lnTo>
                  <a:lnTo>
                    <a:pt x="5556" y="128332"/>
                  </a:lnTo>
                  <a:lnTo>
                    <a:pt x="5952" y="127800"/>
                  </a:lnTo>
                  <a:lnTo>
                    <a:pt x="6347" y="127269"/>
                  </a:lnTo>
                  <a:lnTo>
                    <a:pt x="6742" y="126737"/>
                  </a:lnTo>
                  <a:lnTo>
                    <a:pt x="7138" y="126205"/>
                  </a:lnTo>
                  <a:lnTo>
                    <a:pt x="7532" y="125673"/>
                  </a:lnTo>
                  <a:lnTo>
                    <a:pt x="7927" y="125141"/>
                  </a:lnTo>
                  <a:lnTo>
                    <a:pt x="8322" y="124608"/>
                  </a:lnTo>
                  <a:lnTo>
                    <a:pt x="8716" y="124076"/>
                  </a:lnTo>
                  <a:lnTo>
                    <a:pt x="9110" y="123543"/>
                  </a:lnTo>
                  <a:lnTo>
                    <a:pt x="9504" y="123011"/>
                  </a:lnTo>
                  <a:lnTo>
                    <a:pt x="9898" y="122478"/>
                  </a:lnTo>
                  <a:lnTo>
                    <a:pt x="10292" y="121945"/>
                  </a:lnTo>
                  <a:lnTo>
                    <a:pt x="10685" y="121412"/>
                  </a:lnTo>
                  <a:lnTo>
                    <a:pt x="11079" y="120879"/>
                  </a:lnTo>
                  <a:lnTo>
                    <a:pt x="11472" y="120345"/>
                  </a:lnTo>
                  <a:lnTo>
                    <a:pt x="11865" y="119812"/>
                  </a:lnTo>
                  <a:lnTo>
                    <a:pt x="12258" y="119278"/>
                  </a:lnTo>
                  <a:lnTo>
                    <a:pt x="12650" y="118744"/>
                  </a:lnTo>
                  <a:lnTo>
                    <a:pt x="13043" y="118211"/>
                  </a:lnTo>
                  <a:lnTo>
                    <a:pt x="13435" y="117677"/>
                  </a:lnTo>
                  <a:lnTo>
                    <a:pt x="13827" y="117143"/>
                  </a:lnTo>
                  <a:lnTo>
                    <a:pt x="14219" y="116608"/>
                  </a:lnTo>
                  <a:lnTo>
                    <a:pt x="14611" y="116074"/>
                  </a:lnTo>
                  <a:lnTo>
                    <a:pt x="15003" y="115539"/>
                  </a:lnTo>
                  <a:lnTo>
                    <a:pt x="15394" y="115005"/>
                  </a:lnTo>
                  <a:lnTo>
                    <a:pt x="15785" y="114470"/>
                  </a:lnTo>
                  <a:lnTo>
                    <a:pt x="16177" y="113935"/>
                  </a:lnTo>
                  <a:lnTo>
                    <a:pt x="16567" y="113400"/>
                  </a:lnTo>
                  <a:lnTo>
                    <a:pt x="16958" y="112865"/>
                  </a:lnTo>
                  <a:lnTo>
                    <a:pt x="17349" y="112330"/>
                  </a:lnTo>
                  <a:lnTo>
                    <a:pt x="17739" y="111794"/>
                  </a:lnTo>
                  <a:lnTo>
                    <a:pt x="18129" y="111259"/>
                  </a:lnTo>
                  <a:lnTo>
                    <a:pt x="18519" y="110723"/>
                  </a:lnTo>
                  <a:lnTo>
                    <a:pt x="18909" y="110188"/>
                  </a:lnTo>
                  <a:lnTo>
                    <a:pt x="19299" y="109652"/>
                  </a:lnTo>
                  <a:lnTo>
                    <a:pt x="19689" y="109116"/>
                  </a:lnTo>
                  <a:lnTo>
                    <a:pt x="20078" y="108579"/>
                  </a:lnTo>
                  <a:lnTo>
                    <a:pt x="20467" y="108043"/>
                  </a:lnTo>
                  <a:lnTo>
                    <a:pt x="20856" y="107507"/>
                  </a:lnTo>
                  <a:lnTo>
                    <a:pt x="21245" y="106970"/>
                  </a:lnTo>
                  <a:lnTo>
                    <a:pt x="21633" y="106434"/>
                  </a:lnTo>
                  <a:lnTo>
                    <a:pt x="22022" y="105897"/>
                  </a:lnTo>
                  <a:lnTo>
                    <a:pt x="22410" y="105360"/>
                  </a:lnTo>
                  <a:lnTo>
                    <a:pt x="22798" y="104823"/>
                  </a:lnTo>
                  <a:lnTo>
                    <a:pt x="23186" y="104286"/>
                  </a:lnTo>
                  <a:lnTo>
                    <a:pt x="23574" y="103748"/>
                  </a:lnTo>
                  <a:lnTo>
                    <a:pt x="23962" y="103211"/>
                  </a:lnTo>
                  <a:lnTo>
                    <a:pt x="24349" y="102674"/>
                  </a:lnTo>
                  <a:lnTo>
                    <a:pt x="24736" y="102136"/>
                  </a:lnTo>
                  <a:lnTo>
                    <a:pt x="25123" y="101598"/>
                  </a:lnTo>
                  <a:lnTo>
                    <a:pt x="25510" y="101060"/>
                  </a:lnTo>
                  <a:lnTo>
                    <a:pt x="25897" y="100522"/>
                  </a:lnTo>
                  <a:lnTo>
                    <a:pt x="26284" y="99984"/>
                  </a:lnTo>
                  <a:lnTo>
                    <a:pt x="26670" y="99446"/>
                  </a:lnTo>
                  <a:lnTo>
                    <a:pt x="27056" y="98907"/>
                  </a:lnTo>
                  <a:lnTo>
                    <a:pt x="27442" y="98369"/>
                  </a:lnTo>
                  <a:lnTo>
                    <a:pt x="27828" y="97830"/>
                  </a:lnTo>
                  <a:lnTo>
                    <a:pt x="28214" y="97291"/>
                  </a:lnTo>
                  <a:lnTo>
                    <a:pt x="28599" y="96752"/>
                  </a:lnTo>
                  <a:lnTo>
                    <a:pt x="28985" y="96213"/>
                  </a:lnTo>
                  <a:lnTo>
                    <a:pt x="29370" y="95674"/>
                  </a:lnTo>
                  <a:lnTo>
                    <a:pt x="29755" y="95135"/>
                  </a:lnTo>
                  <a:lnTo>
                    <a:pt x="30139" y="94595"/>
                  </a:lnTo>
                  <a:lnTo>
                    <a:pt x="30524" y="94056"/>
                  </a:lnTo>
                  <a:lnTo>
                    <a:pt x="30908" y="93516"/>
                  </a:lnTo>
                  <a:lnTo>
                    <a:pt x="31293" y="92976"/>
                  </a:lnTo>
                  <a:lnTo>
                    <a:pt x="31677" y="92436"/>
                  </a:lnTo>
                  <a:lnTo>
                    <a:pt x="32061" y="91896"/>
                  </a:lnTo>
                  <a:lnTo>
                    <a:pt x="32444" y="91356"/>
                  </a:lnTo>
                  <a:lnTo>
                    <a:pt x="32828" y="90816"/>
                  </a:lnTo>
                  <a:lnTo>
                    <a:pt x="33211" y="90275"/>
                  </a:lnTo>
                  <a:lnTo>
                    <a:pt x="33595" y="89735"/>
                  </a:lnTo>
                  <a:lnTo>
                    <a:pt x="33978" y="89194"/>
                  </a:lnTo>
                  <a:lnTo>
                    <a:pt x="34361" y="88653"/>
                  </a:lnTo>
                  <a:lnTo>
                    <a:pt x="34743" y="88113"/>
                  </a:lnTo>
                  <a:lnTo>
                    <a:pt x="35126" y="87571"/>
                  </a:lnTo>
                  <a:lnTo>
                    <a:pt x="35508" y="87030"/>
                  </a:lnTo>
                  <a:lnTo>
                    <a:pt x="35890" y="86489"/>
                  </a:lnTo>
                  <a:lnTo>
                    <a:pt x="36272" y="85948"/>
                  </a:lnTo>
                  <a:lnTo>
                    <a:pt x="36654" y="85406"/>
                  </a:lnTo>
                  <a:lnTo>
                    <a:pt x="37036" y="84864"/>
                  </a:lnTo>
                  <a:lnTo>
                    <a:pt x="37417" y="84323"/>
                  </a:lnTo>
                  <a:lnTo>
                    <a:pt x="37798" y="83781"/>
                  </a:lnTo>
                  <a:lnTo>
                    <a:pt x="38179" y="83239"/>
                  </a:lnTo>
                  <a:lnTo>
                    <a:pt x="38560" y="82696"/>
                  </a:lnTo>
                  <a:lnTo>
                    <a:pt x="38941" y="82154"/>
                  </a:lnTo>
                  <a:lnTo>
                    <a:pt x="39322" y="81612"/>
                  </a:lnTo>
                  <a:lnTo>
                    <a:pt x="39702" y="81069"/>
                  </a:lnTo>
                  <a:lnTo>
                    <a:pt x="40082" y="80527"/>
                  </a:lnTo>
                  <a:lnTo>
                    <a:pt x="40462" y="79984"/>
                  </a:lnTo>
                  <a:lnTo>
                    <a:pt x="40842" y="79441"/>
                  </a:lnTo>
                  <a:lnTo>
                    <a:pt x="41222" y="78898"/>
                  </a:lnTo>
                  <a:lnTo>
                    <a:pt x="41601" y="78355"/>
                  </a:lnTo>
                  <a:lnTo>
                    <a:pt x="41981" y="77811"/>
                  </a:lnTo>
                  <a:lnTo>
                    <a:pt x="42360" y="77268"/>
                  </a:lnTo>
                  <a:lnTo>
                    <a:pt x="42739" y="76724"/>
                  </a:lnTo>
                  <a:lnTo>
                    <a:pt x="43117" y="76181"/>
                  </a:lnTo>
                  <a:lnTo>
                    <a:pt x="43496" y="75637"/>
                  </a:lnTo>
                  <a:lnTo>
                    <a:pt x="43875" y="75093"/>
                  </a:lnTo>
                  <a:lnTo>
                    <a:pt x="44253" y="74549"/>
                  </a:lnTo>
                  <a:lnTo>
                    <a:pt x="44631" y="74005"/>
                  </a:lnTo>
                  <a:lnTo>
                    <a:pt x="45009" y="73461"/>
                  </a:lnTo>
                  <a:lnTo>
                    <a:pt x="45387" y="72916"/>
                  </a:lnTo>
                  <a:lnTo>
                    <a:pt x="45764" y="72372"/>
                  </a:lnTo>
                  <a:lnTo>
                    <a:pt x="46141" y="71827"/>
                  </a:lnTo>
                  <a:lnTo>
                    <a:pt x="46519" y="71282"/>
                  </a:lnTo>
                  <a:lnTo>
                    <a:pt x="46896" y="70738"/>
                  </a:lnTo>
                  <a:lnTo>
                    <a:pt x="47273" y="70193"/>
                  </a:lnTo>
                  <a:lnTo>
                    <a:pt x="47649" y="69647"/>
                  </a:lnTo>
                  <a:lnTo>
                    <a:pt x="48026" y="69102"/>
                  </a:lnTo>
                  <a:lnTo>
                    <a:pt x="48402" y="68557"/>
                  </a:lnTo>
                  <a:lnTo>
                    <a:pt x="48778" y="68011"/>
                  </a:lnTo>
                  <a:lnTo>
                    <a:pt x="49154" y="67466"/>
                  </a:lnTo>
                  <a:lnTo>
                    <a:pt x="49530" y="66920"/>
                  </a:lnTo>
                  <a:lnTo>
                    <a:pt x="49905" y="66374"/>
                  </a:lnTo>
                  <a:lnTo>
                    <a:pt x="50281" y="65828"/>
                  </a:lnTo>
                  <a:lnTo>
                    <a:pt x="50656" y="65282"/>
                  </a:lnTo>
                  <a:lnTo>
                    <a:pt x="51031" y="64736"/>
                  </a:lnTo>
                  <a:lnTo>
                    <a:pt x="51406" y="64189"/>
                  </a:lnTo>
                  <a:lnTo>
                    <a:pt x="51781" y="63643"/>
                  </a:lnTo>
                  <a:lnTo>
                    <a:pt x="52155" y="63096"/>
                  </a:lnTo>
                  <a:lnTo>
                    <a:pt x="52530" y="62550"/>
                  </a:lnTo>
                  <a:lnTo>
                    <a:pt x="52904" y="62003"/>
                  </a:lnTo>
                  <a:lnTo>
                    <a:pt x="53278" y="61456"/>
                  </a:lnTo>
                  <a:lnTo>
                    <a:pt x="53652" y="60909"/>
                  </a:lnTo>
                  <a:lnTo>
                    <a:pt x="54025" y="60362"/>
                  </a:lnTo>
                  <a:lnTo>
                    <a:pt x="54399" y="59814"/>
                  </a:lnTo>
                  <a:lnTo>
                    <a:pt x="54772" y="59267"/>
                  </a:lnTo>
                  <a:lnTo>
                    <a:pt x="55145" y="58719"/>
                  </a:lnTo>
                  <a:lnTo>
                    <a:pt x="55518" y="58172"/>
                  </a:lnTo>
                  <a:lnTo>
                    <a:pt x="55891" y="57624"/>
                  </a:lnTo>
                  <a:lnTo>
                    <a:pt x="56263" y="57076"/>
                  </a:lnTo>
                  <a:lnTo>
                    <a:pt x="56636" y="56528"/>
                  </a:lnTo>
                  <a:lnTo>
                    <a:pt x="57008" y="55980"/>
                  </a:lnTo>
                  <a:lnTo>
                    <a:pt x="57380" y="55431"/>
                  </a:lnTo>
                  <a:lnTo>
                    <a:pt x="57752" y="54883"/>
                  </a:lnTo>
                  <a:lnTo>
                    <a:pt x="58124" y="54334"/>
                  </a:lnTo>
                  <a:lnTo>
                    <a:pt x="58495" y="53786"/>
                  </a:lnTo>
                  <a:lnTo>
                    <a:pt x="58866" y="53237"/>
                  </a:lnTo>
                  <a:lnTo>
                    <a:pt x="59238" y="52688"/>
                  </a:lnTo>
                  <a:lnTo>
                    <a:pt x="59609" y="52139"/>
                  </a:lnTo>
                  <a:lnTo>
                    <a:pt x="59979" y="51590"/>
                  </a:lnTo>
                  <a:lnTo>
                    <a:pt x="60350" y="51041"/>
                  </a:lnTo>
                  <a:lnTo>
                    <a:pt x="60720" y="50491"/>
                  </a:lnTo>
                  <a:lnTo>
                    <a:pt x="61091" y="49942"/>
                  </a:lnTo>
                  <a:lnTo>
                    <a:pt x="61461" y="49392"/>
                  </a:lnTo>
                  <a:lnTo>
                    <a:pt x="61831" y="48842"/>
                  </a:lnTo>
                  <a:lnTo>
                    <a:pt x="62200" y="48292"/>
                  </a:lnTo>
                  <a:lnTo>
                    <a:pt x="62570" y="47742"/>
                  </a:lnTo>
                  <a:lnTo>
                    <a:pt x="62939" y="47192"/>
                  </a:lnTo>
                  <a:lnTo>
                    <a:pt x="63308" y="46642"/>
                  </a:lnTo>
                  <a:lnTo>
                    <a:pt x="63677" y="46092"/>
                  </a:lnTo>
                  <a:lnTo>
                    <a:pt x="64046" y="45541"/>
                  </a:lnTo>
                  <a:lnTo>
                    <a:pt x="64415" y="44991"/>
                  </a:lnTo>
                  <a:lnTo>
                    <a:pt x="64783" y="44440"/>
                  </a:lnTo>
                  <a:lnTo>
                    <a:pt x="65152" y="43889"/>
                  </a:lnTo>
                  <a:lnTo>
                    <a:pt x="65520" y="43338"/>
                  </a:lnTo>
                  <a:lnTo>
                    <a:pt x="65888" y="42787"/>
                  </a:lnTo>
                  <a:lnTo>
                    <a:pt x="66255" y="42236"/>
                  </a:lnTo>
                  <a:lnTo>
                    <a:pt x="66623" y="41685"/>
                  </a:lnTo>
                  <a:lnTo>
                    <a:pt x="66990" y="41133"/>
                  </a:lnTo>
                  <a:lnTo>
                    <a:pt x="67357" y="40582"/>
                  </a:lnTo>
                  <a:lnTo>
                    <a:pt x="67724" y="40030"/>
                  </a:lnTo>
                  <a:lnTo>
                    <a:pt x="68091" y="39478"/>
                  </a:lnTo>
                  <a:lnTo>
                    <a:pt x="68458" y="38926"/>
                  </a:lnTo>
                  <a:lnTo>
                    <a:pt x="68824" y="38374"/>
                  </a:lnTo>
                  <a:lnTo>
                    <a:pt x="69191" y="37822"/>
                  </a:lnTo>
                  <a:lnTo>
                    <a:pt x="69557" y="37270"/>
                  </a:lnTo>
                  <a:lnTo>
                    <a:pt x="69923" y="36717"/>
                  </a:lnTo>
                  <a:lnTo>
                    <a:pt x="70289" y="36165"/>
                  </a:lnTo>
                  <a:lnTo>
                    <a:pt x="70654" y="35612"/>
                  </a:lnTo>
                  <a:lnTo>
                    <a:pt x="71020" y="35060"/>
                  </a:lnTo>
                  <a:lnTo>
                    <a:pt x="71385" y="34507"/>
                  </a:lnTo>
                  <a:lnTo>
                    <a:pt x="71750" y="33954"/>
                  </a:lnTo>
                  <a:lnTo>
                    <a:pt x="72115" y="33401"/>
                  </a:lnTo>
                  <a:lnTo>
                    <a:pt x="72479" y="32847"/>
                  </a:lnTo>
                  <a:lnTo>
                    <a:pt x="72844" y="32294"/>
                  </a:lnTo>
                  <a:lnTo>
                    <a:pt x="73208" y="31741"/>
                  </a:lnTo>
                  <a:lnTo>
                    <a:pt x="73572" y="31187"/>
                  </a:lnTo>
                  <a:lnTo>
                    <a:pt x="73936" y="30633"/>
                  </a:lnTo>
                  <a:lnTo>
                    <a:pt x="74300" y="30080"/>
                  </a:lnTo>
                  <a:lnTo>
                    <a:pt x="74664" y="29526"/>
                  </a:lnTo>
                  <a:lnTo>
                    <a:pt x="75027" y="28972"/>
                  </a:lnTo>
                  <a:lnTo>
                    <a:pt x="75390" y="28417"/>
                  </a:lnTo>
                  <a:lnTo>
                    <a:pt x="75753" y="27863"/>
                  </a:lnTo>
                  <a:lnTo>
                    <a:pt x="76116" y="27309"/>
                  </a:lnTo>
                  <a:lnTo>
                    <a:pt x="76479" y="26754"/>
                  </a:lnTo>
                  <a:lnTo>
                    <a:pt x="76841" y="26200"/>
                  </a:lnTo>
                  <a:lnTo>
                    <a:pt x="77204" y="25645"/>
                  </a:lnTo>
                  <a:lnTo>
                    <a:pt x="77566" y="25090"/>
                  </a:lnTo>
                  <a:lnTo>
                    <a:pt x="77928" y="24535"/>
                  </a:lnTo>
                  <a:lnTo>
                    <a:pt x="78290" y="23980"/>
                  </a:lnTo>
                  <a:lnTo>
                    <a:pt x="78651" y="23425"/>
                  </a:lnTo>
                  <a:lnTo>
                    <a:pt x="79013" y="22869"/>
                  </a:lnTo>
                  <a:lnTo>
                    <a:pt x="79374" y="22314"/>
                  </a:lnTo>
                  <a:lnTo>
                    <a:pt x="79735" y="21758"/>
                  </a:lnTo>
                  <a:lnTo>
                    <a:pt x="80096" y="21203"/>
                  </a:lnTo>
                  <a:lnTo>
                    <a:pt x="80457" y="20647"/>
                  </a:lnTo>
                  <a:lnTo>
                    <a:pt x="80817" y="20091"/>
                  </a:lnTo>
                  <a:lnTo>
                    <a:pt x="81178" y="19535"/>
                  </a:lnTo>
                  <a:lnTo>
                    <a:pt x="81538" y="18979"/>
                  </a:lnTo>
                  <a:lnTo>
                    <a:pt x="81898" y="18422"/>
                  </a:lnTo>
                  <a:lnTo>
                    <a:pt x="82257" y="17866"/>
                  </a:lnTo>
                  <a:lnTo>
                    <a:pt x="82617" y="17309"/>
                  </a:lnTo>
                  <a:lnTo>
                    <a:pt x="82977" y="16753"/>
                  </a:lnTo>
                  <a:lnTo>
                    <a:pt x="83336" y="16196"/>
                  </a:lnTo>
                  <a:lnTo>
                    <a:pt x="83695" y="15639"/>
                  </a:lnTo>
                  <a:lnTo>
                    <a:pt x="84054" y="15082"/>
                  </a:lnTo>
                  <a:lnTo>
                    <a:pt x="84412" y="14525"/>
                  </a:lnTo>
                  <a:lnTo>
                    <a:pt x="84771" y="13968"/>
                  </a:lnTo>
                  <a:lnTo>
                    <a:pt x="85129" y="13410"/>
                  </a:lnTo>
                  <a:lnTo>
                    <a:pt x="85488" y="12853"/>
                  </a:lnTo>
                  <a:lnTo>
                    <a:pt x="85846" y="12295"/>
                  </a:lnTo>
                  <a:lnTo>
                    <a:pt x="86203" y="11738"/>
                  </a:lnTo>
                  <a:lnTo>
                    <a:pt x="86561" y="11180"/>
                  </a:lnTo>
                  <a:lnTo>
                    <a:pt x="86918" y="10622"/>
                  </a:lnTo>
                  <a:lnTo>
                    <a:pt x="87276" y="10064"/>
                  </a:lnTo>
                  <a:lnTo>
                    <a:pt x="87633" y="9506"/>
                  </a:lnTo>
                  <a:lnTo>
                    <a:pt x="87990" y="8948"/>
                  </a:lnTo>
                  <a:lnTo>
                    <a:pt x="88346" y="8389"/>
                  </a:lnTo>
                  <a:lnTo>
                    <a:pt x="88703" y="7831"/>
                  </a:lnTo>
                  <a:lnTo>
                    <a:pt x="89059" y="7272"/>
                  </a:lnTo>
                  <a:lnTo>
                    <a:pt x="89415" y="6713"/>
                  </a:lnTo>
                  <a:lnTo>
                    <a:pt x="89771" y="6154"/>
                  </a:lnTo>
                  <a:lnTo>
                    <a:pt x="90127" y="5596"/>
                  </a:lnTo>
                  <a:lnTo>
                    <a:pt x="90483" y="5036"/>
                  </a:lnTo>
                  <a:lnTo>
                    <a:pt x="90838" y="4477"/>
                  </a:lnTo>
                  <a:lnTo>
                    <a:pt x="91194" y="3918"/>
                  </a:lnTo>
                  <a:lnTo>
                    <a:pt x="91549" y="3358"/>
                  </a:lnTo>
                  <a:lnTo>
                    <a:pt x="91904" y="2799"/>
                  </a:lnTo>
                  <a:lnTo>
                    <a:pt x="92258" y="2239"/>
                  </a:lnTo>
                  <a:lnTo>
                    <a:pt x="92613" y="1680"/>
                  </a:lnTo>
                  <a:lnTo>
                    <a:pt x="92967" y="1120"/>
                  </a:lnTo>
                  <a:lnTo>
                    <a:pt x="93321" y="560"/>
                  </a:lnTo>
                  <a:lnTo>
                    <a:pt x="93675" y="0"/>
                  </a:lnTo>
                </a:path>
              </a:pathLst>
            </a:custGeom>
            <a:ln w="55244" cap="rnd">
              <a:solidFill>
                <a:srgbClr val="71BF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l7134"/>
            <p:cNvSpPr/>
            <p:nvPr/>
          </p:nvSpPr>
          <p:spPr>
            <a:xfrm>
              <a:off x="4277740" y="4341728"/>
              <a:ext cx="44843" cy="84328"/>
            </a:xfrm>
            <a:custGeom>
              <a:avLst/>
              <a:pathLst>
                <a:path w="44843" h="84328">
                  <a:moveTo>
                    <a:pt x="0" y="0"/>
                  </a:moveTo>
                  <a:lnTo>
                    <a:pt x="172" y="342"/>
                  </a:lnTo>
                  <a:lnTo>
                    <a:pt x="344" y="685"/>
                  </a:lnTo>
                  <a:lnTo>
                    <a:pt x="516" y="1028"/>
                  </a:lnTo>
                  <a:lnTo>
                    <a:pt x="688" y="1371"/>
                  </a:lnTo>
                  <a:lnTo>
                    <a:pt x="861" y="1713"/>
                  </a:lnTo>
                  <a:lnTo>
                    <a:pt x="1033" y="2056"/>
                  </a:lnTo>
                  <a:lnTo>
                    <a:pt x="1206" y="2399"/>
                  </a:lnTo>
                  <a:lnTo>
                    <a:pt x="1378" y="2741"/>
                  </a:lnTo>
                  <a:lnTo>
                    <a:pt x="1551" y="3084"/>
                  </a:lnTo>
                  <a:lnTo>
                    <a:pt x="1724" y="3426"/>
                  </a:lnTo>
                  <a:lnTo>
                    <a:pt x="1897" y="3769"/>
                  </a:lnTo>
                  <a:lnTo>
                    <a:pt x="2069" y="4111"/>
                  </a:lnTo>
                  <a:lnTo>
                    <a:pt x="2242" y="4454"/>
                  </a:lnTo>
                  <a:lnTo>
                    <a:pt x="2415" y="4796"/>
                  </a:lnTo>
                  <a:lnTo>
                    <a:pt x="2588" y="5138"/>
                  </a:lnTo>
                  <a:lnTo>
                    <a:pt x="2762" y="5481"/>
                  </a:lnTo>
                  <a:lnTo>
                    <a:pt x="2935" y="5823"/>
                  </a:lnTo>
                  <a:lnTo>
                    <a:pt x="3108" y="6165"/>
                  </a:lnTo>
                  <a:lnTo>
                    <a:pt x="3281" y="6507"/>
                  </a:lnTo>
                  <a:lnTo>
                    <a:pt x="3455" y="6850"/>
                  </a:lnTo>
                  <a:lnTo>
                    <a:pt x="3628" y="7192"/>
                  </a:lnTo>
                  <a:lnTo>
                    <a:pt x="3802" y="7534"/>
                  </a:lnTo>
                  <a:lnTo>
                    <a:pt x="3975" y="7876"/>
                  </a:lnTo>
                  <a:lnTo>
                    <a:pt x="4149" y="8218"/>
                  </a:lnTo>
                  <a:lnTo>
                    <a:pt x="4322" y="8560"/>
                  </a:lnTo>
                  <a:lnTo>
                    <a:pt x="4496" y="8902"/>
                  </a:lnTo>
                  <a:lnTo>
                    <a:pt x="4670" y="9244"/>
                  </a:lnTo>
                  <a:lnTo>
                    <a:pt x="4844" y="9586"/>
                  </a:lnTo>
                  <a:lnTo>
                    <a:pt x="5018" y="9928"/>
                  </a:lnTo>
                  <a:lnTo>
                    <a:pt x="5192" y="10270"/>
                  </a:lnTo>
                  <a:lnTo>
                    <a:pt x="5366" y="10612"/>
                  </a:lnTo>
                  <a:lnTo>
                    <a:pt x="5540" y="10954"/>
                  </a:lnTo>
                  <a:lnTo>
                    <a:pt x="5714" y="11295"/>
                  </a:lnTo>
                  <a:lnTo>
                    <a:pt x="5889" y="11637"/>
                  </a:lnTo>
                  <a:lnTo>
                    <a:pt x="6063" y="11979"/>
                  </a:lnTo>
                  <a:lnTo>
                    <a:pt x="6237" y="12320"/>
                  </a:lnTo>
                  <a:lnTo>
                    <a:pt x="6412" y="12662"/>
                  </a:lnTo>
                  <a:lnTo>
                    <a:pt x="6586" y="13004"/>
                  </a:lnTo>
                  <a:lnTo>
                    <a:pt x="6761" y="13345"/>
                  </a:lnTo>
                  <a:lnTo>
                    <a:pt x="6936" y="13687"/>
                  </a:lnTo>
                  <a:lnTo>
                    <a:pt x="7110" y="14028"/>
                  </a:lnTo>
                  <a:lnTo>
                    <a:pt x="7285" y="14370"/>
                  </a:lnTo>
                  <a:lnTo>
                    <a:pt x="7460" y="14711"/>
                  </a:lnTo>
                  <a:lnTo>
                    <a:pt x="7635" y="15053"/>
                  </a:lnTo>
                  <a:lnTo>
                    <a:pt x="7810" y="15394"/>
                  </a:lnTo>
                  <a:lnTo>
                    <a:pt x="7985" y="15735"/>
                  </a:lnTo>
                  <a:lnTo>
                    <a:pt x="8160" y="16077"/>
                  </a:lnTo>
                  <a:lnTo>
                    <a:pt x="8335" y="16418"/>
                  </a:lnTo>
                  <a:lnTo>
                    <a:pt x="8510" y="16759"/>
                  </a:lnTo>
                  <a:lnTo>
                    <a:pt x="8686" y="17100"/>
                  </a:lnTo>
                  <a:lnTo>
                    <a:pt x="8861" y="17442"/>
                  </a:lnTo>
                  <a:lnTo>
                    <a:pt x="9036" y="17783"/>
                  </a:lnTo>
                  <a:lnTo>
                    <a:pt x="9212" y="18124"/>
                  </a:lnTo>
                  <a:lnTo>
                    <a:pt x="9388" y="18465"/>
                  </a:lnTo>
                  <a:lnTo>
                    <a:pt x="9563" y="18806"/>
                  </a:lnTo>
                  <a:lnTo>
                    <a:pt x="9739" y="19147"/>
                  </a:lnTo>
                  <a:lnTo>
                    <a:pt x="9915" y="19488"/>
                  </a:lnTo>
                  <a:lnTo>
                    <a:pt x="10090" y="19829"/>
                  </a:lnTo>
                  <a:lnTo>
                    <a:pt x="10266" y="20170"/>
                  </a:lnTo>
                  <a:lnTo>
                    <a:pt x="10442" y="20511"/>
                  </a:lnTo>
                  <a:lnTo>
                    <a:pt x="10618" y="20852"/>
                  </a:lnTo>
                  <a:lnTo>
                    <a:pt x="10794" y="21192"/>
                  </a:lnTo>
                  <a:lnTo>
                    <a:pt x="10970" y="21533"/>
                  </a:lnTo>
                  <a:lnTo>
                    <a:pt x="11147" y="21874"/>
                  </a:lnTo>
                  <a:lnTo>
                    <a:pt x="11323" y="22215"/>
                  </a:lnTo>
                  <a:lnTo>
                    <a:pt x="11499" y="22555"/>
                  </a:lnTo>
                  <a:lnTo>
                    <a:pt x="11676" y="22896"/>
                  </a:lnTo>
                  <a:lnTo>
                    <a:pt x="11852" y="23237"/>
                  </a:lnTo>
                  <a:lnTo>
                    <a:pt x="12029" y="23577"/>
                  </a:lnTo>
                  <a:lnTo>
                    <a:pt x="12205" y="23918"/>
                  </a:lnTo>
                  <a:lnTo>
                    <a:pt x="12382" y="24258"/>
                  </a:lnTo>
                  <a:lnTo>
                    <a:pt x="12559" y="24599"/>
                  </a:lnTo>
                  <a:lnTo>
                    <a:pt x="12735" y="24939"/>
                  </a:lnTo>
                  <a:lnTo>
                    <a:pt x="12912" y="25280"/>
                  </a:lnTo>
                  <a:lnTo>
                    <a:pt x="13089" y="25620"/>
                  </a:lnTo>
                  <a:lnTo>
                    <a:pt x="13266" y="25960"/>
                  </a:lnTo>
                  <a:lnTo>
                    <a:pt x="13443" y="26301"/>
                  </a:lnTo>
                  <a:lnTo>
                    <a:pt x="13620" y="26641"/>
                  </a:lnTo>
                  <a:lnTo>
                    <a:pt x="13797" y="26981"/>
                  </a:lnTo>
                  <a:lnTo>
                    <a:pt x="13975" y="27321"/>
                  </a:lnTo>
                  <a:lnTo>
                    <a:pt x="14152" y="27662"/>
                  </a:lnTo>
                  <a:lnTo>
                    <a:pt x="14329" y="28002"/>
                  </a:lnTo>
                  <a:lnTo>
                    <a:pt x="14507" y="28342"/>
                  </a:lnTo>
                  <a:lnTo>
                    <a:pt x="14684" y="28682"/>
                  </a:lnTo>
                  <a:lnTo>
                    <a:pt x="14862" y="29022"/>
                  </a:lnTo>
                  <a:lnTo>
                    <a:pt x="15039" y="29362"/>
                  </a:lnTo>
                  <a:lnTo>
                    <a:pt x="15217" y="29702"/>
                  </a:lnTo>
                  <a:lnTo>
                    <a:pt x="15395" y="30042"/>
                  </a:lnTo>
                  <a:lnTo>
                    <a:pt x="15573" y="30382"/>
                  </a:lnTo>
                  <a:lnTo>
                    <a:pt x="15750" y="30722"/>
                  </a:lnTo>
                  <a:lnTo>
                    <a:pt x="15928" y="31062"/>
                  </a:lnTo>
                  <a:lnTo>
                    <a:pt x="16106" y="31401"/>
                  </a:lnTo>
                  <a:lnTo>
                    <a:pt x="16284" y="31741"/>
                  </a:lnTo>
                  <a:lnTo>
                    <a:pt x="16463" y="32081"/>
                  </a:lnTo>
                  <a:lnTo>
                    <a:pt x="16641" y="32421"/>
                  </a:lnTo>
                  <a:lnTo>
                    <a:pt x="16819" y="32760"/>
                  </a:lnTo>
                  <a:lnTo>
                    <a:pt x="16997" y="33100"/>
                  </a:lnTo>
                  <a:lnTo>
                    <a:pt x="17176" y="33440"/>
                  </a:lnTo>
                  <a:lnTo>
                    <a:pt x="17354" y="33779"/>
                  </a:lnTo>
                  <a:lnTo>
                    <a:pt x="17533" y="34119"/>
                  </a:lnTo>
                  <a:lnTo>
                    <a:pt x="17711" y="34458"/>
                  </a:lnTo>
                  <a:lnTo>
                    <a:pt x="17890" y="34798"/>
                  </a:lnTo>
                  <a:lnTo>
                    <a:pt x="18069" y="35137"/>
                  </a:lnTo>
                  <a:lnTo>
                    <a:pt x="18247" y="35477"/>
                  </a:lnTo>
                  <a:lnTo>
                    <a:pt x="18426" y="35816"/>
                  </a:lnTo>
                  <a:lnTo>
                    <a:pt x="18605" y="36155"/>
                  </a:lnTo>
                  <a:lnTo>
                    <a:pt x="18784" y="36495"/>
                  </a:lnTo>
                  <a:lnTo>
                    <a:pt x="18963" y="36834"/>
                  </a:lnTo>
                  <a:lnTo>
                    <a:pt x="19142" y="37173"/>
                  </a:lnTo>
                  <a:lnTo>
                    <a:pt x="19321" y="37512"/>
                  </a:lnTo>
                  <a:lnTo>
                    <a:pt x="19501" y="37851"/>
                  </a:lnTo>
                  <a:lnTo>
                    <a:pt x="19680" y="38191"/>
                  </a:lnTo>
                  <a:lnTo>
                    <a:pt x="19859" y="38530"/>
                  </a:lnTo>
                  <a:lnTo>
                    <a:pt x="20039" y="38869"/>
                  </a:lnTo>
                  <a:lnTo>
                    <a:pt x="20218" y="39208"/>
                  </a:lnTo>
                  <a:lnTo>
                    <a:pt x="20398" y="39547"/>
                  </a:lnTo>
                  <a:lnTo>
                    <a:pt x="20577" y="39886"/>
                  </a:lnTo>
                  <a:lnTo>
                    <a:pt x="20757" y="40225"/>
                  </a:lnTo>
                  <a:lnTo>
                    <a:pt x="20937" y="40564"/>
                  </a:lnTo>
                  <a:lnTo>
                    <a:pt x="21116" y="40903"/>
                  </a:lnTo>
                  <a:lnTo>
                    <a:pt x="21296" y="41241"/>
                  </a:lnTo>
                  <a:lnTo>
                    <a:pt x="21476" y="41580"/>
                  </a:lnTo>
                  <a:lnTo>
                    <a:pt x="21656" y="41919"/>
                  </a:lnTo>
                  <a:lnTo>
                    <a:pt x="21836" y="42258"/>
                  </a:lnTo>
                  <a:lnTo>
                    <a:pt x="22016" y="42596"/>
                  </a:lnTo>
                  <a:lnTo>
                    <a:pt x="22196" y="42935"/>
                  </a:lnTo>
                  <a:lnTo>
                    <a:pt x="22377" y="43274"/>
                  </a:lnTo>
                  <a:lnTo>
                    <a:pt x="22557" y="43612"/>
                  </a:lnTo>
                  <a:lnTo>
                    <a:pt x="22737" y="43951"/>
                  </a:lnTo>
                  <a:lnTo>
                    <a:pt x="22918" y="44289"/>
                  </a:lnTo>
                  <a:lnTo>
                    <a:pt x="23098" y="44628"/>
                  </a:lnTo>
                  <a:lnTo>
                    <a:pt x="23279" y="44966"/>
                  </a:lnTo>
                  <a:lnTo>
                    <a:pt x="23460" y="45305"/>
                  </a:lnTo>
                  <a:lnTo>
                    <a:pt x="23640" y="45643"/>
                  </a:lnTo>
                  <a:lnTo>
                    <a:pt x="23821" y="45981"/>
                  </a:lnTo>
                  <a:lnTo>
                    <a:pt x="24002" y="46320"/>
                  </a:lnTo>
                  <a:lnTo>
                    <a:pt x="24183" y="46658"/>
                  </a:lnTo>
                  <a:lnTo>
                    <a:pt x="24364" y="46996"/>
                  </a:lnTo>
                  <a:lnTo>
                    <a:pt x="24545" y="47335"/>
                  </a:lnTo>
                  <a:lnTo>
                    <a:pt x="24726" y="47673"/>
                  </a:lnTo>
                  <a:lnTo>
                    <a:pt x="24907" y="48011"/>
                  </a:lnTo>
                  <a:lnTo>
                    <a:pt x="25088" y="48349"/>
                  </a:lnTo>
                  <a:lnTo>
                    <a:pt x="25269" y="48687"/>
                  </a:lnTo>
                  <a:lnTo>
                    <a:pt x="25451" y="49025"/>
                  </a:lnTo>
                  <a:lnTo>
                    <a:pt x="25632" y="49363"/>
                  </a:lnTo>
                  <a:lnTo>
                    <a:pt x="25813" y="49701"/>
                  </a:lnTo>
                  <a:lnTo>
                    <a:pt x="25995" y="50039"/>
                  </a:lnTo>
                  <a:lnTo>
                    <a:pt x="26176" y="50377"/>
                  </a:lnTo>
                  <a:lnTo>
                    <a:pt x="26358" y="50715"/>
                  </a:lnTo>
                  <a:lnTo>
                    <a:pt x="26540" y="51053"/>
                  </a:lnTo>
                  <a:lnTo>
                    <a:pt x="26722" y="51391"/>
                  </a:lnTo>
                  <a:lnTo>
                    <a:pt x="26903" y="51728"/>
                  </a:lnTo>
                  <a:lnTo>
                    <a:pt x="27085" y="52066"/>
                  </a:lnTo>
                  <a:lnTo>
                    <a:pt x="27267" y="52404"/>
                  </a:lnTo>
                  <a:lnTo>
                    <a:pt x="27449" y="52742"/>
                  </a:lnTo>
                  <a:lnTo>
                    <a:pt x="27631" y="53079"/>
                  </a:lnTo>
                  <a:lnTo>
                    <a:pt x="27814" y="53417"/>
                  </a:lnTo>
                  <a:lnTo>
                    <a:pt x="27996" y="53754"/>
                  </a:lnTo>
                  <a:lnTo>
                    <a:pt x="28178" y="54092"/>
                  </a:lnTo>
                  <a:lnTo>
                    <a:pt x="28360" y="54429"/>
                  </a:lnTo>
                  <a:lnTo>
                    <a:pt x="28543" y="54767"/>
                  </a:lnTo>
                  <a:lnTo>
                    <a:pt x="28725" y="55104"/>
                  </a:lnTo>
                  <a:lnTo>
                    <a:pt x="28908" y="55442"/>
                  </a:lnTo>
                  <a:lnTo>
                    <a:pt x="29090" y="55779"/>
                  </a:lnTo>
                  <a:lnTo>
                    <a:pt x="29273" y="56116"/>
                  </a:lnTo>
                  <a:lnTo>
                    <a:pt x="29456" y="56454"/>
                  </a:lnTo>
                  <a:lnTo>
                    <a:pt x="29639" y="56791"/>
                  </a:lnTo>
                  <a:lnTo>
                    <a:pt x="29821" y="57128"/>
                  </a:lnTo>
                  <a:lnTo>
                    <a:pt x="30004" y="57465"/>
                  </a:lnTo>
                  <a:lnTo>
                    <a:pt x="30187" y="57803"/>
                  </a:lnTo>
                  <a:lnTo>
                    <a:pt x="30370" y="58140"/>
                  </a:lnTo>
                  <a:lnTo>
                    <a:pt x="30553" y="58477"/>
                  </a:lnTo>
                  <a:lnTo>
                    <a:pt x="30737" y="58814"/>
                  </a:lnTo>
                  <a:lnTo>
                    <a:pt x="30920" y="59151"/>
                  </a:lnTo>
                  <a:lnTo>
                    <a:pt x="31103" y="59488"/>
                  </a:lnTo>
                  <a:lnTo>
                    <a:pt x="31287" y="59825"/>
                  </a:lnTo>
                  <a:lnTo>
                    <a:pt x="31470" y="60162"/>
                  </a:lnTo>
                  <a:lnTo>
                    <a:pt x="31653" y="60499"/>
                  </a:lnTo>
                  <a:lnTo>
                    <a:pt x="31837" y="60835"/>
                  </a:lnTo>
                  <a:lnTo>
                    <a:pt x="32021" y="61172"/>
                  </a:lnTo>
                  <a:lnTo>
                    <a:pt x="32204" y="61509"/>
                  </a:lnTo>
                  <a:lnTo>
                    <a:pt x="32388" y="61846"/>
                  </a:lnTo>
                  <a:lnTo>
                    <a:pt x="32572" y="62182"/>
                  </a:lnTo>
                  <a:lnTo>
                    <a:pt x="32756" y="62519"/>
                  </a:lnTo>
                  <a:lnTo>
                    <a:pt x="32940" y="62856"/>
                  </a:lnTo>
                  <a:lnTo>
                    <a:pt x="33124" y="63192"/>
                  </a:lnTo>
                  <a:lnTo>
                    <a:pt x="33308" y="63529"/>
                  </a:lnTo>
                  <a:lnTo>
                    <a:pt x="33492" y="63865"/>
                  </a:lnTo>
                  <a:lnTo>
                    <a:pt x="33676" y="64202"/>
                  </a:lnTo>
                  <a:lnTo>
                    <a:pt x="33860" y="64538"/>
                  </a:lnTo>
                  <a:lnTo>
                    <a:pt x="34045" y="64875"/>
                  </a:lnTo>
                  <a:lnTo>
                    <a:pt x="34229" y="65211"/>
                  </a:lnTo>
                  <a:lnTo>
                    <a:pt x="34413" y="65548"/>
                  </a:lnTo>
                  <a:lnTo>
                    <a:pt x="34598" y="65884"/>
                  </a:lnTo>
                  <a:lnTo>
                    <a:pt x="34782" y="66220"/>
                  </a:lnTo>
                  <a:lnTo>
                    <a:pt x="34967" y="66557"/>
                  </a:lnTo>
                  <a:lnTo>
                    <a:pt x="35152" y="66893"/>
                  </a:lnTo>
                  <a:lnTo>
                    <a:pt x="35336" y="67229"/>
                  </a:lnTo>
                  <a:lnTo>
                    <a:pt x="35521" y="67565"/>
                  </a:lnTo>
                  <a:lnTo>
                    <a:pt x="35706" y="67901"/>
                  </a:lnTo>
                  <a:lnTo>
                    <a:pt x="35891" y="68237"/>
                  </a:lnTo>
                  <a:lnTo>
                    <a:pt x="36076" y="68573"/>
                  </a:lnTo>
                  <a:lnTo>
                    <a:pt x="36261" y="68909"/>
                  </a:lnTo>
                  <a:lnTo>
                    <a:pt x="36446" y="69245"/>
                  </a:lnTo>
                  <a:lnTo>
                    <a:pt x="36632" y="69581"/>
                  </a:lnTo>
                  <a:lnTo>
                    <a:pt x="36817" y="69917"/>
                  </a:lnTo>
                  <a:lnTo>
                    <a:pt x="37002" y="70253"/>
                  </a:lnTo>
                  <a:lnTo>
                    <a:pt x="37188" y="70589"/>
                  </a:lnTo>
                  <a:lnTo>
                    <a:pt x="37373" y="70925"/>
                  </a:lnTo>
                  <a:lnTo>
                    <a:pt x="37558" y="71260"/>
                  </a:lnTo>
                  <a:lnTo>
                    <a:pt x="37744" y="71596"/>
                  </a:lnTo>
                  <a:lnTo>
                    <a:pt x="37930" y="71932"/>
                  </a:lnTo>
                  <a:lnTo>
                    <a:pt x="38115" y="72268"/>
                  </a:lnTo>
                  <a:lnTo>
                    <a:pt x="38301" y="72603"/>
                  </a:lnTo>
                  <a:lnTo>
                    <a:pt x="38487" y="72939"/>
                  </a:lnTo>
                  <a:lnTo>
                    <a:pt x="38673" y="73274"/>
                  </a:lnTo>
                  <a:lnTo>
                    <a:pt x="38859" y="73610"/>
                  </a:lnTo>
                  <a:lnTo>
                    <a:pt x="39045" y="73945"/>
                  </a:lnTo>
                  <a:lnTo>
                    <a:pt x="39231" y="74281"/>
                  </a:lnTo>
                  <a:lnTo>
                    <a:pt x="39417" y="74616"/>
                  </a:lnTo>
                  <a:lnTo>
                    <a:pt x="39603" y="74952"/>
                  </a:lnTo>
                  <a:lnTo>
                    <a:pt x="39790" y="75287"/>
                  </a:lnTo>
                  <a:lnTo>
                    <a:pt x="39976" y="75622"/>
                  </a:lnTo>
                  <a:lnTo>
                    <a:pt x="40162" y="75958"/>
                  </a:lnTo>
                  <a:lnTo>
                    <a:pt x="40349" y="76293"/>
                  </a:lnTo>
                  <a:lnTo>
                    <a:pt x="40535" y="76628"/>
                  </a:lnTo>
                  <a:lnTo>
                    <a:pt x="40722" y="76963"/>
                  </a:lnTo>
                  <a:lnTo>
                    <a:pt x="40909" y="77298"/>
                  </a:lnTo>
                  <a:lnTo>
                    <a:pt x="41095" y="77633"/>
                  </a:lnTo>
                  <a:lnTo>
                    <a:pt x="41282" y="77969"/>
                  </a:lnTo>
                  <a:lnTo>
                    <a:pt x="41469" y="78304"/>
                  </a:lnTo>
                  <a:lnTo>
                    <a:pt x="41656" y="78639"/>
                  </a:lnTo>
                  <a:lnTo>
                    <a:pt x="41843" y="78974"/>
                  </a:lnTo>
                  <a:lnTo>
                    <a:pt x="42030" y="79308"/>
                  </a:lnTo>
                  <a:lnTo>
                    <a:pt x="42217" y="79643"/>
                  </a:lnTo>
                  <a:lnTo>
                    <a:pt x="42404" y="79978"/>
                  </a:lnTo>
                  <a:lnTo>
                    <a:pt x="42591" y="80313"/>
                  </a:lnTo>
                  <a:lnTo>
                    <a:pt x="42779" y="80648"/>
                  </a:lnTo>
                  <a:lnTo>
                    <a:pt x="42966" y="80983"/>
                  </a:lnTo>
                  <a:lnTo>
                    <a:pt x="43153" y="81317"/>
                  </a:lnTo>
                  <a:lnTo>
                    <a:pt x="43341" y="81652"/>
                  </a:lnTo>
                  <a:lnTo>
                    <a:pt x="43528" y="81987"/>
                  </a:lnTo>
                  <a:lnTo>
                    <a:pt x="43716" y="82321"/>
                  </a:lnTo>
                  <a:lnTo>
                    <a:pt x="43904" y="82656"/>
                  </a:lnTo>
                  <a:lnTo>
                    <a:pt x="44091" y="82990"/>
                  </a:lnTo>
                  <a:lnTo>
                    <a:pt x="44279" y="83325"/>
                  </a:lnTo>
                  <a:lnTo>
                    <a:pt x="44467" y="83659"/>
                  </a:lnTo>
                  <a:lnTo>
                    <a:pt x="44655" y="83994"/>
                  </a:lnTo>
                  <a:lnTo>
                    <a:pt x="44843" y="84328"/>
                  </a:lnTo>
                </a:path>
              </a:pathLst>
            </a:custGeom>
            <a:ln w="55244" cap="rnd">
              <a:solidFill>
                <a:srgbClr val="F06A6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l7135"/>
            <p:cNvSpPr/>
            <p:nvPr/>
          </p:nvSpPr>
          <p:spPr>
            <a:xfrm>
              <a:off x="7331984" y="3935931"/>
              <a:ext cx="734042" cy="1108788"/>
            </a:xfrm>
            <a:custGeom>
              <a:avLst/>
              <a:pathLst>
                <a:path w="734042" h="1108788">
                  <a:moveTo>
                    <a:pt x="0" y="1108788"/>
                  </a:moveTo>
                  <a:lnTo>
                    <a:pt x="4316" y="1105476"/>
                  </a:lnTo>
                  <a:lnTo>
                    <a:pt x="8623" y="1102153"/>
                  </a:lnTo>
                  <a:lnTo>
                    <a:pt x="12922" y="1098819"/>
                  </a:lnTo>
                  <a:lnTo>
                    <a:pt x="17212" y="1095473"/>
                  </a:lnTo>
                  <a:lnTo>
                    <a:pt x="21492" y="1092115"/>
                  </a:lnTo>
                  <a:lnTo>
                    <a:pt x="25764" y="1088746"/>
                  </a:lnTo>
                  <a:lnTo>
                    <a:pt x="30027" y="1085366"/>
                  </a:lnTo>
                  <a:lnTo>
                    <a:pt x="34280" y="1081974"/>
                  </a:lnTo>
                  <a:lnTo>
                    <a:pt x="38525" y="1078571"/>
                  </a:lnTo>
                  <a:lnTo>
                    <a:pt x="42760" y="1075157"/>
                  </a:lnTo>
                  <a:lnTo>
                    <a:pt x="46987" y="1071731"/>
                  </a:lnTo>
                  <a:lnTo>
                    <a:pt x="51204" y="1068294"/>
                  </a:lnTo>
                  <a:lnTo>
                    <a:pt x="55412" y="1064846"/>
                  </a:lnTo>
                  <a:lnTo>
                    <a:pt x="59610" y="1061387"/>
                  </a:lnTo>
                  <a:lnTo>
                    <a:pt x="63800" y="1057916"/>
                  </a:lnTo>
                  <a:lnTo>
                    <a:pt x="67980" y="1054434"/>
                  </a:lnTo>
                  <a:lnTo>
                    <a:pt x="72150" y="1050941"/>
                  </a:lnTo>
                  <a:lnTo>
                    <a:pt x="76312" y="1047437"/>
                  </a:lnTo>
                  <a:lnTo>
                    <a:pt x="80464" y="1043921"/>
                  </a:lnTo>
                  <a:lnTo>
                    <a:pt x="84607" y="1040395"/>
                  </a:lnTo>
                  <a:lnTo>
                    <a:pt x="88740" y="1036857"/>
                  </a:lnTo>
                  <a:lnTo>
                    <a:pt x="92863" y="1033309"/>
                  </a:lnTo>
                  <a:lnTo>
                    <a:pt x="96978" y="1029749"/>
                  </a:lnTo>
                  <a:lnTo>
                    <a:pt x="101082" y="1026179"/>
                  </a:lnTo>
                  <a:lnTo>
                    <a:pt x="105177" y="1022597"/>
                  </a:lnTo>
                  <a:lnTo>
                    <a:pt x="109263" y="1019005"/>
                  </a:lnTo>
                  <a:lnTo>
                    <a:pt x="113339" y="1015401"/>
                  </a:lnTo>
                  <a:lnTo>
                    <a:pt x="117405" y="1011787"/>
                  </a:lnTo>
                  <a:lnTo>
                    <a:pt x="121462" y="1008162"/>
                  </a:lnTo>
                  <a:lnTo>
                    <a:pt x="125508" y="1004526"/>
                  </a:lnTo>
                  <a:lnTo>
                    <a:pt x="129545" y="1000879"/>
                  </a:lnTo>
                  <a:lnTo>
                    <a:pt x="133573" y="997222"/>
                  </a:lnTo>
                  <a:lnTo>
                    <a:pt x="137590" y="993554"/>
                  </a:lnTo>
                  <a:lnTo>
                    <a:pt x="141598" y="989875"/>
                  </a:lnTo>
                  <a:lnTo>
                    <a:pt x="145596" y="986185"/>
                  </a:lnTo>
                  <a:lnTo>
                    <a:pt x="149584" y="982485"/>
                  </a:lnTo>
                  <a:lnTo>
                    <a:pt x="153562" y="978773"/>
                  </a:lnTo>
                  <a:lnTo>
                    <a:pt x="157530" y="975052"/>
                  </a:lnTo>
                  <a:lnTo>
                    <a:pt x="161488" y="971320"/>
                  </a:lnTo>
                  <a:lnTo>
                    <a:pt x="165436" y="967577"/>
                  </a:lnTo>
                  <a:lnTo>
                    <a:pt x="169375" y="963823"/>
                  </a:lnTo>
                  <a:lnTo>
                    <a:pt x="173303" y="960059"/>
                  </a:lnTo>
                  <a:lnTo>
                    <a:pt x="177221" y="956285"/>
                  </a:lnTo>
                  <a:lnTo>
                    <a:pt x="181129" y="952500"/>
                  </a:lnTo>
                  <a:lnTo>
                    <a:pt x="185026" y="948705"/>
                  </a:lnTo>
                  <a:lnTo>
                    <a:pt x="188914" y="944899"/>
                  </a:lnTo>
                  <a:lnTo>
                    <a:pt x="192791" y="941083"/>
                  </a:lnTo>
                  <a:lnTo>
                    <a:pt x="196659" y="937257"/>
                  </a:lnTo>
                  <a:lnTo>
                    <a:pt x="200516" y="933420"/>
                  </a:lnTo>
                  <a:lnTo>
                    <a:pt x="204362" y="929573"/>
                  </a:lnTo>
                  <a:lnTo>
                    <a:pt x="208199" y="925715"/>
                  </a:lnTo>
                  <a:lnTo>
                    <a:pt x="212025" y="921848"/>
                  </a:lnTo>
                  <a:lnTo>
                    <a:pt x="215840" y="917970"/>
                  </a:lnTo>
                  <a:lnTo>
                    <a:pt x="219646" y="914082"/>
                  </a:lnTo>
                  <a:lnTo>
                    <a:pt x="223441" y="910184"/>
                  </a:lnTo>
                  <a:lnTo>
                    <a:pt x="227225" y="906276"/>
                  </a:lnTo>
                  <a:lnTo>
                    <a:pt x="230999" y="902357"/>
                  </a:lnTo>
                  <a:lnTo>
                    <a:pt x="234762" y="898429"/>
                  </a:lnTo>
                  <a:lnTo>
                    <a:pt x="238515" y="894490"/>
                  </a:lnTo>
                  <a:lnTo>
                    <a:pt x="242258" y="890542"/>
                  </a:lnTo>
                  <a:lnTo>
                    <a:pt x="245990" y="886583"/>
                  </a:lnTo>
                  <a:lnTo>
                    <a:pt x="249711" y="882614"/>
                  </a:lnTo>
                  <a:lnTo>
                    <a:pt x="253422" y="878636"/>
                  </a:lnTo>
                  <a:lnTo>
                    <a:pt x="257122" y="874648"/>
                  </a:lnTo>
                  <a:lnTo>
                    <a:pt x="260811" y="870649"/>
                  </a:lnTo>
                  <a:lnTo>
                    <a:pt x="264490" y="866641"/>
                  </a:lnTo>
                  <a:lnTo>
                    <a:pt x="268157" y="862623"/>
                  </a:lnTo>
                  <a:lnTo>
                    <a:pt x="271815" y="858596"/>
                  </a:lnTo>
                  <a:lnTo>
                    <a:pt x="275461" y="854558"/>
                  </a:lnTo>
                  <a:lnTo>
                    <a:pt x="279096" y="850511"/>
                  </a:lnTo>
                  <a:lnTo>
                    <a:pt x="282721" y="846454"/>
                  </a:lnTo>
                  <a:lnTo>
                    <a:pt x="286335" y="842387"/>
                  </a:lnTo>
                  <a:lnTo>
                    <a:pt x="289938" y="838311"/>
                  </a:lnTo>
                  <a:lnTo>
                    <a:pt x="293530" y="834225"/>
                  </a:lnTo>
                  <a:lnTo>
                    <a:pt x="297111" y="830130"/>
                  </a:lnTo>
                  <a:lnTo>
                    <a:pt x="300681" y="826025"/>
                  </a:lnTo>
                  <a:lnTo>
                    <a:pt x="304240" y="821910"/>
                  </a:lnTo>
                  <a:lnTo>
                    <a:pt x="307788" y="817786"/>
                  </a:lnTo>
                  <a:lnTo>
                    <a:pt x="311325" y="813653"/>
                  </a:lnTo>
                  <a:lnTo>
                    <a:pt x="314851" y="809510"/>
                  </a:lnTo>
                  <a:lnTo>
                    <a:pt x="318366" y="805357"/>
                  </a:lnTo>
                  <a:lnTo>
                    <a:pt x="321870" y="801196"/>
                  </a:lnTo>
                  <a:lnTo>
                    <a:pt x="325363" y="797024"/>
                  </a:lnTo>
                  <a:lnTo>
                    <a:pt x="328844" y="792844"/>
                  </a:lnTo>
                  <a:lnTo>
                    <a:pt x="332314" y="788654"/>
                  </a:lnTo>
                  <a:lnTo>
                    <a:pt x="335774" y="784455"/>
                  </a:lnTo>
                  <a:lnTo>
                    <a:pt x="339221" y="780247"/>
                  </a:lnTo>
                  <a:lnTo>
                    <a:pt x="342658" y="776030"/>
                  </a:lnTo>
                  <a:lnTo>
                    <a:pt x="346083" y="771803"/>
                  </a:lnTo>
                  <a:lnTo>
                    <a:pt x="349497" y="767567"/>
                  </a:lnTo>
                  <a:lnTo>
                    <a:pt x="352900" y="763322"/>
                  </a:lnTo>
                  <a:lnTo>
                    <a:pt x="356291" y="759068"/>
                  </a:lnTo>
                  <a:lnTo>
                    <a:pt x="359671" y="754805"/>
                  </a:lnTo>
                  <a:lnTo>
                    <a:pt x="363039" y="750533"/>
                  </a:lnTo>
                  <a:lnTo>
                    <a:pt x="366396" y="746252"/>
                  </a:lnTo>
                  <a:lnTo>
                    <a:pt x="369742" y="741962"/>
                  </a:lnTo>
                  <a:lnTo>
                    <a:pt x="373076" y="737663"/>
                  </a:lnTo>
                  <a:lnTo>
                    <a:pt x="376399" y="733355"/>
                  </a:lnTo>
                  <a:lnTo>
                    <a:pt x="379710" y="729039"/>
                  </a:lnTo>
                  <a:lnTo>
                    <a:pt x="383009" y="724713"/>
                  </a:lnTo>
                  <a:lnTo>
                    <a:pt x="386297" y="720379"/>
                  </a:lnTo>
                  <a:lnTo>
                    <a:pt x="389573" y="716036"/>
                  </a:lnTo>
                  <a:lnTo>
                    <a:pt x="392838" y="711684"/>
                  </a:lnTo>
                  <a:lnTo>
                    <a:pt x="396091" y="707323"/>
                  </a:lnTo>
                  <a:lnTo>
                    <a:pt x="399332" y="702954"/>
                  </a:lnTo>
                  <a:lnTo>
                    <a:pt x="402562" y="698576"/>
                  </a:lnTo>
                  <a:lnTo>
                    <a:pt x="405780" y="694189"/>
                  </a:lnTo>
                  <a:lnTo>
                    <a:pt x="408986" y="689794"/>
                  </a:lnTo>
                  <a:lnTo>
                    <a:pt x="412181" y="685391"/>
                  </a:lnTo>
                  <a:lnTo>
                    <a:pt x="415363" y="680978"/>
                  </a:lnTo>
                  <a:lnTo>
                    <a:pt x="418534" y="676558"/>
                  </a:lnTo>
                  <a:lnTo>
                    <a:pt x="421693" y="672128"/>
                  </a:lnTo>
                  <a:lnTo>
                    <a:pt x="424840" y="667691"/>
                  </a:lnTo>
                  <a:lnTo>
                    <a:pt x="427975" y="663245"/>
                  </a:lnTo>
                  <a:lnTo>
                    <a:pt x="431099" y="658790"/>
                  </a:lnTo>
                  <a:lnTo>
                    <a:pt x="434210" y="654328"/>
                  </a:lnTo>
                  <a:lnTo>
                    <a:pt x="437310" y="649857"/>
                  </a:lnTo>
                  <a:lnTo>
                    <a:pt x="440397" y="645377"/>
                  </a:lnTo>
                  <a:lnTo>
                    <a:pt x="443473" y="640890"/>
                  </a:lnTo>
                  <a:lnTo>
                    <a:pt x="446536" y="636394"/>
                  </a:lnTo>
                  <a:lnTo>
                    <a:pt x="449588" y="631890"/>
                  </a:lnTo>
                  <a:lnTo>
                    <a:pt x="452627" y="627378"/>
                  </a:lnTo>
                  <a:lnTo>
                    <a:pt x="455655" y="622858"/>
                  </a:lnTo>
                  <a:lnTo>
                    <a:pt x="458670" y="618330"/>
                  </a:lnTo>
                  <a:lnTo>
                    <a:pt x="461673" y="613793"/>
                  </a:lnTo>
                  <a:lnTo>
                    <a:pt x="464664" y="609249"/>
                  </a:lnTo>
                  <a:lnTo>
                    <a:pt x="467643" y="604697"/>
                  </a:lnTo>
                  <a:lnTo>
                    <a:pt x="470609" y="600136"/>
                  </a:lnTo>
                  <a:lnTo>
                    <a:pt x="473564" y="595568"/>
                  </a:lnTo>
                  <a:lnTo>
                    <a:pt x="476506" y="590992"/>
                  </a:lnTo>
                  <a:lnTo>
                    <a:pt x="479436" y="586408"/>
                  </a:lnTo>
                  <a:lnTo>
                    <a:pt x="482354" y="581817"/>
                  </a:lnTo>
                  <a:lnTo>
                    <a:pt x="485259" y="577217"/>
                  </a:lnTo>
                  <a:lnTo>
                    <a:pt x="488152" y="572610"/>
                  </a:lnTo>
                  <a:lnTo>
                    <a:pt x="491033" y="567995"/>
                  </a:lnTo>
                  <a:lnTo>
                    <a:pt x="493901" y="563372"/>
                  </a:lnTo>
                  <a:lnTo>
                    <a:pt x="496757" y="558742"/>
                  </a:lnTo>
                  <a:lnTo>
                    <a:pt x="499601" y="554104"/>
                  </a:lnTo>
                  <a:lnTo>
                    <a:pt x="502432" y="549458"/>
                  </a:lnTo>
                  <a:lnTo>
                    <a:pt x="505251" y="544805"/>
                  </a:lnTo>
                  <a:lnTo>
                    <a:pt x="508057" y="540145"/>
                  </a:lnTo>
                  <a:lnTo>
                    <a:pt x="510851" y="535477"/>
                  </a:lnTo>
                  <a:lnTo>
                    <a:pt x="513633" y="530801"/>
                  </a:lnTo>
                  <a:lnTo>
                    <a:pt x="516402" y="526118"/>
                  </a:lnTo>
                  <a:lnTo>
                    <a:pt x="519158" y="521428"/>
                  </a:lnTo>
                  <a:lnTo>
                    <a:pt x="521902" y="516730"/>
                  </a:lnTo>
                  <a:lnTo>
                    <a:pt x="524633" y="512025"/>
                  </a:lnTo>
                  <a:lnTo>
                    <a:pt x="527352" y="507313"/>
                  </a:lnTo>
                  <a:lnTo>
                    <a:pt x="530058" y="502593"/>
                  </a:lnTo>
                  <a:lnTo>
                    <a:pt x="532751" y="497866"/>
                  </a:lnTo>
                  <a:lnTo>
                    <a:pt x="535432" y="493132"/>
                  </a:lnTo>
                  <a:lnTo>
                    <a:pt x="538100" y="488391"/>
                  </a:lnTo>
                  <a:lnTo>
                    <a:pt x="540755" y="483643"/>
                  </a:lnTo>
                  <a:lnTo>
                    <a:pt x="543398" y="478887"/>
                  </a:lnTo>
                  <a:lnTo>
                    <a:pt x="546028" y="474125"/>
                  </a:lnTo>
                  <a:lnTo>
                    <a:pt x="548645" y="469356"/>
                  </a:lnTo>
                  <a:lnTo>
                    <a:pt x="551249" y="464579"/>
                  </a:lnTo>
                  <a:lnTo>
                    <a:pt x="553841" y="459796"/>
                  </a:lnTo>
                  <a:lnTo>
                    <a:pt x="556420" y="455006"/>
                  </a:lnTo>
                  <a:lnTo>
                    <a:pt x="558986" y="450209"/>
                  </a:lnTo>
                  <a:lnTo>
                    <a:pt x="561539" y="445405"/>
                  </a:lnTo>
                  <a:lnTo>
                    <a:pt x="564079" y="440594"/>
                  </a:lnTo>
                  <a:lnTo>
                    <a:pt x="566607" y="435776"/>
                  </a:lnTo>
                  <a:lnTo>
                    <a:pt x="569121" y="430952"/>
                  </a:lnTo>
                  <a:lnTo>
                    <a:pt x="571623" y="426121"/>
                  </a:lnTo>
                  <a:lnTo>
                    <a:pt x="574112" y="421283"/>
                  </a:lnTo>
                  <a:lnTo>
                    <a:pt x="576587" y="416439"/>
                  </a:lnTo>
                  <a:lnTo>
                    <a:pt x="579050" y="411588"/>
                  </a:lnTo>
                  <a:lnTo>
                    <a:pt x="581500" y="406730"/>
                  </a:lnTo>
                  <a:lnTo>
                    <a:pt x="583937" y="401866"/>
                  </a:lnTo>
                  <a:lnTo>
                    <a:pt x="586361" y="396996"/>
                  </a:lnTo>
                  <a:lnTo>
                    <a:pt x="588772" y="392119"/>
                  </a:lnTo>
                  <a:lnTo>
                    <a:pt x="591169" y="387235"/>
                  </a:lnTo>
                  <a:lnTo>
                    <a:pt x="593554" y="382346"/>
                  </a:lnTo>
                  <a:lnTo>
                    <a:pt x="595926" y="377450"/>
                  </a:lnTo>
                  <a:lnTo>
                    <a:pt x="598284" y="372547"/>
                  </a:lnTo>
                  <a:lnTo>
                    <a:pt x="600629" y="367638"/>
                  </a:lnTo>
                  <a:lnTo>
                    <a:pt x="602962" y="362723"/>
                  </a:lnTo>
                  <a:lnTo>
                    <a:pt x="605281" y="357802"/>
                  </a:lnTo>
                  <a:lnTo>
                    <a:pt x="607587" y="352874"/>
                  </a:lnTo>
                  <a:lnTo>
                    <a:pt x="609879" y="347941"/>
                  </a:lnTo>
                  <a:lnTo>
                    <a:pt x="612159" y="343001"/>
                  </a:lnTo>
                  <a:lnTo>
                    <a:pt x="614425" y="338055"/>
                  </a:lnTo>
                  <a:lnTo>
                    <a:pt x="616678" y="333104"/>
                  </a:lnTo>
                  <a:lnTo>
                    <a:pt x="618918" y="328146"/>
                  </a:lnTo>
                  <a:lnTo>
                    <a:pt x="621145" y="323182"/>
                  </a:lnTo>
                  <a:lnTo>
                    <a:pt x="623358" y="318212"/>
                  </a:lnTo>
                  <a:lnTo>
                    <a:pt x="625558" y="313237"/>
                  </a:lnTo>
                  <a:lnTo>
                    <a:pt x="627744" y="308255"/>
                  </a:lnTo>
                  <a:lnTo>
                    <a:pt x="629918" y="303268"/>
                  </a:lnTo>
                  <a:lnTo>
                    <a:pt x="632078" y="298275"/>
                  </a:lnTo>
                  <a:lnTo>
                    <a:pt x="634224" y="293276"/>
                  </a:lnTo>
                  <a:lnTo>
                    <a:pt x="636358" y="288271"/>
                  </a:lnTo>
                  <a:lnTo>
                    <a:pt x="638477" y="283261"/>
                  </a:lnTo>
                  <a:lnTo>
                    <a:pt x="640584" y="278245"/>
                  </a:lnTo>
                  <a:lnTo>
                    <a:pt x="642677" y="273223"/>
                  </a:lnTo>
                  <a:lnTo>
                    <a:pt x="644756" y="268196"/>
                  </a:lnTo>
                  <a:lnTo>
                    <a:pt x="646823" y="263163"/>
                  </a:lnTo>
                  <a:lnTo>
                    <a:pt x="648875" y="258125"/>
                  </a:lnTo>
                  <a:lnTo>
                    <a:pt x="650914" y="253081"/>
                  </a:lnTo>
                  <a:lnTo>
                    <a:pt x="652940" y="248032"/>
                  </a:lnTo>
                  <a:lnTo>
                    <a:pt x="654952" y="242978"/>
                  </a:lnTo>
                  <a:lnTo>
                    <a:pt x="656951" y="237918"/>
                  </a:lnTo>
                  <a:lnTo>
                    <a:pt x="658936" y="232853"/>
                  </a:lnTo>
                  <a:lnTo>
                    <a:pt x="660908" y="227782"/>
                  </a:lnTo>
                  <a:lnTo>
                    <a:pt x="662866" y="222707"/>
                  </a:lnTo>
                  <a:lnTo>
                    <a:pt x="664810" y="217626"/>
                  </a:lnTo>
                  <a:lnTo>
                    <a:pt x="666741" y="212539"/>
                  </a:lnTo>
                  <a:lnTo>
                    <a:pt x="668658" y="207448"/>
                  </a:lnTo>
                  <a:lnTo>
                    <a:pt x="670562" y="202352"/>
                  </a:lnTo>
                  <a:lnTo>
                    <a:pt x="672452" y="197250"/>
                  </a:lnTo>
                  <a:lnTo>
                    <a:pt x="674328" y="192144"/>
                  </a:lnTo>
                  <a:lnTo>
                    <a:pt x="676191" y="187032"/>
                  </a:lnTo>
                  <a:lnTo>
                    <a:pt x="678040" y="181916"/>
                  </a:lnTo>
                  <a:lnTo>
                    <a:pt x="679875" y="176794"/>
                  </a:lnTo>
                  <a:lnTo>
                    <a:pt x="681697" y="171668"/>
                  </a:lnTo>
                  <a:lnTo>
                    <a:pt x="683504" y="166537"/>
                  </a:lnTo>
                  <a:lnTo>
                    <a:pt x="685299" y="161401"/>
                  </a:lnTo>
                  <a:lnTo>
                    <a:pt x="687079" y="156260"/>
                  </a:lnTo>
                  <a:lnTo>
                    <a:pt x="688846" y="151115"/>
                  </a:lnTo>
                  <a:lnTo>
                    <a:pt x="690598" y="145965"/>
                  </a:lnTo>
                  <a:lnTo>
                    <a:pt x="692338" y="140810"/>
                  </a:lnTo>
                  <a:lnTo>
                    <a:pt x="694063" y="135650"/>
                  </a:lnTo>
                  <a:lnTo>
                    <a:pt x="695774" y="130486"/>
                  </a:lnTo>
                  <a:lnTo>
                    <a:pt x="697472" y="125318"/>
                  </a:lnTo>
                  <a:lnTo>
                    <a:pt x="699156" y="120145"/>
                  </a:lnTo>
                  <a:lnTo>
                    <a:pt x="700826" y="114967"/>
                  </a:lnTo>
                  <a:lnTo>
                    <a:pt x="702482" y="109785"/>
                  </a:lnTo>
                  <a:lnTo>
                    <a:pt x="704124" y="104598"/>
                  </a:lnTo>
                  <a:lnTo>
                    <a:pt x="705753" y="99407"/>
                  </a:lnTo>
                  <a:lnTo>
                    <a:pt x="707367" y="94212"/>
                  </a:lnTo>
                  <a:lnTo>
                    <a:pt x="708968" y="89013"/>
                  </a:lnTo>
                  <a:lnTo>
                    <a:pt x="710555" y="83809"/>
                  </a:lnTo>
                  <a:lnTo>
                    <a:pt x="712128" y="78601"/>
                  </a:lnTo>
                  <a:lnTo>
                    <a:pt x="713686" y="73389"/>
                  </a:lnTo>
                  <a:lnTo>
                    <a:pt x="715231" y="68172"/>
                  </a:lnTo>
                  <a:lnTo>
                    <a:pt x="716762" y="62952"/>
                  </a:lnTo>
                  <a:lnTo>
                    <a:pt x="718279" y="57727"/>
                  </a:lnTo>
                  <a:lnTo>
                    <a:pt x="719782" y="52499"/>
                  </a:lnTo>
                  <a:lnTo>
                    <a:pt x="721271" y="47266"/>
                  </a:lnTo>
                  <a:lnTo>
                    <a:pt x="722747" y="42030"/>
                  </a:lnTo>
                  <a:lnTo>
                    <a:pt x="724208" y="36789"/>
                  </a:lnTo>
                  <a:lnTo>
                    <a:pt x="725655" y="31545"/>
                  </a:lnTo>
                  <a:lnTo>
                    <a:pt x="727088" y="26297"/>
                  </a:lnTo>
                  <a:lnTo>
                    <a:pt x="728507" y="21045"/>
                  </a:lnTo>
                  <a:lnTo>
                    <a:pt x="729911" y="15789"/>
                  </a:lnTo>
                  <a:lnTo>
                    <a:pt x="731302" y="10530"/>
                  </a:lnTo>
                  <a:lnTo>
                    <a:pt x="732679" y="5266"/>
                  </a:lnTo>
                  <a:lnTo>
                    <a:pt x="734042" y="0"/>
                  </a:lnTo>
                </a:path>
              </a:pathLst>
            </a:custGeom>
            <a:ln w="55244" cap="rnd">
              <a:solidFill>
                <a:srgbClr val="B2E84D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l7136"/>
            <p:cNvSpPr/>
            <p:nvPr/>
          </p:nvSpPr>
          <p:spPr>
            <a:xfrm>
              <a:off x="7318146" y="5039429"/>
              <a:ext cx="20723" cy="15784"/>
            </a:xfrm>
            <a:custGeom>
              <a:avLst/>
              <a:pathLst>
                <a:path w="20723" h="15784">
                  <a:moveTo>
                    <a:pt x="0" y="15784"/>
                  </a:moveTo>
                  <a:lnTo>
                    <a:pt x="83" y="15722"/>
                  </a:lnTo>
                  <a:lnTo>
                    <a:pt x="167" y="15659"/>
                  </a:lnTo>
                  <a:lnTo>
                    <a:pt x="250" y="15596"/>
                  </a:lnTo>
                  <a:lnTo>
                    <a:pt x="334" y="15533"/>
                  </a:lnTo>
                  <a:lnTo>
                    <a:pt x="418" y="15470"/>
                  </a:lnTo>
                  <a:lnTo>
                    <a:pt x="501" y="15407"/>
                  </a:lnTo>
                  <a:lnTo>
                    <a:pt x="585" y="15344"/>
                  </a:lnTo>
                  <a:lnTo>
                    <a:pt x="668" y="15281"/>
                  </a:lnTo>
                  <a:lnTo>
                    <a:pt x="752" y="15219"/>
                  </a:lnTo>
                  <a:lnTo>
                    <a:pt x="836" y="15156"/>
                  </a:lnTo>
                  <a:lnTo>
                    <a:pt x="919" y="15093"/>
                  </a:lnTo>
                  <a:lnTo>
                    <a:pt x="1003" y="15030"/>
                  </a:lnTo>
                  <a:lnTo>
                    <a:pt x="1086" y="14967"/>
                  </a:lnTo>
                  <a:lnTo>
                    <a:pt x="1170" y="14904"/>
                  </a:lnTo>
                  <a:lnTo>
                    <a:pt x="1254" y="14841"/>
                  </a:lnTo>
                  <a:lnTo>
                    <a:pt x="1337" y="14778"/>
                  </a:lnTo>
                  <a:lnTo>
                    <a:pt x="1421" y="14715"/>
                  </a:lnTo>
                  <a:lnTo>
                    <a:pt x="1504" y="14652"/>
                  </a:lnTo>
                  <a:lnTo>
                    <a:pt x="1588" y="14589"/>
                  </a:lnTo>
                  <a:lnTo>
                    <a:pt x="1671" y="14526"/>
                  </a:lnTo>
                  <a:lnTo>
                    <a:pt x="1755" y="14463"/>
                  </a:lnTo>
                  <a:lnTo>
                    <a:pt x="1839" y="14400"/>
                  </a:lnTo>
                  <a:lnTo>
                    <a:pt x="1922" y="14338"/>
                  </a:lnTo>
                  <a:lnTo>
                    <a:pt x="2006" y="14275"/>
                  </a:lnTo>
                  <a:lnTo>
                    <a:pt x="2089" y="14212"/>
                  </a:lnTo>
                  <a:lnTo>
                    <a:pt x="2173" y="14149"/>
                  </a:lnTo>
                  <a:lnTo>
                    <a:pt x="2256" y="14086"/>
                  </a:lnTo>
                  <a:lnTo>
                    <a:pt x="2340" y="14023"/>
                  </a:lnTo>
                  <a:lnTo>
                    <a:pt x="2423" y="13960"/>
                  </a:lnTo>
                  <a:lnTo>
                    <a:pt x="2507" y="13897"/>
                  </a:lnTo>
                  <a:lnTo>
                    <a:pt x="2591" y="13834"/>
                  </a:lnTo>
                  <a:lnTo>
                    <a:pt x="2674" y="13771"/>
                  </a:lnTo>
                  <a:lnTo>
                    <a:pt x="2758" y="13708"/>
                  </a:lnTo>
                  <a:lnTo>
                    <a:pt x="2841" y="13645"/>
                  </a:lnTo>
                  <a:lnTo>
                    <a:pt x="2925" y="13582"/>
                  </a:lnTo>
                  <a:lnTo>
                    <a:pt x="3008" y="13519"/>
                  </a:lnTo>
                  <a:lnTo>
                    <a:pt x="3092" y="13456"/>
                  </a:lnTo>
                  <a:lnTo>
                    <a:pt x="3175" y="13393"/>
                  </a:lnTo>
                  <a:lnTo>
                    <a:pt x="3259" y="13330"/>
                  </a:lnTo>
                  <a:lnTo>
                    <a:pt x="3342" y="13267"/>
                  </a:lnTo>
                  <a:lnTo>
                    <a:pt x="3426" y="13204"/>
                  </a:lnTo>
                  <a:lnTo>
                    <a:pt x="3509" y="13141"/>
                  </a:lnTo>
                  <a:lnTo>
                    <a:pt x="3593" y="13078"/>
                  </a:lnTo>
                  <a:lnTo>
                    <a:pt x="3676" y="13014"/>
                  </a:lnTo>
                  <a:lnTo>
                    <a:pt x="3760" y="12951"/>
                  </a:lnTo>
                  <a:lnTo>
                    <a:pt x="3843" y="12888"/>
                  </a:lnTo>
                  <a:lnTo>
                    <a:pt x="3927" y="12825"/>
                  </a:lnTo>
                  <a:lnTo>
                    <a:pt x="4010" y="12762"/>
                  </a:lnTo>
                  <a:lnTo>
                    <a:pt x="4094" y="12699"/>
                  </a:lnTo>
                  <a:lnTo>
                    <a:pt x="4177" y="12636"/>
                  </a:lnTo>
                  <a:lnTo>
                    <a:pt x="4261" y="12573"/>
                  </a:lnTo>
                  <a:lnTo>
                    <a:pt x="4344" y="12510"/>
                  </a:lnTo>
                  <a:lnTo>
                    <a:pt x="4427" y="12447"/>
                  </a:lnTo>
                  <a:lnTo>
                    <a:pt x="4511" y="12384"/>
                  </a:lnTo>
                  <a:lnTo>
                    <a:pt x="4594" y="12321"/>
                  </a:lnTo>
                  <a:lnTo>
                    <a:pt x="4678" y="12258"/>
                  </a:lnTo>
                  <a:lnTo>
                    <a:pt x="4761" y="12194"/>
                  </a:lnTo>
                  <a:lnTo>
                    <a:pt x="4845" y="12131"/>
                  </a:lnTo>
                  <a:lnTo>
                    <a:pt x="4928" y="12068"/>
                  </a:lnTo>
                  <a:lnTo>
                    <a:pt x="5012" y="12005"/>
                  </a:lnTo>
                  <a:lnTo>
                    <a:pt x="5095" y="11942"/>
                  </a:lnTo>
                  <a:lnTo>
                    <a:pt x="5178" y="11879"/>
                  </a:lnTo>
                  <a:lnTo>
                    <a:pt x="5262" y="11816"/>
                  </a:lnTo>
                  <a:lnTo>
                    <a:pt x="5345" y="11753"/>
                  </a:lnTo>
                  <a:lnTo>
                    <a:pt x="5429" y="11689"/>
                  </a:lnTo>
                  <a:lnTo>
                    <a:pt x="5512" y="11626"/>
                  </a:lnTo>
                  <a:lnTo>
                    <a:pt x="5596" y="11563"/>
                  </a:lnTo>
                  <a:lnTo>
                    <a:pt x="5679" y="11500"/>
                  </a:lnTo>
                  <a:lnTo>
                    <a:pt x="5762" y="11437"/>
                  </a:lnTo>
                  <a:lnTo>
                    <a:pt x="5846" y="11374"/>
                  </a:lnTo>
                  <a:lnTo>
                    <a:pt x="5929" y="11311"/>
                  </a:lnTo>
                  <a:lnTo>
                    <a:pt x="6013" y="11247"/>
                  </a:lnTo>
                  <a:lnTo>
                    <a:pt x="6096" y="11184"/>
                  </a:lnTo>
                  <a:lnTo>
                    <a:pt x="6179" y="11121"/>
                  </a:lnTo>
                  <a:lnTo>
                    <a:pt x="6263" y="11058"/>
                  </a:lnTo>
                  <a:lnTo>
                    <a:pt x="6346" y="10995"/>
                  </a:lnTo>
                  <a:lnTo>
                    <a:pt x="6430" y="10932"/>
                  </a:lnTo>
                  <a:lnTo>
                    <a:pt x="6513" y="10868"/>
                  </a:lnTo>
                  <a:lnTo>
                    <a:pt x="6596" y="10805"/>
                  </a:lnTo>
                  <a:lnTo>
                    <a:pt x="6680" y="10742"/>
                  </a:lnTo>
                  <a:lnTo>
                    <a:pt x="6763" y="10679"/>
                  </a:lnTo>
                  <a:lnTo>
                    <a:pt x="6846" y="10616"/>
                  </a:lnTo>
                  <a:lnTo>
                    <a:pt x="6930" y="10552"/>
                  </a:lnTo>
                  <a:lnTo>
                    <a:pt x="7013" y="10489"/>
                  </a:lnTo>
                  <a:lnTo>
                    <a:pt x="7097" y="10426"/>
                  </a:lnTo>
                  <a:lnTo>
                    <a:pt x="7180" y="10363"/>
                  </a:lnTo>
                  <a:lnTo>
                    <a:pt x="7263" y="10299"/>
                  </a:lnTo>
                  <a:lnTo>
                    <a:pt x="7347" y="10236"/>
                  </a:lnTo>
                  <a:lnTo>
                    <a:pt x="7430" y="10173"/>
                  </a:lnTo>
                  <a:lnTo>
                    <a:pt x="7513" y="10110"/>
                  </a:lnTo>
                  <a:lnTo>
                    <a:pt x="7597" y="10046"/>
                  </a:lnTo>
                  <a:lnTo>
                    <a:pt x="7680" y="9983"/>
                  </a:lnTo>
                  <a:lnTo>
                    <a:pt x="7763" y="9920"/>
                  </a:lnTo>
                  <a:lnTo>
                    <a:pt x="7847" y="9857"/>
                  </a:lnTo>
                  <a:lnTo>
                    <a:pt x="7930" y="9793"/>
                  </a:lnTo>
                  <a:lnTo>
                    <a:pt x="8013" y="9730"/>
                  </a:lnTo>
                  <a:lnTo>
                    <a:pt x="8097" y="9667"/>
                  </a:lnTo>
                  <a:lnTo>
                    <a:pt x="8180" y="9604"/>
                  </a:lnTo>
                  <a:lnTo>
                    <a:pt x="8263" y="9540"/>
                  </a:lnTo>
                  <a:lnTo>
                    <a:pt x="8346" y="9477"/>
                  </a:lnTo>
                  <a:lnTo>
                    <a:pt x="8430" y="9414"/>
                  </a:lnTo>
                  <a:lnTo>
                    <a:pt x="8513" y="9350"/>
                  </a:lnTo>
                  <a:lnTo>
                    <a:pt x="8596" y="9287"/>
                  </a:lnTo>
                  <a:lnTo>
                    <a:pt x="8680" y="9224"/>
                  </a:lnTo>
                  <a:lnTo>
                    <a:pt x="8763" y="9161"/>
                  </a:lnTo>
                  <a:lnTo>
                    <a:pt x="8846" y="9097"/>
                  </a:lnTo>
                  <a:lnTo>
                    <a:pt x="8930" y="9034"/>
                  </a:lnTo>
                  <a:lnTo>
                    <a:pt x="9013" y="8971"/>
                  </a:lnTo>
                  <a:lnTo>
                    <a:pt x="9096" y="8907"/>
                  </a:lnTo>
                  <a:lnTo>
                    <a:pt x="9179" y="8844"/>
                  </a:lnTo>
                  <a:lnTo>
                    <a:pt x="9263" y="8781"/>
                  </a:lnTo>
                  <a:lnTo>
                    <a:pt x="9346" y="8717"/>
                  </a:lnTo>
                  <a:lnTo>
                    <a:pt x="9429" y="8654"/>
                  </a:lnTo>
                  <a:lnTo>
                    <a:pt x="9512" y="8591"/>
                  </a:lnTo>
                  <a:lnTo>
                    <a:pt x="9596" y="8527"/>
                  </a:lnTo>
                  <a:lnTo>
                    <a:pt x="9679" y="8464"/>
                  </a:lnTo>
                  <a:lnTo>
                    <a:pt x="9762" y="8400"/>
                  </a:lnTo>
                  <a:lnTo>
                    <a:pt x="9845" y="8337"/>
                  </a:lnTo>
                  <a:lnTo>
                    <a:pt x="9929" y="8274"/>
                  </a:lnTo>
                  <a:lnTo>
                    <a:pt x="10012" y="8210"/>
                  </a:lnTo>
                  <a:lnTo>
                    <a:pt x="10095" y="8147"/>
                  </a:lnTo>
                  <a:lnTo>
                    <a:pt x="10178" y="8084"/>
                  </a:lnTo>
                  <a:lnTo>
                    <a:pt x="10262" y="8020"/>
                  </a:lnTo>
                  <a:lnTo>
                    <a:pt x="10345" y="7957"/>
                  </a:lnTo>
                  <a:lnTo>
                    <a:pt x="10428" y="7893"/>
                  </a:lnTo>
                  <a:lnTo>
                    <a:pt x="10511" y="7830"/>
                  </a:lnTo>
                  <a:lnTo>
                    <a:pt x="10595" y="7767"/>
                  </a:lnTo>
                  <a:lnTo>
                    <a:pt x="10678" y="7703"/>
                  </a:lnTo>
                  <a:lnTo>
                    <a:pt x="10761" y="7640"/>
                  </a:lnTo>
                  <a:lnTo>
                    <a:pt x="10844" y="7576"/>
                  </a:lnTo>
                  <a:lnTo>
                    <a:pt x="10927" y="7513"/>
                  </a:lnTo>
                  <a:lnTo>
                    <a:pt x="11011" y="7450"/>
                  </a:lnTo>
                  <a:lnTo>
                    <a:pt x="11094" y="7386"/>
                  </a:lnTo>
                  <a:lnTo>
                    <a:pt x="11177" y="7323"/>
                  </a:lnTo>
                  <a:lnTo>
                    <a:pt x="11260" y="7259"/>
                  </a:lnTo>
                  <a:lnTo>
                    <a:pt x="11343" y="7196"/>
                  </a:lnTo>
                  <a:lnTo>
                    <a:pt x="11427" y="7132"/>
                  </a:lnTo>
                  <a:lnTo>
                    <a:pt x="11510" y="7069"/>
                  </a:lnTo>
                  <a:lnTo>
                    <a:pt x="11593" y="7005"/>
                  </a:lnTo>
                  <a:lnTo>
                    <a:pt x="11676" y="6942"/>
                  </a:lnTo>
                  <a:lnTo>
                    <a:pt x="11759" y="6879"/>
                  </a:lnTo>
                  <a:lnTo>
                    <a:pt x="11843" y="6815"/>
                  </a:lnTo>
                  <a:lnTo>
                    <a:pt x="11926" y="6752"/>
                  </a:lnTo>
                  <a:lnTo>
                    <a:pt x="12009" y="6688"/>
                  </a:lnTo>
                  <a:lnTo>
                    <a:pt x="12092" y="6625"/>
                  </a:lnTo>
                  <a:lnTo>
                    <a:pt x="12175" y="6561"/>
                  </a:lnTo>
                  <a:lnTo>
                    <a:pt x="12258" y="6498"/>
                  </a:lnTo>
                  <a:lnTo>
                    <a:pt x="12341" y="6434"/>
                  </a:lnTo>
                  <a:lnTo>
                    <a:pt x="12425" y="6371"/>
                  </a:lnTo>
                  <a:lnTo>
                    <a:pt x="12508" y="6307"/>
                  </a:lnTo>
                  <a:lnTo>
                    <a:pt x="12591" y="6244"/>
                  </a:lnTo>
                  <a:lnTo>
                    <a:pt x="12674" y="6180"/>
                  </a:lnTo>
                  <a:lnTo>
                    <a:pt x="12757" y="6117"/>
                  </a:lnTo>
                  <a:lnTo>
                    <a:pt x="12840" y="6053"/>
                  </a:lnTo>
                  <a:lnTo>
                    <a:pt x="12923" y="5990"/>
                  </a:lnTo>
                  <a:lnTo>
                    <a:pt x="13007" y="5926"/>
                  </a:lnTo>
                  <a:lnTo>
                    <a:pt x="13090" y="5863"/>
                  </a:lnTo>
                  <a:lnTo>
                    <a:pt x="13173" y="5799"/>
                  </a:lnTo>
                  <a:lnTo>
                    <a:pt x="13256" y="5736"/>
                  </a:lnTo>
                  <a:lnTo>
                    <a:pt x="13339" y="5672"/>
                  </a:lnTo>
                  <a:lnTo>
                    <a:pt x="13422" y="5608"/>
                  </a:lnTo>
                  <a:lnTo>
                    <a:pt x="13505" y="5545"/>
                  </a:lnTo>
                  <a:lnTo>
                    <a:pt x="13588" y="5481"/>
                  </a:lnTo>
                  <a:lnTo>
                    <a:pt x="13671" y="5418"/>
                  </a:lnTo>
                  <a:lnTo>
                    <a:pt x="13755" y="5354"/>
                  </a:lnTo>
                  <a:lnTo>
                    <a:pt x="13838" y="5291"/>
                  </a:lnTo>
                  <a:lnTo>
                    <a:pt x="13921" y="5227"/>
                  </a:lnTo>
                  <a:lnTo>
                    <a:pt x="14004" y="5163"/>
                  </a:lnTo>
                  <a:lnTo>
                    <a:pt x="14087" y="5100"/>
                  </a:lnTo>
                  <a:lnTo>
                    <a:pt x="14170" y="5036"/>
                  </a:lnTo>
                  <a:lnTo>
                    <a:pt x="14253" y="4973"/>
                  </a:lnTo>
                  <a:lnTo>
                    <a:pt x="14336" y="4909"/>
                  </a:lnTo>
                  <a:lnTo>
                    <a:pt x="14419" y="4846"/>
                  </a:lnTo>
                  <a:lnTo>
                    <a:pt x="14502" y="4782"/>
                  </a:lnTo>
                  <a:lnTo>
                    <a:pt x="14585" y="4718"/>
                  </a:lnTo>
                  <a:lnTo>
                    <a:pt x="14668" y="4655"/>
                  </a:lnTo>
                  <a:lnTo>
                    <a:pt x="14751" y="4591"/>
                  </a:lnTo>
                  <a:lnTo>
                    <a:pt x="14835" y="4527"/>
                  </a:lnTo>
                  <a:lnTo>
                    <a:pt x="14918" y="4464"/>
                  </a:lnTo>
                  <a:lnTo>
                    <a:pt x="15001" y="4400"/>
                  </a:lnTo>
                  <a:lnTo>
                    <a:pt x="15084" y="4337"/>
                  </a:lnTo>
                  <a:lnTo>
                    <a:pt x="15167" y="4273"/>
                  </a:lnTo>
                  <a:lnTo>
                    <a:pt x="15250" y="4209"/>
                  </a:lnTo>
                  <a:lnTo>
                    <a:pt x="15333" y="4146"/>
                  </a:lnTo>
                  <a:lnTo>
                    <a:pt x="15416" y="4082"/>
                  </a:lnTo>
                  <a:lnTo>
                    <a:pt x="15499" y="4018"/>
                  </a:lnTo>
                  <a:lnTo>
                    <a:pt x="15582" y="3955"/>
                  </a:lnTo>
                  <a:lnTo>
                    <a:pt x="15665" y="3891"/>
                  </a:lnTo>
                  <a:lnTo>
                    <a:pt x="15748" y="3827"/>
                  </a:lnTo>
                  <a:lnTo>
                    <a:pt x="15831" y="3764"/>
                  </a:lnTo>
                  <a:lnTo>
                    <a:pt x="15914" y="3700"/>
                  </a:lnTo>
                  <a:lnTo>
                    <a:pt x="15997" y="3636"/>
                  </a:lnTo>
                  <a:lnTo>
                    <a:pt x="16080" y="3573"/>
                  </a:lnTo>
                  <a:lnTo>
                    <a:pt x="16163" y="3509"/>
                  </a:lnTo>
                  <a:lnTo>
                    <a:pt x="16246" y="3445"/>
                  </a:lnTo>
                  <a:lnTo>
                    <a:pt x="16329" y="3382"/>
                  </a:lnTo>
                  <a:lnTo>
                    <a:pt x="16412" y="3318"/>
                  </a:lnTo>
                  <a:lnTo>
                    <a:pt x="16495" y="3254"/>
                  </a:lnTo>
                  <a:lnTo>
                    <a:pt x="16578" y="3190"/>
                  </a:lnTo>
                  <a:lnTo>
                    <a:pt x="16661" y="3127"/>
                  </a:lnTo>
                  <a:lnTo>
                    <a:pt x="16744" y="3063"/>
                  </a:lnTo>
                  <a:lnTo>
                    <a:pt x="16827" y="2999"/>
                  </a:lnTo>
                  <a:lnTo>
                    <a:pt x="16910" y="2936"/>
                  </a:lnTo>
                  <a:lnTo>
                    <a:pt x="16993" y="2872"/>
                  </a:lnTo>
                  <a:lnTo>
                    <a:pt x="17076" y="2808"/>
                  </a:lnTo>
                  <a:lnTo>
                    <a:pt x="17159" y="2744"/>
                  </a:lnTo>
                  <a:lnTo>
                    <a:pt x="17242" y="2681"/>
                  </a:lnTo>
                  <a:lnTo>
                    <a:pt x="17325" y="2617"/>
                  </a:lnTo>
                  <a:lnTo>
                    <a:pt x="17408" y="2553"/>
                  </a:lnTo>
                  <a:lnTo>
                    <a:pt x="17491" y="2489"/>
                  </a:lnTo>
                  <a:lnTo>
                    <a:pt x="17574" y="2426"/>
                  </a:lnTo>
                  <a:lnTo>
                    <a:pt x="17656" y="2362"/>
                  </a:lnTo>
                  <a:lnTo>
                    <a:pt x="17739" y="2298"/>
                  </a:lnTo>
                  <a:lnTo>
                    <a:pt x="17822" y="2234"/>
                  </a:lnTo>
                  <a:lnTo>
                    <a:pt x="17905" y="2170"/>
                  </a:lnTo>
                  <a:lnTo>
                    <a:pt x="17988" y="2107"/>
                  </a:lnTo>
                  <a:lnTo>
                    <a:pt x="18071" y="2043"/>
                  </a:lnTo>
                  <a:lnTo>
                    <a:pt x="18154" y="1979"/>
                  </a:lnTo>
                  <a:lnTo>
                    <a:pt x="18237" y="1915"/>
                  </a:lnTo>
                  <a:lnTo>
                    <a:pt x="18320" y="1852"/>
                  </a:lnTo>
                  <a:lnTo>
                    <a:pt x="18403" y="1788"/>
                  </a:lnTo>
                  <a:lnTo>
                    <a:pt x="18486" y="1724"/>
                  </a:lnTo>
                  <a:lnTo>
                    <a:pt x="18569" y="1660"/>
                  </a:lnTo>
                  <a:lnTo>
                    <a:pt x="18652" y="1596"/>
                  </a:lnTo>
                  <a:lnTo>
                    <a:pt x="18734" y="1532"/>
                  </a:lnTo>
                  <a:lnTo>
                    <a:pt x="18817" y="1469"/>
                  </a:lnTo>
                  <a:lnTo>
                    <a:pt x="18900" y="1405"/>
                  </a:lnTo>
                  <a:lnTo>
                    <a:pt x="18983" y="1341"/>
                  </a:lnTo>
                  <a:lnTo>
                    <a:pt x="19066" y="1277"/>
                  </a:lnTo>
                  <a:lnTo>
                    <a:pt x="19149" y="1213"/>
                  </a:lnTo>
                  <a:lnTo>
                    <a:pt x="19232" y="1149"/>
                  </a:lnTo>
                  <a:lnTo>
                    <a:pt x="19315" y="1086"/>
                  </a:lnTo>
                  <a:lnTo>
                    <a:pt x="19398" y="1022"/>
                  </a:lnTo>
                  <a:lnTo>
                    <a:pt x="19480" y="958"/>
                  </a:lnTo>
                  <a:lnTo>
                    <a:pt x="19563" y="894"/>
                  </a:lnTo>
                  <a:lnTo>
                    <a:pt x="19646" y="830"/>
                  </a:lnTo>
                  <a:lnTo>
                    <a:pt x="19729" y="766"/>
                  </a:lnTo>
                  <a:lnTo>
                    <a:pt x="19812" y="702"/>
                  </a:lnTo>
                  <a:lnTo>
                    <a:pt x="19895" y="639"/>
                  </a:lnTo>
                  <a:lnTo>
                    <a:pt x="19978" y="575"/>
                  </a:lnTo>
                  <a:lnTo>
                    <a:pt x="20060" y="511"/>
                  </a:lnTo>
                  <a:lnTo>
                    <a:pt x="20143" y="447"/>
                  </a:lnTo>
                  <a:lnTo>
                    <a:pt x="20226" y="383"/>
                  </a:lnTo>
                  <a:lnTo>
                    <a:pt x="20309" y="319"/>
                  </a:lnTo>
                  <a:lnTo>
                    <a:pt x="20392" y="255"/>
                  </a:lnTo>
                  <a:lnTo>
                    <a:pt x="20475" y="191"/>
                  </a:lnTo>
                  <a:lnTo>
                    <a:pt x="20557" y="127"/>
                  </a:lnTo>
                  <a:lnTo>
                    <a:pt x="20640" y="63"/>
                  </a:lnTo>
                  <a:lnTo>
                    <a:pt x="20723" y="0"/>
                  </a:lnTo>
                </a:path>
              </a:pathLst>
            </a:custGeom>
            <a:ln w="55244" cap="rnd">
              <a:solidFill>
                <a:srgbClr val="1EB2D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l7137"/>
            <p:cNvSpPr/>
            <p:nvPr/>
          </p:nvSpPr>
          <p:spPr>
            <a:xfrm>
              <a:off x="6526737" y="5351636"/>
              <a:ext cx="233984" cy="65559"/>
            </a:xfrm>
            <a:custGeom>
              <a:avLst/>
              <a:pathLst>
                <a:path w="233984" h="65559">
                  <a:moveTo>
                    <a:pt x="0" y="65559"/>
                  </a:moveTo>
                  <a:lnTo>
                    <a:pt x="954" y="65352"/>
                  </a:lnTo>
                  <a:lnTo>
                    <a:pt x="1908" y="65144"/>
                  </a:lnTo>
                  <a:lnTo>
                    <a:pt x="2862" y="64936"/>
                  </a:lnTo>
                  <a:lnTo>
                    <a:pt x="3816" y="64728"/>
                  </a:lnTo>
                  <a:lnTo>
                    <a:pt x="4770" y="64519"/>
                  </a:lnTo>
                  <a:lnTo>
                    <a:pt x="5724" y="64310"/>
                  </a:lnTo>
                  <a:lnTo>
                    <a:pt x="6677" y="64100"/>
                  </a:lnTo>
                  <a:lnTo>
                    <a:pt x="7631" y="63890"/>
                  </a:lnTo>
                  <a:lnTo>
                    <a:pt x="8584" y="63679"/>
                  </a:lnTo>
                  <a:lnTo>
                    <a:pt x="9538" y="63468"/>
                  </a:lnTo>
                  <a:lnTo>
                    <a:pt x="10491" y="63256"/>
                  </a:lnTo>
                  <a:lnTo>
                    <a:pt x="11444" y="63044"/>
                  </a:lnTo>
                  <a:lnTo>
                    <a:pt x="12397" y="62831"/>
                  </a:lnTo>
                  <a:lnTo>
                    <a:pt x="13350" y="62618"/>
                  </a:lnTo>
                  <a:lnTo>
                    <a:pt x="14303" y="62405"/>
                  </a:lnTo>
                  <a:lnTo>
                    <a:pt x="15256" y="62191"/>
                  </a:lnTo>
                  <a:lnTo>
                    <a:pt x="16208" y="61977"/>
                  </a:lnTo>
                  <a:lnTo>
                    <a:pt x="17161" y="61762"/>
                  </a:lnTo>
                  <a:lnTo>
                    <a:pt x="18113" y="61547"/>
                  </a:lnTo>
                  <a:lnTo>
                    <a:pt x="19066" y="61331"/>
                  </a:lnTo>
                  <a:lnTo>
                    <a:pt x="20018" y="61115"/>
                  </a:lnTo>
                  <a:lnTo>
                    <a:pt x="20970" y="60898"/>
                  </a:lnTo>
                  <a:lnTo>
                    <a:pt x="21922" y="60681"/>
                  </a:lnTo>
                  <a:lnTo>
                    <a:pt x="22874" y="60463"/>
                  </a:lnTo>
                  <a:lnTo>
                    <a:pt x="23826" y="60245"/>
                  </a:lnTo>
                  <a:lnTo>
                    <a:pt x="24777" y="60027"/>
                  </a:lnTo>
                  <a:lnTo>
                    <a:pt x="25729" y="59808"/>
                  </a:lnTo>
                  <a:lnTo>
                    <a:pt x="26680" y="59588"/>
                  </a:lnTo>
                  <a:lnTo>
                    <a:pt x="27632" y="59369"/>
                  </a:lnTo>
                  <a:lnTo>
                    <a:pt x="28583" y="59148"/>
                  </a:lnTo>
                  <a:lnTo>
                    <a:pt x="29534" y="58927"/>
                  </a:lnTo>
                  <a:lnTo>
                    <a:pt x="30485" y="58706"/>
                  </a:lnTo>
                  <a:lnTo>
                    <a:pt x="31436" y="58485"/>
                  </a:lnTo>
                  <a:lnTo>
                    <a:pt x="32387" y="58262"/>
                  </a:lnTo>
                  <a:lnTo>
                    <a:pt x="33338" y="58040"/>
                  </a:lnTo>
                  <a:lnTo>
                    <a:pt x="34289" y="57817"/>
                  </a:lnTo>
                  <a:lnTo>
                    <a:pt x="35239" y="57593"/>
                  </a:lnTo>
                  <a:lnTo>
                    <a:pt x="36190" y="57369"/>
                  </a:lnTo>
                  <a:lnTo>
                    <a:pt x="37140" y="57145"/>
                  </a:lnTo>
                  <a:lnTo>
                    <a:pt x="38090" y="56920"/>
                  </a:lnTo>
                  <a:lnTo>
                    <a:pt x="39040" y="56695"/>
                  </a:lnTo>
                  <a:lnTo>
                    <a:pt x="39990" y="56469"/>
                  </a:lnTo>
                  <a:lnTo>
                    <a:pt x="40940" y="56243"/>
                  </a:lnTo>
                  <a:lnTo>
                    <a:pt x="41890" y="56016"/>
                  </a:lnTo>
                  <a:lnTo>
                    <a:pt x="42840" y="55789"/>
                  </a:lnTo>
                  <a:lnTo>
                    <a:pt x="43789" y="55561"/>
                  </a:lnTo>
                  <a:lnTo>
                    <a:pt x="44739" y="55333"/>
                  </a:lnTo>
                  <a:lnTo>
                    <a:pt x="45688" y="55105"/>
                  </a:lnTo>
                  <a:lnTo>
                    <a:pt x="46637" y="54876"/>
                  </a:lnTo>
                  <a:lnTo>
                    <a:pt x="47586" y="54646"/>
                  </a:lnTo>
                  <a:lnTo>
                    <a:pt x="48535" y="54416"/>
                  </a:lnTo>
                  <a:lnTo>
                    <a:pt x="49484" y="54186"/>
                  </a:lnTo>
                  <a:lnTo>
                    <a:pt x="50433" y="53955"/>
                  </a:lnTo>
                  <a:lnTo>
                    <a:pt x="51382" y="53724"/>
                  </a:lnTo>
                  <a:lnTo>
                    <a:pt x="52330" y="53492"/>
                  </a:lnTo>
                  <a:lnTo>
                    <a:pt x="53279" y="53260"/>
                  </a:lnTo>
                  <a:lnTo>
                    <a:pt x="54227" y="53027"/>
                  </a:lnTo>
                  <a:lnTo>
                    <a:pt x="55175" y="52794"/>
                  </a:lnTo>
                  <a:lnTo>
                    <a:pt x="56124" y="52561"/>
                  </a:lnTo>
                  <a:lnTo>
                    <a:pt x="57072" y="52327"/>
                  </a:lnTo>
                  <a:lnTo>
                    <a:pt x="58019" y="52092"/>
                  </a:lnTo>
                  <a:lnTo>
                    <a:pt x="58967" y="51857"/>
                  </a:lnTo>
                  <a:lnTo>
                    <a:pt x="59915" y="51622"/>
                  </a:lnTo>
                  <a:lnTo>
                    <a:pt x="60862" y="51386"/>
                  </a:lnTo>
                  <a:lnTo>
                    <a:pt x="61810" y="51150"/>
                  </a:lnTo>
                  <a:lnTo>
                    <a:pt x="62757" y="50913"/>
                  </a:lnTo>
                  <a:lnTo>
                    <a:pt x="63705" y="50676"/>
                  </a:lnTo>
                  <a:lnTo>
                    <a:pt x="64652" y="50438"/>
                  </a:lnTo>
                  <a:lnTo>
                    <a:pt x="65599" y="50200"/>
                  </a:lnTo>
                  <a:lnTo>
                    <a:pt x="66545" y="49962"/>
                  </a:lnTo>
                  <a:lnTo>
                    <a:pt x="67492" y="49723"/>
                  </a:lnTo>
                  <a:lnTo>
                    <a:pt x="68439" y="49483"/>
                  </a:lnTo>
                  <a:lnTo>
                    <a:pt x="69385" y="49244"/>
                  </a:lnTo>
                  <a:lnTo>
                    <a:pt x="70332" y="49003"/>
                  </a:lnTo>
                  <a:lnTo>
                    <a:pt x="71278" y="48762"/>
                  </a:lnTo>
                  <a:lnTo>
                    <a:pt x="72224" y="48521"/>
                  </a:lnTo>
                  <a:lnTo>
                    <a:pt x="73170" y="48279"/>
                  </a:lnTo>
                  <a:lnTo>
                    <a:pt x="74116" y="48037"/>
                  </a:lnTo>
                  <a:lnTo>
                    <a:pt x="75062" y="47795"/>
                  </a:lnTo>
                  <a:lnTo>
                    <a:pt x="76008" y="47552"/>
                  </a:lnTo>
                  <a:lnTo>
                    <a:pt x="76954" y="47308"/>
                  </a:lnTo>
                  <a:lnTo>
                    <a:pt x="77899" y="47064"/>
                  </a:lnTo>
                  <a:lnTo>
                    <a:pt x="78844" y="46820"/>
                  </a:lnTo>
                  <a:lnTo>
                    <a:pt x="79790" y="46575"/>
                  </a:lnTo>
                  <a:lnTo>
                    <a:pt x="80735" y="46329"/>
                  </a:lnTo>
                  <a:lnTo>
                    <a:pt x="81680" y="46084"/>
                  </a:lnTo>
                  <a:lnTo>
                    <a:pt x="82625" y="45837"/>
                  </a:lnTo>
                  <a:lnTo>
                    <a:pt x="83570" y="45591"/>
                  </a:lnTo>
                  <a:lnTo>
                    <a:pt x="84514" y="45343"/>
                  </a:lnTo>
                  <a:lnTo>
                    <a:pt x="85459" y="45096"/>
                  </a:lnTo>
                  <a:lnTo>
                    <a:pt x="86403" y="44848"/>
                  </a:lnTo>
                  <a:lnTo>
                    <a:pt x="87348" y="44599"/>
                  </a:lnTo>
                  <a:lnTo>
                    <a:pt x="88292" y="44350"/>
                  </a:lnTo>
                  <a:lnTo>
                    <a:pt x="89236" y="44101"/>
                  </a:lnTo>
                  <a:lnTo>
                    <a:pt x="90180" y="43851"/>
                  </a:lnTo>
                  <a:lnTo>
                    <a:pt x="91124" y="43601"/>
                  </a:lnTo>
                  <a:lnTo>
                    <a:pt x="92067" y="43350"/>
                  </a:lnTo>
                  <a:lnTo>
                    <a:pt x="93011" y="43099"/>
                  </a:lnTo>
                  <a:lnTo>
                    <a:pt x="93954" y="42847"/>
                  </a:lnTo>
                  <a:lnTo>
                    <a:pt x="94898" y="42595"/>
                  </a:lnTo>
                  <a:lnTo>
                    <a:pt x="95841" y="42342"/>
                  </a:lnTo>
                  <a:lnTo>
                    <a:pt x="96784" y="42089"/>
                  </a:lnTo>
                  <a:lnTo>
                    <a:pt x="97727" y="41836"/>
                  </a:lnTo>
                  <a:lnTo>
                    <a:pt x="98670" y="41582"/>
                  </a:lnTo>
                  <a:lnTo>
                    <a:pt x="99613" y="41327"/>
                  </a:lnTo>
                  <a:lnTo>
                    <a:pt x="100555" y="41072"/>
                  </a:lnTo>
                  <a:lnTo>
                    <a:pt x="101498" y="40817"/>
                  </a:lnTo>
                  <a:lnTo>
                    <a:pt x="102440" y="40561"/>
                  </a:lnTo>
                  <a:lnTo>
                    <a:pt x="103382" y="40305"/>
                  </a:lnTo>
                  <a:lnTo>
                    <a:pt x="104324" y="40048"/>
                  </a:lnTo>
                  <a:lnTo>
                    <a:pt x="105266" y="39791"/>
                  </a:lnTo>
                  <a:lnTo>
                    <a:pt x="106208" y="39534"/>
                  </a:lnTo>
                  <a:lnTo>
                    <a:pt x="107150" y="39276"/>
                  </a:lnTo>
                  <a:lnTo>
                    <a:pt x="108092" y="39017"/>
                  </a:lnTo>
                  <a:lnTo>
                    <a:pt x="109033" y="38758"/>
                  </a:lnTo>
                  <a:lnTo>
                    <a:pt x="109975" y="38499"/>
                  </a:lnTo>
                  <a:lnTo>
                    <a:pt x="110916" y="38239"/>
                  </a:lnTo>
                  <a:lnTo>
                    <a:pt x="111857" y="37979"/>
                  </a:lnTo>
                  <a:lnTo>
                    <a:pt x="112798" y="37718"/>
                  </a:lnTo>
                  <a:lnTo>
                    <a:pt x="113739" y="37457"/>
                  </a:lnTo>
                  <a:lnTo>
                    <a:pt x="114680" y="37195"/>
                  </a:lnTo>
                  <a:lnTo>
                    <a:pt x="115620" y="36933"/>
                  </a:lnTo>
                  <a:lnTo>
                    <a:pt x="116561" y="36671"/>
                  </a:lnTo>
                  <a:lnTo>
                    <a:pt x="117501" y="36408"/>
                  </a:lnTo>
                  <a:lnTo>
                    <a:pt x="118441" y="36144"/>
                  </a:lnTo>
                  <a:lnTo>
                    <a:pt x="119382" y="35880"/>
                  </a:lnTo>
                  <a:lnTo>
                    <a:pt x="120322" y="35616"/>
                  </a:lnTo>
                  <a:lnTo>
                    <a:pt x="121261" y="35351"/>
                  </a:lnTo>
                  <a:lnTo>
                    <a:pt x="122201" y="35086"/>
                  </a:lnTo>
                  <a:lnTo>
                    <a:pt x="123141" y="34820"/>
                  </a:lnTo>
                  <a:lnTo>
                    <a:pt x="124080" y="34554"/>
                  </a:lnTo>
                  <a:lnTo>
                    <a:pt x="125020" y="34287"/>
                  </a:lnTo>
                  <a:lnTo>
                    <a:pt x="125959" y="34020"/>
                  </a:lnTo>
                  <a:lnTo>
                    <a:pt x="126898" y="33753"/>
                  </a:lnTo>
                  <a:lnTo>
                    <a:pt x="127837" y="33485"/>
                  </a:lnTo>
                  <a:lnTo>
                    <a:pt x="128776" y="33216"/>
                  </a:lnTo>
                  <a:lnTo>
                    <a:pt x="129715" y="32948"/>
                  </a:lnTo>
                  <a:lnTo>
                    <a:pt x="130653" y="32678"/>
                  </a:lnTo>
                  <a:lnTo>
                    <a:pt x="131592" y="32408"/>
                  </a:lnTo>
                  <a:lnTo>
                    <a:pt x="132530" y="32138"/>
                  </a:lnTo>
                  <a:lnTo>
                    <a:pt x="133468" y="31868"/>
                  </a:lnTo>
                  <a:lnTo>
                    <a:pt x="134406" y="31596"/>
                  </a:lnTo>
                  <a:lnTo>
                    <a:pt x="135344" y="31325"/>
                  </a:lnTo>
                  <a:lnTo>
                    <a:pt x="136282" y="31053"/>
                  </a:lnTo>
                  <a:lnTo>
                    <a:pt x="137220" y="30780"/>
                  </a:lnTo>
                  <a:lnTo>
                    <a:pt x="138157" y="30508"/>
                  </a:lnTo>
                  <a:lnTo>
                    <a:pt x="139095" y="30234"/>
                  </a:lnTo>
                  <a:lnTo>
                    <a:pt x="140032" y="29960"/>
                  </a:lnTo>
                  <a:lnTo>
                    <a:pt x="140969" y="29686"/>
                  </a:lnTo>
                  <a:lnTo>
                    <a:pt x="141906" y="29411"/>
                  </a:lnTo>
                  <a:lnTo>
                    <a:pt x="142843" y="29136"/>
                  </a:lnTo>
                  <a:lnTo>
                    <a:pt x="143780" y="28861"/>
                  </a:lnTo>
                  <a:lnTo>
                    <a:pt x="144716" y="28585"/>
                  </a:lnTo>
                  <a:lnTo>
                    <a:pt x="145653" y="28308"/>
                  </a:lnTo>
                  <a:lnTo>
                    <a:pt x="146589" y="28031"/>
                  </a:lnTo>
                  <a:lnTo>
                    <a:pt x="147526" y="27754"/>
                  </a:lnTo>
                  <a:lnTo>
                    <a:pt x="148462" y="27476"/>
                  </a:lnTo>
                  <a:lnTo>
                    <a:pt x="149398" y="27198"/>
                  </a:lnTo>
                  <a:lnTo>
                    <a:pt x="150333" y="26919"/>
                  </a:lnTo>
                  <a:lnTo>
                    <a:pt x="151269" y="26640"/>
                  </a:lnTo>
                  <a:lnTo>
                    <a:pt x="152205" y="26360"/>
                  </a:lnTo>
                  <a:lnTo>
                    <a:pt x="153140" y="26080"/>
                  </a:lnTo>
                  <a:lnTo>
                    <a:pt x="154075" y="25799"/>
                  </a:lnTo>
                  <a:lnTo>
                    <a:pt x="155011" y="25518"/>
                  </a:lnTo>
                  <a:lnTo>
                    <a:pt x="155946" y="25237"/>
                  </a:lnTo>
                  <a:lnTo>
                    <a:pt x="156880" y="24955"/>
                  </a:lnTo>
                  <a:lnTo>
                    <a:pt x="157815" y="24673"/>
                  </a:lnTo>
                  <a:lnTo>
                    <a:pt x="158750" y="24390"/>
                  </a:lnTo>
                  <a:lnTo>
                    <a:pt x="159684" y="24106"/>
                  </a:lnTo>
                  <a:lnTo>
                    <a:pt x="160619" y="23823"/>
                  </a:lnTo>
                  <a:lnTo>
                    <a:pt x="161553" y="23539"/>
                  </a:lnTo>
                  <a:lnTo>
                    <a:pt x="162487" y="23254"/>
                  </a:lnTo>
                  <a:lnTo>
                    <a:pt x="163421" y="22969"/>
                  </a:lnTo>
                  <a:lnTo>
                    <a:pt x="164355" y="22684"/>
                  </a:lnTo>
                  <a:lnTo>
                    <a:pt x="165288" y="22398"/>
                  </a:lnTo>
                  <a:lnTo>
                    <a:pt x="166222" y="22111"/>
                  </a:lnTo>
                  <a:lnTo>
                    <a:pt x="167155" y="21824"/>
                  </a:lnTo>
                  <a:lnTo>
                    <a:pt x="168089" y="21537"/>
                  </a:lnTo>
                  <a:lnTo>
                    <a:pt x="169022" y="21249"/>
                  </a:lnTo>
                  <a:lnTo>
                    <a:pt x="169955" y="20961"/>
                  </a:lnTo>
                  <a:lnTo>
                    <a:pt x="170887" y="20673"/>
                  </a:lnTo>
                  <a:lnTo>
                    <a:pt x="171820" y="20384"/>
                  </a:lnTo>
                  <a:lnTo>
                    <a:pt x="172753" y="20094"/>
                  </a:lnTo>
                  <a:lnTo>
                    <a:pt x="173685" y="19804"/>
                  </a:lnTo>
                  <a:lnTo>
                    <a:pt x="174617" y="19514"/>
                  </a:lnTo>
                  <a:lnTo>
                    <a:pt x="175550" y="19223"/>
                  </a:lnTo>
                  <a:lnTo>
                    <a:pt x="176482" y="18931"/>
                  </a:lnTo>
                  <a:lnTo>
                    <a:pt x="177413" y="18640"/>
                  </a:lnTo>
                  <a:lnTo>
                    <a:pt x="178345" y="18347"/>
                  </a:lnTo>
                  <a:lnTo>
                    <a:pt x="179277" y="18055"/>
                  </a:lnTo>
                  <a:lnTo>
                    <a:pt x="180208" y="17762"/>
                  </a:lnTo>
                  <a:lnTo>
                    <a:pt x="181139" y="17468"/>
                  </a:lnTo>
                  <a:lnTo>
                    <a:pt x="182071" y="17174"/>
                  </a:lnTo>
                  <a:lnTo>
                    <a:pt x="183002" y="16880"/>
                  </a:lnTo>
                  <a:lnTo>
                    <a:pt x="183932" y="16585"/>
                  </a:lnTo>
                  <a:lnTo>
                    <a:pt x="184863" y="16290"/>
                  </a:lnTo>
                  <a:lnTo>
                    <a:pt x="185794" y="15994"/>
                  </a:lnTo>
                  <a:lnTo>
                    <a:pt x="186724" y="15698"/>
                  </a:lnTo>
                  <a:lnTo>
                    <a:pt x="187655" y="15401"/>
                  </a:lnTo>
                  <a:lnTo>
                    <a:pt x="188585" y="15104"/>
                  </a:lnTo>
                  <a:lnTo>
                    <a:pt x="189515" y="14806"/>
                  </a:lnTo>
                  <a:lnTo>
                    <a:pt x="190445" y="14508"/>
                  </a:lnTo>
                  <a:lnTo>
                    <a:pt x="191374" y="14210"/>
                  </a:lnTo>
                  <a:lnTo>
                    <a:pt x="192304" y="13911"/>
                  </a:lnTo>
                  <a:lnTo>
                    <a:pt x="193233" y="13611"/>
                  </a:lnTo>
                  <a:lnTo>
                    <a:pt x="194163" y="13312"/>
                  </a:lnTo>
                  <a:lnTo>
                    <a:pt x="195092" y="13011"/>
                  </a:lnTo>
                  <a:lnTo>
                    <a:pt x="196021" y="12711"/>
                  </a:lnTo>
                  <a:lnTo>
                    <a:pt x="196950" y="12410"/>
                  </a:lnTo>
                  <a:lnTo>
                    <a:pt x="197878" y="12108"/>
                  </a:lnTo>
                  <a:lnTo>
                    <a:pt x="198807" y="11806"/>
                  </a:lnTo>
                  <a:lnTo>
                    <a:pt x="199736" y="11504"/>
                  </a:lnTo>
                  <a:lnTo>
                    <a:pt x="200664" y="11201"/>
                  </a:lnTo>
                  <a:lnTo>
                    <a:pt x="201592" y="10897"/>
                  </a:lnTo>
                  <a:lnTo>
                    <a:pt x="202520" y="10593"/>
                  </a:lnTo>
                  <a:lnTo>
                    <a:pt x="203448" y="10289"/>
                  </a:lnTo>
                  <a:lnTo>
                    <a:pt x="204376" y="9985"/>
                  </a:lnTo>
                  <a:lnTo>
                    <a:pt x="205303" y="9679"/>
                  </a:lnTo>
                  <a:lnTo>
                    <a:pt x="206230" y="9374"/>
                  </a:lnTo>
                  <a:lnTo>
                    <a:pt x="207158" y="9068"/>
                  </a:lnTo>
                  <a:lnTo>
                    <a:pt x="208085" y="8761"/>
                  </a:lnTo>
                  <a:lnTo>
                    <a:pt x="209012" y="8454"/>
                  </a:lnTo>
                  <a:lnTo>
                    <a:pt x="209939" y="8147"/>
                  </a:lnTo>
                  <a:lnTo>
                    <a:pt x="210865" y="7839"/>
                  </a:lnTo>
                  <a:lnTo>
                    <a:pt x="211792" y="7531"/>
                  </a:lnTo>
                  <a:lnTo>
                    <a:pt x="212718" y="7222"/>
                  </a:lnTo>
                  <a:lnTo>
                    <a:pt x="213645" y="6913"/>
                  </a:lnTo>
                  <a:lnTo>
                    <a:pt x="214571" y="6603"/>
                  </a:lnTo>
                  <a:lnTo>
                    <a:pt x="215497" y="6293"/>
                  </a:lnTo>
                  <a:lnTo>
                    <a:pt x="216422" y="5983"/>
                  </a:lnTo>
                  <a:lnTo>
                    <a:pt x="217348" y="5672"/>
                  </a:lnTo>
                  <a:lnTo>
                    <a:pt x="218273" y="5361"/>
                  </a:lnTo>
                  <a:lnTo>
                    <a:pt x="219199" y="5049"/>
                  </a:lnTo>
                  <a:lnTo>
                    <a:pt x="220124" y="4737"/>
                  </a:lnTo>
                  <a:lnTo>
                    <a:pt x="221049" y="4424"/>
                  </a:lnTo>
                  <a:lnTo>
                    <a:pt x="221974" y="4111"/>
                  </a:lnTo>
                  <a:lnTo>
                    <a:pt x="222899" y="3797"/>
                  </a:lnTo>
                  <a:lnTo>
                    <a:pt x="223823" y="3483"/>
                  </a:lnTo>
                  <a:lnTo>
                    <a:pt x="224748" y="3169"/>
                  </a:lnTo>
                  <a:lnTo>
                    <a:pt x="225672" y="2854"/>
                  </a:lnTo>
                  <a:lnTo>
                    <a:pt x="226596" y="2538"/>
                  </a:lnTo>
                  <a:lnTo>
                    <a:pt x="227520" y="2223"/>
                  </a:lnTo>
                  <a:lnTo>
                    <a:pt x="228444" y="1906"/>
                  </a:lnTo>
                  <a:lnTo>
                    <a:pt x="229368" y="1590"/>
                  </a:lnTo>
                  <a:lnTo>
                    <a:pt x="230291" y="1272"/>
                  </a:lnTo>
                  <a:lnTo>
                    <a:pt x="231215" y="955"/>
                  </a:lnTo>
                  <a:lnTo>
                    <a:pt x="232138" y="637"/>
                  </a:lnTo>
                  <a:lnTo>
                    <a:pt x="233061" y="318"/>
                  </a:lnTo>
                  <a:lnTo>
                    <a:pt x="233984" y="0"/>
                  </a:lnTo>
                </a:path>
              </a:pathLst>
            </a:custGeom>
            <a:ln w="55244" cap="rnd">
              <a:solidFill>
                <a:srgbClr val="13D7E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l7138"/>
            <p:cNvSpPr/>
            <p:nvPr/>
          </p:nvSpPr>
          <p:spPr>
            <a:xfrm>
              <a:off x="7820359" y="4493426"/>
              <a:ext cx="9150" cy="14761"/>
            </a:xfrm>
            <a:custGeom>
              <a:avLst/>
              <a:pathLst>
                <a:path w="9150" h="14761">
                  <a:moveTo>
                    <a:pt x="0" y="14761"/>
                  </a:moveTo>
                  <a:lnTo>
                    <a:pt x="36" y="14702"/>
                  </a:lnTo>
                  <a:lnTo>
                    <a:pt x="73" y="14642"/>
                  </a:lnTo>
                  <a:lnTo>
                    <a:pt x="110" y="14583"/>
                  </a:lnTo>
                  <a:lnTo>
                    <a:pt x="147" y="14524"/>
                  </a:lnTo>
                  <a:lnTo>
                    <a:pt x="184" y="14465"/>
                  </a:lnTo>
                  <a:lnTo>
                    <a:pt x="221" y="14406"/>
                  </a:lnTo>
                  <a:lnTo>
                    <a:pt x="258" y="14347"/>
                  </a:lnTo>
                  <a:lnTo>
                    <a:pt x="295" y="14288"/>
                  </a:lnTo>
                  <a:lnTo>
                    <a:pt x="332" y="14229"/>
                  </a:lnTo>
                  <a:lnTo>
                    <a:pt x="369" y="14169"/>
                  </a:lnTo>
                  <a:lnTo>
                    <a:pt x="406" y="14110"/>
                  </a:lnTo>
                  <a:lnTo>
                    <a:pt x="443" y="14051"/>
                  </a:lnTo>
                  <a:lnTo>
                    <a:pt x="480" y="13992"/>
                  </a:lnTo>
                  <a:lnTo>
                    <a:pt x="517" y="13933"/>
                  </a:lnTo>
                  <a:lnTo>
                    <a:pt x="554" y="13874"/>
                  </a:lnTo>
                  <a:lnTo>
                    <a:pt x="591" y="13815"/>
                  </a:lnTo>
                  <a:lnTo>
                    <a:pt x="628" y="13755"/>
                  </a:lnTo>
                  <a:lnTo>
                    <a:pt x="665" y="13696"/>
                  </a:lnTo>
                  <a:lnTo>
                    <a:pt x="702" y="13637"/>
                  </a:lnTo>
                  <a:lnTo>
                    <a:pt x="739" y="13578"/>
                  </a:lnTo>
                  <a:lnTo>
                    <a:pt x="776" y="13519"/>
                  </a:lnTo>
                  <a:lnTo>
                    <a:pt x="813" y="13460"/>
                  </a:lnTo>
                  <a:lnTo>
                    <a:pt x="850" y="13400"/>
                  </a:lnTo>
                  <a:lnTo>
                    <a:pt x="887" y="13341"/>
                  </a:lnTo>
                  <a:lnTo>
                    <a:pt x="924" y="13282"/>
                  </a:lnTo>
                  <a:lnTo>
                    <a:pt x="961" y="13223"/>
                  </a:lnTo>
                  <a:lnTo>
                    <a:pt x="998" y="13164"/>
                  </a:lnTo>
                  <a:lnTo>
                    <a:pt x="1035" y="13105"/>
                  </a:lnTo>
                  <a:lnTo>
                    <a:pt x="1072" y="13046"/>
                  </a:lnTo>
                  <a:lnTo>
                    <a:pt x="1109" y="12986"/>
                  </a:lnTo>
                  <a:lnTo>
                    <a:pt x="1146" y="12927"/>
                  </a:lnTo>
                  <a:lnTo>
                    <a:pt x="1182" y="12868"/>
                  </a:lnTo>
                  <a:lnTo>
                    <a:pt x="1219" y="12809"/>
                  </a:lnTo>
                  <a:lnTo>
                    <a:pt x="1256" y="12750"/>
                  </a:lnTo>
                  <a:lnTo>
                    <a:pt x="1293" y="12691"/>
                  </a:lnTo>
                  <a:lnTo>
                    <a:pt x="1330" y="12631"/>
                  </a:lnTo>
                  <a:lnTo>
                    <a:pt x="1367" y="12572"/>
                  </a:lnTo>
                  <a:lnTo>
                    <a:pt x="1404" y="12513"/>
                  </a:lnTo>
                  <a:lnTo>
                    <a:pt x="1441" y="12454"/>
                  </a:lnTo>
                  <a:lnTo>
                    <a:pt x="1478" y="12395"/>
                  </a:lnTo>
                  <a:lnTo>
                    <a:pt x="1515" y="12336"/>
                  </a:lnTo>
                  <a:lnTo>
                    <a:pt x="1552" y="12276"/>
                  </a:lnTo>
                  <a:lnTo>
                    <a:pt x="1589" y="12217"/>
                  </a:lnTo>
                  <a:lnTo>
                    <a:pt x="1626" y="12158"/>
                  </a:lnTo>
                  <a:lnTo>
                    <a:pt x="1662" y="12099"/>
                  </a:lnTo>
                  <a:lnTo>
                    <a:pt x="1699" y="12040"/>
                  </a:lnTo>
                  <a:lnTo>
                    <a:pt x="1736" y="11980"/>
                  </a:lnTo>
                  <a:lnTo>
                    <a:pt x="1773" y="11921"/>
                  </a:lnTo>
                  <a:lnTo>
                    <a:pt x="1810" y="11862"/>
                  </a:lnTo>
                  <a:lnTo>
                    <a:pt x="1847" y="11803"/>
                  </a:lnTo>
                  <a:lnTo>
                    <a:pt x="1884" y="11744"/>
                  </a:lnTo>
                  <a:lnTo>
                    <a:pt x="1921" y="11684"/>
                  </a:lnTo>
                  <a:lnTo>
                    <a:pt x="1958" y="11625"/>
                  </a:lnTo>
                  <a:lnTo>
                    <a:pt x="1995" y="11566"/>
                  </a:lnTo>
                  <a:lnTo>
                    <a:pt x="2031" y="11507"/>
                  </a:lnTo>
                  <a:lnTo>
                    <a:pt x="2068" y="11448"/>
                  </a:lnTo>
                  <a:lnTo>
                    <a:pt x="2105" y="11389"/>
                  </a:lnTo>
                  <a:lnTo>
                    <a:pt x="2142" y="11329"/>
                  </a:lnTo>
                  <a:lnTo>
                    <a:pt x="2179" y="11270"/>
                  </a:lnTo>
                  <a:lnTo>
                    <a:pt x="2216" y="11211"/>
                  </a:lnTo>
                  <a:lnTo>
                    <a:pt x="2253" y="11152"/>
                  </a:lnTo>
                  <a:lnTo>
                    <a:pt x="2290" y="11093"/>
                  </a:lnTo>
                  <a:lnTo>
                    <a:pt x="2326" y="11033"/>
                  </a:lnTo>
                  <a:lnTo>
                    <a:pt x="2363" y="10974"/>
                  </a:lnTo>
                  <a:lnTo>
                    <a:pt x="2400" y="10915"/>
                  </a:lnTo>
                  <a:lnTo>
                    <a:pt x="2437" y="10856"/>
                  </a:lnTo>
                  <a:lnTo>
                    <a:pt x="2474" y="10796"/>
                  </a:lnTo>
                  <a:lnTo>
                    <a:pt x="2511" y="10737"/>
                  </a:lnTo>
                  <a:lnTo>
                    <a:pt x="2548" y="10678"/>
                  </a:lnTo>
                  <a:lnTo>
                    <a:pt x="2585" y="10619"/>
                  </a:lnTo>
                  <a:lnTo>
                    <a:pt x="2621" y="10560"/>
                  </a:lnTo>
                  <a:lnTo>
                    <a:pt x="2658" y="10500"/>
                  </a:lnTo>
                  <a:lnTo>
                    <a:pt x="2695" y="10441"/>
                  </a:lnTo>
                  <a:lnTo>
                    <a:pt x="2732" y="10382"/>
                  </a:lnTo>
                  <a:lnTo>
                    <a:pt x="2769" y="10323"/>
                  </a:lnTo>
                  <a:lnTo>
                    <a:pt x="2806" y="10264"/>
                  </a:lnTo>
                  <a:lnTo>
                    <a:pt x="2842" y="10204"/>
                  </a:lnTo>
                  <a:lnTo>
                    <a:pt x="2879" y="10145"/>
                  </a:lnTo>
                  <a:lnTo>
                    <a:pt x="2916" y="10086"/>
                  </a:lnTo>
                  <a:lnTo>
                    <a:pt x="2953" y="10027"/>
                  </a:lnTo>
                  <a:lnTo>
                    <a:pt x="2990" y="9967"/>
                  </a:lnTo>
                  <a:lnTo>
                    <a:pt x="3027" y="9908"/>
                  </a:lnTo>
                  <a:lnTo>
                    <a:pt x="3063" y="9849"/>
                  </a:lnTo>
                  <a:lnTo>
                    <a:pt x="3100" y="9790"/>
                  </a:lnTo>
                  <a:lnTo>
                    <a:pt x="3137" y="9731"/>
                  </a:lnTo>
                  <a:lnTo>
                    <a:pt x="3174" y="9671"/>
                  </a:lnTo>
                  <a:lnTo>
                    <a:pt x="3211" y="9612"/>
                  </a:lnTo>
                  <a:lnTo>
                    <a:pt x="3248" y="9553"/>
                  </a:lnTo>
                  <a:lnTo>
                    <a:pt x="3284" y="9494"/>
                  </a:lnTo>
                  <a:lnTo>
                    <a:pt x="3321" y="9434"/>
                  </a:lnTo>
                  <a:lnTo>
                    <a:pt x="3358" y="9375"/>
                  </a:lnTo>
                  <a:lnTo>
                    <a:pt x="3395" y="9316"/>
                  </a:lnTo>
                  <a:lnTo>
                    <a:pt x="3432" y="9257"/>
                  </a:lnTo>
                  <a:lnTo>
                    <a:pt x="3469" y="9197"/>
                  </a:lnTo>
                  <a:lnTo>
                    <a:pt x="3505" y="9138"/>
                  </a:lnTo>
                  <a:lnTo>
                    <a:pt x="3542" y="9079"/>
                  </a:lnTo>
                  <a:lnTo>
                    <a:pt x="3579" y="9020"/>
                  </a:lnTo>
                  <a:lnTo>
                    <a:pt x="3616" y="8960"/>
                  </a:lnTo>
                  <a:lnTo>
                    <a:pt x="3653" y="8901"/>
                  </a:lnTo>
                  <a:lnTo>
                    <a:pt x="3689" y="8842"/>
                  </a:lnTo>
                  <a:lnTo>
                    <a:pt x="3726" y="8783"/>
                  </a:lnTo>
                  <a:lnTo>
                    <a:pt x="3763" y="8723"/>
                  </a:lnTo>
                  <a:lnTo>
                    <a:pt x="3800" y="8664"/>
                  </a:lnTo>
                  <a:lnTo>
                    <a:pt x="3837" y="8605"/>
                  </a:lnTo>
                  <a:lnTo>
                    <a:pt x="3873" y="8546"/>
                  </a:lnTo>
                  <a:lnTo>
                    <a:pt x="3910" y="8486"/>
                  </a:lnTo>
                  <a:lnTo>
                    <a:pt x="3947" y="8427"/>
                  </a:lnTo>
                  <a:lnTo>
                    <a:pt x="3984" y="8368"/>
                  </a:lnTo>
                  <a:lnTo>
                    <a:pt x="4020" y="8309"/>
                  </a:lnTo>
                  <a:lnTo>
                    <a:pt x="4057" y="8249"/>
                  </a:lnTo>
                  <a:lnTo>
                    <a:pt x="4094" y="8190"/>
                  </a:lnTo>
                  <a:lnTo>
                    <a:pt x="4131" y="8131"/>
                  </a:lnTo>
                  <a:lnTo>
                    <a:pt x="4168" y="8072"/>
                  </a:lnTo>
                  <a:lnTo>
                    <a:pt x="4204" y="8012"/>
                  </a:lnTo>
                  <a:lnTo>
                    <a:pt x="4241" y="7953"/>
                  </a:lnTo>
                  <a:lnTo>
                    <a:pt x="4278" y="7894"/>
                  </a:lnTo>
                  <a:lnTo>
                    <a:pt x="4315" y="7834"/>
                  </a:lnTo>
                  <a:lnTo>
                    <a:pt x="4351" y="7775"/>
                  </a:lnTo>
                  <a:lnTo>
                    <a:pt x="4388" y="7716"/>
                  </a:lnTo>
                  <a:lnTo>
                    <a:pt x="4425" y="7657"/>
                  </a:lnTo>
                  <a:lnTo>
                    <a:pt x="4462" y="7597"/>
                  </a:lnTo>
                  <a:lnTo>
                    <a:pt x="4498" y="7538"/>
                  </a:lnTo>
                  <a:lnTo>
                    <a:pt x="4535" y="7479"/>
                  </a:lnTo>
                  <a:lnTo>
                    <a:pt x="4572" y="7420"/>
                  </a:lnTo>
                  <a:lnTo>
                    <a:pt x="4609" y="7360"/>
                  </a:lnTo>
                  <a:lnTo>
                    <a:pt x="4645" y="7301"/>
                  </a:lnTo>
                  <a:lnTo>
                    <a:pt x="4682" y="7242"/>
                  </a:lnTo>
                  <a:lnTo>
                    <a:pt x="4719" y="7182"/>
                  </a:lnTo>
                  <a:lnTo>
                    <a:pt x="4756" y="7123"/>
                  </a:lnTo>
                  <a:lnTo>
                    <a:pt x="4792" y="7064"/>
                  </a:lnTo>
                  <a:lnTo>
                    <a:pt x="4829" y="7005"/>
                  </a:lnTo>
                  <a:lnTo>
                    <a:pt x="4866" y="6945"/>
                  </a:lnTo>
                  <a:lnTo>
                    <a:pt x="4903" y="6886"/>
                  </a:lnTo>
                  <a:lnTo>
                    <a:pt x="4939" y="6827"/>
                  </a:lnTo>
                  <a:lnTo>
                    <a:pt x="4976" y="6767"/>
                  </a:lnTo>
                  <a:lnTo>
                    <a:pt x="5013" y="6708"/>
                  </a:lnTo>
                  <a:lnTo>
                    <a:pt x="5049" y="6649"/>
                  </a:lnTo>
                  <a:lnTo>
                    <a:pt x="5086" y="6589"/>
                  </a:lnTo>
                  <a:lnTo>
                    <a:pt x="5123" y="6530"/>
                  </a:lnTo>
                  <a:lnTo>
                    <a:pt x="5160" y="6471"/>
                  </a:lnTo>
                  <a:lnTo>
                    <a:pt x="5196" y="6412"/>
                  </a:lnTo>
                  <a:lnTo>
                    <a:pt x="5233" y="6352"/>
                  </a:lnTo>
                  <a:lnTo>
                    <a:pt x="5270" y="6293"/>
                  </a:lnTo>
                  <a:lnTo>
                    <a:pt x="5306" y="6234"/>
                  </a:lnTo>
                  <a:lnTo>
                    <a:pt x="5343" y="6174"/>
                  </a:lnTo>
                  <a:lnTo>
                    <a:pt x="5380" y="6115"/>
                  </a:lnTo>
                  <a:lnTo>
                    <a:pt x="5417" y="6056"/>
                  </a:lnTo>
                  <a:lnTo>
                    <a:pt x="5453" y="5996"/>
                  </a:lnTo>
                  <a:lnTo>
                    <a:pt x="5490" y="5937"/>
                  </a:lnTo>
                  <a:lnTo>
                    <a:pt x="5527" y="5878"/>
                  </a:lnTo>
                  <a:lnTo>
                    <a:pt x="5563" y="5818"/>
                  </a:lnTo>
                  <a:lnTo>
                    <a:pt x="5600" y="5759"/>
                  </a:lnTo>
                  <a:lnTo>
                    <a:pt x="5637" y="5700"/>
                  </a:lnTo>
                  <a:lnTo>
                    <a:pt x="5673" y="5640"/>
                  </a:lnTo>
                  <a:lnTo>
                    <a:pt x="5710" y="5581"/>
                  </a:lnTo>
                  <a:lnTo>
                    <a:pt x="5747" y="5522"/>
                  </a:lnTo>
                  <a:lnTo>
                    <a:pt x="5783" y="5463"/>
                  </a:lnTo>
                  <a:lnTo>
                    <a:pt x="5820" y="5403"/>
                  </a:lnTo>
                  <a:lnTo>
                    <a:pt x="5857" y="5344"/>
                  </a:lnTo>
                  <a:lnTo>
                    <a:pt x="5893" y="5285"/>
                  </a:lnTo>
                  <a:lnTo>
                    <a:pt x="5930" y="5225"/>
                  </a:lnTo>
                  <a:lnTo>
                    <a:pt x="5967" y="5166"/>
                  </a:lnTo>
                  <a:lnTo>
                    <a:pt x="6004" y="5107"/>
                  </a:lnTo>
                  <a:lnTo>
                    <a:pt x="6040" y="5047"/>
                  </a:lnTo>
                  <a:lnTo>
                    <a:pt x="6077" y="4988"/>
                  </a:lnTo>
                  <a:lnTo>
                    <a:pt x="6114" y="4929"/>
                  </a:lnTo>
                  <a:lnTo>
                    <a:pt x="6150" y="4869"/>
                  </a:lnTo>
                  <a:lnTo>
                    <a:pt x="6187" y="4810"/>
                  </a:lnTo>
                  <a:lnTo>
                    <a:pt x="6223" y="4751"/>
                  </a:lnTo>
                  <a:lnTo>
                    <a:pt x="6260" y="4691"/>
                  </a:lnTo>
                  <a:lnTo>
                    <a:pt x="6297" y="4632"/>
                  </a:lnTo>
                  <a:lnTo>
                    <a:pt x="6333" y="4573"/>
                  </a:lnTo>
                  <a:lnTo>
                    <a:pt x="6370" y="4513"/>
                  </a:lnTo>
                  <a:lnTo>
                    <a:pt x="6407" y="4454"/>
                  </a:lnTo>
                  <a:lnTo>
                    <a:pt x="6443" y="4395"/>
                  </a:lnTo>
                  <a:lnTo>
                    <a:pt x="6480" y="4335"/>
                  </a:lnTo>
                  <a:lnTo>
                    <a:pt x="6517" y="4276"/>
                  </a:lnTo>
                  <a:lnTo>
                    <a:pt x="6553" y="4216"/>
                  </a:lnTo>
                  <a:lnTo>
                    <a:pt x="6590" y="4157"/>
                  </a:lnTo>
                  <a:lnTo>
                    <a:pt x="6627" y="4098"/>
                  </a:lnTo>
                  <a:lnTo>
                    <a:pt x="6663" y="4038"/>
                  </a:lnTo>
                  <a:lnTo>
                    <a:pt x="6700" y="3979"/>
                  </a:lnTo>
                  <a:lnTo>
                    <a:pt x="6736" y="3920"/>
                  </a:lnTo>
                  <a:lnTo>
                    <a:pt x="6773" y="3860"/>
                  </a:lnTo>
                  <a:lnTo>
                    <a:pt x="6810" y="3801"/>
                  </a:lnTo>
                  <a:lnTo>
                    <a:pt x="6846" y="3742"/>
                  </a:lnTo>
                  <a:lnTo>
                    <a:pt x="6883" y="3682"/>
                  </a:lnTo>
                  <a:lnTo>
                    <a:pt x="6920" y="3623"/>
                  </a:lnTo>
                  <a:lnTo>
                    <a:pt x="6956" y="3564"/>
                  </a:lnTo>
                  <a:lnTo>
                    <a:pt x="6993" y="3504"/>
                  </a:lnTo>
                  <a:lnTo>
                    <a:pt x="7029" y="3445"/>
                  </a:lnTo>
                  <a:lnTo>
                    <a:pt x="7066" y="3385"/>
                  </a:lnTo>
                  <a:lnTo>
                    <a:pt x="7103" y="3326"/>
                  </a:lnTo>
                  <a:lnTo>
                    <a:pt x="7139" y="3267"/>
                  </a:lnTo>
                  <a:lnTo>
                    <a:pt x="7176" y="3207"/>
                  </a:lnTo>
                  <a:lnTo>
                    <a:pt x="7212" y="3148"/>
                  </a:lnTo>
                  <a:lnTo>
                    <a:pt x="7249" y="3089"/>
                  </a:lnTo>
                  <a:lnTo>
                    <a:pt x="7286" y="3029"/>
                  </a:lnTo>
                  <a:lnTo>
                    <a:pt x="7322" y="2970"/>
                  </a:lnTo>
                  <a:lnTo>
                    <a:pt x="7359" y="2910"/>
                  </a:lnTo>
                  <a:lnTo>
                    <a:pt x="7395" y="2851"/>
                  </a:lnTo>
                  <a:lnTo>
                    <a:pt x="7432" y="2792"/>
                  </a:lnTo>
                  <a:lnTo>
                    <a:pt x="7469" y="2732"/>
                  </a:lnTo>
                  <a:lnTo>
                    <a:pt x="7505" y="2673"/>
                  </a:lnTo>
                  <a:lnTo>
                    <a:pt x="7542" y="2614"/>
                  </a:lnTo>
                  <a:lnTo>
                    <a:pt x="7578" y="2554"/>
                  </a:lnTo>
                  <a:lnTo>
                    <a:pt x="7615" y="2495"/>
                  </a:lnTo>
                  <a:lnTo>
                    <a:pt x="7652" y="2435"/>
                  </a:lnTo>
                  <a:lnTo>
                    <a:pt x="7688" y="2376"/>
                  </a:lnTo>
                  <a:lnTo>
                    <a:pt x="7725" y="2317"/>
                  </a:lnTo>
                  <a:lnTo>
                    <a:pt x="7761" y="2257"/>
                  </a:lnTo>
                  <a:lnTo>
                    <a:pt x="7798" y="2198"/>
                  </a:lnTo>
                  <a:lnTo>
                    <a:pt x="7834" y="2138"/>
                  </a:lnTo>
                  <a:lnTo>
                    <a:pt x="7871" y="2079"/>
                  </a:lnTo>
                  <a:lnTo>
                    <a:pt x="7908" y="2020"/>
                  </a:lnTo>
                  <a:lnTo>
                    <a:pt x="7944" y="1960"/>
                  </a:lnTo>
                  <a:lnTo>
                    <a:pt x="7981" y="1901"/>
                  </a:lnTo>
                  <a:lnTo>
                    <a:pt x="8017" y="1841"/>
                  </a:lnTo>
                  <a:lnTo>
                    <a:pt x="8054" y="1782"/>
                  </a:lnTo>
                  <a:lnTo>
                    <a:pt x="8090" y="1723"/>
                  </a:lnTo>
                  <a:lnTo>
                    <a:pt x="8127" y="1663"/>
                  </a:lnTo>
                  <a:lnTo>
                    <a:pt x="8163" y="1604"/>
                  </a:lnTo>
                  <a:lnTo>
                    <a:pt x="8200" y="1544"/>
                  </a:lnTo>
                  <a:lnTo>
                    <a:pt x="8237" y="1485"/>
                  </a:lnTo>
                  <a:lnTo>
                    <a:pt x="8273" y="1426"/>
                  </a:lnTo>
                  <a:lnTo>
                    <a:pt x="8310" y="1366"/>
                  </a:lnTo>
                  <a:lnTo>
                    <a:pt x="8346" y="1307"/>
                  </a:lnTo>
                  <a:lnTo>
                    <a:pt x="8383" y="1247"/>
                  </a:lnTo>
                  <a:lnTo>
                    <a:pt x="8419" y="1188"/>
                  </a:lnTo>
                  <a:lnTo>
                    <a:pt x="8456" y="1129"/>
                  </a:lnTo>
                  <a:lnTo>
                    <a:pt x="8492" y="1069"/>
                  </a:lnTo>
                  <a:lnTo>
                    <a:pt x="8529" y="1010"/>
                  </a:lnTo>
                  <a:lnTo>
                    <a:pt x="8565" y="950"/>
                  </a:lnTo>
                  <a:lnTo>
                    <a:pt x="8602" y="891"/>
                  </a:lnTo>
                  <a:lnTo>
                    <a:pt x="8638" y="832"/>
                  </a:lnTo>
                  <a:lnTo>
                    <a:pt x="8675" y="772"/>
                  </a:lnTo>
                  <a:lnTo>
                    <a:pt x="8711" y="713"/>
                  </a:lnTo>
                  <a:lnTo>
                    <a:pt x="8748" y="653"/>
                  </a:lnTo>
                  <a:lnTo>
                    <a:pt x="8784" y="594"/>
                  </a:lnTo>
                  <a:lnTo>
                    <a:pt x="8821" y="534"/>
                  </a:lnTo>
                  <a:lnTo>
                    <a:pt x="8857" y="475"/>
                  </a:lnTo>
                  <a:lnTo>
                    <a:pt x="8894" y="416"/>
                  </a:lnTo>
                  <a:lnTo>
                    <a:pt x="8931" y="356"/>
                  </a:lnTo>
                  <a:lnTo>
                    <a:pt x="8967" y="297"/>
                  </a:lnTo>
                  <a:lnTo>
                    <a:pt x="9004" y="237"/>
                  </a:lnTo>
                  <a:lnTo>
                    <a:pt x="9040" y="178"/>
                  </a:lnTo>
                  <a:lnTo>
                    <a:pt x="9077" y="118"/>
                  </a:lnTo>
                  <a:lnTo>
                    <a:pt x="9113" y="59"/>
                  </a:lnTo>
                  <a:lnTo>
                    <a:pt x="9150" y="0"/>
                  </a:lnTo>
                </a:path>
              </a:pathLst>
            </a:custGeom>
            <a:ln w="55244" cap="rnd">
              <a:solidFill>
                <a:srgbClr val="F4A1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l7139"/>
            <p:cNvSpPr/>
            <p:nvPr/>
          </p:nvSpPr>
          <p:spPr>
            <a:xfrm>
              <a:off x="4061495" y="1394657"/>
              <a:ext cx="4068592" cy="4068638"/>
            </a:xfrm>
            <a:custGeom>
              <a:avLst/>
              <a:pathLst>
                <a:path w="4068592" h="4068638">
                  <a:moveTo>
                    <a:pt x="0" y="2034342"/>
                  </a:moveTo>
                  <a:lnTo>
                    <a:pt x="646" y="2085635"/>
                  </a:lnTo>
                  <a:lnTo>
                    <a:pt x="2586" y="2136897"/>
                  </a:lnTo>
                  <a:lnTo>
                    <a:pt x="5818" y="2188093"/>
                  </a:lnTo>
                  <a:lnTo>
                    <a:pt x="10339" y="2239191"/>
                  </a:lnTo>
                  <a:lnTo>
                    <a:pt x="16148" y="2290159"/>
                  </a:lnTo>
                  <a:lnTo>
                    <a:pt x="23240" y="2340964"/>
                  </a:lnTo>
                  <a:lnTo>
                    <a:pt x="31610" y="2391575"/>
                  </a:lnTo>
                  <a:lnTo>
                    <a:pt x="41254" y="2441958"/>
                  </a:lnTo>
                  <a:lnTo>
                    <a:pt x="52165" y="2492082"/>
                  </a:lnTo>
                  <a:lnTo>
                    <a:pt x="64337" y="2541915"/>
                  </a:lnTo>
                  <a:lnTo>
                    <a:pt x="77761" y="2591425"/>
                  </a:lnTo>
                  <a:lnTo>
                    <a:pt x="92429" y="2640582"/>
                  </a:lnTo>
                  <a:lnTo>
                    <a:pt x="108333" y="2689352"/>
                  </a:lnTo>
                  <a:lnTo>
                    <a:pt x="125460" y="2737706"/>
                  </a:lnTo>
                  <a:lnTo>
                    <a:pt x="143802" y="2785613"/>
                  </a:lnTo>
                  <a:lnTo>
                    <a:pt x="163345" y="2833042"/>
                  </a:lnTo>
                  <a:lnTo>
                    <a:pt x="184078" y="2879964"/>
                  </a:lnTo>
                  <a:lnTo>
                    <a:pt x="205988" y="2926347"/>
                  </a:lnTo>
                  <a:lnTo>
                    <a:pt x="229060" y="2972164"/>
                  </a:lnTo>
                  <a:lnTo>
                    <a:pt x="253280" y="3017384"/>
                  </a:lnTo>
                  <a:lnTo>
                    <a:pt x="278633" y="3061979"/>
                  </a:lnTo>
                  <a:lnTo>
                    <a:pt x="305102" y="3105921"/>
                  </a:lnTo>
                  <a:lnTo>
                    <a:pt x="332670" y="3149181"/>
                  </a:lnTo>
                  <a:lnTo>
                    <a:pt x="361320" y="3191733"/>
                  </a:lnTo>
                  <a:lnTo>
                    <a:pt x="391035" y="3233549"/>
                  </a:lnTo>
                  <a:lnTo>
                    <a:pt x="421794" y="3274602"/>
                  </a:lnTo>
                  <a:lnTo>
                    <a:pt x="453578" y="3314866"/>
                  </a:lnTo>
                  <a:lnTo>
                    <a:pt x="486368" y="3354317"/>
                  </a:lnTo>
                  <a:lnTo>
                    <a:pt x="520141" y="3392928"/>
                  </a:lnTo>
                  <a:lnTo>
                    <a:pt x="554878" y="3430675"/>
                  </a:lnTo>
                  <a:lnTo>
                    <a:pt x="590555" y="3467534"/>
                  </a:lnTo>
                  <a:lnTo>
                    <a:pt x="627151" y="3503482"/>
                  </a:lnTo>
                  <a:lnTo>
                    <a:pt x="664641" y="3538496"/>
                  </a:lnTo>
                  <a:lnTo>
                    <a:pt x="703002" y="3572553"/>
                  </a:lnTo>
                  <a:lnTo>
                    <a:pt x="742209" y="3605633"/>
                  </a:lnTo>
                  <a:lnTo>
                    <a:pt x="782238" y="3637713"/>
                  </a:lnTo>
                  <a:lnTo>
                    <a:pt x="823064" y="3668774"/>
                  </a:lnTo>
                  <a:lnTo>
                    <a:pt x="864659" y="3698796"/>
                  </a:lnTo>
                  <a:lnTo>
                    <a:pt x="906998" y="3727759"/>
                  </a:lnTo>
                  <a:lnTo>
                    <a:pt x="950054" y="3755646"/>
                  </a:lnTo>
                  <a:lnTo>
                    <a:pt x="993800" y="3782438"/>
                  </a:lnTo>
                  <a:lnTo>
                    <a:pt x="1038207" y="3808118"/>
                  </a:lnTo>
                  <a:lnTo>
                    <a:pt x="1083247" y="3832671"/>
                  </a:lnTo>
                  <a:lnTo>
                    <a:pt x="1128892" y="3856080"/>
                  </a:lnTo>
                  <a:lnTo>
                    <a:pt x="1175113" y="3878331"/>
                  </a:lnTo>
                  <a:lnTo>
                    <a:pt x="1221881" y="3899410"/>
                  </a:lnTo>
                  <a:lnTo>
                    <a:pt x="1269165" y="3919302"/>
                  </a:lnTo>
                  <a:lnTo>
                    <a:pt x="1316935" y="3937996"/>
                  </a:lnTo>
                  <a:lnTo>
                    <a:pt x="1365161" y="3955480"/>
                  </a:lnTo>
                  <a:lnTo>
                    <a:pt x="1413814" y="3971742"/>
                  </a:lnTo>
                  <a:lnTo>
                    <a:pt x="1462860" y="3986772"/>
                  </a:lnTo>
                  <a:lnTo>
                    <a:pt x="1512270" y="4000561"/>
                  </a:lnTo>
                  <a:lnTo>
                    <a:pt x="1562012" y="4013100"/>
                  </a:lnTo>
                  <a:lnTo>
                    <a:pt x="1612054" y="4024380"/>
                  </a:lnTo>
                  <a:lnTo>
                    <a:pt x="1662365" y="4034395"/>
                  </a:lnTo>
                  <a:lnTo>
                    <a:pt x="1712913" y="4043138"/>
                  </a:lnTo>
                  <a:lnTo>
                    <a:pt x="1763664" y="4050604"/>
                  </a:lnTo>
                  <a:lnTo>
                    <a:pt x="1814588" y="4056788"/>
                  </a:lnTo>
                  <a:lnTo>
                    <a:pt x="1865652" y="4061687"/>
                  </a:lnTo>
                  <a:lnTo>
                    <a:pt x="1916823" y="4065296"/>
                  </a:lnTo>
                  <a:lnTo>
                    <a:pt x="1968068" y="4067613"/>
                  </a:lnTo>
                  <a:lnTo>
                    <a:pt x="2019356" y="4068638"/>
                  </a:lnTo>
                  <a:lnTo>
                    <a:pt x="2070653" y="4068369"/>
                  </a:lnTo>
                  <a:lnTo>
                    <a:pt x="2121927" y="4066808"/>
                  </a:lnTo>
                  <a:lnTo>
                    <a:pt x="2173146" y="4063953"/>
                  </a:lnTo>
                  <a:lnTo>
                    <a:pt x="2224276" y="4059808"/>
                  </a:lnTo>
                  <a:lnTo>
                    <a:pt x="2275285" y="4054376"/>
                  </a:lnTo>
                  <a:lnTo>
                    <a:pt x="2326142" y="4047659"/>
                  </a:lnTo>
                  <a:lnTo>
                    <a:pt x="2376812" y="4039661"/>
                  </a:lnTo>
                  <a:lnTo>
                    <a:pt x="2427265" y="4030389"/>
                  </a:lnTo>
                  <a:lnTo>
                    <a:pt x="2477468" y="4019848"/>
                  </a:lnTo>
                  <a:lnTo>
                    <a:pt x="2527390" y="4008044"/>
                  </a:lnTo>
                  <a:lnTo>
                    <a:pt x="2576998" y="3994985"/>
                  </a:lnTo>
                  <a:lnTo>
                    <a:pt x="2626261" y="3980679"/>
                  </a:lnTo>
                  <a:lnTo>
                    <a:pt x="2675147" y="3965136"/>
                  </a:lnTo>
                  <a:lnTo>
                    <a:pt x="2723626" y="3948365"/>
                  </a:lnTo>
                  <a:lnTo>
                    <a:pt x="2771667" y="3930378"/>
                  </a:lnTo>
                  <a:lnTo>
                    <a:pt x="2819239" y="3911184"/>
                  </a:lnTo>
                  <a:lnTo>
                    <a:pt x="2866312" y="3890798"/>
                  </a:lnTo>
                  <a:lnTo>
                    <a:pt x="2912856" y="3869230"/>
                  </a:lnTo>
                  <a:lnTo>
                    <a:pt x="2958841" y="3846497"/>
                  </a:lnTo>
                  <a:lnTo>
                    <a:pt x="3004239" y="3822611"/>
                  </a:lnTo>
                  <a:lnTo>
                    <a:pt x="3049020" y="3797587"/>
                  </a:lnTo>
                  <a:lnTo>
                    <a:pt x="3093155" y="3771443"/>
                  </a:lnTo>
                  <a:lnTo>
                    <a:pt x="3136618" y="3744194"/>
                  </a:lnTo>
                  <a:lnTo>
                    <a:pt x="3179379" y="3715858"/>
                  </a:lnTo>
                  <a:lnTo>
                    <a:pt x="3221413" y="3686453"/>
                  </a:lnTo>
                  <a:lnTo>
                    <a:pt x="3262691" y="3655998"/>
                  </a:lnTo>
                  <a:lnTo>
                    <a:pt x="3303189" y="3624511"/>
                  </a:lnTo>
                  <a:lnTo>
                    <a:pt x="3342880" y="3592013"/>
                  </a:lnTo>
                  <a:lnTo>
                    <a:pt x="3381739" y="3558525"/>
                  </a:lnTo>
                  <a:lnTo>
                    <a:pt x="3419741" y="3524067"/>
                  </a:lnTo>
                  <a:lnTo>
                    <a:pt x="3456862" y="3488663"/>
                  </a:lnTo>
                  <a:lnTo>
                    <a:pt x="3493079" y="3452333"/>
                  </a:lnTo>
                  <a:lnTo>
                    <a:pt x="3528368" y="3415102"/>
                  </a:lnTo>
                  <a:lnTo>
                    <a:pt x="3562708" y="3376993"/>
                  </a:lnTo>
                  <a:lnTo>
                    <a:pt x="3596075" y="3338031"/>
                  </a:lnTo>
                  <a:lnTo>
                    <a:pt x="3628450" y="3298239"/>
                  </a:lnTo>
                  <a:lnTo>
                    <a:pt x="3659811" y="3257644"/>
                  </a:lnTo>
                  <a:lnTo>
                    <a:pt x="3690138" y="3216271"/>
                  </a:lnTo>
                  <a:lnTo>
                    <a:pt x="3719413" y="3174146"/>
                  </a:lnTo>
                  <a:lnTo>
                    <a:pt x="3747616" y="3131297"/>
                  </a:lnTo>
                  <a:lnTo>
                    <a:pt x="3774730" y="3087750"/>
                  </a:lnTo>
                  <a:lnTo>
                    <a:pt x="3800737" y="3043534"/>
                  </a:lnTo>
                  <a:lnTo>
                    <a:pt x="3825621" y="2998676"/>
                  </a:lnTo>
                  <a:lnTo>
                    <a:pt x="3849366" y="2953204"/>
                  </a:lnTo>
                  <a:lnTo>
                    <a:pt x="3871957" y="2907149"/>
                  </a:lnTo>
                  <a:lnTo>
                    <a:pt x="3893380" y="2860538"/>
                  </a:lnTo>
                  <a:lnTo>
                    <a:pt x="3913620" y="2813402"/>
                  </a:lnTo>
                  <a:lnTo>
                    <a:pt x="3932666" y="2765771"/>
                  </a:lnTo>
                  <a:lnTo>
                    <a:pt x="3950505" y="2717674"/>
                  </a:lnTo>
                  <a:lnTo>
                    <a:pt x="3967125" y="2669143"/>
                  </a:lnTo>
                  <a:lnTo>
                    <a:pt x="3982516" y="2620209"/>
                  </a:lnTo>
                  <a:lnTo>
                    <a:pt x="3996669" y="2570902"/>
                  </a:lnTo>
                  <a:lnTo>
                    <a:pt x="4009574" y="2521254"/>
                  </a:lnTo>
                  <a:lnTo>
                    <a:pt x="4021223" y="2471296"/>
                  </a:lnTo>
                  <a:lnTo>
                    <a:pt x="4031608" y="2421060"/>
                  </a:lnTo>
                  <a:lnTo>
                    <a:pt x="4040724" y="2370579"/>
                  </a:lnTo>
                  <a:lnTo>
                    <a:pt x="4048564" y="2319884"/>
                  </a:lnTo>
                  <a:lnTo>
                    <a:pt x="4055123" y="2269007"/>
                  </a:lnTo>
                  <a:lnTo>
                    <a:pt x="4060398" y="2217981"/>
                  </a:lnTo>
                  <a:lnTo>
                    <a:pt x="4064384" y="2166838"/>
                  </a:lnTo>
                  <a:lnTo>
                    <a:pt x="4067079" y="2115611"/>
                  </a:lnTo>
                  <a:lnTo>
                    <a:pt x="4068482" y="2064332"/>
                  </a:lnTo>
                  <a:lnTo>
                    <a:pt x="4068592" y="2013034"/>
                  </a:lnTo>
                  <a:lnTo>
                    <a:pt x="4067408" y="1961750"/>
                  </a:lnTo>
                  <a:lnTo>
                    <a:pt x="4064931" y="1910512"/>
                  </a:lnTo>
                  <a:lnTo>
                    <a:pt x="4061163" y="1859352"/>
                  </a:lnTo>
                  <a:lnTo>
                    <a:pt x="4056107" y="1808304"/>
                  </a:lnTo>
                  <a:lnTo>
                    <a:pt x="4049765" y="1757400"/>
                  </a:lnTo>
                  <a:lnTo>
                    <a:pt x="4042141" y="1706671"/>
                  </a:lnTo>
                  <a:lnTo>
                    <a:pt x="4033241" y="1656152"/>
                  </a:lnTo>
                  <a:lnTo>
                    <a:pt x="4023070" y="1605872"/>
                  </a:lnTo>
                  <a:lnTo>
                    <a:pt x="4011634" y="1555865"/>
                  </a:lnTo>
                  <a:lnTo>
                    <a:pt x="3998941" y="1506162"/>
                  </a:lnTo>
                  <a:lnTo>
                    <a:pt x="3984999" y="1456795"/>
                  </a:lnTo>
                  <a:lnTo>
                    <a:pt x="3969817" y="1407795"/>
                  </a:lnTo>
                  <a:lnTo>
                    <a:pt x="3953404" y="1359194"/>
                  </a:lnTo>
                  <a:lnTo>
                    <a:pt x="3935771" y="1311022"/>
                  </a:lnTo>
                  <a:lnTo>
                    <a:pt x="3916929" y="1263310"/>
                  </a:lnTo>
                  <a:lnTo>
                    <a:pt x="3896890" y="1216088"/>
                  </a:lnTo>
                  <a:lnTo>
                    <a:pt x="3875666" y="1169386"/>
                  </a:lnTo>
                  <a:lnTo>
                    <a:pt x="3853272" y="1123235"/>
                  </a:lnTo>
                  <a:lnTo>
                    <a:pt x="3829721" y="1077662"/>
                  </a:lnTo>
                  <a:lnTo>
                    <a:pt x="3805029" y="1032698"/>
                  </a:lnTo>
                  <a:lnTo>
                    <a:pt x="3779210" y="988371"/>
                  </a:lnTo>
                  <a:lnTo>
                    <a:pt x="3752283" y="944709"/>
                  </a:lnTo>
                  <a:lnTo>
                    <a:pt x="3724263" y="901740"/>
                  </a:lnTo>
                  <a:lnTo>
                    <a:pt x="3695168" y="859491"/>
                  </a:lnTo>
                  <a:lnTo>
                    <a:pt x="3665018" y="817988"/>
                  </a:lnTo>
                  <a:lnTo>
                    <a:pt x="3633830" y="777260"/>
                  </a:lnTo>
                  <a:lnTo>
                    <a:pt x="3601626" y="737330"/>
                  </a:lnTo>
                  <a:lnTo>
                    <a:pt x="3568425" y="698226"/>
                  </a:lnTo>
                  <a:lnTo>
                    <a:pt x="3534249" y="659971"/>
                  </a:lnTo>
                  <a:lnTo>
                    <a:pt x="3499119" y="622589"/>
                  </a:lnTo>
                  <a:lnTo>
                    <a:pt x="3463057" y="586106"/>
                  </a:lnTo>
                  <a:lnTo>
                    <a:pt x="3426087" y="550543"/>
                  </a:lnTo>
                  <a:lnTo>
                    <a:pt x="3388233" y="515924"/>
                  </a:lnTo>
                  <a:lnTo>
                    <a:pt x="3349517" y="482270"/>
                  </a:lnTo>
                  <a:lnTo>
                    <a:pt x="3309965" y="449603"/>
                  </a:lnTo>
                  <a:lnTo>
                    <a:pt x="3269602" y="417943"/>
                  </a:lnTo>
                  <a:lnTo>
                    <a:pt x="3228454" y="387312"/>
                  </a:lnTo>
                  <a:lnTo>
                    <a:pt x="3186546" y="357728"/>
                  </a:lnTo>
                  <a:lnTo>
                    <a:pt x="3143906" y="329209"/>
                  </a:lnTo>
                  <a:lnTo>
                    <a:pt x="3100560" y="301775"/>
                  </a:lnTo>
                  <a:lnTo>
                    <a:pt x="3056537" y="275443"/>
                  </a:lnTo>
                  <a:lnTo>
                    <a:pt x="3011863" y="250229"/>
                  </a:lnTo>
                  <a:lnTo>
                    <a:pt x="2966568" y="226149"/>
                  </a:lnTo>
                  <a:lnTo>
                    <a:pt x="2920680" y="203219"/>
                  </a:lnTo>
                  <a:lnTo>
                    <a:pt x="2874229" y="181454"/>
                  </a:lnTo>
                  <a:lnTo>
                    <a:pt x="2827243" y="160866"/>
                  </a:lnTo>
                  <a:lnTo>
                    <a:pt x="2779753" y="141470"/>
                  </a:lnTo>
                  <a:lnTo>
                    <a:pt x="2731790" y="123277"/>
                  </a:lnTo>
                  <a:lnTo>
                    <a:pt x="2683383" y="106300"/>
                  </a:lnTo>
                  <a:lnTo>
                    <a:pt x="2634563" y="90548"/>
                  </a:lnTo>
                  <a:lnTo>
                    <a:pt x="2585362" y="76032"/>
                  </a:lnTo>
                  <a:lnTo>
                    <a:pt x="2535810" y="62762"/>
                  </a:lnTo>
                  <a:lnTo>
                    <a:pt x="2485939" y="50745"/>
                  </a:lnTo>
                  <a:lnTo>
                    <a:pt x="2435782" y="39989"/>
                  </a:lnTo>
                  <a:lnTo>
                    <a:pt x="2385369" y="30502"/>
                  </a:lnTo>
                  <a:lnTo>
                    <a:pt x="2334733" y="22288"/>
                  </a:lnTo>
                  <a:lnTo>
                    <a:pt x="2283906" y="15354"/>
                  </a:lnTo>
                  <a:lnTo>
                    <a:pt x="2232920" y="9704"/>
                  </a:lnTo>
                  <a:lnTo>
                    <a:pt x="2181808" y="5341"/>
                  </a:lnTo>
                  <a:lnTo>
                    <a:pt x="2130602" y="2268"/>
                  </a:lnTo>
                  <a:lnTo>
                    <a:pt x="2079335" y="487"/>
                  </a:lnTo>
                  <a:lnTo>
                    <a:pt x="2028039" y="0"/>
                  </a:lnTo>
                  <a:lnTo>
                    <a:pt x="1976748" y="805"/>
                  </a:lnTo>
                  <a:lnTo>
                    <a:pt x="1925493" y="2904"/>
                  </a:lnTo>
                  <a:lnTo>
                    <a:pt x="1874307" y="6295"/>
                  </a:lnTo>
                  <a:lnTo>
                    <a:pt x="1823223" y="10975"/>
                  </a:lnTo>
                  <a:lnTo>
                    <a:pt x="1772273" y="16942"/>
                  </a:lnTo>
                  <a:lnTo>
                    <a:pt x="1721490" y="24191"/>
                  </a:lnTo>
                  <a:lnTo>
                    <a:pt x="1670906" y="32719"/>
                  </a:lnTo>
                  <a:lnTo>
                    <a:pt x="1620553" y="42519"/>
                  </a:lnTo>
                  <a:lnTo>
                    <a:pt x="1570463" y="53585"/>
                  </a:lnTo>
                  <a:lnTo>
                    <a:pt x="1520668" y="65912"/>
                  </a:lnTo>
                  <a:lnTo>
                    <a:pt x="1471199" y="79489"/>
                  </a:lnTo>
                  <a:lnTo>
                    <a:pt x="1422089" y="94310"/>
                  </a:lnTo>
                  <a:lnTo>
                    <a:pt x="1373368" y="110364"/>
                  </a:lnTo>
                  <a:lnTo>
                    <a:pt x="1325067" y="127642"/>
                  </a:lnTo>
                  <a:lnTo>
                    <a:pt x="1277217" y="146132"/>
                  </a:lnTo>
                  <a:lnTo>
                    <a:pt x="1229849" y="165823"/>
                  </a:lnTo>
                  <a:lnTo>
                    <a:pt x="1182992" y="186701"/>
                  </a:lnTo>
                  <a:lnTo>
                    <a:pt x="1136677" y="208755"/>
                  </a:lnTo>
                  <a:lnTo>
                    <a:pt x="1090932" y="231969"/>
                  </a:lnTo>
                  <a:lnTo>
                    <a:pt x="1045787" y="256329"/>
                  </a:lnTo>
                  <a:lnTo>
                    <a:pt x="1001271" y="281820"/>
                  </a:lnTo>
                  <a:lnTo>
                    <a:pt x="957411" y="308425"/>
                  </a:lnTo>
                  <a:lnTo>
                    <a:pt x="914237" y="336128"/>
                  </a:lnTo>
                  <a:lnTo>
                    <a:pt x="871774" y="364910"/>
                  </a:lnTo>
                  <a:lnTo>
                    <a:pt x="830051" y="394754"/>
                  </a:lnTo>
                  <a:lnTo>
                    <a:pt x="789094" y="425640"/>
                  </a:lnTo>
                  <a:lnTo>
                    <a:pt x="748928" y="457549"/>
                  </a:lnTo>
                  <a:lnTo>
                    <a:pt x="709580" y="490461"/>
                  </a:lnTo>
                  <a:lnTo>
                    <a:pt x="671074" y="524354"/>
                  </a:lnTo>
                  <a:lnTo>
                    <a:pt x="633434" y="559208"/>
                  </a:lnTo>
                  <a:lnTo>
                    <a:pt x="596686" y="594999"/>
                  </a:lnTo>
                  <a:lnTo>
                    <a:pt x="560852" y="631706"/>
                  </a:lnTo>
                  <a:lnTo>
                    <a:pt x="525954" y="669305"/>
                  </a:lnTo>
                  <a:lnTo>
                    <a:pt x="492016" y="707771"/>
                  </a:lnTo>
                  <a:lnTo>
                    <a:pt x="459058" y="747081"/>
                  </a:lnTo>
                  <a:lnTo>
                    <a:pt x="427102" y="787210"/>
                  </a:lnTo>
                  <a:lnTo>
                    <a:pt x="396168" y="828131"/>
                  </a:lnTo>
                  <a:lnTo>
                    <a:pt x="366276" y="869819"/>
                  </a:lnTo>
                  <a:lnTo>
                    <a:pt x="337444" y="912248"/>
                  </a:lnTo>
                  <a:lnTo>
                    <a:pt x="309691" y="955391"/>
                  </a:lnTo>
                  <a:lnTo>
                    <a:pt x="283035" y="999219"/>
                  </a:lnTo>
                  <a:lnTo>
                    <a:pt x="257492" y="1043705"/>
                  </a:lnTo>
                  <a:lnTo>
                    <a:pt x="233080" y="1088822"/>
                  </a:lnTo>
                  <a:lnTo>
                    <a:pt x="209812" y="1134539"/>
                  </a:lnTo>
                  <a:lnTo>
                    <a:pt x="187705" y="1180829"/>
                  </a:lnTo>
                  <a:lnTo>
                    <a:pt x="166771" y="1227662"/>
                  </a:lnTo>
                  <a:lnTo>
                    <a:pt x="147026" y="1275007"/>
                  </a:lnTo>
                  <a:lnTo>
                    <a:pt x="128480" y="1322835"/>
                  </a:lnTo>
                  <a:lnTo>
                    <a:pt x="111146" y="1371116"/>
                  </a:lnTo>
                  <a:lnTo>
                    <a:pt x="95035" y="1419818"/>
                  </a:lnTo>
                  <a:lnTo>
                    <a:pt x="80157" y="1468911"/>
                  </a:lnTo>
                  <a:lnTo>
                    <a:pt x="66522" y="1518364"/>
                  </a:lnTo>
                  <a:lnTo>
                    <a:pt x="54137" y="1568144"/>
                  </a:lnTo>
                  <a:lnTo>
                    <a:pt x="43012" y="1618221"/>
                  </a:lnTo>
                  <a:lnTo>
                    <a:pt x="33153" y="1668563"/>
                  </a:lnTo>
                  <a:lnTo>
                    <a:pt x="24567" y="1719137"/>
                  </a:lnTo>
                  <a:lnTo>
                    <a:pt x="17258" y="1769912"/>
                  </a:lnTo>
                  <a:lnTo>
                    <a:pt x="11232" y="1820855"/>
                  </a:lnTo>
                  <a:lnTo>
                    <a:pt x="6493" y="1871933"/>
                  </a:lnTo>
                  <a:lnTo>
                    <a:pt x="3042" y="1923115"/>
                  </a:lnTo>
                  <a:lnTo>
                    <a:pt x="884" y="1974367"/>
                  </a:lnTo>
                  <a:lnTo>
                    <a:pt x="18" y="2025658"/>
                  </a:lnTo>
                </a:path>
              </a:pathLst>
            </a:custGeom>
            <a:ln w="55244" cap="rnd">
              <a:solidFill>
                <a:srgbClr val="19E51E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l7140"/>
            <p:cNvSpPr/>
            <p:nvPr/>
          </p:nvSpPr>
          <p:spPr>
            <a:xfrm>
              <a:off x="6768922" y="5158102"/>
              <a:ext cx="398742" cy="190677"/>
            </a:xfrm>
            <a:custGeom>
              <a:avLst/>
              <a:pathLst>
                <a:path w="398742" h="190677">
                  <a:moveTo>
                    <a:pt x="0" y="190677"/>
                  </a:moveTo>
                  <a:lnTo>
                    <a:pt x="1678" y="190088"/>
                  </a:lnTo>
                  <a:lnTo>
                    <a:pt x="3355" y="189498"/>
                  </a:lnTo>
                  <a:lnTo>
                    <a:pt x="5032" y="188906"/>
                  </a:lnTo>
                  <a:lnTo>
                    <a:pt x="6709" y="188312"/>
                  </a:lnTo>
                  <a:lnTo>
                    <a:pt x="8385" y="187717"/>
                  </a:lnTo>
                  <a:lnTo>
                    <a:pt x="10061" y="187120"/>
                  </a:lnTo>
                  <a:lnTo>
                    <a:pt x="11736" y="186522"/>
                  </a:lnTo>
                  <a:lnTo>
                    <a:pt x="13410" y="185923"/>
                  </a:lnTo>
                  <a:lnTo>
                    <a:pt x="15084" y="185322"/>
                  </a:lnTo>
                  <a:lnTo>
                    <a:pt x="16758" y="184720"/>
                  </a:lnTo>
                  <a:lnTo>
                    <a:pt x="18430" y="184116"/>
                  </a:lnTo>
                  <a:lnTo>
                    <a:pt x="20103" y="183511"/>
                  </a:lnTo>
                  <a:lnTo>
                    <a:pt x="21775" y="182904"/>
                  </a:lnTo>
                  <a:lnTo>
                    <a:pt x="23446" y="182296"/>
                  </a:lnTo>
                  <a:lnTo>
                    <a:pt x="25117" y="181686"/>
                  </a:lnTo>
                  <a:lnTo>
                    <a:pt x="26787" y="181075"/>
                  </a:lnTo>
                  <a:lnTo>
                    <a:pt x="28457" y="180462"/>
                  </a:lnTo>
                  <a:lnTo>
                    <a:pt x="30126" y="179848"/>
                  </a:lnTo>
                  <a:lnTo>
                    <a:pt x="31795" y="179233"/>
                  </a:lnTo>
                  <a:lnTo>
                    <a:pt x="33463" y="178616"/>
                  </a:lnTo>
                  <a:lnTo>
                    <a:pt x="35130" y="177997"/>
                  </a:lnTo>
                  <a:lnTo>
                    <a:pt x="36797" y="177377"/>
                  </a:lnTo>
                  <a:lnTo>
                    <a:pt x="38464" y="176756"/>
                  </a:lnTo>
                  <a:lnTo>
                    <a:pt x="40130" y="176133"/>
                  </a:lnTo>
                  <a:lnTo>
                    <a:pt x="41795" y="175509"/>
                  </a:lnTo>
                  <a:lnTo>
                    <a:pt x="43460" y="174883"/>
                  </a:lnTo>
                  <a:lnTo>
                    <a:pt x="45124" y="174256"/>
                  </a:lnTo>
                  <a:lnTo>
                    <a:pt x="46788" y="173627"/>
                  </a:lnTo>
                  <a:lnTo>
                    <a:pt x="48451" y="172997"/>
                  </a:lnTo>
                  <a:lnTo>
                    <a:pt x="50114" y="172366"/>
                  </a:lnTo>
                  <a:lnTo>
                    <a:pt x="51776" y="171733"/>
                  </a:lnTo>
                  <a:lnTo>
                    <a:pt x="53438" y="171098"/>
                  </a:lnTo>
                  <a:lnTo>
                    <a:pt x="55099" y="170463"/>
                  </a:lnTo>
                  <a:lnTo>
                    <a:pt x="56759" y="169825"/>
                  </a:lnTo>
                  <a:lnTo>
                    <a:pt x="58419" y="169186"/>
                  </a:lnTo>
                  <a:lnTo>
                    <a:pt x="60078" y="168546"/>
                  </a:lnTo>
                  <a:lnTo>
                    <a:pt x="61737" y="167904"/>
                  </a:lnTo>
                  <a:lnTo>
                    <a:pt x="63395" y="167261"/>
                  </a:lnTo>
                  <a:lnTo>
                    <a:pt x="65053" y="166617"/>
                  </a:lnTo>
                  <a:lnTo>
                    <a:pt x="66710" y="165971"/>
                  </a:lnTo>
                  <a:lnTo>
                    <a:pt x="68367" y="165323"/>
                  </a:lnTo>
                  <a:lnTo>
                    <a:pt x="70023" y="164674"/>
                  </a:lnTo>
                  <a:lnTo>
                    <a:pt x="71678" y="164024"/>
                  </a:lnTo>
                  <a:lnTo>
                    <a:pt x="73333" y="163372"/>
                  </a:lnTo>
                  <a:lnTo>
                    <a:pt x="74987" y="162719"/>
                  </a:lnTo>
                  <a:lnTo>
                    <a:pt x="76641" y="162064"/>
                  </a:lnTo>
                  <a:lnTo>
                    <a:pt x="78294" y="161408"/>
                  </a:lnTo>
                  <a:lnTo>
                    <a:pt x="79946" y="160750"/>
                  </a:lnTo>
                  <a:lnTo>
                    <a:pt x="81598" y="160091"/>
                  </a:lnTo>
                  <a:lnTo>
                    <a:pt x="83250" y="159431"/>
                  </a:lnTo>
                  <a:lnTo>
                    <a:pt x="84900" y="158769"/>
                  </a:lnTo>
                  <a:lnTo>
                    <a:pt x="86551" y="158105"/>
                  </a:lnTo>
                  <a:lnTo>
                    <a:pt x="88200" y="157440"/>
                  </a:lnTo>
                  <a:lnTo>
                    <a:pt x="89849" y="156774"/>
                  </a:lnTo>
                  <a:lnTo>
                    <a:pt x="91498" y="156106"/>
                  </a:lnTo>
                  <a:lnTo>
                    <a:pt x="93146" y="155437"/>
                  </a:lnTo>
                  <a:lnTo>
                    <a:pt x="94793" y="154767"/>
                  </a:lnTo>
                  <a:lnTo>
                    <a:pt x="96440" y="154095"/>
                  </a:lnTo>
                  <a:lnTo>
                    <a:pt x="98086" y="153421"/>
                  </a:lnTo>
                  <a:lnTo>
                    <a:pt x="99731" y="152746"/>
                  </a:lnTo>
                  <a:lnTo>
                    <a:pt x="101376" y="152070"/>
                  </a:lnTo>
                  <a:lnTo>
                    <a:pt x="103021" y="151392"/>
                  </a:lnTo>
                  <a:lnTo>
                    <a:pt x="104664" y="150713"/>
                  </a:lnTo>
                  <a:lnTo>
                    <a:pt x="106307" y="150032"/>
                  </a:lnTo>
                  <a:lnTo>
                    <a:pt x="107950" y="149350"/>
                  </a:lnTo>
                  <a:lnTo>
                    <a:pt x="109592" y="148667"/>
                  </a:lnTo>
                  <a:lnTo>
                    <a:pt x="111233" y="147982"/>
                  </a:lnTo>
                  <a:lnTo>
                    <a:pt x="112874" y="147295"/>
                  </a:lnTo>
                  <a:lnTo>
                    <a:pt x="114514" y="146607"/>
                  </a:lnTo>
                  <a:lnTo>
                    <a:pt x="116154" y="145918"/>
                  </a:lnTo>
                  <a:lnTo>
                    <a:pt x="117793" y="145227"/>
                  </a:lnTo>
                  <a:lnTo>
                    <a:pt x="119431" y="144535"/>
                  </a:lnTo>
                  <a:lnTo>
                    <a:pt x="121069" y="143842"/>
                  </a:lnTo>
                  <a:lnTo>
                    <a:pt x="122706" y="143147"/>
                  </a:lnTo>
                  <a:lnTo>
                    <a:pt x="124343" y="142450"/>
                  </a:lnTo>
                  <a:lnTo>
                    <a:pt x="125979" y="141752"/>
                  </a:lnTo>
                  <a:lnTo>
                    <a:pt x="127614" y="141053"/>
                  </a:lnTo>
                  <a:lnTo>
                    <a:pt x="129249" y="140352"/>
                  </a:lnTo>
                  <a:lnTo>
                    <a:pt x="130883" y="139650"/>
                  </a:lnTo>
                  <a:lnTo>
                    <a:pt x="132516" y="138947"/>
                  </a:lnTo>
                  <a:lnTo>
                    <a:pt x="134149" y="138242"/>
                  </a:lnTo>
                  <a:lnTo>
                    <a:pt x="135781" y="137535"/>
                  </a:lnTo>
                  <a:lnTo>
                    <a:pt x="137413" y="136827"/>
                  </a:lnTo>
                  <a:lnTo>
                    <a:pt x="139044" y="136118"/>
                  </a:lnTo>
                  <a:lnTo>
                    <a:pt x="140674" y="135407"/>
                  </a:lnTo>
                  <a:lnTo>
                    <a:pt x="142304" y="134695"/>
                  </a:lnTo>
                  <a:lnTo>
                    <a:pt x="143933" y="133981"/>
                  </a:lnTo>
                  <a:lnTo>
                    <a:pt x="145562" y="133267"/>
                  </a:lnTo>
                  <a:lnTo>
                    <a:pt x="147190" y="132550"/>
                  </a:lnTo>
                  <a:lnTo>
                    <a:pt x="148817" y="131832"/>
                  </a:lnTo>
                  <a:lnTo>
                    <a:pt x="150444" y="131113"/>
                  </a:lnTo>
                  <a:lnTo>
                    <a:pt x="152070" y="130392"/>
                  </a:lnTo>
                  <a:lnTo>
                    <a:pt x="153695" y="129670"/>
                  </a:lnTo>
                  <a:lnTo>
                    <a:pt x="155320" y="128947"/>
                  </a:lnTo>
                  <a:lnTo>
                    <a:pt x="156944" y="128222"/>
                  </a:lnTo>
                  <a:lnTo>
                    <a:pt x="158567" y="127495"/>
                  </a:lnTo>
                  <a:lnTo>
                    <a:pt x="160190" y="126768"/>
                  </a:lnTo>
                  <a:lnTo>
                    <a:pt x="161812" y="126038"/>
                  </a:lnTo>
                  <a:lnTo>
                    <a:pt x="163434" y="125308"/>
                  </a:lnTo>
                  <a:lnTo>
                    <a:pt x="165055" y="124576"/>
                  </a:lnTo>
                  <a:lnTo>
                    <a:pt x="166675" y="123842"/>
                  </a:lnTo>
                  <a:lnTo>
                    <a:pt x="168295" y="123107"/>
                  </a:lnTo>
                  <a:lnTo>
                    <a:pt x="169914" y="122371"/>
                  </a:lnTo>
                  <a:lnTo>
                    <a:pt x="171532" y="121633"/>
                  </a:lnTo>
                  <a:lnTo>
                    <a:pt x="173150" y="120894"/>
                  </a:lnTo>
                  <a:lnTo>
                    <a:pt x="174767" y="120154"/>
                  </a:lnTo>
                  <a:lnTo>
                    <a:pt x="176383" y="119412"/>
                  </a:lnTo>
                  <a:lnTo>
                    <a:pt x="177999" y="118668"/>
                  </a:lnTo>
                  <a:lnTo>
                    <a:pt x="179614" y="117924"/>
                  </a:lnTo>
                  <a:lnTo>
                    <a:pt x="181229" y="117177"/>
                  </a:lnTo>
                  <a:lnTo>
                    <a:pt x="182842" y="116430"/>
                  </a:lnTo>
                  <a:lnTo>
                    <a:pt x="184456" y="115681"/>
                  </a:lnTo>
                  <a:lnTo>
                    <a:pt x="186068" y="114930"/>
                  </a:lnTo>
                  <a:lnTo>
                    <a:pt x="187680" y="114179"/>
                  </a:lnTo>
                  <a:lnTo>
                    <a:pt x="189291" y="113425"/>
                  </a:lnTo>
                  <a:lnTo>
                    <a:pt x="190902" y="112671"/>
                  </a:lnTo>
                  <a:lnTo>
                    <a:pt x="192511" y="111915"/>
                  </a:lnTo>
                  <a:lnTo>
                    <a:pt x="194121" y="111157"/>
                  </a:lnTo>
                  <a:lnTo>
                    <a:pt x="195729" y="110398"/>
                  </a:lnTo>
                  <a:lnTo>
                    <a:pt x="197337" y="109638"/>
                  </a:lnTo>
                  <a:lnTo>
                    <a:pt x="198944" y="108876"/>
                  </a:lnTo>
                  <a:lnTo>
                    <a:pt x="200551" y="108113"/>
                  </a:lnTo>
                  <a:lnTo>
                    <a:pt x="202157" y="107349"/>
                  </a:lnTo>
                  <a:lnTo>
                    <a:pt x="203762" y="106583"/>
                  </a:lnTo>
                  <a:lnTo>
                    <a:pt x="205366" y="105816"/>
                  </a:lnTo>
                  <a:lnTo>
                    <a:pt x="206970" y="105047"/>
                  </a:lnTo>
                  <a:lnTo>
                    <a:pt x="208574" y="104277"/>
                  </a:lnTo>
                  <a:lnTo>
                    <a:pt x="210176" y="103505"/>
                  </a:lnTo>
                  <a:lnTo>
                    <a:pt x="211778" y="102733"/>
                  </a:lnTo>
                  <a:lnTo>
                    <a:pt x="213379" y="101958"/>
                  </a:lnTo>
                  <a:lnTo>
                    <a:pt x="214980" y="101183"/>
                  </a:lnTo>
                  <a:lnTo>
                    <a:pt x="216579" y="100405"/>
                  </a:lnTo>
                  <a:lnTo>
                    <a:pt x="218179" y="99627"/>
                  </a:lnTo>
                  <a:lnTo>
                    <a:pt x="219777" y="98847"/>
                  </a:lnTo>
                  <a:lnTo>
                    <a:pt x="221375" y="98066"/>
                  </a:lnTo>
                  <a:lnTo>
                    <a:pt x="222972" y="97283"/>
                  </a:lnTo>
                  <a:lnTo>
                    <a:pt x="224568" y="96499"/>
                  </a:lnTo>
                  <a:lnTo>
                    <a:pt x="226164" y="95714"/>
                  </a:lnTo>
                  <a:lnTo>
                    <a:pt x="227759" y="94927"/>
                  </a:lnTo>
                  <a:lnTo>
                    <a:pt x="229353" y="94138"/>
                  </a:lnTo>
                  <a:lnTo>
                    <a:pt x="230947" y="93349"/>
                  </a:lnTo>
                  <a:lnTo>
                    <a:pt x="232540" y="92558"/>
                  </a:lnTo>
                  <a:lnTo>
                    <a:pt x="234132" y="91765"/>
                  </a:lnTo>
                  <a:lnTo>
                    <a:pt x="235724" y="90971"/>
                  </a:lnTo>
                  <a:lnTo>
                    <a:pt x="237315" y="90176"/>
                  </a:lnTo>
                  <a:lnTo>
                    <a:pt x="238905" y="89380"/>
                  </a:lnTo>
                  <a:lnTo>
                    <a:pt x="240494" y="88582"/>
                  </a:lnTo>
                  <a:lnTo>
                    <a:pt x="242083" y="87782"/>
                  </a:lnTo>
                  <a:lnTo>
                    <a:pt x="243671" y="86981"/>
                  </a:lnTo>
                  <a:lnTo>
                    <a:pt x="245259" y="86179"/>
                  </a:lnTo>
                  <a:lnTo>
                    <a:pt x="246845" y="85376"/>
                  </a:lnTo>
                  <a:lnTo>
                    <a:pt x="248431" y="84571"/>
                  </a:lnTo>
                  <a:lnTo>
                    <a:pt x="250017" y="83764"/>
                  </a:lnTo>
                  <a:lnTo>
                    <a:pt x="251601" y="82957"/>
                  </a:lnTo>
                  <a:lnTo>
                    <a:pt x="253185" y="82148"/>
                  </a:lnTo>
                  <a:lnTo>
                    <a:pt x="254768" y="81337"/>
                  </a:lnTo>
                  <a:lnTo>
                    <a:pt x="256351" y="80525"/>
                  </a:lnTo>
                  <a:lnTo>
                    <a:pt x="257932" y="79712"/>
                  </a:lnTo>
                  <a:lnTo>
                    <a:pt x="259513" y="78897"/>
                  </a:lnTo>
                  <a:lnTo>
                    <a:pt x="261094" y="78081"/>
                  </a:lnTo>
                  <a:lnTo>
                    <a:pt x="262673" y="77264"/>
                  </a:lnTo>
                  <a:lnTo>
                    <a:pt x="264252" y="76445"/>
                  </a:lnTo>
                  <a:lnTo>
                    <a:pt x="265830" y="75625"/>
                  </a:lnTo>
                  <a:lnTo>
                    <a:pt x="267408" y="74803"/>
                  </a:lnTo>
                  <a:lnTo>
                    <a:pt x="268985" y="73981"/>
                  </a:lnTo>
                  <a:lnTo>
                    <a:pt x="270561" y="73156"/>
                  </a:lnTo>
                  <a:lnTo>
                    <a:pt x="272136" y="72331"/>
                  </a:lnTo>
                  <a:lnTo>
                    <a:pt x="273710" y="71503"/>
                  </a:lnTo>
                  <a:lnTo>
                    <a:pt x="275284" y="70675"/>
                  </a:lnTo>
                  <a:lnTo>
                    <a:pt x="276857" y="69845"/>
                  </a:lnTo>
                  <a:lnTo>
                    <a:pt x="278430" y="69014"/>
                  </a:lnTo>
                  <a:lnTo>
                    <a:pt x="280001" y="68182"/>
                  </a:lnTo>
                  <a:lnTo>
                    <a:pt x="281572" y="67348"/>
                  </a:lnTo>
                  <a:lnTo>
                    <a:pt x="283143" y="66512"/>
                  </a:lnTo>
                  <a:lnTo>
                    <a:pt x="284712" y="65676"/>
                  </a:lnTo>
                  <a:lnTo>
                    <a:pt x="286281" y="64838"/>
                  </a:lnTo>
                  <a:lnTo>
                    <a:pt x="287849" y="63998"/>
                  </a:lnTo>
                  <a:lnTo>
                    <a:pt x="289416" y="63157"/>
                  </a:lnTo>
                  <a:lnTo>
                    <a:pt x="290983" y="62315"/>
                  </a:lnTo>
                  <a:lnTo>
                    <a:pt x="292548" y="61472"/>
                  </a:lnTo>
                  <a:lnTo>
                    <a:pt x="294113" y="60627"/>
                  </a:lnTo>
                  <a:lnTo>
                    <a:pt x="295678" y="59781"/>
                  </a:lnTo>
                  <a:lnTo>
                    <a:pt x="297241" y="58933"/>
                  </a:lnTo>
                  <a:lnTo>
                    <a:pt x="298804" y="58084"/>
                  </a:lnTo>
                  <a:lnTo>
                    <a:pt x="300366" y="57234"/>
                  </a:lnTo>
                  <a:lnTo>
                    <a:pt x="301928" y="56382"/>
                  </a:lnTo>
                  <a:lnTo>
                    <a:pt x="303488" y="55529"/>
                  </a:lnTo>
                  <a:lnTo>
                    <a:pt x="305048" y="54674"/>
                  </a:lnTo>
                  <a:lnTo>
                    <a:pt x="306607" y="53818"/>
                  </a:lnTo>
                  <a:lnTo>
                    <a:pt x="308166" y="52961"/>
                  </a:lnTo>
                  <a:lnTo>
                    <a:pt x="309723" y="52103"/>
                  </a:lnTo>
                  <a:lnTo>
                    <a:pt x="311280" y="51243"/>
                  </a:lnTo>
                  <a:lnTo>
                    <a:pt x="312836" y="50382"/>
                  </a:lnTo>
                  <a:lnTo>
                    <a:pt x="314392" y="49519"/>
                  </a:lnTo>
                  <a:lnTo>
                    <a:pt x="315946" y="48655"/>
                  </a:lnTo>
                  <a:lnTo>
                    <a:pt x="317500" y="47790"/>
                  </a:lnTo>
                  <a:lnTo>
                    <a:pt x="319053" y="46923"/>
                  </a:lnTo>
                  <a:lnTo>
                    <a:pt x="320606" y="46055"/>
                  </a:lnTo>
                  <a:lnTo>
                    <a:pt x="322157" y="45185"/>
                  </a:lnTo>
                  <a:lnTo>
                    <a:pt x="323708" y="44315"/>
                  </a:lnTo>
                  <a:lnTo>
                    <a:pt x="325258" y="43442"/>
                  </a:lnTo>
                  <a:lnTo>
                    <a:pt x="326807" y="42569"/>
                  </a:lnTo>
                  <a:lnTo>
                    <a:pt x="328356" y="41694"/>
                  </a:lnTo>
                  <a:lnTo>
                    <a:pt x="329904" y="40818"/>
                  </a:lnTo>
                  <a:lnTo>
                    <a:pt x="331451" y="39940"/>
                  </a:lnTo>
                  <a:lnTo>
                    <a:pt x="332997" y="39062"/>
                  </a:lnTo>
                  <a:lnTo>
                    <a:pt x="334542" y="38181"/>
                  </a:lnTo>
                  <a:lnTo>
                    <a:pt x="336087" y="37300"/>
                  </a:lnTo>
                  <a:lnTo>
                    <a:pt x="337631" y="36417"/>
                  </a:lnTo>
                  <a:lnTo>
                    <a:pt x="339174" y="35532"/>
                  </a:lnTo>
                  <a:lnTo>
                    <a:pt x="340716" y="34647"/>
                  </a:lnTo>
                  <a:lnTo>
                    <a:pt x="342258" y="33760"/>
                  </a:lnTo>
                  <a:lnTo>
                    <a:pt x="343799" y="32871"/>
                  </a:lnTo>
                  <a:lnTo>
                    <a:pt x="345339" y="31982"/>
                  </a:lnTo>
                  <a:lnTo>
                    <a:pt x="346878" y="31091"/>
                  </a:lnTo>
                  <a:lnTo>
                    <a:pt x="348417" y="30198"/>
                  </a:lnTo>
                  <a:lnTo>
                    <a:pt x="349954" y="29305"/>
                  </a:lnTo>
                  <a:lnTo>
                    <a:pt x="351491" y="28410"/>
                  </a:lnTo>
                  <a:lnTo>
                    <a:pt x="353027" y="27513"/>
                  </a:lnTo>
                  <a:lnTo>
                    <a:pt x="354563" y="26615"/>
                  </a:lnTo>
                  <a:lnTo>
                    <a:pt x="356097" y="25716"/>
                  </a:lnTo>
                  <a:lnTo>
                    <a:pt x="357631" y="24816"/>
                  </a:lnTo>
                  <a:lnTo>
                    <a:pt x="359164" y="23914"/>
                  </a:lnTo>
                  <a:lnTo>
                    <a:pt x="360696" y="23011"/>
                  </a:lnTo>
                  <a:lnTo>
                    <a:pt x="362228" y="22106"/>
                  </a:lnTo>
                  <a:lnTo>
                    <a:pt x="363758" y="21201"/>
                  </a:lnTo>
                  <a:lnTo>
                    <a:pt x="365288" y="20294"/>
                  </a:lnTo>
                  <a:lnTo>
                    <a:pt x="366817" y="19385"/>
                  </a:lnTo>
                  <a:lnTo>
                    <a:pt x="368345" y="18475"/>
                  </a:lnTo>
                  <a:lnTo>
                    <a:pt x="369873" y="17564"/>
                  </a:lnTo>
                  <a:lnTo>
                    <a:pt x="371400" y="16652"/>
                  </a:lnTo>
                  <a:lnTo>
                    <a:pt x="372925" y="15738"/>
                  </a:lnTo>
                  <a:lnTo>
                    <a:pt x="374450" y="14823"/>
                  </a:lnTo>
                  <a:lnTo>
                    <a:pt x="375975" y="13906"/>
                  </a:lnTo>
                  <a:lnTo>
                    <a:pt x="377498" y="12988"/>
                  </a:lnTo>
                  <a:lnTo>
                    <a:pt x="379021" y="12069"/>
                  </a:lnTo>
                  <a:lnTo>
                    <a:pt x="380543" y="11149"/>
                  </a:lnTo>
                  <a:lnTo>
                    <a:pt x="382064" y="10227"/>
                  </a:lnTo>
                  <a:lnTo>
                    <a:pt x="383584" y="9304"/>
                  </a:lnTo>
                  <a:lnTo>
                    <a:pt x="385103" y="8379"/>
                  </a:lnTo>
                  <a:lnTo>
                    <a:pt x="386622" y="7454"/>
                  </a:lnTo>
                  <a:lnTo>
                    <a:pt x="388140" y="6526"/>
                  </a:lnTo>
                  <a:lnTo>
                    <a:pt x="389657" y="5598"/>
                  </a:lnTo>
                  <a:lnTo>
                    <a:pt x="391173" y="4668"/>
                  </a:lnTo>
                  <a:lnTo>
                    <a:pt x="392688" y="3737"/>
                  </a:lnTo>
                  <a:lnTo>
                    <a:pt x="394203" y="2805"/>
                  </a:lnTo>
                  <a:lnTo>
                    <a:pt x="395717" y="1871"/>
                  </a:lnTo>
                  <a:lnTo>
                    <a:pt x="397229" y="936"/>
                  </a:lnTo>
                  <a:lnTo>
                    <a:pt x="398742" y="0"/>
                  </a:lnTo>
                </a:path>
              </a:pathLst>
            </a:custGeom>
            <a:ln w="55244" cap="rnd">
              <a:solidFill>
                <a:srgbClr val="FF8ED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l7141"/>
            <p:cNvSpPr/>
            <p:nvPr/>
          </p:nvSpPr>
          <p:spPr>
            <a:xfrm>
              <a:off x="7345732" y="5023380"/>
              <a:ext cx="13656" cy="10728"/>
            </a:xfrm>
            <a:custGeom>
              <a:avLst/>
              <a:pathLst>
                <a:path w="13656" h="10728">
                  <a:moveTo>
                    <a:pt x="0" y="10728"/>
                  </a:moveTo>
                  <a:lnTo>
                    <a:pt x="55" y="10685"/>
                  </a:lnTo>
                  <a:lnTo>
                    <a:pt x="110" y="10642"/>
                  </a:lnTo>
                  <a:lnTo>
                    <a:pt x="165" y="10599"/>
                  </a:lnTo>
                  <a:lnTo>
                    <a:pt x="220" y="10557"/>
                  </a:lnTo>
                  <a:lnTo>
                    <a:pt x="275" y="10514"/>
                  </a:lnTo>
                  <a:lnTo>
                    <a:pt x="330" y="10471"/>
                  </a:lnTo>
                  <a:lnTo>
                    <a:pt x="385" y="10428"/>
                  </a:lnTo>
                  <a:lnTo>
                    <a:pt x="440" y="10385"/>
                  </a:lnTo>
                  <a:lnTo>
                    <a:pt x="495" y="10342"/>
                  </a:lnTo>
                  <a:lnTo>
                    <a:pt x="550" y="10299"/>
                  </a:lnTo>
                  <a:lnTo>
                    <a:pt x="605" y="10257"/>
                  </a:lnTo>
                  <a:lnTo>
                    <a:pt x="660" y="10214"/>
                  </a:lnTo>
                  <a:lnTo>
                    <a:pt x="715" y="10171"/>
                  </a:lnTo>
                  <a:lnTo>
                    <a:pt x="770" y="10128"/>
                  </a:lnTo>
                  <a:lnTo>
                    <a:pt x="825" y="10085"/>
                  </a:lnTo>
                  <a:lnTo>
                    <a:pt x="880" y="10042"/>
                  </a:lnTo>
                  <a:lnTo>
                    <a:pt x="935" y="9999"/>
                  </a:lnTo>
                  <a:lnTo>
                    <a:pt x="990" y="9956"/>
                  </a:lnTo>
                  <a:lnTo>
                    <a:pt x="1045" y="9914"/>
                  </a:lnTo>
                  <a:lnTo>
                    <a:pt x="1100" y="9871"/>
                  </a:lnTo>
                  <a:lnTo>
                    <a:pt x="1155" y="9828"/>
                  </a:lnTo>
                  <a:lnTo>
                    <a:pt x="1210" y="9785"/>
                  </a:lnTo>
                  <a:lnTo>
                    <a:pt x="1265" y="9742"/>
                  </a:lnTo>
                  <a:lnTo>
                    <a:pt x="1320" y="9699"/>
                  </a:lnTo>
                  <a:lnTo>
                    <a:pt x="1375" y="9656"/>
                  </a:lnTo>
                  <a:lnTo>
                    <a:pt x="1430" y="9613"/>
                  </a:lnTo>
                  <a:lnTo>
                    <a:pt x="1485" y="9570"/>
                  </a:lnTo>
                  <a:lnTo>
                    <a:pt x="1540" y="9527"/>
                  </a:lnTo>
                  <a:lnTo>
                    <a:pt x="1595" y="9485"/>
                  </a:lnTo>
                  <a:lnTo>
                    <a:pt x="1650" y="9442"/>
                  </a:lnTo>
                  <a:lnTo>
                    <a:pt x="1705" y="9399"/>
                  </a:lnTo>
                  <a:lnTo>
                    <a:pt x="1760" y="9356"/>
                  </a:lnTo>
                  <a:lnTo>
                    <a:pt x="1815" y="9313"/>
                  </a:lnTo>
                  <a:lnTo>
                    <a:pt x="1870" y="9270"/>
                  </a:lnTo>
                  <a:lnTo>
                    <a:pt x="1925" y="9227"/>
                  </a:lnTo>
                  <a:lnTo>
                    <a:pt x="1980" y="9184"/>
                  </a:lnTo>
                  <a:lnTo>
                    <a:pt x="2035" y="9141"/>
                  </a:lnTo>
                  <a:lnTo>
                    <a:pt x="2090" y="9098"/>
                  </a:lnTo>
                  <a:lnTo>
                    <a:pt x="2145" y="9055"/>
                  </a:lnTo>
                  <a:lnTo>
                    <a:pt x="2200" y="9012"/>
                  </a:lnTo>
                  <a:lnTo>
                    <a:pt x="2255" y="8970"/>
                  </a:lnTo>
                  <a:lnTo>
                    <a:pt x="2310" y="8927"/>
                  </a:lnTo>
                  <a:lnTo>
                    <a:pt x="2364" y="8884"/>
                  </a:lnTo>
                  <a:lnTo>
                    <a:pt x="2419" y="8841"/>
                  </a:lnTo>
                  <a:lnTo>
                    <a:pt x="2474" y="8798"/>
                  </a:lnTo>
                  <a:lnTo>
                    <a:pt x="2529" y="8755"/>
                  </a:lnTo>
                  <a:lnTo>
                    <a:pt x="2584" y="8712"/>
                  </a:lnTo>
                  <a:lnTo>
                    <a:pt x="2639" y="8669"/>
                  </a:lnTo>
                  <a:lnTo>
                    <a:pt x="2694" y="8626"/>
                  </a:lnTo>
                  <a:lnTo>
                    <a:pt x="2749" y="8583"/>
                  </a:lnTo>
                  <a:lnTo>
                    <a:pt x="2804" y="8540"/>
                  </a:lnTo>
                  <a:lnTo>
                    <a:pt x="2859" y="8497"/>
                  </a:lnTo>
                  <a:lnTo>
                    <a:pt x="2914" y="8454"/>
                  </a:lnTo>
                  <a:lnTo>
                    <a:pt x="2969" y="8411"/>
                  </a:lnTo>
                  <a:lnTo>
                    <a:pt x="3024" y="8368"/>
                  </a:lnTo>
                  <a:lnTo>
                    <a:pt x="3079" y="8325"/>
                  </a:lnTo>
                  <a:lnTo>
                    <a:pt x="3134" y="8282"/>
                  </a:lnTo>
                  <a:lnTo>
                    <a:pt x="3189" y="8239"/>
                  </a:lnTo>
                  <a:lnTo>
                    <a:pt x="3244" y="8196"/>
                  </a:lnTo>
                  <a:lnTo>
                    <a:pt x="3299" y="8154"/>
                  </a:lnTo>
                  <a:lnTo>
                    <a:pt x="3354" y="8111"/>
                  </a:lnTo>
                  <a:lnTo>
                    <a:pt x="3409" y="8068"/>
                  </a:lnTo>
                  <a:lnTo>
                    <a:pt x="3464" y="8025"/>
                  </a:lnTo>
                  <a:lnTo>
                    <a:pt x="3518" y="7982"/>
                  </a:lnTo>
                  <a:lnTo>
                    <a:pt x="3573" y="7939"/>
                  </a:lnTo>
                  <a:lnTo>
                    <a:pt x="3628" y="7896"/>
                  </a:lnTo>
                  <a:lnTo>
                    <a:pt x="3683" y="7853"/>
                  </a:lnTo>
                  <a:lnTo>
                    <a:pt x="3738" y="7810"/>
                  </a:lnTo>
                  <a:lnTo>
                    <a:pt x="3793" y="7767"/>
                  </a:lnTo>
                  <a:lnTo>
                    <a:pt x="3848" y="7724"/>
                  </a:lnTo>
                  <a:lnTo>
                    <a:pt x="3903" y="7681"/>
                  </a:lnTo>
                  <a:lnTo>
                    <a:pt x="3958" y="7638"/>
                  </a:lnTo>
                  <a:lnTo>
                    <a:pt x="4013" y="7595"/>
                  </a:lnTo>
                  <a:lnTo>
                    <a:pt x="4068" y="7552"/>
                  </a:lnTo>
                  <a:lnTo>
                    <a:pt x="4123" y="7509"/>
                  </a:lnTo>
                  <a:lnTo>
                    <a:pt x="4178" y="7466"/>
                  </a:lnTo>
                  <a:lnTo>
                    <a:pt x="4233" y="7423"/>
                  </a:lnTo>
                  <a:lnTo>
                    <a:pt x="4287" y="7380"/>
                  </a:lnTo>
                  <a:lnTo>
                    <a:pt x="4342" y="7337"/>
                  </a:lnTo>
                  <a:lnTo>
                    <a:pt x="4397" y="7294"/>
                  </a:lnTo>
                  <a:lnTo>
                    <a:pt x="4452" y="7251"/>
                  </a:lnTo>
                  <a:lnTo>
                    <a:pt x="4507" y="7208"/>
                  </a:lnTo>
                  <a:lnTo>
                    <a:pt x="4562" y="7165"/>
                  </a:lnTo>
                  <a:lnTo>
                    <a:pt x="4617" y="7122"/>
                  </a:lnTo>
                  <a:lnTo>
                    <a:pt x="4672" y="7079"/>
                  </a:lnTo>
                  <a:lnTo>
                    <a:pt x="4727" y="7036"/>
                  </a:lnTo>
                  <a:lnTo>
                    <a:pt x="4782" y="6993"/>
                  </a:lnTo>
                  <a:lnTo>
                    <a:pt x="4837" y="6950"/>
                  </a:lnTo>
                  <a:lnTo>
                    <a:pt x="4891" y="6907"/>
                  </a:lnTo>
                  <a:lnTo>
                    <a:pt x="4946" y="6864"/>
                  </a:lnTo>
                  <a:lnTo>
                    <a:pt x="5001" y="6821"/>
                  </a:lnTo>
                  <a:lnTo>
                    <a:pt x="5056" y="6778"/>
                  </a:lnTo>
                  <a:lnTo>
                    <a:pt x="5111" y="6735"/>
                  </a:lnTo>
                  <a:lnTo>
                    <a:pt x="5166" y="6692"/>
                  </a:lnTo>
                  <a:lnTo>
                    <a:pt x="5221" y="6649"/>
                  </a:lnTo>
                  <a:lnTo>
                    <a:pt x="5276" y="6606"/>
                  </a:lnTo>
                  <a:lnTo>
                    <a:pt x="5331" y="6563"/>
                  </a:lnTo>
                  <a:lnTo>
                    <a:pt x="5385" y="6519"/>
                  </a:lnTo>
                  <a:lnTo>
                    <a:pt x="5440" y="6476"/>
                  </a:lnTo>
                  <a:lnTo>
                    <a:pt x="5495" y="6433"/>
                  </a:lnTo>
                  <a:lnTo>
                    <a:pt x="5550" y="6390"/>
                  </a:lnTo>
                  <a:lnTo>
                    <a:pt x="5605" y="6347"/>
                  </a:lnTo>
                  <a:lnTo>
                    <a:pt x="5660" y="6304"/>
                  </a:lnTo>
                  <a:lnTo>
                    <a:pt x="5715" y="6261"/>
                  </a:lnTo>
                  <a:lnTo>
                    <a:pt x="5770" y="6218"/>
                  </a:lnTo>
                  <a:lnTo>
                    <a:pt x="5825" y="6175"/>
                  </a:lnTo>
                  <a:lnTo>
                    <a:pt x="5879" y="6132"/>
                  </a:lnTo>
                  <a:lnTo>
                    <a:pt x="5934" y="6089"/>
                  </a:lnTo>
                  <a:lnTo>
                    <a:pt x="5989" y="6046"/>
                  </a:lnTo>
                  <a:lnTo>
                    <a:pt x="6044" y="6003"/>
                  </a:lnTo>
                  <a:lnTo>
                    <a:pt x="6099" y="5960"/>
                  </a:lnTo>
                  <a:lnTo>
                    <a:pt x="6154" y="5917"/>
                  </a:lnTo>
                  <a:lnTo>
                    <a:pt x="6209" y="5874"/>
                  </a:lnTo>
                  <a:lnTo>
                    <a:pt x="6263" y="5831"/>
                  </a:lnTo>
                  <a:lnTo>
                    <a:pt x="6318" y="5788"/>
                  </a:lnTo>
                  <a:lnTo>
                    <a:pt x="6373" y="5745"/>
                  </a:lnTo>
                  <a:lnTo>
                    <a:pt x="6428" y="5701"/>
                  </a:lnTo>
                  <a:lnTo>
                    <a:pt x="6483" y="5658"/>
                  </a:lnTo>
                  <a:lnTo>
                    <a:pt x="6538" y="5615"/>
                  </a:lnTo>
                  <a:lnTo>
                    <a:pt x="6593" y="5572"/>
                  </a:lnTo>
                  <a:lnTo>
                    <a:pt x="6647" y="5529"/>
                  </a:lnTo>
                  <a:lnTo>
                    <a:pt x="6702" y="5486"/>
                  </a:lnTo>
                  <a:lnTo>
                    <a:pt x="6757" y="5443"/>
                  </a:lnTo>
                  <a:lnTo>
                    <a:pt x="6812" y="5400"/>
                  </a:lnTo>
                  <a:lnTo>
                    <a:pt x="6867" y="5357"/>
                  </a:lnTo>
                  <a:lnTo>
                    <a:pt x="6922" y="5314"/>
                  </a:lnTo>
                  <a:lnTo>
                    <a:pt x="6977" y="5271"/>
                  </a:lnTo>
                  <a:lnTo>
                    <a:pt x="7031" y="5228"/>
                  </a:lnTo>
                  <a:lnTo>
                    <a:pt x="7086" y="5184"/>
                  </a:lnTo>
                  <a:lnTo>
                    <a:pt x="7141" y="5141"/>
                  </a:lnTo>
                  <a:lnTo>
                    <a:pt x="7196" y="5098"/>
                  </a:lnTo>
                  <a:lnTo>
                    <a:pt x="7251" y="5055"/>
                  </a:lnTo>
                  <a:lnTo>
                    <a:pt x="7306" y="5012"/>
                  </a:lnTo>
                  <a:lnTo>
                    <a:pt x="7360" y="4969"/>
                  </a:lnTo>
                  <a:lnTo>
                    <a:pt x="7415" y="4926"/>
                  </a:lnTo>
                  <a:lnTo>
                    <a:pt x="7470" y="4883"/>
                  </a:lnTo>
                  <a:lnTo>
                    <a:pt x="7525" y="4840"/>
                  </a:lnTo>
                  <a:lnTo>
                    <a:pt x="7580" y="4797"/>
                  </a:lnTo>
                  <a:lnTo>
                    <a:pt x="7635" y="4753"/>
                  </a:lnTo>
                  <a:lnTo>
                    <a:pt x="7689" y="4710"/>
                  </a:lnTo>
                  <a:lnTo>
                    <a:pt x="7744" y="4667"/>
                  </a:lnTo>
                  <a:lnTo>
                    <a:pt x="7799" y="4624"/>
                  </a:lnTo>
                  <a:lnTo>
                    <a:pt x="7854" y="4581"/>
                  </a:lnTo>
                  <a:lnTo>
                    <a:pt x="7909" y="4538"/>
                  </a:lnTo>
                  <a:lnTo>
                    <a:pt x="7964" y="4495"/>
                  </a:lnTo>
                  <a:lnTo>
                    <a:pt x="8018" y="4452"/>
                  </a:lnTo>
                  <a:lnTo>
                    <a:pt x="8073" y="4408"/>
                  </a:lnTo>
                  <a:lnTo>
                    <a:pt x="8128" y="4365"/>
                  </a:lnTo>
                  <a:lnTo>
                    <a:pt x="8183" y="4322"/>
                  </a:lnTo>
                  <a:lnTo>
                    <a:pt x="8238" y="4279"/>
                  </a:lnTo>
                  <a:lnTo>
                    <a:pt x="8292" y="4236"/>
                  </a:lnTo>
                  <a:lnTo>
                    <a:pt x="8347" y="4193"/>
                  </a:lnTo>
                  <a:lnTo>
                    <a:pt x="8402" y="4150"/>
                  </a:lnTo>
                  <a:lnTo>
                    <a:pt x="8457" y="4106"/>
                  </a:lnTo>
                  <a:lnTo>
                    <a:pt x="8512" y="4063"/>
                  </a:lnTo>
                  <a:lnTo>
                    <a:pt x="8566" y="4020"/>
                  </a:lnTo>
                  <a:lnTo>
                    <a:pt x="8621" y="3977"/>
                  </a:lnTo>
                  <a:lnTo>
                    <a:pt x="8676" y="3934"/>
                  </a:lnTo>
                  <a:lnTo>
                    <a:pt x="8731" y="3891"/>
                  </a:lnTo>
                  <a:lnTo>
                    <a:pt x="8786" y="3848"/>
                  </a:lnTo>
                  <a:lnTo>
                    <a:pt x="8840" y="3804"/>
                  </a:lnTo>
                  <a:lnTo>
                    <a:pt x="8895" y="3761"/>
                  </a:lnTo>
                  <a:lnTo>
                    <a:pt x="8950" y="3718"/>
                  </a:lnTo>
                  <a:lnTo>
                    <a:pt x="9005" y="3675"/>
                  </a:lnTo>
                  <a:lnTo>
                    <a:pt x="9060" y="3632"/>
                  </a:lnTo>
                  <a:lnTo>
                    <a:pt x="9114" y="3589"/>
                  </a:lnTo>
                  <a:lnTo>
                    <a:pt x="9169" y="3545"/>
                  </a:lnTo>
                  <a:lnTo>
                    <a:pt x="9224" y="3502"/>
                  </a:lnTo>
                  <a:lnTo>
                    <a:pt x="9279" y="3459"/>
                  </a:lnTo>
                  <a:lnTo>
                    <a:pt x="9333" y="3416"/>
                  </a:lnTo>
                  <a:lnTo>
                    <a:pt x="9388" y="3373"/>
                  </a:lnTo>
                  <a:lnTo>
                    <a:pt x="9443" y="3330"/>
                  </a:lnTo>
                  <a:lnTo>
                    <a:pt x="9498" y="3286"/>
                  </a:lnTo>
                  <a:lnTo>
                    <a:pt x="9553" y="3243"/>
                  </a:lnTo>
                  <a:lnTo>
                    <a:pt x="9607" y="3200"/>
                  </a:lnTo>
                  <a:lnTo>
                    <a:pt x="9662" y="3157"/>
                  </a:lnTo>
                  <a:lnTo>
                    <a:pt x="9717" y="3114"/>
                  </a:lnTo>
                  <a:lnTo>
                    <a:pt x="9772" y="3071"/>
                  </a:lnTo>
                  <a:lnTo>
                    <a:pt x="9826" y="3027"/>
                  </a:lnTo>
                  <a:lnTo>
                    <a:pt x="9881" y="2984"/>
                  </a:lnTo>
                  <a:lnTo>
                    <a:pt x="9936" y="2941"/>
                  </a:lnTo>
                  <a:lnTo>
                    <a:pt x="9991" y="2898"/>
                  </a:lnTo>
                  <a:lnTo>
                    <a:pt x="10046" y="2855"/>
                  </a:lnTo>
                  <a:lnTo>
                    <a:pt x="10100" y="2811"/>
                  </a:lnTo>
                  <a:lnTo>
                    <a:pt x="10155" y="2768"/>
                  </a:lnTo>
                  <a:lnTo>
                    <a:pt x="10210" y="2725"/>
                  </a:lnTo>
                  <a:lnTo>
                    <a:pt x="10265" y="2682"/>
                  </a:lnTo>
                  <a:lnTo>
                    <a:pt x="10319" y="2639"/>
                  </a:lnTo>
                  <a:lnTo>
                    <a:pt x="10374" y="2595"/>
                  </a:lnTo>
                  <a:lnTo>
                    <a:pt x="10429" y="2552"/>
                  </a:lnTo>
                  <a:lnTo>
                    <a:pt x="10484" y="2509"/>
                  </a:lnTo>
                  <a:lnTo>
                    <a:pt x="10538" y="2466"/>
                  </a:lnTo>
                  <a:lnTo>
                    <a:pt x="10593" y="2423"/>
                  </a:lnTo>
                  <a:lnTo>
                    <a:pt x="10648" y="2379"/>
                  </a:lnTo>
                  <a:lnTo>
                    <a:pt x="10703" y="2336"/>
                  </a:lnTo>
                  <a:lnTo>
                    <a:pt x="10757" y="2293"/>
                  </a:lnTo>
                  <a:lnTo>
                    <a:pt x="10812" y="2250"/>
                  </a:lnTo>
                  <a:lnTo>
                    <a:pt x="10867" y="2206"/>
                  </a:lnTo>
                  <a:lnTo>
                    <a:pt x="10921" y="2163"/>
                  </a:lnTo>
                  <a:lnTo>
                    <a:pt x="10976" y="2120"/>
                  </a:lnTo>
                  <a:lnTo>
                    <a:pt x="11031" y="2077"/>
                  </a:lnTo>
                  <a:lnTo>
                    <a:pt x="11086" y="2033"/>
                  </a:lnTo>
                  <a:lnTo>
                    <a:pt x="11140" y="1990"/>
                  </a:lnTo>
                  <a:lnTo>
                    <a:pt x="11195" y="1947"/>
                  </a:lnTo>
                  <a:lnTo>
                    <a:pt x="11250" y="1904"/>
                  </a:lnTo>
                  <a:lnTo>
                    <a:pt x="11305" y="1861"/>
                  </a:lnTo>
                  <a:lnTo>
                    <a:pt x="11359" y="1817"/>
                  </a:lnTo>
                  <a:lnTo>
                    <a:pt x="11414" y="1774"/>
                  </a:lnTo>
                  <a:lnTo>
                    <a:pt x="11469" y="1731"/>
                  </a:lnTo>
                  <a:lnTo>
                    <a:pt x="11524" y="1688"/>
                  </a:lnTo>
                  <a:lnTo>
                    <a:pt x="11578" y="1644"/>
                  </a:lnTo>
                  <a:lnTo>
                    <a:pt x="11633" y="1601"/>
                  </a:lnTo>
                  <a:lnTo>
                    <a:pt x="11688" y="1558"/>
                  </a:lnTo>
                  <a:lnTo>
                    <a:pt x="11742" y="1515"/>
                  </a:lnTo>
                  <a:lnTo>
                    <a:pt x="11797" y="1471"/>
                  </a:lnTo>
                  <a:lnTo>
                    <a:pt x="11852" y="1428"/>
                  </a:lnTo>
                  <a:lnTo>
                    <a:pt x="11907" y="1385"/>
                  </a:lnTo>
                  <a:lnTo>
                    <a:pt x="11961" y="1342"/>
                  </a:lnTo>
                  <a:lnTo>
                    <a:pt x="12016" y="1298"/>
                  </a:lnTo>
                  <a:lnTo>
                    <a:pt x="12071" y="1255"/>
                  </a:lnTo>
                  <a:lnTo>
                    <a:pt x="12125" y="1212"/>
                  </a:lnTo>
                  <a:lnTo>
                    <a:pt x="12180" y="1168"/>
                  </a:lnTo>
                  <a:lnTo>
                    <a:pt x="12235" y="1125"/>
                  </a:lnTo>
                  <a:lnTo>
                    <a:pt x="12289" y="1082"/>
                  </a:lnTo>
                  <a:lnTo>
                    <a:pt x="12344" y="1039"/>
                  </a:lnTo>
                  <a:lnTo>
                    <a:pt x="12399" y="995"/>
                  </a:lnTo>
                  <a:lnTo>
                    <a:pt x="12454" y="952"/>
                  </a:lnTo>
                  <a:lnTo>
                    <a:pt x="12508" y="909"/>
                  </a:lnTo>
                  <a:lnTo>
                    <a:pt x="12563" y="866"/>
                  </a:lnTo>
                  <a:lnTo>
                    <a:pt x="12618" y="822"/>
                  </a:lnTo>
                  <a:lnTo>
                    <a:pt x="12672" y="779"/>
                  </a:lnTo>
                  <a:lnTo>
                    <a:pt x="12727" y="736"/>
                  </a:lnTo>
                  <a:lnTo>
                    <a:pt x="12782" y="692"/>
                  </a:lnTo>
                  <a:lnTo>
                    <a:pt x="12836" y="649"/>
                  </a:lnTo>
                  <a:lnTo>
                    <a:pt x="12891" y="606"/>
                  </a:lnTo>
                  <a:lnTo>
                    <a:pt x="12946" y="563"/>
                  </a:lnTo>
                  <a:lnTo>
                    <a:pt x="13000" y="519"/>
                  </a:lnTo>
                  <a:lnTo>
                    <a:pt x="13055" y="476"/>
                  </a:lnTo>
                  <a:lnTo>
                    <a:pt x="13110" y="433"/>
                  </a:lnTo>
                  <a:lnTo>
                    <a:pt x="13164" y="389"/>
                  </a:lnTo>
                  <a:lnTo>
                    <a:pt x="13219" y="346"/>
                  </a:lnTo>
                  <a:lnTo>
                    <a:pt x="13274" y="303"/>
                  </a:lnTo>
                  <a:lnTo>
                    <a:pt x="13328" y="259"/>
                  </a:lnTo>
                  <a:lnTo>
                    <a:pt x="13383" y="216"/>
                  </a:lnTo>
                  <a:lnTo>
                    <a:pt x="13438" y="173"/>
                  </a:lnTo>
                  <a:lnTo>
                    <a:pt x="13493" y="129"/>
                  </a:lnTo>
                  <a:lnTo>
                    <a:pt x="13547" y="86"/>
                  </a:lnTo>
                  <a:lnTo>
                    <a:pt x="13602" y="43"/>
                  </a:lnTo>
                  <a:lnTo>
                    <a:pt x="136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42" name="pl7142"/>
            <p:cNvSpPr/>
            <p:nvPr/>
          </p:nvSpPr>
          <p:spPr>
            <a:xfrm>
              <a:off x="7856198" y="444868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5244" cap="rnd">
              <a:solidFill>
                <a:srgbClr val="F4B5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l7143"/>
            <p:cNvSpPr/>
            <p:nvPr/>
          </p:nvSpPr>
          <p:spPr>
            <a:xfrm>
              <a:off x="4785237" y="4984920"/>
              <a:ext cx="283423" cy="200062"/>
            </a:xfrm>
            <a:custGeom>
              <a:avLst/>
              <a:pathLst>
                <a:path w="283423" h="200062">
                  <a:moveTo>
                    <a:pt x="0" y="0"/>
                  </a:moveTo>
                  <a:lnTo>
                    <a:pt x="1067" y="898"/>
                  </a:lnTo>
                  <a:lnTo>
                    <a:pt x="2135" y="1795"/>
                  </a:lnTo>
                  <a:lnTo>
                    <a:pt x="3203" y="2692"/>
                  </a:lnTo>
                  <a:lnTo>
                    <a:pt x="4272" y="3588"/>
                  </a:lnTo>
                  <a:lnTo>
                    <a:pt x="5342" y="4484"/>
                  </a:lnTo>
                  <a:lnTo>
                    <a:pt x="6412" y="5378"/>
                  </a:lnTo>
                  <a:lnTo>
                    <a:pt x="7483" y="6272"/>
                  </a:lnTo>
                  <a:lnTo>
                    <a:pt x="8554" y="7166"/>
                  </a:lnTo>
                  <a:lnTo>
                    <a:pt x="9626" y="8058"/>
                  </a:lnTo>
                  <a:lnTo>
                    <a:pt x="10699" y="8950"/>
                  </a:lnTo>
                  <a:lnTo>
                    <a:pt x="11772" y="9841"/>
                  </a:lnTo>
                  <a:lnTo>
                    <a:pt x="12846" y="10731"/>
                  </a:lnTo>
                  <a:lnTo>
                    <a:pt x="13921" y="11620"/>
                  </a:lnTo>
                  <a:lnTo>
                    <a:pt x="14996" y="12509"/>
                  </a:lnTo>
                  <a:lnTo>
                    <a:pt x="16072" y="13397"/>
                  </a:lnTo>
                  <a:lnTo>
                    <a:pt x="17148" y="14284"/>
                  </a:lnTo>
                  <a:lnTo>
                    <a:pt x="18225" y="15171"/>
                  </a:lnTo>
                  <a:lnTo>
                    <a:pt x="19303" y="16057"/>
                  </a:lnTo>
                  <a:lnTo>
                    <a:pt x="20381" y="16942"/>
                  </a:lnTo>
                  <a:lnTo>
                    <a:pt x="21460" y="17826"/>
                  </a:lnTo>
                  <a:lnTo>
                    <a:pt x="22539" y="18710"/>
                  </a:lnTo>
                  <a:lnTo>
                    <a:pt x="23619" y="19593"/>
                  </a:lnTo>
                  <a:lnTo>
                    <a:pt x="24700" y="20475"/>
                  </a:lnTo>
                  <a:lnTo>
                    <a:pt x="25781" y="21356"/>
                  </a:lnTo>
                  <a:lnTo>
                    <a:pt x="26863" y="22237"/>
                  </a:lnTo>
                  <a:lnTo>
                    <a:pt x="27945" y="23117"/>
                  </a:lnTo>
                  <a:lnTo>
                    <a:pt x="29029" y="23996"/>
                  </a:lnTo>
                  <a:lnTo>
                    <a:pt x="30112" y="24874"/>
                  </a:lnTo>
                  <a:lnTo>
                    <a:pt x="31196" y="25752"/>
                  </a:lnTo>
                  <a:lnTo>
                    <a:pt x="32281" y="26629"/>
                  </a:lnTo>
                  <a:lnTo>
                    <a:pt x="33367" y="27505"/>
                  </a:lnTo>
                  <a:lnTo>
                    <a:pt x="34453" y="28380"/>
                  </a:lnTo>
                  <a:lnTo>
                    <a:pt x="35539" y="29255"/>
                  </a:lnTo>
                  <a:lnTo>
                    <a:pt x="36627" y="30129"/>
                  </a:lnTo>
                  <a:lnTo>
                    <a:pt x="37715" y="31002"/>
                  </a:lnTo>
                  <a:lnTo>
                    <a:pt x="38803" y="31875"/>
                  </a:lnTo>
                  <a:lnTo>
                    <a:pt x="39892" y="32746"/>
                  </a:lnTo>
                  <a:lnTo>
                    <a:pt x="40982" y="33617"/>
                  </a:lnTo>
                  <a:lnTo>
                    <a:pt x="42072" y="34488"/>
                  </a:lnTo>
                  <a:lnTo>
                    <a:pt x="43163" y="35357"/>
                  </a:lnTo>
                  <a:lnTo>
                    <a:pt x="44254" y="36226"/>
                  </a:lnTo>
                  <a:lnTo>
                    <a:pt x="45346" y="37094"/>
                  </a:lnTo>
                  <a:lnTo>
                    <a:pt x="46439" y="37961"/>
                  </a:lnTo>
                  <a:lnTo>
                    <a:pt x="47532" y="38827"/>
                  </a:lnTo>
                  <a:lnTo>
                    <a:pt x="48626" y="39693"/>
                  </a:lnTo>
                  <a:lnTo>
                    <a:pt x="49720" y="40558"/>
                  </a:lnTo>
                  <a:lnTo>
                    <a:pt x="50815" y="41422"/>
                  </a:lnTo>
                  <a:lnTo>
                    <a:pt x="51911" y="42286"/>
                  </a:lnTo>
                  <a:lnTo>
                    <a:pt x="53007" y="43148"/>
                  </a:lnTo>
                  <a:lnTo>
                    <a:pt x="54104" y="44010"/>
                  </a:lnTo>
                  <a:lnTo>
                    <a:pt x="55201" y="44872"/>
                  </a:lnTo>
                  <a:lnTo>
                    <a:pt x="56299" y="45732"/>
                  </a:lnTo>
                  <a:lnTo>
                    <a:pt x="57398" y="46592"/>
                  </a:lnTo>
                  <a:lnTo>
                    <a:pt x="58497" y="47451"/>
                  </a:lnTo>
                  <a:lnTo>
                    <a:pt x="59597" y="48309"/>
                  </a:lnTo>
                  <a:lnTo>
                    <a:pt x="60697" y="49166"/>
                  </a:lnTo>
                  <a:lnTo>
                    <a:pt x="61798" y="50023"/>
                  </a:lnTo>
                  <a:lnTo>
                    <a:pt x="62899" y="50879"/>
                  </a:lnTo>
                  <a:lnTo>
                    <a:pt x="64001" y="51734"/>
                  </a:lnTo>
                  <a:lnTo>
                    <a:pt x="65104" y="52589"/>
                  </a:lnTo>
                  <a:lnTo>
                    <a:pt x="66207" y="53442"/>
                  </a:lnTo>
                  <a:lnTo>
                    <a:pt x="67311" y="54295"/>
                  </a:lnTo>
                  <a:lnTo>
                    <a:pt x="68415" y="55147"/>
                  </a:lnTo>
                  <a:lnTo>
                    <a:pt x="69520" y="55999"/>
                  </a:lnTo>
                  <a:lnTo>
                    <a:pt x="70626" y="56849"/>
                  </a:lnTo>
                  <a:lnTo>
                    <a:pt x="71732" y="57699"/>
                  </a:lnTo>
                  <a:lnTo>
                    <a:pt x="72839" y="58548"/>
                  </a:lnTo>
                  <a:lnTo>
                    <a:pt x="73946" y="59397"/>
                  </a:lnTo>
                  <a:lnTo>
                    <a:pt x="75054" y="60244"/>
                  </a:lnTo>
                  <a:lnTo>
                    <a:pt x="76163" y="61091"/>
                  </a:lnTo>
                  <a:lnTo>
                    <a:pt x="77272" y="61937"/>
                  </a:lnTo>
                  <a:lnTo>
                    <a:pt x="78381" y="62783"/>
                  </a:lnTo>
                  <a:lnTo>
                    <a:pt x="79492" y="63627"/>
                  </a:lnTo>
                  <a:lnTo>
                    <a:pt x="80602" y="64471"/>
                  </a:lnTo>
                  <a:lnTo>
                    <a:pt x="81714" y="65314"/>
                  </a:lnTo>
                  <a:lnTo>
                    <a:pt x="82826" y="66156"/>
                  </a:lnTo>
                  <a:lnTo>
                    <a:pt x="83938" y="66998"/>
                  </a:lnTo>
                  <a:lnTo>
                    <a:pt x="85051" y="67838"/>
                  </a:lnTo>
                  <a:lnTo>
                    <a:pt x="86165" y="68678"/>
                  </a:lnTo>
                  <a:lnTo>
                    <a:pt x="87279" y="69518"/>
                  </a:lnTo>
                  <a:lnTo>
                    <a:pt x="88394" y="70356"/>
                  </a:lnTo>
                  <a:lnTo>
                    <a:pt x="89510" y="71194"/>
                  </a:lnTo>
                  <a:lnTo>
                    <a:pt x="90626" y="72031"/>
                  </a:lnTo>
                  <a:lnTo>
                    <a:pt x="91742" y="72867"/>
                  </a:lnTo>
                  <a:lnTo>
                    <a:pt x="92859" y="73702"/>
                  </a:lnTo>
                  <a:lnTo>
                    <a:pt x="93977" y="74537"/>
                  </a:lnTo>
                  <a:lnTo>
                    <a:pt x="95095" y="75371"/>
                  </a:lnTo>
                  <a:lnTo>
                    <a:pt x="96214" y="76204"/>
                  </a:lnTo>
                  <a:lnTo>
                    <a:pt x="97334" y="77036"/>
                  </a:lnTo>
                  <a:lnTo>
                    <a:pt x="98454" y="77868"/>
                  </a:lnTo>
                  <a:lnTo>
                    <a:pt x="99574" y="78698"/>
                  </a:lnTo>
                  <a:lnTo>
                    <a:pt x="100695" y="79529"/>
                  </a:lnTo>
                  <a:lnTo>
                    <a:pt x="101817" y="80358"/>
                  </a:lnTo>
                  <a:lnTo>
                    <a:pt x="102939" y="81186"/>
                  </a:lnTo>
                  <a:lnTo>
                    <a:pt x="104062" y="82014"/>
                  </a:lnTo>
                  <a:lnTo>
                    <a:pt x="105186" y="82841"/>
                  </a:lnTo>
                  <a:lnTo>
                    <a:pt x="106310" y="83667"/>
                  </a:lnTo>
                  <a:lnTo>
                    <a:pt x="107434" y="84492"/>
                  </a:lnTo>
                  <a:lnTo>
                    <a:pt x="108559" y="85317"/>
                  </a:lnTo>
                  <a:lnTo>
                    <a:pt x="109685" y="86141"/>
                  </a:lnTo>
                  <a:lnTo>
                    <a:pt x="110811" y="86964"/>
                  </a:lnTo>
                  <a:lnTo>
                    <a:pt x="111938" y="87786"/>
                  </a:lnTo>
                  <a:lnTo>
                    <a:pt x="113065" y="88608"/>
                  </a:lnTo>
                  <a:lnTo>
                    <a:pt x="114193" y="89429"/>
                  </a:lnTo>
                  <a:lnTo>
                    <a:pt x="115322" y="90249"/>
                  </a:lnTo>
                  <a:lnTo>
                    <a:pt x="116451" y="91068"/>
                  </a:lnTo>
                  <a:lnTo>
                    <a:pt x="117580" y="91886"/>
                  </a:lnTo>
                  <a:lnTo>
                    <a:pt x="118711" y="92704"/>
                  </a:lnTo>
                  <a:lnTo>
                    <a:pt x="119841" y="93521"/>
                  </a:lnTo>
                  <a:lnTo>
                    <a:pt x="120973" y="94337"/>
                  </a:lnTo>
                  <a:lnTo>
                    <a:pt x="122105" y="95152"/>
                  </a:lnTo>
                  <a:lnTo>
                    <a:pt x="123237" y="95967"/>
                  </a:lnTo>
                  <a:lnTo>
                    <a:pt x="124370" y="96781"/>
                  </a:lnTo>
                  <a:lnTo>
                    <a:pt x="125503" y="97594"/>
                  </a:lnTo>
                  <a:lnTo>
                    <a:pt x="126638" y="98406"/>
                  </a:lnTo>
                  <a:lnTo>
                    <a:pt x="127772" y="99217"/>
                  </a:lnTo>
                  <a:lnTo>
                    <a:pt x="128907" y="100028"/>
                  </a:lnTo>
                  <a:lnTo>
                    <a:pt x="130043" y="100838"/>
                  </a:lnTo>
                  <a:lnTo>
                    <a:pt x="131179" y="101647"/>
                  </a:lnTo>
                  <a:lnTo>
                    <a:pt x="132316" y="102455"/>
                  </a:lnTo>
                  <a:lnTo>
                    <a:pt x="133454" y="103263"/>
                  </a:lnTo>
                  <a:lnTo>
                    <a:pt x="134592" y="104070"/>
                  </a:lnTo>
                  <a:lnTo>
                    <a:pt x="135730" y="104876"/>
                  </a:lnTo>
                  <a:lnTo>
                    <a:pt x="136869" y="105681"/>
                  </a:lnTo>
                  <a:lnTo>
                    <a:pt x="138009" y="106485"/>
                  </a:lnTo>
                  <a:lnTo>
                    <a:pt x="139149" y="107289"/>
                  </a:lnTo>
                  <a:lnTo>
                    <a:pt x="140290" y="108092"/>
                  </a:lnTo>
                  <a:lnTo>
                    <a:pt x="141431" y="108894"/>
                  </a:lnTo>
                  <a:lnTo>
                    <a:pt x="142573" y="109695"/>
                  </a:lnTo>
                  <a:lnTo>
                    <a:pt x="143715" y="110496"/>
                  </a:lnTo>
                  <a:lnTo>
                    <a:pt x="144858" y="111296"/>
                  </a:lnTo>
                  <a:lnTo>
                    <a:pt x="146002" y="112095"/>
                  </a:lnTo>
                  <a:lnTo>
                    <a:pt x="147146" y="112893"/>
                  </a:lnTo>
                  <a:lnTo>
                    <a:pt x="148290" y="113690"/>
                  </a:lnTo>
                  <a:lnTo>
                    <a:pt x="149436" y="114487"/>
                  </a:lnTo>
                  <a:lnTo>
                    <a:pt x="150581" y="115283"/>
                  </a:lnTo>
                  <a:lnTo>
                    <a:pt x="151727" y="116078"/>
                  </a:lnTo>
                  <a:lnTo>
                    <a:pt x="152874" y="116872"/>
                  </a:lnTo>
                  <a:lnTo>
                    <a:pt x="154021" y="117665"/>
                  </a:lnTo>
                  <a:lnTo>
                    <a:pt x="155169" y="118458"/>
                  </a:lnTo>
                  <a:lnTo>
                    <a:pt x="156318" y="119250"/>
                  </a:lnTo>
                  <a:lnTo>
                    <a:pt x="157467" y="120041"/>
                  </a:lnTo>
                  <a:lnTo>
                    <a:pt x="158616" y="120831"/>
                  </a:lnTo>
                  <a:lnTo>
                    <a:pt x="159766" y="121621"/>
                  </a:lnTo>
                  <a:lnTo>
                    <a:pt x="160917" y="122410"/>
                  </a:lnTo>
                  <a:lnTo>
                    <a:pt x="162068" y="123198"/>
                  </a:lnTo>
                  <a:lnTo>
                    <a:pt x="163219" y="123985"/>
                  </a:lnTo>
                  <a:lnTo>
                    <a:pt x="164372" y="124771"/>
                  </a:lnTo>
                  <a:lnTo>
                    <a:pt x="165524" y="125557"/>
                  </a:lnTo>
                  <a:lnTo>
                    <a:pt x="166678" y="126341"/>
                  </a:lnTo>
                  <a:lnTo>
                    <a:pt x="167831" y="127125"/>
                  </a:lnTo>
                  <a:lnTo>
                    <a:pt x="168986" y="127909"/>
                  </a:lnTo>
                  <a:lnTo>
                    <a:pt x="170141" y="128691"/>
                  </a:lnTo>
                  <a:lnTo>
                    <a:pt x="171296" y="129473"/>
                  </a:lnTo>
                  <a:lnTo>
                    <a:pt x="172452" y="130254"/>
                  </a:lnTo>
                  <a:lnTo>
                    <a:pt x="173608" y="131034"/>
                  </a:lnTo>
                  <a:lnTo>
                    <a:pt x="174765" y="131813"/>
                  </a:lnTo>
                  <a:lnTo>
                    <a:pt x="175923" y="132591"/>
                  </a:lnTo>
                  <a:lnTo>
                    <a:pt x="177081" y="133369"/>
                  </a:lnTo>
                  <a:lnTo>
                    <a:pt x="178240" y="134146"/>
                  </a:lnTo>
                  <a:lnTo>
                    <a:pt x="179399" y="134922"/>
                  </a:lnTo>
                  <a:lnTo>
                    <a:pt x="180558" y="135697"/>
                  </a:lnTo>
                  <a:lnTo>
                    <a:pt x="181719" y="136472"/>
                  </a:lnTo>
                  <a:lnTo>
                    <a:pt x="182879" y="137245"/>
                  </a:lnTo>
                  <a:lnTo>
                    <a:pt x="184041" y="138018"/>
                  </a:lnTo>
                  <a:lnTo>
                    <a:pt x="185202" y="138790"/>
                  </a:lnTo>
                  <a:lnTo>
                    <a:pt x="186365" y="139562"/>
                  </a:lnTo>
                  <a:lnTo>
                    <a:pt x="187528" y="140332"/>
                  </a:lnTo>
                  <a:lnTo>
                    <a:pt x="188691" y="141102"/>
                  </a:lnTo>
                  <a:lnTo>
                    <a:pt x="189855" y="141871"/>
                  </a:lnTo>
                  <a:lnTo>
                    <a:pt x="191019" y="142639"/>
                  </a:lnTo>
                  <a:lnTo>
                    <a:pt x="192184" y="143406"/>
                  </a:lnTo>
                  <a:lnTo>
                    <a:pt x="193350" y="144173"/>
                  </a:lnTo>
                  <a:lnTo>
                    <a:pt x="194516" y="144938"/>
                  </a:lnTo>
                  <a:lnTo>
                    <a:pt x="195682" y="145703"/>
                  </a:lnTo>
                  <a:lnTo>
                    <a:pt x="196849" y="146467"/>
                  </a:lnTo>
                  <a:lnTo>
                    <a:pt x="198017" y="147231"/>
                  </a:lnTo>
                  <a:lnTo>
                    <a:pt x="199185" y="147993"/>
                  </a:lnTo>
                  <a:lnTo>
                    <a:pt x="200354" y="148755"/>
                  </a:lnTo>
                  <a:lnTo>
                    <a:pt x="201523" y="149516"/>
                  </a:lnTo>
                  <a:lnTo>
                    <a:pt x="202693" y="150276"/>
                  </a:lnTo>
                  <a:lnTo>
                    <a:pt x="203863" y="151035"/>
                  </a:lnTo>
                  <a:lnTo>
                    <a:pt x="205033" y="151794"/>
                  </a:lnTo>
                  <a:lnTo>
                    <a:pt x="206205" y="152551"/>
                  </a:lnTo>
                  <a:lnTo>
                    <a:pt x="207376" y="153308"/>
                  </a:lnTo>
                  <a:lnTo>
                    <a:pt x="208549" y="154064"/>
                  </a:lnTo>
                  <a:lnTo>
                    <a:pt x="209721" y="154819"/>
                  </a:lnTo>
                  <a:lnTo>
                    <a:pt x="210895" y="155574"/>
                  </a:lnTo>
                  <a:lnTo>
                    <a:pt x="212069" y="156328"/>
                  </a:lnTo>
                  <a:lnTo>
                    <a:pt x="213243" y="157080"/>
                  </a:lnTo>
                  <a:lnTo>
                    <a:pt x="214418" y="157833"/>
                  </a:lnTo>
                  <a:lnTo>
                    <a:pt x="215593" y="158584"/>
                  </a:lnTo>
                  <a:lnTo>
                    <a:pt x="216769" y="159334"/>
                  </a:lnTo>
                  <a:lnTo>
                    <a:pt x="217945" y="160084"/>
                  </a:lnTo>
                  <a:lnTo>
                    <a:pt x="219122" y="160833"/>
                  </a:lnTo>
                  <a:lnTo>
                    <a:pt x="220300" y="161581"/>
                  </a:lnTo>
                  <a:lnTo>
                    <a:pt x="221478" y="162328"/>
                  </a:lnTo>
                  <a:lnTo>
                    <a:pt x="222656" y="163074"/>
                  </a:lnTo>
                  <a:lnTo>
                    <a:pt x="223835" y="163820"/>
                  </a:lnTo>
                  <a:lnTo>
                    <a:pt x="225015" y="164565"/>
                  </a:lnTo>
                  <a:lnTo>
                    <a:pt x="226195" y="165309"/>
                  </a:lnTo>
                  <a:lnTo>
                    <a:pt x="227375" y="166052"/>
                  </a:lnTo>
                  <a:lnTo>
                    <a:pt x="228556" y="166794"/>
                  </a:lnTo>
                  <a:lnTo>
                    <a:pt x="229738" y="167536"/>
                  </a:lnTo>
                  <a:lnTo>
                    <a:pt x="230920" y="168277"/>
                  </a:lnTo>
                  <a:lnTo>
                    <a:pt x="232102" y="169017"/>
                  </a:lnTo>
                  <a:lnTo>
                    <a:pt x="233285" y="169756"/>
                  </a:lnTo>
                  <a:lnTo>
                    <a:pt x="234469" y="170494"/>
                  </a:lnTo>
                  <a:lnTo>
                    <a:pt x="235653" y="171231"/>
                  </a:lnTo>
                  <a:lnTo>
                    <a:pt x="236837" y="171968"/>
                  </a:lnTo>
                  <a:lnTo>
                    <a:pt x="238023" y="172704"/>
                  </a:lnTo>
                  <a:lnTo>
                    <a:pt x="239208" y="173439"/>
                  </a:lnTo>
                  <a:lnTo>
                    <a:pt x="240394" y="174173"/>
                  </a:lnTo>
                  <a:lnTo>
                    <a:pt x="241581" y="174907"/>
                  </a:lnTo>
                  <a:lnTo>
                    <a:pt x="242768" y="175639"/>
                  </a:lnTo>
                  <a:lnTo>
                    <a:pt x="243955" y="176371"/>
                  </a:lnTo>
                  <a:lnTo>
                    <a:pt x="245143" y="177102"/>
                  </a:lnTo>
                  <a:lnTo>
                    <a:pt x="246332" y="177832"/>
                  </a:lnTo>
                  <a:lnTo>
                    <a:pt x="247521" y="178562"/>
                  </a:lnTo>
                  <a:lnTo>
                    <a:pt x="248711" y="179290"/>
                  </a:lnTo>
                  <a:lnTo>
                    <a:pt x="249901" y="180018"/>
                  </a:lnTo>
                  <a:lnTo>
                    <a:pt x="251091" y="180745"/>
                  </a:lnTo>
                  <a:lnTo>
                    <a:pt x="252282" y="181471"/>
                  </a:lnTo>
                  <a:lnTo>
                    <a:pt x="253474" y="182196"/>
                  </a:lnTo>
                  <a:lnTo>
                    <a:pt x="254666" y="182921"/>
                  </a:lnTo>
                  <a:lnTo>
                    <a:pt x="255859" y="183644"/>
                  </a:lnTo>
                  <a:lnTo>
                    <a:pt x="257052" y="184367"/>
                  </a:lnTo>
                  <a:lnTo>
                    <a:pt x="258245" y="185089"/>
                  </a:lnTo>
                  <a:lnTo>
                    <a:pt x="259439" y="185810"/>
                  </a:lnTo>
                  <a:lnTo>
                    <a:pt x="260634" y="186531"/>
                  </a:lnTo>
                  <a:lnTo>
                    <a:pt x="261829" y="187250"/>
                  </a:lnTo>
                  <a:lnTo>
                    <a:pt x="263024" y="187969"/>
                  </a:lnTo>
                  <a:lnTo>
                    <a:pt x="264220" y="188687"/>
                  </a:lnTo>
                  <a:lnTo>
                    <a:pt x="265417" y="189404"/>
                  </a:lnTo>
                  <a:lnTo>
                    <a:pt x="266614" y="190120"/>
                  </a:lnTo>
                  <a:lnTo>
                    <a:pt x="267811" y="190836"/>
                  </a:lnTo>
                  <a:lnTo>
                    <a:pt x="269009" y="191551"/>
                  </a:lnTo>
                  <a:lnTo>
                    <a:pt x="270208" y="192264"/>
                  </a:lnTo>
                  <a:lnTo>
                    <a:pt x="271407" y="192977"/>
                  </a:lnTo>
                  <a:lnTo>
                    <a:pt x="272606" y="193690"/>
                  </a:lnTo>
                  <a:lnTo>
                    <a:pt x="273806" y="194401"/>
                  </a:lnTo>
                  <a:lnTo>
                    <a:pt x="275007" y="195111"/>
                  </a:lnTo>
                  <a:lnTo>
                    <a:pt x="276208" y="195821"/>
                  </a:lnTo>
                  <a:lnTo>
                    <a:pt x="277409" y="196530"/>
                  </a:lnTo>
                  <a:lnTo>
                    <a:pt x="278611" y="197238"/>
                  </a:lnTo>
                  <a:lnTo>
                    <a:pt x="279813" y="197945"/>
                  </a:lnTo>
                  <a:lnTo>
                    <a:pt x="281016" y="198652"/>
                  </a:lnTo>
                  <a:lnTo>
                    <a:pt x="282220" y="199357"/>
                  </a:lnTo>
                  <a:lnTo>
                    <a:pt x="283423" y="200062"/>
                  </a:lnTo>
                </a:path>
              </a:pathLst>
            </a:custGeom>
            <a:ln w="55244" cap="rnd">
              <a:solidFill>
                <a:srgbClr val="39D6D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l7144"/>
            <p:cNvSpPr/>
            <p:nvPr/>
          </p:nvSpPr>
          <p:spPr>
            <a:xfrm>
              <a:off x="7834037" y="4456186"/>
              <a:ext cx="17793" cy="29830"/>
            </a:xfrm>
            <a:custGeom>
              <a:avLst/>
              <a:pathLst>
                <a:path w="17793" h="29830">
                  <a:moveTo>
                    <a:pt x="0" y="29830"/>
                  </a:moveTo>
                  <a:lnTo>
                    <a:pt x="72" y="29711"/>
                  </a:lnTo>
                  <a:lnTo>
                    <a:pt x="144" y="29591"/>
                  </a:lnTo>
                  <a:lnTo>
                    <a:pt x="217" y="29472"/>
                  </a:lnTo>
                  <a:lnTo>
                    <a:pt x="289" y="29353"/>
                  </a:lnTo>
                  <a:lnTo>
                    <a:pt x="362" y="29234"/>
                  </a:lnTo>
                  <a:lnTo>
                    <a:pt x="434" y="29115"/>
                  </a:lnTo>
                  <a:lnTo>
                    <a:pt x="507" y="28995"/>
                  </a:lnTo>
                  <a:lnTo>
                    <a:pt x="579" y="28876"/>
                  </a:lnTo>
                  <a:lnTo>
                    <a:pt x="651" y="28757"/>
                  </a:lnTo>
                  <a:lnTo>
                    <a:pt x="724" y="28638"/>
                  </a:lnTo>
                  <a:lnTo>
                    <a:pt x="796" y="28518"/>
                  </a:lnTo>
                  <a:lnTo>
                    <a:pt x="869" y="28399"/>
                  </a:lnTo>
                  <a:lnTo>
                    <a:pt x="941" y="28280"/>
                  </a:lnTo>
                  <a:lnTo>
                    <a:pt x="1013" y="28161"/>
                  </a:lnTo>
                  <a:lnTo>
                    <a:pt x="1086" y="28041"/>
                  </a:lnTo>
                  <a:lnTo>
                    <a:pt x="1158" y="27922"/>
                  </a:lnTo>
                  <a:lnTo>
                    <a:pt x="1230" y="27803"/>
                  </a:lnTo>
                  <a:lnTo>
                    <a:pt x="1303" y="27684"/>
                  </a:lnTo>
                  <a:lnTo>
                    <a:pt x="1375" y="27564"/>
                  </a:lnTo>
                  <a:lnTo>
                    <a:pt x="1447" y="27445"/>
                  </a:lnTo>
                  <a:lnTo>
                    <a:pt x="1520" y="27326"/>
                  </a:lnTo>
                  <a:lnTo>
                    <a:pt x="1592" y="27206"/>
                  </a:lnTo>
                  <a:lnTo>
                    <a:pt x="1664" y="27087"/>
                  </a:lnTo>
                  <a:lnTo>
                    <a:pt x="1737" y="26968"/>
                  </a:lnTo>
                  <a:lnTo>
                    <a:pt x="1809" y="26849"/>
                  </a:lnTo>
                  <a:lnTo>
                    <a:pt x="1881" y="26729"/>
                  </a:lnTo>
                  <a:lnTo>
                    <a:pt x="1953" y="26610"/>
                  </a:lnTo>
                  <a:lnTo>
                    <a:pt x="2026" y="26491"/>
                  </a:lnTo>
                  <a:lnTo>
                    <a:pt x="2098" y="26371"/>
                  </a:lnTo>
                  <a:lnTo>
                    <a:pt x="2170" y="26252"/>
                  </a:lnTo>
                  <a:lnTo>
                    <a:pt x="2242" y="26133"/>
                  </a:lnTo>
                  <a:lnTo>
                    <a:pt x="2315" y="26013"/>
                  </a:lnTo>
                  <a:lnTo>
                    <a:pt x="2387" y="25894"/>
                  </a:lnTo>
                  <a:lnTo>
                    <a:pt x="2459" y="25775"/>
                  </a:lnTo>
                  <a:lnTo>
                    <a:pt x="2531" y="25655"/>
                  </a:lnTo>
                  <a:lnTo>
                    <a:pt x="2603" y="25536"/>
                  </a:lnTo>
                  <a:lnTo>
                    <a:pt x="2676" y="25416"/>
                  </a:lnTo>
                  <a:lnTo>
                    <a:pt x="2748" y="25297"/>
                  </a:lnTo>
                  <a:lnTo>
                    <a:pt x="2820" y="25178"/>
                  </a:lnTo>
                  <a:lnTo>
                    <a:pt x="2892" y="25058"/>
                  </a:lnTo>
                  <a:lnTo>
                    <a:pt x="2964" y="24939"/>
                  </a:lnTo>
                  <a:lnTo>
                    <a:pt x="3036" y="24820"/>
                  </a:lnTo>
                  <a:lnTo>
                    <a:pt x="3109" y="24700"/>
                  </a:lnTo>
                  <a:lnTo>
                    <a:pt x="3181" y="24581"/>
                  </a:lnTo>
                  <a:lnTo>
                    <a:pt x="3253" y="24461"/>
                  </a:lnTo>
                  <a:lnTo>
                    <a:pt x="3325" y="24342"/>
                  </a:lnTo>
                  <a:lnTo>
                    <a:pt x="3397" y="24222"/>
                  </a:lnTo>
                  <a:lnTo>
                    <a:pt x="3469" y="24103"/>
                  </a:lnTo>
                  <a:lnTo>
                    <a:pt x="3541" y="23984"/>
                  </a:lnTo>
                  <a:lnTo>
                    <a:pt x="3613" y="23864"/>
                  </a:lnTo>
                  <a:lnTo>
                    <a:pt x="3685" y="23745"/>
                  </a:lnTo>
                  <a:lnTo>
                    <a:pt x="3757" y="23625"/>
                  </a:lnTo>
                  <a:lnTo>
                    <a:pt x="3829" y="23506"/>
                  </a:lnTo>
                  <a:lnTo>
                    <a:pt x="3901" y="23386"/>
                  </a:lnTo>
                  <a:lnTo>
                    <a:pt x="3973" y="23267"/>
                  </a:lnTo>
                  <a:lnTo>
                    <a:pt x="4046" y="23147"/>
                  </a:lnTo>
                  <a:lnTo>
                    <a:pt x="4118" y="23028"/>
                  </a:lnTo>
                  <a:lnTo>
                    <a:pt x="4190" y="22909"/>
                  </a:lnTo>
                  <a:lnTo>
                    <a:pt x="4262" y="22789"/>
                  </a:lnTo>
                  <a:lnTo>
                    <a:pt x="4334" y="22670"/>
                  </a:lnTo>
                  <a:lnTo>
                    <a:pt x="4406" y="22550"/>
                  </a:lnTo>
                  <a:lnTo>
                    <a:pt x="4478" y="22431"/>
                  </a:lnTo>
                  <a:lnTo>
                    <a:pt x="4549" y="22311"/>
                  </a:lnTo>
                  <a:lnTo>
                    <a:pt x="4621" y="22192"/>
                  </a:lnTo>
                  <a:lnTo>
                    <a:pt x="4693" y="22072"/>
                  </a:lnTo>
                  <a:lnTo>
                    <a:pt x="4765" y="21953"/>
                  </a:lnTo>
                  <a:lnTo>
                    <a:pt x="4837" y="21833"/>
                  </a:lnTo>
                  <a:lnTo>
                    <a:pt x="4909" y="21714"/>
                  </a:lnTo>
                  <a:lnTo>
                    <a:pt x="4981" y="21594"/>
                  </a:lnTo>
                  <a:lnTo>
                    <a:pt x="5053" y="21475"/>
                  </a:lnTo>
                  <a:lnTo>
                    <a:pt x="5125" y="21355"/>
                  </a:lnTo>
                  <a:lnTo>
                    <a:pt x="5197" y="21235"/>
                  </a:lnTo>
                  <a:lnTo>
                    <a:pt x="5269" y="21116"/>
                  </a:lnTo>
                  <a:lnTo>
                    <a:pt x="5341" y="20996"/>
                  </a:lnTo>
                  <a:lnTo>
                    <a:pt x="5412" y="20877"/>
                  </a:lnTo>
                  <a:lnTo>
                    <a:pt x="5484" y="20757"/>
                  </a:lnTo>
                  <a:lnTo>
                    <a:pt x="5556" y="20638"/>
                  </a:lnTo>
                  <a:lnTo>
                    <a:pt x="5628" y="20518"/>
                  </a:lnTo>
                  <a:lnTo>
                    <a:pt x="5700" y="20398"/>
                  </a:lnTo>
                  <a:lnTo>
                    <a:pt x="5772" y="20279"/>
                  </a:lnTo>
                  <a:lnTo>
                    <a:pt x="5843" y="20159"/>
                  </a:lnTo>
                  <a:lnTo>
                    <a:pt x="5915" y="20040"/>
                  </a:lnTo>
                  <a:lnTo>
                    <a:pt x="5987" y="19920"/>
                  </a:lnTo>
                  <a:lnTo>
                    <a:pt x="6059" y="19801"/>
                  </a:lnTo>
                  <a:lnTo>
                    <a:pt x="6131" y="19681"/>
                  </a:lnTo>
                  <a:lnTo>
                    <a:pt x="6202" y="19561"/>
                  </a:lnTo>
                  <a:lnTo>
                    <a:pt x="6274" y="19442"/>
                  </a:lnTo>
                  <a:lnTo>
                    <a:pt x="6346" y="19322"/>
                  </a:lnTo>
                  <a:lnTo>
                    <a:pt x="6418" y="19202"/>
                  </a:lnTo>
                  <a:lnTo>
                    <a:pt x="6490" y="19083"/>
                  </a:lnTo>
                  <a:lnTo>
                    <a:pt x="6561" y="18963"/>
                  </a:lnTo>
                  <a:lnTo>
                    <a:pt x="6633" y="18844"/>
                  </a:lnTo>
                  <a:lnTo>
                    <a:pt x="6705" y="18724"/>
                  </a:lnTo>
                  <a:lnTo>
                    <a:pt x="6776" y="18604"/>
                  </a:lnTo>
                  <a:lnTo>
                    <a:pt x="6848" y="18485"/>
                  </a:lnTo>
                  <a:lnTo>
                    <a:pt x="6920" y="18365"/>
                  </a:lnTo>
                  <a:lnTo>
                    <a:pt x="6992" y="18245"/>
                  </a:lnTo>
                  <a:lnTo>
                    <a:pt x="7063" y="18126"/>
                  </a:lnTo>
                  <a:lnTo>
                    <a:pt x="7135" y="18006"/>
                  </a:lnTo>
                  <a:lnTo>
                    <a:pt x="7207" y="17886"/>
                  </a:lnTo>
                  <a:lnTo>
                    <a:pt x="7278" y="17767"/>
                  </a:lnTo>
                  <a:lnTo>
                    <a:pt x="7350" y="17647"/>
                  </a:lnTo>
                  <a:lnTo>
                    <a:pt x="7421" y="17527"/>
                  </a:lnTo>
                  <a:lnTo>
                    <a:pt x="7493" y="17408"/>
                  </a:lnTo>
                  <a:lnTo>
                    <a:pt x="7565" y="17288"/>
                  </a:lnTo>
                  <a:lnTo>
                    <a:pt x="7636" y="17168"/>
                  </a:lnTo>
                  <a:lnTo>
                    <a:pt x="7708" y="17048"/>
                  </a:lnTo>
                  <a:lnTo>
                    <a:pt x="7780" y="16929"/>
                  </a:lnTo>
                  <a:lnTo>
                    <a:pt x="7851" y="16809"/>
                  </a:lnTo>
                  <a:lnTo>
                    <a:pt x="7923" y="16689"/>
                  </a:lnTo>
                  <a:lnTo>
                    <a:pt x="7994" y="16569"/>
                  </a:lnTo>
                  <a:lnTo>
                    <a:pt x="8066" y="16450"/>
                  </a:lnTo>
                  <a:lnTo>
                    <a:pt x="8137" y="16330"/>
                  </a:lnTo>
                  <a:lnTo>
                    <a:pt x="8209" y="16210"/>
                  </a:lnTo>
                  <a:lnTo>
                    <a:pt x="8281" y="16090"/>
                  </a:lnTo>
                  <a:lnTo>
                    <a:pt x="8352" y="15971"/>
                  </a:lnTo>
                  <a:lnTo>
                    <a:pt x="8424" y="15851"/>
                  </a:lnTo>
                  <a:lnTo>
                    <a:pt x="8495" y="15731"/>
                  </a:lnTo>
                  <a:lnTo>
                    <a:pt x="8567" y="15611"/>
                  </a:lnTo>
                  <a:lnTo>
                    <a:pt x="8638" y="15492"/>
                  </a:lnTo>
                  <a:lnTo>
                    <a:pt x="8710" y="15372"/>
                  </a:lnTo>
                  <a:lnTo>
                    <a:pt x="8781" y="15252"/>
                  </a:lnTo>
                  <a:lnTo>
                    <a:pt x="8853" y="15132"/>
                  </a:lnTo>
                  <a:lnTo>
                    <a:pt x="8924" y="15013"/>
                  </a:lnTo>
                  <a:lnTo>
                    <a:pt x="8995" y="14893"/>
                  </a:lnTo>
                  <a:lnTo>
                    <a:pt x="9067" y="14773"/>
                  </a:lnTo>
                  <a:lnTo>
                    <a:pt x="9138" y="14653"/>
                  </a:lnTo>
                  <a:lnTo>
                    <a:pt x="9210" y="14533"/>
                  </a:lnTo>
                  <a:lnTo>
                    <a:pt x="9281" y="14413"/>
                  </a:lnTo>
                  <a:lnTo>
                    <a:pt x="9353" y="14294"/>
                  </a:lnTo>
                  <a:lnTo>
                    <a:pt x="9424" y="14174"/>
                  </a:lnTo>
                  <a:lnTo>
                    <a:pt x="9495" y="14054"/>
                  </a:lnTo>
                  <a:lnTo>
                    <a:pt x="9567" y="13934"/>
                  </a:lnTo>
                  <a:lnTo>
                    <a:pt x="9638" y="13814"/>
                  </a:lnTo>
                  <a:lnTo>
                    <a:pt x="9710" y="13694"/>
                  </a:lnTo>
                  <a:lnTo>
                    <a:pt x="9781" y="13575"/>
                  </a:lnTo>
                  <a:lnTo>
                    <a:pt x="9852" y="13455"/>
                  </a:lnTo>
                  <a:lnTo>
                    <a:pt x="9924" y="13335"/>
                  </a:lnTo>
                  <a:lnTo>
                    <a:pt x="9995" y="13215"/>
                  </a:lnTo>
                  <a:lnTo>
                    <a:pt x="10066" y="13095"/>
                  </a:lnTo>
                  <a:lnTo>
                    <a:pt x="10138" y="12975"/>
                  </a:lnTo>
                  <a:lnTo>
                    <a:pt x="10209" y="12855"/>
                  </a:lnTo>
                  <a:lnTo>
                    <a:pt x="10280" y="12735"/>
                  </a:lnTo>
                  <a:lnTo>
                    <a:pt x="10352" y="12616"/>
                  </a:lnTo>
                  <a:lnTo>
                    <a:pt x="10423" y="12496"/>
                  </a:lnTo>
                  <a:lnTo>
                    <a:pt x="10494" y="12376"/>
                  </a:lnTo>
                  <a:lnTo>
                    <a:pt x="10565" y="12256"/>
                  </a:lnTo>
                  <a:lnTo>
                    <a:pt x="10637" y="12136"/>
                  </a:lnTo>
                  <a:lnTo>
                    <a:pt x="10708" y="12016"/>
                  </a:lnTo>
                  <a:lnTo>
                    <a:pt x="10779" y="11896"/>
                  </a:lnTo>
                  <a:lnTo>
                    <a:pt x="10851" y="11776"/>
                  </a:lnTo>
                  <a:lnTo>
                    <a:pt x="10922" y="11656"/>
                  </a:lnTo>
                  <a:lnTo>
                    <a:pt x="10993" y="11536"/>
                  </a:lnTo>
                  <a:lnTo>
                    <a:pt x="11064" y="11416"/>
                  </a:lnTo>
                  <a:lnTo>
                    <a:pt x="11135" y="11296"/>
                  </a:lnTo>
                  <a:lnTo>
                    <a:pt x="11207" y="11176"/>
                  </a:lnTo>
                  <a:lnTo>
                    <a:pt x="11278" y="11056"/>
                  </a:lnTo>
                  <a:lnTo>
                    <a:pt x="11349" y="10936"/>
                  </a:lnTo>
                  <a:lnTo>
                    <a:pt x="11420" y="10817"/>
                  </a:lnTo>
                  <a:lnTo>
                    <a:pt x="11491" y="10697"/>
                  </a:lnTo>
                  <a:lnTo>
                    <a:pt x="11563" y="10577"/>
                  </a:lnTo>
                  <a:lnTo>
                    <a:pt x="11634" y="10457"/>
                  </a:lnTo>
                  <a:lnTo>
                    <a:pt x="11705" y="10337"/>
                  </a:lnTo>
                  <a:lnTo>
                    <a:pt x="11776" y="10217"/>
                  </a:lnTo>
                  <a:lnTo>
                    <a:pt x="11847" y="10097"/>
                  </a:lnTo>
                  <a:lnTo>
                    <a:pt x="11918" y="9977"/>
                  </a:lnTo>
                  <a:lnTo>
                    <a:pt x="11989" y="9857"/>
                  </a:lnTo>
                  <a:lnTo>
                    <a:pt x="12060" y="9737"/>
                  </a:lnTo>
                  <a:lnTo>
                    <a:pt x="12132" y="9617"/>
                  </a:lnTo>
                  <a:lnTo>
                    <a:pt x="12203" y="9497"/>
                  </a:lnTo>
                  <a:lnTo>
                    <a:pt x="12274" y="9377"/>
                  </a:lnTo>
                  <a:lnTo>
                    <a:pt x="12345" y="9257"/>
                  </a:lnTo>
                  <a:lnTo>
                    <a:pt x="12416" y="9136"/>
                  </a:lnTo>
                  <a:lnTo>
                    <a:pt x="12487" y="9016"/>
                  </a:lnTo>
                  <a:lnTo>
                    <a:pt x="12558" y="8896"/>
                  </a:lnTo>
                  <a:lnTo>
                    <a:pt x="12629" y="8776"/>
                  </a:lnTo>
                  <a:lnTo>
                    <a:pt x="12700" y="8656"/>
                  </a:lnTo>
                  <a:lnTo>
                    <a:pt x="12771" y="8536"/>
                  </a:lnTo>
                  <a:lnTo>
                    <a:pt x="12842" y="8416"/>
                  </a:lnTo>
                  <a:lnTo>
                    <a:pt x="12913" y="8296"/>
                  </a:lnTo>
                  <a:lnTo>
                    <a:pt x="12984" y="8176"/>
                  </a:lnTo>
                  <a:lnTo>
                    <a:pt x="13055" y="8056"/>
                  </a:lnTo>
                  <a:lnTo>
                    <a:pt x="13126" y="7936"/>
                  </a:lnTo>
                  <a:lnTo>
                    <a:pt x="13197" y="7816"/>
                  </a:lnTo>
                  <a:lnTo>
                    <a:pt x="13268" y="7696"/>
                  </a:lnTo>
                  <a:lnTo>
                    <a:pt x="13339" y="7576"/>
                  </a:lnTo>
                  <a:lnTo>
                    <a:pt x="13410" y="7455"/>
                  </a:lnTo>
                  <a:lnTo>
                    <a:pt x="13481" y="7335"/>
                  </a:lnTo>
                  <a:lnTo>
                    <a:pt x="13552" y="7215"/>
                  </a:lnTo>
                  <a:lnTo>
                    <a:pt x="13623" y="7095"/>
                  </a:lnTo>
                  <a:lnTo>
                    <a:pt x="13694" y="6975"/>
                  </a:lnTo>
                  <a:lnTo>
                    <a:pt x="13765" y="6855"/>
                  </a:lnTo>
                  <a:lnTo>
                    <a:pt x="13835" y="6735"/>
                  </a:lnTo>
                  <a:lnTo>
                    <a:pt x="13906" y="6615"/>
                  </a:lnTo>
                  <a:lnTo>
                    <a:pt x="13977" y="6494"/>
                  </a:lnTo>
                  <a:lnTo>
                    <a:pt x="14048" y="6374"/>
                  </a:lnTo>
                  <a:lnTo>
                    <a:pt x="14119" y="6254"/>
                  </a:lnTo>
                  <a:lnTo>
                    <a:pt x="14190" y="6134"/>
                  </a:lnTo>
                  <a:lnTo>
                    <a:pt x="14261" y="6014"/>
                  </a:lnTo>
                  <a:lnTo>
                    <a:pt x="14331" y="5894"/>
                  </a:lnTo>
                  <a:lnTo>
                    <a:pt x="14402" y="5773"/>
                  </a:lnTo>
                  <a:lnTo>
                    <a:pt x="14473" y="5653"/>
                  </a:lnTo>
                  <a:lnTo>
                    <a:pt x="14544" y="5533"/>
                  </a:lnTo>
                  <a:lnTo>
                    <a:pt x="14615" y="5413"/>
                  </a:lnTo>
                  <a:lnTo>
                    <a:pt x="14686" y="5293"/>
                  </a:lnTo>
                  <a:lnTo>
                    <a:pt x="14756" y="5173"/>
                  </a:lnTo>
                  <a:lnTo>
                    <a:pt x="14827" y="5052"/>
                  </a:lnTo>
                  <a:lnTo>
                    <a:pt x="14898" y="4932"/>
                  </a:lnTo>
                  <a:lnTo>
                    <a:pt x="14969" y="4812"/>
                  </a:lnTo>
                  <a:lnTo>
                    <a:pt x="15039" y="4692"/>
                  </a:lnTo>
                  <a:lnTo>
                    <a:pt x="15110" y="4571"/>
                  </a:lnTo>
                  <a:lnTo>
                    <a:pt x="15181" y="4451"/>
                  </a:lnTo>
                  <a:lnTo>
                    <a:pt x="15252" y="4331"/>
                  </a:lnTo>
                  <a:lnTo>
                    <a:pt x="15322" y="4211"/>
                  </a:lnTo>
                  <a:lnTo>
                    <a:pt x="15393" y="4091"/>
                  </a:lnTo>
                  <a:lnTo>
                    <a:pt x="15464" y="3970"/>
                  </a:lnTo>
                  <a:lnTo>
                    <a:pt x="15535" y="3850"/>
                  </a:lnTo>
                  <a:lnTo>
                    <a:pt x="15605" y="3730"/>
                  </a:lnTo>
                  <a:lnTo>
                    <a:pt x="15676" y="3610"/>
                  </a:lnTo>
                  <a:lnTo>
                    <a:pt x="15747" y="3489"/>
                  </a:lnTo>
                  <a:lnTo>
                    <a:pt x="15817" y="3369"/>
                  </a:lnTo>
                  <a:lnTo>
                    <a:pt x="15888" y="3249"/>
                  </a:lnTo>
                  <a:lnTo>
                    <a:pt x="15959" y="3128"/>
                  </a:lnTo>
                  <a:lnTo>
                    <a:pt x="16029" y="3008"/>
                  </a:lnTo>
                  <a:lnTo>
                    <a:pt x="16100" y="2888"/>
                  </a:lnTo>
                  <a:lnTo>
                    <a:pt x="16170" y="2768"/>
                  </a:lnTo>
                  <a:lnTo>
                    <a:pt x="16241" y="2647"/>
                  </a:lnTo>
                  <a:lnTo>
                    <a:pt x="16312" y="2527"/>
                  </a:lnTo>
                  <a:lnTo>
                    <a:pt x="16382" y="2407"/>
                  </a:lnTo>
                  <a:lnTo>
                    <a:pt x="16453" y="2286"/>
                  </a:lnTo>
                  <a:lnTo>
                    <a:pt x="16523" y="2166"/>
                  </a:lnTo>
                  <a:lnTo>
                    <a:pt x="16594" y="2046"/>
                  </a:lnTo>
                  <a:lnTo>
                    <a:pt x="16665" y="1925"/>
                  </a:lnTo>
                  <a:lnTo>
                    <a:pt x="16735" y="1805"/>
                  </a:lnTo>
                  <a:lnTo>
                    <a:pt x="16806" y="1685"/>
                  </a:lnTo>
                  <a:lnTo>
                    <a:pt x="16876" y="1564"/>
                  </a:lnTo>
                  <a:lnTo>
                    <a:pt x="16947" y="1444"/>
                  </a:lnTo>
                  <a:lnTo>
                    <a:pt x="17017" y="1324"/>
                  </a:lnTo>
                  <a:lnTo>
                    <a:pt x="17088" y="1203"/>
                  </a:lnTo>
                  <a:lnTo>
                    <a:pt x="17158" y="1083"/>
                  </a:lnTo>
                  <a:lnTo>
                    <a:pt x="17229" y="963"/>
                  </a:lnTo>
                  <a:lnTo>
                    <a:pt x="17299" y="842"/>
                  </a:lnTo>
                  <a:lnTo>
                    <a:pt x="17370" y="722"/>
                  </a:lnTo>
                  <a:lnTo>
                    <a:pt x="17440" y="601"/>
                  </a:lnTo>
                  <a:lnTo>
                    <a:pt x="17511" y="481"/>
                  </a:lnTo>
                  <a:lnTo>
                    <a:pt x="17581" y="361"/>
                  </a:lnTo>
                  <a:lnTo>
                    <a:pt x="17652" y="240"/>
                  </a:lnTo>
                  <a:lnTo>
                    <a:pt x="17722" y="120"/>
                  </a:lnTo>
                  <a:lnTo>
                    <a:pt x="17793" y="0"/>
                  </a:lnTo>
                </a:path>
              </a:pathLst>
            </a:custGeom>
            <a:ln w="55244" cap="rnd">
              <a:solidFill>
                <a:srgbClr val="7E57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l7145"/>
            <p:cNvSpPr/>
            <p:nvPr/>
          </p:nvSpPr>
          <p:spPr>
            <a:xfrm>
              <a:off x="4682112" y="4891853"/>
              <a:ext cx="2629081" cy="571496"/>
            </a:xfrm>
            <a:custGeom>
              <a:avLst/>
              <a:pathLst>
                <a:path w="2629081" h="571496">
                  <a:moveTo>
                    <a:pt x="0" y="0"/>
                  </a:moveTo>
                  <a:lnTo>
                    <a:pt x="8297" y="7974"/>
                  </a:lnTo>
                  <a:lnTo>
                    <a:pt x="16640" y="15901"/>
                  </a:lnTo>
                  <a:lnTo>
                    <a:pt x="25028" y="23780"/>
                  </a:lnTo>
                  <a:lnTo>
                    <a:pt x="33460" y="31612"/>
                  </a:lnTo>
                  <a:lnTo>
                    <a:pt x="41936" y="39397"/>
                  </a:lnTo>
                  <a:lnTo>
                    <a:pt x="50456" y="47133"/>
                  </a:lnTo>
                  <a:lnTo>
                    <a:pt x="59020" y="54821"/>
                  </a:lnTo>
                  <a:lnTo>
                    <a:pt x="67627" y="62460"/>
                  </a:lnTo>
                  <a:lnTo>
                    <a:pt x="76278" y="70050"/>
                  </a:lnTo>
                  <a:lnTo>
                    <a:pt x="84971" y="77592"/>
                  </a:lnTo>
                  <a:lnTo>
                    <a:pt x="93706" y="85084"/>
                  </a:lnTo>
                  <a:lnTo>
                    <a:pt x="102484" y="92527"/>
                  </a:lnTo>
                  <a:lnTo>
                    <a:pt x="111304" y="99919"/>
                  </a:lnTo>
                  <a:lnTo>
                    <a:pt x="120165" y="107262"/>
                  </a:lnTo>
                  <a:lnTo>
                    <a:pt x="129068" y="114555"/>
                  </a:lnTo>
                  <a:lnTo>
                    <a:pt x="138012" y="121797"/>
                  </a:lnTo>
                  <a:lnTo>
                    <a:pt x="146997" y="128988"/>
                  </a:lnTo>
                  <a:lnTo>
                    <a:pt x="156022" y="136129"/>
                  </a:lnTo>
                  <a:lnTo>
                    <a:pt x="165087" y="143218"/>
                  </a:lnTo>
                  <a:lnTo>
                    <a:pt x="174193" y="150256"/>
                  </a:lnTo>
                  <a:lnTo>
                    <a:pt x="183338" y="157242"/>
                  </a:lnTo>
                  <a:lnTo>
                    <a:pt x="192523" y="164176"/>
                  </a:lnTo>
                  <a:lnTo>
                    <a:pt x="201746" y="171059"/>
                  </a:lnTo>
                  <a:lnTo>
                    <a:pt x="211009" y="177889"/>
                  </a:lnTo>
                  <a:lnTo>
                    <a:pt x="220309" y="184666"/>
                  </a:lnTo>
                  <a:lnTo>
                    <a:pt x="229649" y="191391"/>
                  </a:lnTo>
                  <a:lnTo>
                    <a:pt x="239025" y="198063"/>
                  </a:lnTo>
                  <a:lnTo>
                    <a:pt x="248440" y="204682"/>
                  </a:lnTo>
                  <a:lnTo>
                    <a:pt x="257892" y="211247"/>
                  </a:lnTo>
                  <a:lnTo>
                    <a:pt x="267381" y="217759"/>
                  </a:lnTo>
                  <a:lnTo>
                    <a:pt x="276906" y="224217"/>
                  </a:lnTo>
                  <a:lnTo>
                    <a:pt x="286468" y="230621"/>
                  </a:lnTo>
                  <a:lnTo>
                    <a:pt x="296066" y="236971"/>
                  </a:lnTo>
                  <a:lnTo>
                    <a:pt x="305700" y="243266"/>
                  </a:lnTo>
                  <a:lnTo>
                    <a:pt x="315369" y="249507"/>
                  </a:lnTo>
                  <a:lnTo>
                    <a:pt x="325074" y="255693"/>
                  </a:lnTo>
                  <a:lnTo>
                    <a:pt x="334813" y="261824"/>
                  </a:lnTo>
                  <a:lnTo>
                    <a:pt x="344586" y="267900"/>
                  </a:lnTo>
                  <a:lnTo>
                    <a:pt x="354394" y="273920"/>
                  </a:lnTo>
                  <a:lnTo>
                    <a:pt x="364236" y="279885"/>
                  </a:lnTo>
                  <a:lnTo>
                    <a:pt x="374112" y="285794"/>
                  </a:lnTo>
                  <a:lnTo>
                    <a:pt x="384020" y="291647"/>
                  </a:lnTo>
                  <a:lnTo>
                    <a:pt x="393962" y="297444"/>
                  </a:lnTo>
                  <a:lnTo>
                    <a:pt x="403936" y="303185"/>
                  </a:lnTo>
                  <a:lnTo>
                    <a:pt x="413943" y="308869"/>
                  </a:lnTo>
                  <a:lnTo>
                    <a:pt x="423982" y="314497"/>
                  </a:lnTo>
                  <a:lnTo>
                    <a:pt x="434052" y="320067"/>
                  </a:lnTo>
                  <a:lnTo>
                    <a:pt x="444153" y="325581"/>
                  </a:lnTo>
                  <a:lnTo>
                    <a:pt x="454286" y="331037"/>
                  </a:lnTo>
                  <a:lnTo>
                    <a:pt x="464449" y="336436"/>
                  </a:lnTo>
                  <a:lnTo>
                    <a:pt x="474643" y="341777"/>
                  </a:lnTo>
                  <a:lnTo>
                    <a:pt x="484867" y="347061"/>
                  </a:lnTo>
                  <a:lnTo>
                    <a:pt x="495120" y="352286"/>
                  </a:lnTo>
                  <a:lnTo>
                    <a:pt x="505403" y="357454"/>
                  </a:lnTo>
                  <a:lnTo>
                    <a:pt x="515715" y="362563"/>
                  </a:lnTo>
                  <a:lnTo>
                    <a:pt x="526056" y="367614"/>
                  </a:lnTo>
                  <a:lnTo>
                    <a:pt x="536425" y="372606"/>
                  </a:lnTo>
                  <a:lnTo>
                    <a:pt x="546822" y="377540"/>
                  </a:lnTo>
                  <a:lnTo>
                    <a:pt x="557247" y="382415"/>
                  </a:lnTo>
                  <a:lnTo>
                    <a:pt x="567700" y="387230"/>
                  </a:lnTo>
                  <a:lnTo>
                    <a:pt x="578179" y="391987"/>
                  </a:lnTo>
                  <a:lnTo>
                    <a:pt x="588685" y="396684"/>
                  </a:lnTo>
                  <a:lnTo>
                    <a:pt x="599218" y="401321"/>
                  </a:lnTo>
                  <a:lnTo>
                    <a:pt x="609776" y="405899"/>
                  </a:lnTo>
                  <a:lnTo>
                    <a:pt x="620361" y="410417"/>
                  </a:lnTo>
                  <a:lnTo>
                    <a:pt x="630970" y="414875"/>
                  </a:lnTo>
                  <a:lnTo>
                    <a:pt x="641605" y="419273"/>
                  </a:lnTo>
                  <a:lnTo>
                    <a:pt x="652265" y="423611"/>
                  </a:lnTo>
                  <a:lnTo>
                    <a:pt x="662949" y="427888"/>
                  </a:lnTo>
                  <a:lnTo>
                    <a:pt x="673657" y="432105"/>
                  </a:lnTo>
                  <a:lnTo>
                    <a:pt x="684388" y="436262"/>
                  </a:lnTo>
                  <a:lnTo>
                    <a:pt x="695143" y="440357"/>
                  </a:lnTo>
                  <a:lnTo>
                    <a:pt x="705921" y="444392"/>
                  </a:lnTo>
                  <a:lnTo>
                    <a:pt x="716722" y="448365"/>
                  </a:lnTo>
                  <a:lnTo>
                    <a:pt x="727544" y="452278"/>
                  </a:lnTo>
                  <a:lnTo>
                    <a:pt x="738389" y="456129"/>
                  </a:lnTo>
                  <a:lnTo>
                    <a:pt x="749256" y="459918"/>
                  </a:lnTo>
                  <a:lnTo>
                    <a:pt x="760143" y="463647"/>
                  </a:lnTo>
                  <a:lnTo>
                    <a:pt x="771052" y="467313"/>
                  </a:lnTo>
                  <a:lnTo>
                    <a:pt x="781981" y="470918"/>
                  </a:lnTo>
                  <a:lnTo>
                    <a:pt x="792931" y="474461"/>
                  </a:lnTo>
                  <a:lnTo>
                    <a:pt x="803900" y="477942"/>
                  </a:lnTo>
                  <a:lnTo>
                    <a:pt x="814889" y="481360"/>
                  </a:lnTo>
                  <a:lnTo>
                    <a:pt x="825897" y="484717"/>
                  </a:lnTo>
                  <a:lnTo>
                    <a:pt x="836923" y="488011"/>
                  </a:lnTo>
                  <a:lnTo>
                    <a:pt x="847969" y="491243"/>
                  </a:lnTo>
                  <a:lnTo>
                    <a:pt x="859032" y="494412"/>
                  </a:lnTo>
                  <a:lnTo>
                    <a:pt x="870113" y="497519"/>
                  </a:lnTo>
                  <a:lnTo>
                    <a:pt x="881212" y="500563"/>
                  </a:lnTo>
                  <a:lnTo>
                    <a:pt x="892327" y="503544"/>
                  </a:lnTo>
                  <a:lnTo>
                    <a:pt x="903459" y="506462"/>
                  </a:lnTo>
                  <a:lnTo>
                    <a:pt x="914608" y="509317"/>
                  </a:lnTo>
                  <a:lnTo>
                    <a:pt x="925772" y="512109"/>
                  </a:lnTo>
                  <a:lnTo>
                    <a:pt x="936953" y="514838"/>
                  </a:lnTo>
                  <a:lnTo>
                    <a:pt x="948148" y="517503"/>
                  </a:lnTo>
                  <a:lnTo>
                    <a:pt x="959358" y="520105"/>
                  </a:lnTo>
                  <a:lnTo>
                    <a:pt x="970583" y="522644"/>
                  </a:lnTo>
                  <a:lnTo>
                    <a:pt x="981822" y="525119"/>
                  </a:lnTo>
                  <a:lnTo>
                    <a:pt x="993075" y="527531"/>
                  </a:lnTo>
                  <a:lnTo>
                    <a:pt x="1004341" y="529879"/>
                  </a:lnTo>
                  <a:lnTo>
                    <a:pt x="1015621" y="532163"/>
                  </a:lnTo>
                  <a:lnTo>
                    <a:pt x="1026913" y="534383"/>
                  </a:lnTo>
                  <a:lnTo>
                    <a:pt x="1038217" y="536539"/>
                  </a:lnTo>
                  <a:lnTo>
                    <a:pt x="1049534" y="538631"/>
                  </a:lnTo>
                  <a:lnTo>
                    <a:pt x="1060862" y="540660"/>
                  </a:lnTo>
                  <a:lnTo>
                    <a:pt x="1072201" y="542624"/>
                  </a:lnTo>
                  <a:lnTo>
                    <a:pt x="1083552" y="544524"/>
                  </a:lnTo>
                  <a:lnTo>
                    <a:pt x="1094913" y="546359"/>
                  </a:lnTo>
                  <a:lnTo>
                    <a:pt x="1106284" y="548131"/>
                  </a:lnTo>
                  <a:lnTo>
                    <a:pt x="1117665" y="549838"/>
                  </a:lnTo>
                  <a:lnTo>
                    <a:pt x="1129055" y="551481"/>
                  </a:lnTo>
                  <a:lnTo>
                    <a:pt x="1140455" y="553059"/>
                  </a:lnTo>
                  <a:lnTo>
                    <a:pt x="1151863" y="554572"/>
                  </a:lnTo>
                  <a:lnTo>
                    <a:pt x="1163280" y="556022"/>
                  </a:lnTo>
                  <a:lnTo>
                    <a:pt x="1174705" y="557406"/>
                  </a:lnTo>
                  <a:lnTo>
                    <a:pt x="1186137" y="558726"/>
                  </a:lnTo>
                  <a:lnTo>
                    <a:pt x="1197577" y="559981"/>
                  </a:lnTo>
                  <a:lnTo>
                    <a:pt x="1209024" y="561171"/>
                  </a:lnTo>
                  <a:lnTo>
                    <a:pt x="1220477" y="562297"/>
                  </a:lnTo>
                  <a:lnTo>
                    <a:pt x="1231936" y="563358"/>
                  </a:lnTo>
                  <a:lnTo>
                    <a:pt x="1243401" y="564354"/>
                  </a:lnTo>
                  <a:lnTo>
                    <a:pt x="1254872" y="565285"/>
                  </a:lnTo>
                  <a:lnTo>
                    <a:pt x="1266347" y="566151"/>
                  </a:lnTo>
                  <a:lnTo>
                    <a:pt x="1277828" y="566953"/>
                  </a:lnTo>
                  <a:lnTo>
                    <a:pt x="1289313" y="567689"/>
                  </a:lnTo>
                  <a:lnTo>
                    <a:pt x="1300801" y="568360"/>
                  </a:lnTo>
                  <a:lnTo>
                    <a:pt x="1312294" y="568967"/>
                  </a:lnTo>
                  <a:lnTo>
                    <a:pt x="1323789" y="569508"/>
                  </a:lnTo>
                  <a:lnTo>
                    <a:pt x="1335288" y="569984"/>
                  </a:lnTo>
                  <a:lnTo>
                    <a:pt x="1346789" y="570396"/>
                  </a:lnTo>
                  <a:lnTo>
                    <a:pt x="1358292" y="570742"/>
                  </a:lnTo>
                  <a:lnTo>
                    <a:pt x="1369797" y="571023"/>
                  </a:lnTo>
                  <a:lnTo>
                    <a:pt x="1381303" y="571239"/>
                  </a:lnTo>
                  <a:lnTo>
                    <a:pt x="1392810" y="571390"/>
                  </a:lnTo>
                  <a:lnTo>
                    <a:pt x="1404318" y="571476"/>
                  </a:lnTo>
                  <a:lnTo>
                    <a:pt x="1415827" y="571496"/>
                  </a:lnTo>
                  <a:lnTo>
                    <a:pt x="1427335" y="571452"/>
                  </a:lnTo>
                  <a:lnTo>
                    <a:pt x="1438843" y="571342"/>
                  </a:lnTo>
                  <a:lnTo>
                    <a:pt x="1450350" y="571168"/>
                  </a:lnTo>
                  <a:lnTo>
                    <a:pt x="1461855" y="570928"/>
                  </a:lnTo>
                  <a:lnTo>
                    <a:pt x="1473360" y="570623"/>
                  </a:lnTo>
                  <a:lnTo>
                    <a:pt x="1484862" y="570254"/>
                  </a:lnTo>
                  <a:lnTo>
                    <a:pt x="1496362" y="569819"/>
                  </a:lnTo>
                  <a:lnTo>
                    <a:pt x="1507860" y="569319"/>
                  </a:lnTo>
                  <a:lnTo>
                    <a:pt x="1519354" y="568754"/>
                  </a:lnTo>
                  <a:lnTo>
                    <a:pt x="1530845" y="568124"/>
                  </a:lnTo>
                  <a:lnTo>
                    <a:pt x="1542333" y="567429"/>
                  </a:lnTo>
                  <a:lnTo>
                    <a:pt x="1553816" y="566669"/>
                  </a:lnTo>
                  <a:lnTo>
                    <a:pt x="1565294" y="565844"/>
                  </a:lnTo>
                  <a:lnTo>
                    <a:pt x="1576768" y="564954"/>
                  </a:lnTo>
                  <a:lnTo>
                    <a:pt x="1588237" y="563999"/>
                  </a:lnTo>
                  <a:lnTo>
                    <a:pt x="1599700" y="562980"/>
                  </a:lnTo>
                  <a:lnTo>
                    <a:pt x="1611157" y="561895"/>
                  </a:lnTo>
                  <a:lnTo>
                    <a:pt x="1622608" y="560746"/>
                  </a:lnTo>
                  <a:lnTo>
                    <a:pt x="1634052" y="559532"/>
                  </a:lnTo>
                  <a:lnTo>
                    <a:pt x="1645489" y="558253"/>
                  </a:lnTo>
                  <a:lnTo>
                    <a:pt x="1656919" y="556910"/>
                  </a:lnTo>
                  <a:lnTo>
                    <a:pt x="1668341" y="555502"/>
                  </a:lnTo>
                  <a:lnTo>
                    <a:pt x="1679754" y="554029"/>
                  </a:lnTo>
                  <a:lnTo>
                    <a:pt x="1691160" y="552492"/>
                  </a:lnTo>
                  <a:lnTo>
                    <a:pt x="1702556" y="550891"/>
                  </a:lnTo>
                  <a:lnTo>
                    <a:pt x="1713943" y="549225"/>
                  </a:lnTo>
                  <a:lnTo>
                    <a:pt x="1725321" y="547494"/>
                  </a:lnTo>
                  <a:lnTo>
                    <a:pt x="1736688" y="545699"/>
                  </a:lnTo>
                  <a:lnTo>
                    <a:pt x="1748045" y="543840"/>
                  </a:lnTo>
                  <a:lnTo>
                    <a:pt x="1759392" y="541917"/>
                  </a:lnTo>
                  <a:lnTo>
                    <a:pt x="1770727" y="539929"/>
                  </a:lnTo>
                  <a:lnTo>
                    <a:pt x="1782051" y="537878"/>
                  </a:lnTo>
                  <a:lnTo>
                    <a:pt x="1793363" y="535762"/>
                  </a:lnTo>
                  <a:lnTo>
                    <a:pt x="1804663" y="533583"/>
                  </a:lnTo>
                  <a:lnTo>
                    <a:pt x="1815951" y="531339"/>
                  </a:lnTo>
                  <a:lnTo>
                    <a:pt x="1827226" y="529032"/>
                  </a:lnTo>
                  <a:lnTo>
                    <a:pt x="1838487" y="526661"/>
                  </a:lnTo>
                  <a:lnTo>
                    <a:pt x="1849735" y="524227"/>
                  </a:lnTo>
                  <a:lnTo>
                    <a:pt x="1860969" y="521728"/>
                  </a:lnTo>
                  <a:lnTo>
                    <a:pt x="1872188" y="519167"/>
                  </a:lnTo>
                  <a:lnTo>
                    <a:pt x="1883393" y="516541"/>
                  </a:lnTo>
                  <a:lnTo>
                    <a:pt x="1894583" y="513853"/>
                  </a:lnTo>
                  <a:lnTo>
                    <a:pt x="1905758" y="511101"/>
                  </a:lnTo>
                  <a:lnTo>
                    <a:pt x="1916916" y="508286"/>
                  </a:lnTo>
                  <a:lnTo>
                    <a:pt x="1928059" y="505408"/>
                  </a:lnTo>
                  <a:lnTo>
                    <a:pt x="1939185" y="502467"/>
                  </a:lnTo>
                  <a:lnTo>
                    <a:pt x="1950295" y="499463"/>
                  </a:lnTo>
                  <a:lnTo>
                    <a:pt x="1961387" y="496396"/>
                  </a:lnTo>
                  <a:lnTo>
                    <a:pt x="1972461" y="493267"/>
                  </a:lnTo>
                  <a:lnTo>
                    <a:pt x="1983518" y="490075"/>
                  </a:lnTo>
                  <a:lnTo>
                    <a:pt x="1994557" y="486821"/>
                  </a:lnTo>
                  <a:lnTo>
                    <a:pt x="2005577" y="483504"/>
                  </a:lnTo>
                  <a:lnTo>
                    <a:pt x="2016578" y="480124"/>
                  </a:lnTo>
                  <a:lnTo>
                    <a:pt x="2027560" y="476683"/>
                  </a:lnTo>
                  <a:lnTo>
                    <a:pt x="2038522" y="473180"/>
                  </a:lnTo>
                  <a:lnTo>
                    <a:pt x="2049464" y="469614"/>
                  </a:lnTo>
                  <a:lnTo>
                    <a:pt x="2060385" y="465987"/>
                  </a:lnTo>
                  <a:lnTo>
                    <a:pt x="2071287" y="462298"/>
                  </a:lnTo>
                  <a:lnTo>
                    <a:pt x="2082167" y="458548"/>
                  </a:lnTo>
                  <a:lnTo>
                    <a:pt x="2093025" y="454735"/>
                  </a:lnTo>
                  <a:lnTo>
                    <a:pt x="2103862" y="450862"/>
                  </a:lnTo>
                  <a:lnTo>
                    <a:pt x="2114677" y="446927"/>
                  </a:lnTo>
                  <a:lnTo>
                    <a:pt x="2125469" y="442932"/>
                  </a:lnTo>
                  <a:lnTo>
                    <a:pt x="2136239" y="438875"/>
                  </a:lnTo>
                  <a:lnTo>
                    <a:pt x="2146985" y="434757"/>
                  </a:lnTo>
                  <a:lnTo>
                    <a:pt x="2157708" y="430579"/>
                  </a:lnTo>
                  <a:lnTo>
                    <a:pt x="2168408" y="426340"/>
                  </a:lnTo>
                  <a:lnTo>
                    <a:pt x="2179083" y="422041"/>
                  </a:lnTo>
                  <a:lnTo>
                    <a:pt x="2189733" y="417681"/>
                  </a:lnTo>
                  <a:lnTo>
                    <a:pt x="2200359" y="413261"/>
                  </a:lnTo>
                  <a:lnTo>
                    <a:pt x="2210959" y="408781"/>
                  </a:lnTo>
                  <a:lnTo>
                    <a:pt x="2221534" y="404241"/>
                  </a:lnTo>
                  <a:lnTo>
                    <a:pt x="2232084" y="399642"/>
                  </a:lnTo>
                  <a:lnTo>
                    <a:pt x="2242607" y="394982"/>
                  </a:lnTo>
                  <a:lnTo>
                    <a:pt x="2253103" y="390264"/>
                  </a:lnTo>
                  <a:lnTo>
                    <a:pt x="2263573" y="385486"/>
                  </a:lnTo>
                  <a:lnTo>
                    <a:pt x="2274015" y="380649"/>
                  </a:lnTo>
                  <a:lnTo>
                    <a:pt x="2284430" y="375753"/>
                  </a:lnTo>
                  <a:lnTo>
                    <a:pt x="2294817" y="370798"/>
                  </a:lnTo>
                  <a:lnTo>
                    <a:pt x="2305176" y="365784"/>
                  </a:lnTo>
                  <a:lnTo>
                    <a:pt x="2315506" y="360712"/>
                  </a:lnTo>
                  <a:lnTo>
                    <a:pt x="2325808" y="355582"/>
                  </a:lnTo>
                  <a:lnTo>
                    <a:pt x="2336080" y="350393"/>
                  </a:lnTo>
                  <a:lnTo>
                    <a:pt x="2346323" y="345146"/>
                  </a:lnTo>
                  <a:lnTo>
                    <a:pt x="2356536" y="339842"/>
                  </a:lnTo>
                  <a:lnTo>
                    <a:pt x="2366718" y="334479"/>
                  </a:lnTo>
                  <a:lnTo>
                    <a:pt x="2376870" y="329060"/>
                  </a:lnTo>
                  <a:lnTo>
                    <a:pt x="2386992" y="323582"/>
                  </a:lnTo>
                  <a:lnTo>
                    <a:pt x="2397082" y="318048"/>
                  </a:lnTo>
                  <a:lnTo>
                    <a:pt x="2407141" y="312457"/>
                  </a:lnTo>
                  <a:lnTo>
                    <a:pt x="2417168" y="306809"/>
                  </a:lnTo>
                  <a:lnTo>
                    <a:pt x="2427163" y="301104"/>
                  </a:lnTo>
                  <a:lnTo>
                    <a:pt x="2437125" y="295343"/>
                  </a:lnTo>
                  <a:lnTo>
                    <a:pt x="2447055" y="289526"/>
                  </a:lnTo>
                  <a:lnTo>
                    <a:pt x="2456952" y="283652"/>
                  </a:lnTo>
                  <a:lnTo>
                    <a:pt x="2466815" y="277723"/>
                  </a:lnTo>
                  <a:lnTo>
                    <a:pt x="2476644" y="271738"/>
                  </a:lnTo>
                  <a:lnTo>
                    <a:pt x="2486440" y="265697"/>
                  </a:lnTo>
                  <a:lnTo>
                    <a:pt x="2496201" y="259601"/>
                  </a:lnTo>
                  <a:lnTo>
                    <a:pt x="2505928" y="253450"/>
                  </a:lnTo>
                  <a:lnTo>
                    <a:pt x="2515619" y="247244"/>
                  </a:lnTo>
                  <a:lnTo>
                    <a:pt x="2525276" y="240983"/>
                  </a:lnTo>
                  <a:lnTo>
                    <a:pt x="2534896" y="234668"/>
                  </a:lnTo>
                  <a:lnTo>
                    <a:pt x="2544481" y="228298"/>
                  </a:lnTo>
                  <a:lnTo>
                    <a:pt x="2554030" y="221875"/>
                  </a:lnTo>
                  <a:lnTo>
                    <a:pt x="2563542" y="215397"/>
                  </a:lnTo>
                  <a:lnTo>
                    <a:pt x="2573018" y="208866"/>
                  </a:lnTo>
                  <a:lnTo>
                    <a:pt x="2582456" y="202281"/>
                  </a:lnTo>
                  <a:lnTo>
                    <a:pt x="2591857" y="195643"/>
                  </a:lnTo>
                  <a:lnTo>
                    <a:pt x="2601220" y="188952"/>
                  </a:lnTo>
                  <a:lnTo>
                    <a:pt x="2610545" y="182208"/>
                  </a:lnTo>
                  <a:lnTo>
                    <a:pt x="2619832" y="175411"/>
                  </a:lnTo>
                  <a:lnTo>
                    <a:pt x="2629081" y="168562"/>
                  </a:lnTo>
                </a:path>
              </a:pathLst>
            </a:custGeom>
            <a:ln w="55244" cap="rnd">
              <a:solidFill>
                <a:srgbClr val="7CC7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l7146"/>
            <p:cNvSpPr/>
            <p:nvPr/>
          </p:nvSpPr>
          <p:spPr>
            <a:xfrm>
              <a:off x="4244026" y="4271226"/>
              <a:ext cx="29834" cy="62732"/>
            </a:xfrm>
            <a:custGeom>
              <a:avLst/>
              <a:pathLst>
                <a:path w="29834" h="62732">
                  <a:moveTo>
                    <a:pt x="0" y="0"/>
                  </a:moveTo>
                  <a:lnTo>
                    <a:pt x="115" y="253"/>
                  </a:lnTo>
                  <a:lnTo>
                    <a:pt x="231" y="507"/>
                  </a:lnTo>
                  <a:lnTo>
                    <a:pt x="346" y="761"/>
                  </a:lnTo>
                  <a:lnTo>
                    <a:pt x="462" y="1015"/>
                  </a:lnTo>
                  <a:lnTo>
                    <a:pt x="577" y="1269"/>
                  </a:lnTo>
                  <a:lnTo>
                    <a:pt x="693" y="1523"/>
                  </a:lnTo>
                  <a:lnTo>
                    <a:pt x="809" y="1777"/>
                  </a:lnTo>
                  <a:lnTo>
                    <a:pt x="925" y="2031"/>
                  </a:lnTo>
                  <a:lnTo>
                    <a:pt x="1040" y="2284"/>
                  </a:lnTo>
                  <a:lnTo>
                    <a:pt x="1156" y="2538"/>
                  </a:lnTo>
                  <a:lnTo>
                    <a:pt x="1272" y="2792"/>
                  </a:lnTo>
                  <a:lnTo>
                    <a:pt x="1388" y="3046"/>
                  </a:lnTo>
                  <a:lnTo>
                    <a:pt x="1504" y="3300"/>
                  </a:lnTo>
                  <a:lnTo>
                    <a:pt x="1620" y="3553"/>
                  </a:lnTo>
                  <a:lnTo>
                    <a:pt x="1736" y="3807"/>
                  </a:lnTo>
                  <a:lnTo>
                    <a:pt x="1852" y="4061"/>
                  </a:lnTo>
                  <a:lnTo>
                    <a:pt x="1968" y="4314"/>
                  </a:lnTo>
                  <a:lnTo>
                    <a:pt x="2084" y="4568"/>
                  </a:lnTo>
                  <a:lnTo>
                    <a:pt x="2200" y="4822"/>
                  </a:lnTo>
                  <a:lnTo>
                    <a:pt x="2317" y="5075"/>
                  </a:lnTo>
                  <a:lnTo>
                    <a:pt x="2433" y="5329"/>
                  </a:lnTo>
                  <a:lnTo>
                    <a:pt x="2549" y="5583"/>
                  </a:lnTo>
                  <a:lnTo>
                    <a:pt x="2665" y="5836"/>
                  </a:lnTo>
                  <a:lnTo>
                    <a:pt x="2782" y="6090"/>
                  </a:lnTo>
                  <a:lnTo>
                    <a:pt x="2898" y="6343"/>
                  </a:lnTo>
                  <a:lnTo>
                    <a:pt x="3014" y="6597"/>
                  </a:lnTo>
                  <a:lnTo>
                    <a:pt x="3131" y="6851"/>
                  </a:lnTo>
                  <a:lnTo>
                    <a:pt x="3247" y="7104"/>
                  </a:lnTo>
                  <a:lnTo>
                    <a:pt x="3364" y="7358"/>
                  </a:lnTo>
                  <a:lnTo>
                    <a:pt x="3480" y="7611"/>
                  </a:lnTo>
                  <a:lnTo>
                    <a:pt x="3597" y="7865"/>
                  </a:lnTo>
                  <a:lnTo>
                    <a:pt x="3713" y="8118"/>
                  </a:lnTo>
                  <a:lnTo>
                    <a:pt x="3830" y="8371"/>
                  </a:lnTo>
                  <a:lnTo>
                    <a:pt x="3947" y="8625"/>
                  </a:lnTo>
                  <a:lnTo>
                    <a:pt x="4063" y="8878"/>
                  </a:lnTo>
                  <a:lnTo>
                    <a:pt x="4180" y="9132"/>
                  </a:lnTo>
                  <a:lnTo>
                    <a:pt x="4297" y="9385"/>
                  </a:lnTo>
                  <a:lnTo>
                    <a:pt x="4414" y="9638"/>
                  </a:lnTo>
                  <a:lnTo>
                    <a:pt x="4531" y="9892"/>
                  </a:lnTo>
                  <a:lnTo>
                    <a:pt x="4647" y="10145"/>
                  </a:lnTo>
                  <a:lnTo>
                    <a:pt x="4764" y="10398"/>
                  </a:lnTo>
                  <a:lnTo>
                    <a:pt x="4881" y="10652"/>
                  </a:lnTo>
                  <a:lnTo>
                    <a:pt x="4998" y="10905"/>
                  </a:lnTo>
                  <a:lnTo>
                    <a:pt x="5115" y="11158"/>
                  </a:lnTo>
                  <a:lnTo>
                    <a:pt x="5232" y="11411"/>
                  </a:lnTo>
                  <a:lnTo>
                    <a:pt x="5349" y="11665"/>
                  </a:lnTo>
                  <a:lnTo>
                    <a:pt x="5467" y="11918"/>
                  </a:lnTo>
                  <a:lnTo>
                    <a:pt x="5584" y="12171"/>
                  </a:lnTo>
                  <a:lnTo>
                    <a:pt x="5701" y="12424"/>
                  </a:lnTo>
                  <a:lnTo>
                    <a:pt x="5818" y="12677"/>
                  </a:lnTo>
                  <a:lnTo>
                    <a:pt x="5935" y="12931"/>
                  </a:lnTo>
                  <a:lnTo>
                    <a:pt x="6053" y="13184"/>
                  </a:lnTo>
                  <a:lnTo>
                    <a:pt x="6170" y="13437"/>
                  </a:lnTo>
                  <a:lnTo>
                    <a:pt x="6287" y="13690"/>
                  </a:lnTo>
                  <a:lnTo>
                    <a:pt x="6405" y="13943"/>
                  </a:lnTo>
                  <a:lnTo>
                    <a:pt x="6522" y="14196"/>
                  </a:lnTo>
                  <a:lnTo>
                    <a:pt x="6640" y="14449"/>
                  </a:lnTo>
                  <a:lnTo>
                    <a:pt x="6757" y="14702"/>
                  </a:lnTo>
                  <a:lnTo>
                    <a:pt x="6875" y="14955"/>
                  </a:lnTo>
                  <a:lnTo>
                    <a:pt x="6992" y="15208"/>
                  </a:lnTo>
                  <a:lnTo>
                    <a:pt x="7110" y="15461"/>
                  </a:lnTo>
                  <a:lnTo>
                    <a:pt x="7228" y="15714"/>
                  </a:lnTo>
                  <a:lnTo>
                    <a:pt x="7345" y="15967"/>
                  </a:lnTo>
                  <a:lnTo>
                    <a:pt x="7463" y="16220"/>
                  </a:lnTo>
                  <a:lnTo>
                    <a:pt x="7581" y="16473"/>
                  </a:lnTo>
                  <a:lnTo>
                    <a:pt x="7698" y="16726"/>
                  </a:lnTo>
                  <a:lnTo>
                    <a:pt x="7816" y="16979"/>
                  </a:lnTo>
                  <a:lnTo>
                    <a:pt x="7934" y="17232"/>
                  </a:lnTo>
                  <a:lnTo>
                    <a:pt x="8052" y="17485"/>
                  </a:lnTo>
                  <a:lnTo>
                    <a:pt x="8170" y="17737"/>
                  </a:lnTo>
                  <a:lnTo>
                    <a:pt x="8288" y="17990"/>
                  </a:lnTo>
                  <a:lnTo>
                    <a:pt x="8406" y="18243"/>
                  </a:lnTo>
                  <a:lnTo>
                    <a:pt x="8524" y="18496"/>
                  </a:lnTo>
                  <a:lnTo>
                    <a:pt x="8642" y="18749"/>
                  </a:lnTo>
                  <a:lnTo>
                    <a:pt x="8760" y="19001"/>
                  </a:lnTo>
                  <a:lnTo>
                    <a:pt x="8878" y="19254"/>
                  </a:lnTo>
                  <a:lnTo>
                    <a:pt x="8996" y="19507"/>
                  </a:lnTo>
                  <a:lnTo>
                    <a:pt x="9114" y="19760"/>
                  </a:lnTo>
                  <a:lnTo>
                    <a:pt x="9233" y="20012"/>
                  </a:lnTo>
                  <a:lnTo>
                    <a:pt x="9351" y="20265"/>
                  </a:lnTo>
                  <a:lnTo>
                    <a:pt x="9469" y="20518"/>
                  </a:lnTo>
                  <a:lnTo>
                    <a:pt x="9588" y="20770"/>
                  </a:lnTo>
                  <a:lnTo>
                    <a:pt x="9706" y="21023"/>
                  </a:lnTo>
                  <a:lnTo>
                    <a:pt x="9824" y="21276"/>
                  </a:lnTo>
                  <a:lnTo>
                    <a:pt x="9943" y="21528"/>
                  </a:lnTo>
                  <a:lnTo>
                    <a:pt x="10061" y="21781"/>
                  </a:lnTo>
                  <a:lnTo>
                    <a:pt x="10180" y="22033"/>
                  </a:lnTo>
                  <a:lnTo>
                    <a:pt x="10298" y="22286"/>
                  </a:lnTo>
                  <a:lnTo>
                    <a:pt x="10417" y="22538"/>
                  </a:lnTo>
                  <a:lnTo>
                    <a:pt x="10536" y="22791"/>
                  </a:lnTo>
                  <a:lnTo>
                    <a:pt x="10654" y="23043"/>
                  </a:lnTo>
                  <a:lnTo>
                    <a:pt x="10773" y="23296"/>
                  </a:lnTo>
                  <a:lnTo>
                    <a:pt x="10892" y="23548"/>
                  </a:lnTo>
                  <a:lnTo>
                    <a:pt x="11010" y="23801"/>
                  </a:lnTo>
                  <a:lnTo>
                    <a:pt x="11129" y="24053"/>
                  </a:lnTo>
                  <a:lnTo>
                    <a:pt x="11248" y="24306"/>
                  </a:lnTo>
                  <a:lnTo>
                    <a:pt x="11367" y="24558"/>
                  </a:lnTo>
                  <a:lnTo>
                    <a:pt x="11486" y="24811"/>
                  </a:lnTo>
                  <a:lnTo>
                    <a:pt x="11605" y="25063"/>
                  </a:lnTo>
                  <a:lnTo>
                    <a:pt x="11724" y="25315"/>
                  </a:lnTo>
                  <a:lnTo>
                    <a:pt x="11843" y="25568"/>
                  </a:lnTo>
                  <a:lnTo>
                    <a:pt x="11962" y="25820"/>
                  </a:lnTo>
                  <a:lnTo>
                    <a:pt x="12081" y="26072"/>
                  </a:lnTo>
                  <a:lnTo>
                    <a:pt x="12200" y="26325"/>
                  </a:lnTo>
                  <a:lnTo>
                    <a:pt x="12319" y="26577"/>
                  </a:lnTo>
                  <a:lnTo>
                    <a:pt x="12438" y="26829"/>
                  </a:lnTo>
                  <a:lnTo>
                    <a:pt x="12557" y="27081"/>
                  </a:lnTo>
                  <a:lnTo>
                    <a:pt x="12676" y="27334"/>
                  </a:lnTo>
                  <a:lnTo>
                    <a:pt x="12796" y="27586"/>
                  </a:lnTo>
                  <a:lnTo>
                    <a:pt x="12915" y="27838"/>
                  </a:lnTo>
                  <a:lnTo>
                    <a:pt x="13034" y="28090"/>
                  </a:lnTo>
                  <a:lnTo>
                    <a:pt x="13154" y="28342"/>
                  </a:lnTo>
                  <a:lnTo>
                    <a:pt x="13273" y="28594"/>
                  </a:lnTo>
                  <a:lnTo>
                    <a:pt x="13393" y="28847"/>
                  </a:lnTo>
                  <a:lnTo>
                    <a:pt x="13512" y="29099"/>
                  </a:lnTo>
                  <a:lnTo>
                    <a:pt x="13632" y="29351"/>
                  </a:lnTo>
                  <a:lnTo>
                    <a:pt x="13751" y="29603"/>
                  </a:lnTo>
                  <a:lnTo>
                    <a:pt x="13871" y="29855"/>
                  </a:lnTo>
                  <a:lnTo>
                    <a:pt x="13990" y="30107"/>
                  </a:lnTo>
                  <a:lnTo>
                    <a:pt x="14110" y="30359"/>
                  </a:lnTo>
                  <a:lnTo>
                    <a:pt x="14230" y="30611"/>
                  </a:lnTo>
                  <a:lnTo>
                    <a:pt x="14349" y="30863"/>
                  </a:lnTo>
                  <a:lnTo>
                    <a:pt x="14469" y="31115"/>
                  </a:lnTo>
                  <a:lnTo>
                    <a:pt x="14589" y="31367"/>
                  </a:lnTo>
                  <a:lnTo>
                    <a:pt x="14709" y="31619"/>
                  </a:lnTo>
                  <a:lnTo>
                    <a:pt x="14829" y="31871"/>
                  </a:lnTo>
                  <a:lnTo>
                    <a:pt x="14948" y="32123"/>
                  </a:lnTo>
                  <a:lnTo>
                    <a:pt x="15068" y="32375"/>
                  </a:lnTo>
                  <a:lnTo>
                    <a:pt x="15188" y="32627"/>
                  </a:lnTo>
                  <a:lnTo>
                    <a:pt x="15308" y="32878"/>
                  </a:lnTo>
                  <a:lnTo>
                    <a:pt x="15428" y="33130"/>
                  </a:lnTo>
                  <a:lnTo>
                    <a:pt x="15548" y="33382"/>
                  </a:lnTo>
                  <a:lnTo>
                    <a:pt x="15669" y="33634"/>
                  </a:lnTo>
                  <a:lnTo>
                    <a:pt x="15789" y="33886"/>
                  </a:lnTo>
                  <a:lnTo>
                    <a:pt x="15909" y="34138"/>
                  </a:lnTo>
                  <a:lnTo>
                    <a:pt x="16029" y="34389"/>
                  </a:lnTo>
                  <a:lnTo>
                    <a:pt x="16149" y="34641"/>
                  </a:lnTo>
                  <a:lnTo>
                    <a:pt x="16270" y="34893"/>
                  </a:lnTo>
                  <a:lnTo>
                    <a:pt x="16390" y="35144"/>
                  </a:lnTo>
                  <a:lnTo>
                    <a:pt x="16510" y="35396"/>
                  </a:lnTo>
                  <a:lnTo>
                    <a:pt x="16631" y="35648"/>
                  </a:lnTo>
                  <a:lnTo>
                    <a:pt x="16751" y="35900"/>
                  </a:lnTo>
                  <a:lnTo>
                    <a:pt x="16871" y="36151"/>
                  </a:lnTo>
                  <a:lnTo>
                    <a:pt x="16992" y="36403"/>
                  </a:lnTo>
                  <a:lnTo>
                    <a:pt x="17112" y="36654"/>
                  </a:lnTo>
                  <a:lnTo>
                    <a:pt x="17233" y="36906"/>
                  </a:lnTo>
                  <a:lnTo>
                    <a:pt x="17354" y="37158"/>
                  </a:lnTo>
                  <a:lnTo>
                    <a:pt x="17474" y="37409"/>
                  </a:lnTo>
                  <a:lnTo>
                    <a:pt x="17595" y="37661"/>
                  </a:lnTo>
                  <a:lnTo>
                    <a:pt x="17715" y="37912"/>
                  </a:lnTo>
                  <a:lnTo>
                    <a:pt x="17836" y="38164"/>
                  </a:lnTo>
                  <a:lnTo>
                    <a:pt x="17957" y="38415"/>
                  </a:lnTo>
                  <a:lnTo>
                    <a:pt x="18078" y="38667"/>
                  </a:lnTo>
                  <a:lnTo>
                    <a:pt x="18199" y="38918"/>
                  </a:lnTo>
                  <a:lnTo>
                    <a:pt x="18319" y="39170"/>
                  </a:lnTo>
                  <a:lnTo>
                    <a:pt x="18440" y="39421"/>
                  </a:lnTo>
                  <a:lnTo>
                    <a:pt x="18561" y="39673"/>
                  </a:lnTo>
                  <a:lnTo>
                    <a:pt x="18682" y="39924"/>
                  </a:lnTo>
                  <a:lnTo>
                    <a:pt x="18803" y="40175"/>
                  </a:lnTo>
                  <a:lnTo>
                    <a:pt x="18924" y="40427"/>
                  </a:lnTo>
                  <a:lnTo>
                    <a:pt x="19045" y="40678"/>
                  </a:lnTo>
                  <a:lnTo>
                    <a:pt x="19166" y="40929"/>
                  </a:lnTo>
                  <a:lnTo>
                    <a:pt x="19288" y="41181"/>
                  </a:lnTo>
                  <a:lnTo>
                    <a:pt x="19409" y="41432"/>
                  </a:lnTo>
                  <a:lnTo>
                    <a:pt x="19530" y="41683"/>
                  </a:lnTo>
                  <a:lnTo>
                    <a:pt x="19651" y="41935"/>
                  </a:lnTo>
                  <a:lnTo>
                    <a:pt x="19772" y="42186"/>
                  </a:lnTo>
                  <a:lnTo>
                    <a:pt x="19894" y="42437"/>
                  </a:lnTo>
                  <a:lnTo>
                    <a:pt x="20015" y="42688"/>
                  </a:lnTo>
                  <a:lnTo>
                    <a:pt x="20136" y="42940"/>
                  </a:lnTo>
                  <a:lnTo>
                    <a:pt x="20258" y="43191"/>
                  </a:lnTo>
                  <a:lnTo>
                    <a:pt x="20379" y="43442"/>
                  </a:lnTo>
                  <a:lnTo>
                    <a:pt x="20501" y="43693"/>
                  </a:lnTo>
                  <a:lnTo>
                    <a:pt x="20622" y="43944"/>
                  </a:lnTo>
                  <a:lnTo>
                    <a:pt x="20744" y="44195"/>
                  </a:lnTo>
                  <a:lnTo>
                    <a:pt x="20865" y="44446"/>
                  </a:lnTo>
                  <a:lnTo>
                    <a:pt x="20987" y="44698"/>
                  </a:lnTo>
                  <a:lnTo>
                    <a:pt x="21109" y="44949"/>
                  </a:lnTo>
                  <a:lnTo>
                    <a:pt x="21230" y="45200"/>
                  </a:lnTo>
                  <a:lnTo>
                    <a:pt x="21352" y="45451"/>
                  </a:lnTo>
                  <a:lnTo>
                    <a:pt x="21474" y="45702"/>
                  </a:lnTo>
                  <a:lnTo>
                    <a:pt x="21596" y="45953"/>
                  </a:lnTo>
                  <a:lnTo>
                    <a:pt x="21717" y="46204"/>
                  </a:lnTo>
                  <a:lnTo>
                    <a:pt x="21839" y="46455"/>
                  </a:lnTo>
                  <a:lnTo>
                    <a:pt x="21961" y="46706"/>
                  </a:lnTo>
                  <a:lnTo>
                    <a:pt x="22083" y="46957"/>
                  </a:lnTo>
                  <a:lnTo>
                    <a:pt x="22205" y="47207"/>
                  </a:lnTo>
                  <a:lnTo>
                    <a:pt x="22327" y="47458"/>
                  </a:lnTo>
                  <a:lnTo>
                    <a:pt x="22449" y="47709"/>
                  </a:lnTo>
                  <a:lnTo>
                    <a:pt x="22571" y="47960"/>
                  </a:lnTo>
                  <a:lnTo>
                    <a:pt x="22693" y="48211"/>
                  </a:lnTo>
                  <a:lnTo>
                    <a:pt x="22815" y="48462"/>
                  </a:lnTo>
                  <a:lnTo>
                    <a:pt x="22938" y="48713"/>
                  </a:lnTo>
                  <a:lnTo>
                    <a:pt x="23060" y="48963"/>
                  </a:lnTo>
                  <a:lnTo>
                    <a:pt x="23182" y="49214"/>
                  </a:lnTo>
                  <a:lnTo>
                    <a:pt x="23304" y="49465"/>
                  </a:lnTo>
                  <a:lnTo>
                    <a:pt x="23427" y="49716"/>
                  </a:lnTo>
                  <a:lnTo>
                    <a:pt x="23549" y="49967"/>
                  </a:lnTo>
                  <a:lnTo>
                    <a:pt x="23671" y="50217"/>
                  </a:lnTo>
                  <a:lnTo>
                    <a:pt x="23794" y="50468"/>
                  </a:lnTo>
                  <a:lnTo>
                    <a:pt x="23916" y="50719"/>
                  </a:lnTo>
                  <a:lnTo>
                    <a:pt x="24039" y="50969"/>
                  </a:lnTo>
                  <a:lnTo>
                    <a:pt x="24161" y="51220"/>
                  </a:lnTo>
                  <a:lnTo>
                    <a:pt x="24284" y="51471"/>
                  </a:lnTo>
                  <a:lnTo>
                    <a:pt x="24406" y="51721"/>
                  </a:lnTo>
                  <a:lnTo>
                    <a:pt x="24529" y="51972"/>
                  </a:lnTo>
                  <a:lnTo>
                    <a:pt x="24651" y="52222"/>
                  </a:lnTo>
                  <a:lnTo>
                    <a:pt x="24774" y="52473"/>
                  </a:lnTo>
                  <a:lnTo>
                    <a:pt x="24897" y="52724"/>
                  </a:lnTo>
                  <a:lnTo>
                    <a:pt x="25020" y="52974"/>
                  </a:lnTo>
                  <a:lnTo>
                    <a:pt x="25142" y="53225"/>
                  </a:lnTo>
                  <a:lnTo>
                    <a:pt x="25265" y="53475"/>
                  </a:lnTo>
                  <a:lnTo>
                    <a:pt x="25388" y="53726"/>
                  </a:lnTo>
                  <a:lnTo>
                    <a:pt x="25511" y="53976"/>
                  </a:lnTo>
                  <a:lnTo>
                    <a:pt x="25634" y="54226"/>
                  </a:lnTo>
                  <a:lnTo>
                    <a:pt x="25757" y="54477"/>
                  </a:lnTo>
                  <a:lnTo>
                    <a:pt x="25880" y="54727"/>
                  </a:lnTo>
                  <a:lnTo>
                    <a:pt x="26003" y="54978"/>
                  </a:lnTo>
                  <a:lnTo>
                    <a:pt x="26126" y="55228"/>
                  </a:lnTo>
                  <a:lnTo>
                    <a:pt x="26249" y="55478"/>
                  </a:lnTo>
                  <a:lnTo>
                    <a:pt x="26372" y="55729"/>
                  </a:lnTo>
                  <a:lnTo>
                    <a:pt x="26495" y="55979"/>
                  </a:lnTo>
                  <a:lnTo>
                    <a:pt x="26618" y="56229"/>
                  </a:lnTo>
                  <a:lnTo>
                    <a:pt x="26742" y="56480"/>
                  </a:lnTo>
                  <a:lnTo>
                    <a:pt x="26865" y="56730"/>
                  </a:lnTo>
                  <a:lnTo>
                    <a:pt x="26988" y="56980"/>
                  </a:lnTo>
                  <a:lnTo>
                    <a:pt x="27112" y="57231"/>
                  </a:lnTo>
                  <a:lnTo>
                    <a:pt x="27235" y="57481"/>
                  </a:lnTo>
                  <a:lnTo>
                    <a:pt x="27358" y="57731"/>
                  </a:lnTo>
                  <a:lnTo>
                    <a:pt x="27482" y="57981"/>
                  </a:lnTo>
                  <a:lnTo>
                    <a:pt x="27605" y="58231"/>
                  </a:lnTo>
                  <a:lnTo>
                    <a:pt x="27729" y="58482"/>
                  </a:lnTo>
                  <a:lnTo>
                    <a:pt x="27852" y="58732"/>
                  </a:lnTo>
                  <a:lnTo>
                    <a:pt x="27976" y="58982"/>
                  </a:lnTo>
                  <a:lnTo>
                    <a:pt x="28100" y="59232"/>
                  </a:lnTo>
                  <a:lnTo>
                    <a:pt x="28223" y="59482"/>
                  </a:lnTo>
                  <a:lnTo>
                    <a:pt x="28347" y="59732"/>
                  </a:lnTo>
                  <a:lnTo>
                    <a:pt x="28471" y="59982"/>
                  </a:lnTo>
                  <a:lnTo>
                    <a:pt x="28594" y="60232"/>
                  </a:lnTo>
                  <a:lnTo>
                    <a:pt x="28718" y="60482"/>
                  </a:lnTo>
                  <a:lnTo>
                    <a:pt x="28842" y="60732"/>
                  </a:lnTo>
                  <a:lnTo>
                    <a:pt x="28966" y="60982"/>
                  </a:lnTo>
                  <a:lnTo>
                    <a:pt x="29090" y="61232"/>
                  </a:lnTo>
                  <a:lnTo>
                    <a:pt x="29214" y="61482"/>
                  </a:lnTo>
                  <a:lnTo>
                    <a:pt x="29337" y="61732"/>
                  </a:lnTo>
                  <a:lnTo>
                    <a:pt x="29461" y="61982"/>
                  </a:lnTo>
                  <a:lnTo>
                    <a:pt x="29585" y="62232"/>
                  </a:lnTo>
                  <a:lnTo>
                    <a:pt x="29710" y="62482"/>
                  </a:lnTo>
                  <a:lnTo>
                    <a:pt x="29834" y="627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47" name="pl7147"/>
            <p:cNvSpPr/>
            <p:nvPr/>
          </p:nvSpPr>
          <p:spPr>
            <a:xfrm>
              <a:off x="7706276" y="4658229"/>
              <a:ext cx="10552" cy="13793"/>
            </a:xfrm>
            <a:custGeom>
              <a:avLst/>
              <a:pathLst>
                <a:path w="10552" h="13793">
                  <a:moveTo>
                    <a:pt x="0" y="13793"/>
                  </a:moveTo>
                  <a:lnTo>
                    <a:pt x="42" y="13738"/>
                  </a:lnTo>
                  <a:lnTo>
                    <a:pt x="85" y="13682"/>
                  </a:lnTo>
                  <a:lnTo>
                    <a:pt x="127" y="13627"/>
                  </a:lnTo>
                  <a:lnTo>
                    <a:pt x="170" y="13572"/>
                  </a:lnTo>
                  <a:lnTo>
                    <a:pt x="213" y="13517"/>
                  </a:lnTo>
                  <a:lnTo>
                    <a:pt x="255" y="13461"/>
                  </a:lnTo>
                  <a:lnTo>
                    <a:pt x="298" y="13406"/>
                  </a:lnTo>
                  <a:lnTo>
                    <a:pt x="340" y="13351"/>
                  </a:lnTo>
                  <a:lnTo>
                    <a:pt x="383" y="13296"/>
                  </a:lnTo>
                  <a:lnTo>
                    <a:pt x="426" y="13241"/>
                  </a:lnTo>
                  <a:lnTo>
                    <a:pt x="468" y="13185"/>
                  </a:lnTo>
                  <a:lnTo>
                    <a:pt x="511" y="13130"/>
                  </a:lnTo>
                  <a:lnTo>
                    <a:pt x="553" y="13075"/>
                  </a:lnTo>
                  <a:lnTo>
                    <a:pt x="596" y="13020"/>
                  </a:lnTo>
                  <a:lnTo>
                    <a:pt x="639" y="12964"/>
                  </a:lnTo>
                  <a:lnTo>
                    <a:pt x="681" y="12909"/>
                  </a:lnTo>
                  <a:lnTo>
                    <a:pt x="724" y="12854"/>
                  </a:lnTo>
                  <a:lnTo>
                    <a:pt x="766" y="12799"/>
                  </a:lnTo>
                  <a:lnTo>
                    <a:pt x="809" y="12743"/>
                  </a:lnTo>
                  <a:lnTo>
                    <a:pt x="851" y="12688"/>
                  </a:lnTo>
                  <a:lnTo>
                    <a:pt x="894" y="12633"/>
                  </a:lnTo>
                  <a:lnTo>
                    <a:pt x="937" y="12578"/>
                  </a:lnTo>
                  <a:lnTo>
                    <a:pt x="979" y="12522"/>
                  </a:lnTo>
                  <a:lnTo>
                    <a:pt x="1022" y="12467"/>
                  </a:lnTo>
                  <a:lnTo>
                    <a:pt x="1064" y="12412"/>
                  </a:lnTo>
                  <a:lnTo>
                    <a:pt x="1107" y="12357"/>
                  </a:lnTo>
                  <a:lnTo>
                    <a:pt x="1149" y="12301"/>
                  </a:lnTo>
                  <a:lnTo>
                    <a:pt x="1192" y="12246"/>
                  </a:lnTo>
                  <a:lnTo>
                    <a:pt x="1235" y="12191"/>
                  </a:lnTo>
                  <a:lnTo>
                    <a:pt x="1277" y="12136"/>
                  </a:lnTo>
                  <a:lnTo>
                    <a:pt x="1320" y="12080"/>
                  </a:lnTo>
                  <a:lnTo>
                    <a:pt x="1362" y="12025"/>
                  </a:lnTo>
                  <a:lnTo>
                    <a:pt x="1405" y="11970"/>
                  </a:lnTo>
                  <a:lnTo>
                    <a:pt x="1447" y="11915"/>
                  </a:lnTo>
                  <a:lnTo>
                    <a:pt x="1490" y="11859"/>
                  </a:lnTo>
                  <a:lnTo>
                    <a:pt x="1532" y="11804"/>
                  </a:lnTo>
                  <a:lnTo>
                    <a:pt x="1575" y="11749"/>
                  </a:lnTo>
                  <a:lnTo>
                    <a:pt x="1618" y="11694"/>
                  </a:lnTo>
                  <a:lnTo>
                    <a:pt x="1660" y="11638"/>
                  </a:lnTo>
                  <a:lnTo>
                    <a:pt x="1703" y="11583"/>
                  </a:lnTo>
                  <a:lnTo>
                    <a:pt x="1745" y="11528"/>
                  </a:lnTo>
                  <a:lnTo>
                    <a:pt x="1788" y="11473"/>
                  </a:lnTo>
                  <a:lnTo>
                    <a:pt x="1830" y="11417"/>
                  </a:lnTo>
                  <a:lnTo>
                    <a:pt x="1873" y="11362"/>
                  </a:lnTo>
                  <a:lnTo>
                    <a:pt x="1915" y="11307"/>
                  </a:lnTo>
                  <a:lnTo>
                    <a:pt x="1958" y="11251"/>
                  </a:lnTo>
                  <a:lnTo>
                    <a:pt x="2000" y="11196"/>
                  </a:lnTo>
                  <a:lnTo>
                    <a:pt x="2043" y="11141"/>
                  </a:lnTo>
                  <a:lnTo>
                    <a:pt x="2085" y="11086"/>
                  </a:lnTo>
                  <a:lnTo>
                    <a:pt x="2128" y="11030"/>
                  </a:lnTo>
                  <a:lnTo>
                    <a:pt x="2170" y="10975"/>
                  </a:lnTo>
                  <a:lnTo>
                    <a:pt x="2213" y="10920"/>
                  </a:lnTo>
                  <a:lnTo>
                    <a:pt x="2256" y="10864"/>
                  </a:lnTo>
                  <a:lnTo>
                    <a:pt x="2298" y="10809"/>
                  </a:lnTo>
                  <a:lnTo>
                    <a:pt x="2341" y="10754"/>
                  </a:lnTo>
                  <a:lnTo>
                    <a:pt x="2383" y="10699"/>
                  </a:lnTo>
                  <a:lnTo>
                    <a:pt x="2426" y="10643"/>
                  </a:lnTo>
                  <a:lnTo>
                    <a:pt x="2468" y="10588"/>
                  </a:lnTo>
                  <a:lnTo>
                    <a:pt x="2511" y="10533"/>
                  </a:lnTo>
                  <a:lnTo>
                    <a:pt x="2553" y="10477"/>
                  </a:lnTo>
                  <a:lnTo>
                    <a:pt x="2596" y="10422"/>
                  </a:lnTo>
                  <a:lnTo>
                    <a:pt x="2638" y="10367"/>
                  </a:lnTo>
                  <a:lnTo>
                    <a:pt x="2681" y="10311"/>
                  </a:lnTo>
                  <a:lnTo>
                    <a:pt x="2723" y="10256"/>
                  </a:lnTo>
                  <a:lnTo>
                    <a:pt x="2766" y="10201"/>
                  </a:lnTo>
                  <a:lnTo>
                    <a:pt x="2808" y="10145"/>
                  </a:lnTo>
                  <a:lnTo>
                    <a:pt x="2851" y="10090"/>
                  </a:lnTo>
                  <a:lnTo>
                    <a:pt x="2893" y="10035"/>
                  </a:lnTo>
                  <a:lnTo>
                    <a:pt x="2936" y="9980"/>
                  </a:lnTo>
                  <a:lnTo>
                    <a:pt x="2978" y="9924"/>
                  </a:lnTo>
                  <a:lnTo>
                    <a:pt x="3021" y="9869"/>
                  </a:lnTo>
                  <a:lnTo>
                    <a:pt x="3063" y="9814"/>
                  </a:lnTo>
                  <a:lnTo>
                    <a:pt x="3105" y="9758"/>
                  </a:lnTo>
                  <a:lnTo>
                    <a:pt x="3148" y="9703"/>
                  </a:lnTo>
                  <a:lnTo>
                    <a:pt x="3190" y="9648"/>
                  </a:lnTo>
                  <a:lnTo>
                    <a:pt x="3233" y="9592"/>
                  </a:lnTo>
                  <a:lnTo>
                    <a:pt x="3275" y="9537"/>
                  </a:lnTo>
                  <a:lnTo>
                    <a:pt x="3318" y="9482"/>
                  </a:lnTo>
                  <a:lnTo>
                    <a:pt x="3360" y="9426"/>
                  </a:lnTo>
                  <a:lnTo>
                    <a:pt x="3403" y="9371"/>
                  </a:lnTo>
                  <a:lnTo>
                    <a:pt x="3445" y="9316"/>
                  </a:lnTo>
                  <a:lnTo>
                    <a:pt x="3488" y="9260"/>
                  </a:lnTo>
                  <a:lnTo>
                    <a:pt x="3530" y="9205"/>
                  </a:lnTo>
                  <a:lnTo>
                    <a:pt x="3573" y="9150"/>
                  </a:lnTo>
                  <a:lnTo>
                    <a:pt x="3615" y="9094"/>
                  </a:lnTo>
                  <a:lnTo>
                    <a:pt x="3658" y="9039"/>
                  </a:lnTo>
                  <a:lnTo>
                    <a:pt x="3700" y="8984"/>
                  </a:lnTo>
                  <a:lnTo>
                    <a:pt x="3742" y="8928"/>
                  </a:lnTo>
                  <a:lnTo>
                    <a:pt x="3785" y="8873"/>
                  </a:lnTo>
                  <a:lnTo>
                    <a:pt x="3827" y="8818"/>
                  </a:lnTo>
                  <a:lnTo>
                    <a:pt x="3870" y="8762"/>
                  </a:lnTo>
                  <a:lnTo>
                    <a:pt x="3912" y="8707"/>
                  </a:lnTo>
                  <a:lnTo>
                    <a:pt x="3955" y="8652"/>
                  </a:lnTo>
                  <a:lnTo>
                    <a:pt x="3997" y="8596"/>
                  </a:lnTo>
                  <a:lnTo>
                    <a:pt x="4040" y="8541"/>
                  </a:lnTo>
                  <a:lnTo>
                    <a:pt x="4082" y="8486"/>
                  </a:lnTo>
                  <a:lnTo>
                    <a:pt x="4124" y="8430"/>
                  </a:lnTo>
                  <a:lnTo>
                    <a:pt x="4167" y="8375"/>
                  </a:lnTo>
                  <a:lnTo>
                    <a:pt x="4209" y="8319"/>
                  </a:lnTo>
                  <a:lnTo>
                    <a:pt x="4252" y="8264"/>
                  </a:lnTo>
                  <a:lnTo>
                    <a:pt x="4294" y="8209"/>
                  </a:lnTo>
                  <a:lnTo>
                    <a:pt x="4337" y="8153"/>
                  </a:lnTo>
                  <a:lnTo>
                    <a:pt x="4379" y="8098"/>
                  </a:lnTo>
                  <a:lnTo>
                    <a:pt x="4421" y="8043"/>
                  </a:lnTo>
                  <a:lnTo>
                    <a:pt x="4464" y="7987"/>
                  </a:lnTo>
                  <a:lnTo>
                    <a:pt x="4506" y="7932"/>
                  </a:lnTo>
                  <a:lnTo>
                    <a:pt x="4549" y="7877"/>
                  </a:lnTo>
                  <a:lnTo>
                    <a:pt x="4591" y="7821"/>
                  </a:lnTo>
                  <a:lnTo>
                    <a:pt x="4633" y="7766"/>
                  </a:lnTo>
                  <a:lnTo>
                    <a:pt x="4676" y="7710"/>
                  </a:lnTo>
                  <a:lnTo>
                    <a:pt x="4718" y="7655"/>
                  </a:lnTo>
                  <a:lnTo>
                    <a:pt x="4761" y="7600"/>
                  </a:lnTo>
                  <a:lnTo>
                    <a:pt x="4803" y="7544"/>
                  </a:lnTo>
                  <a:lnTo>
                    <a:pt x="4846" y="7489"/>
                  </a:lnTo>
                  <a:lnTo>
                    <a:pt x="4888" y="7434"/>
                  </a:lnTo>
                  <a:lnTo>
                    <a:pt x="4930" y="7378"/>
                  </a:lnTo>
                  <a:lnTo>
                    <a:pt x="4973" y="7323"/>
                  </a:lnTo>
                  <a:lnTo>
                    <a:pt x="5015" y="7267"/>
                  </a:lnTo>
                  <a:lnTo>
                    <a:pt x="5057" y="7212"/>
                  </a:lnTo>
                  <a:lnTo>
                    <a:pt x="5100" y="7157"/>
                  </a:lnTo>
                  <a:lnTo>
                    <a:pt x="5142" y="7101"/>
                  </a:lnTo>
                  <a:lnTo>
                    <a:pt x="5185" y="7046"/>
                  </a:lnTo>
                  <a:lnTo>
                    <a:pt x="5227" y="6990"/>
                  </a:lnTo>
                  <a:lnTo>
                    <a:pt x="5269" y="6935"/>
                  </a:lnTo>
                  <a:lnTo>
                    <a:pt x="5312" y="6880"/>
                  </a:lnTo>
                  <a:lnTo>
                    <a:pt x="5354" y="6824"/>
                  </a:lnTo>
                  <a:lnTo>
                    <a:pt x="5397" y="6769"/>
                  </a:lnTo>
                  <a:lnTo>
                    <a:pt x="5439" y="6714"/>
                  </a:lnTo>
                  <a:lnTo>
                    <a:pt x="5481" y="6658"/>
                  </a:lnTo>
                  <a:lnTo>
                    <a:pt x="5524" y="6603"/>
                  </a:lnTo>
                  <a:lnTo>
                    <a:pt x="5566" y="6547"/>
                  </a:lnTo>
                  <a:lnTo>
                    <a:pt x="5608" y="6492"/>
                  </a:lnTo>
                  <a:lnTo>
                    <a:pt x="5651" y="6436"/>
                  </a:lnTo>
                  <a:lnTo>
                    <a:pt x="5693" y="6381"/>
                  </a:lnTo>
                  <a:lnTo>
                    <a:pt x="5736" y="6326"/>
                  </a:lnTo>
                  <a:lnTo>
                    <a:pt x="5778" y="6270"/>
                  </a:lnTo>
                  <a:lnTo>
                    <a:pt x="5820" y="6215"/>
                  </a:lnTo>
                  <a:lnTo>
                    <a:pt x="5863" y="6159"/>
                  </a:lnTo>
                  <a:lnTo>
                    <a:pt x="5905" y="6104"/>
                  </a:lnTo>
                  <a:lnTo>
                    <a:pt x="5947" y="6049"/>
                  </a:lnTo>
                  <a:lnTo>
                    <a:pt x="5990" y="5993"/>
                  </a:lnTo>
                  <a:lnTo>
                    <a:pt x="6032" y="5938"/>
                  </a:lnTo>
                  <a:lnTo>
                    <a:pt x="6074" y="5882"/>
                  </a:lnTo>
                  <a:lnTo>
                    <a:pt x="6117" y="5827"/>
                  </a:lnTo>
                  <a:lnTo>
                    <a:pt x="6159" y="5771"/>
                  </a:lnTo>
                  <a:lnTo>
                    <a:pt x="6201" y="5716"/>
                  </a:lnTo>
                  <a:lnTo>
                    <a:pt x="6244" y="5661"/>
                  </a:lnTo>
                  <a:lnTo>
                    <a:pt x="6286" y="5605"/>
                  </a:lnTo>
                  <a:lnTo>
                    <a:pt x="6328" y="5550"/>
                  </a:lnTo>
                  <a:lnTo>
                    <a:pt x="6371" y="5494"/>
                  </a:lnTo>
                  <a:lnTo>
                    <a:pt x="6413" y="5439"/>
                  </a:lnTo>
                  <a:lnTo>
                    <a:pt x="6455" y="5383"/>
                  </a:lnTo>
                  <a:lnTo>
                    <a:pt x="6498" y="5328"/>
                  </a:lnTo>
                  <a:lnTo>
                    <a:pt x="6540" y="5273"/>
                  </a:lnTo>
                  <a:lnTo>
                    <a:pt x="6582" y="5217"/>
                  </a:lnTo>
                  <a:lnTo>
                    <a:pt x="6625" y="5162"/>
                  </a:lnTo>
                  <a:lnTo>
                    <a:pt x="6667" y="5106"/>
                  </a:lnTo>
                  <a:lnTo>
                    <a:pt x="6709" y="5051"/>
                  </a:lnTo>
                  <a:lnTo>
                    <a:pt x="6752" y="4995"/>
                  </a:lnTo>
                  <a:lnTo>
                    <a:pt x="6794" y="4940"/>
                  </a:lnTo>
                  <a:lnTo>
                    <a:pt x="6836" y="4885"/>
                  </a:lnTo>
                  <a:lnTo>
                    <a:pt x="6879" y="4829"/>
                  </a:lnTo>
                  <a:lnTo>
                    <a:pt x="6921" y="4774"/>
                  </a:lnTo>
                  <a:lnTo>
                    <a:pt x="6963" y="4718"/>
                  </a:lnTo>
                  <a:lnTo>
                    <a:pt x="7005" y="4663"/>
                  </a:lnTo>
                  <a:lnTo>
                    <a:pt x="7048" y="4607"/>
                  </a:lnTo>
                  <a:lnTo>
                    <a:pt x="7090" y="4552"/>
                  </a:lnTo>
                  <a:lnTo>
                    <a:pt x="7132" y="4496"/>
                  </a:lnTo>
                  <a:lnTo>
                    <a:pt x="7175" y="4441"/>
                  </a:lnTo>
                  <a:lnTo>
                    <a:pt x="7217" y="4385"/>
                  </a:lnTo>
                  <a:lnTo>
                    <a:pt x="7259" y="4330"/>
                  </a:lnTo>
                  <a:lnTo>
                    <a:pt x="7302" y="4275"/>
                  </a:lnTo>
                  <a:lnTo>
                    <a:pt x="7344" y="4219"/>
                  </a:lnTo>
                  <a:lnTo>
                    <a:pt x="7386" y="4164"/>
                  </a:lnTo>
                  <a:lnTo>
                    <a:pt x="7428" y="4108"/>
                  </a:lnTo>
                  <a:lnTo>
                    <a:pt x="7471" y="4053"/>
                  </a:lnTo>
                  <a:lnTo>
                    <a:pt x="7513" y="3997"/>
                  </a:lnTo>
                  <a:lnTo>
                    <a:pt x="7555" y="3942"/>
                  </a:lnTo>
                  <a:lnTo>
                    <a:pt x="7598" y="3886"/>
                  </a:lnTo>
                  <a:lnTo>
                    <a:pt x="7640" y="3831"/>
                  </a:lnTo>
                  <a:lnTo>
                    <a:pt x="7682" y="3775"/>
                  </a:lnTo>
                  <a:lnTo>
                    <a:pt x="7724" y="3720"/>
                  </a:lnTo>
                  <a:lnTo>
                    <a:pt x="7767" y="3664"/>
                  </a:lnTo>
                  <a:lnTo>
                    <a:pt x="7809" y="3609"/>
                  </a:lnTo>
                  <a:lnTo>
                    <a:pt x="7851" y="3553"/>
                  </a:lnTo>
                  <a:lnTo>
                    <a:pt x="7893" y="3498"/>
                  </a:lnTo>
                  <a:lnTo>
                    <a:pt x="7936" y="3442"/>
                  </a:lnTo>
                  <a:lnTo>
                    <a:pt x="7978" y="3387"/>
                  </a:lnTo>
                  <a:lnTo>
                    <a:pt x="8020" y="3331"/>
                  </a:lnTo>
                  <a:lnTo>
                    <a:pt x="8062" y="3276"/>
                  </a:lnTo>
                  <a:lnTo>
                    <a:pt x="8105" y="3220"/>
                  </a:lnTo>
                  <a:lnTo>
                    <a:pt x="8147" y="3165"/>
                  </a:lnTo>
                  <a:lnTo>
                    <a:pt x="8189" y="3109"/>
                  </a:lnTo>
                  <a:lnTo>
                    <a:pt x="8231" y="3054"/>
                  </a:lnTo>
                  <a:lnTo>
                    <a:pt x="8274" y="2998"/>
                  </a:lnTo>
                  <a:lnTo>
                    <a:pt x="8316" y="2943"/>
                  </a:lnTo>
                  <a:lnTo>
                    <a:pt x="8358" y="2887"/>
                  </a:lnTo>
                  <a:lnTo>
                    <a:pt x="8400" y="2832"/>
                  </a:lnTo>
                  <a:lnTo>
                    <a:pt x="8443" y="2776"/>
                  </a:lnTo>
                  <a:lnTo>
                    <a:pt x="8485" y="2721"/>
                  </a:lnTo>
                  <a:lnTo>
                    <a:pt x="8527" y="2665"/>
                  </a:lnTo>
                  <a:lnTo>
                    <a:pt x="8569" y="2610"/>
                  </a:lnTo>
                  <a:lnTo>
                    <a:pt x="8612" y="2554"/>
                  </a:lnTo>
                  <a:lnTo>
                    <a:pt x="8654" y="2499"/>
                  </a:lnTo>
                  <a:lnTo>
                    <a:pt x="8696" y="2443"/>
                  </a:lnTo>
                  <a:lnTo>
                    <a:pt x="8738" y="2388"/>
                  </a:lnTo>
                  <a:lnTo>
                    <a:pt x="8781" y="2332"/>
                  </a:lnTo>
                  <a:lnTo>
                    <a:pt x="8823" y="2277"/>
                  </a:lnTo>
                  <a:lnTo>
                    <a:pt x="8865" y="2221"/>
                  </a:lnTo>
                  <a:lnTo>
                    <a:pt x="8907" y="2166"/>
                  </a:lnTo>
                  <a:lnTo>
                    <a:pt x="8949" y="2110"/>
                  </a:lnTo>
                  <a:lnTo>
                    <a:pt x="8992" y="2055"/>
                  </a:lnTo>
                  <a:lnTo>
                    <a:pt x="9034" y="1999"/>
                  </a:lnTo>
                  <a:lnTo>
                    <a:pt x="9076" y="1944"/>
                  </a:lnTo>
                  <a:lnTo>
                    <a:pt x="9118" y="1888"/>
                  </a:lnTo>
                  <a:lnTo>
                    <a:pt x="9161" y="1833"/>
                  </a:lnTo>
                  <a:lnTo>
                    <a:pt x="9203" y="1777"/>
                  </a:lnTo>
                  <a:lnTo>
                    <a:pt x="9245" y="1722"/>
                  </a:lnTo>
                  <a:lnTo>
                    <a:pt x="9287" y="1666"/>
                  </a:lnTo>
                  <a:lnTo>
                    <a:pt x="9329" y="1611"/>
                  </a:lnTo>
                  <a:lnTo>
                    <a:pt x="9372" y="1555"/>
                  </a:lnTo>
                  <a:lnTo>
                    <a:pt x="9414" y="1500"/>
                  </a:lnTo>
                  <a:lnTo>
                    <a:pt x="9456" y="1444"/>
                  </a:lnTo>
                  <a:lnTo>
                    <a:pt x="9498" y="1388"/>
                  </a:lnTo>
                  <a:lnTo>
                    <a:pt x="9540" y="1333"/>
                  </a:lnTo>
                  <a:lnTo>
                    <a:pt x="9582" y="1277"/>
                  </a:lnTo>
                  <a:lnTo>
                    <a:pt x="9625" y="1222"/>
                  </a:lnTo>
                  <a:lnTo>
                    <a:pt x="9667" y="1166"/>
                  </a:lnTo>
                  <a:lnTo>
                    <a:pt x="9709" y="1111"/>
                  </a:lnTo>
                  <a:lnTo>
                    <a:pt x="9751" y="1055"/>
                  </a:lnTo>
                  <a:lnTo>
                    <a:pt x="9793" y="1000"/>
                  </a:lnTo>
                  <a:lnTo>
                    <a:pt x="9836" y="944"/>
                  </a:lnTo>
                  <a:lnTo>
                    <a:pt x="9878" y="889"/>
                  </a:lnTo>
                  <a:lnTo>
                    <a:pt x="9920" y="833"/>
                  </a:lnTo>
                  <a:lnTo>
                    <a:pt x="9962" y="777"/>
                  </a:lnTo>
                  <a:lnTo>
                    <a:pt x="10004" y="722"/>
                  </a:lnTo>
                  <a:lnTo>
                    <a:pt x="10046" y="666"/>
                  </a:lnTo>
                  <a:lnTo>
                    <a:pt x="10089" y="611"/>
                  </a:lnTo>
                  <a:lnTo>
                    <a:pt x="10131" y="555"/>
                  </a:lnTo>
                  <a:lnTo>
                    <a:pt x="10173" y="500"/>
                  </a:lnTo>
                  <a:lnTo>
                    <a:pt x="10215" y="444"/>
                  </a:lnTo>
                  <a:lnTo>
                    <a:pt x="10257" y="388"/>
                  </a:lnTo>
                  <a:lnTo>
                    <a:pt x="10299" y="333"/>
                  </a:lnTo>
                  <a:lnTo>
                    <a:pt x="10342" y="277"/>
                  </a:lnTo>
                  <a:lnTo>
                    <a:pt x="10384" y="222"/>
                  </a:lnTo>
                  <a:lnTo>
                    <a:pt x="10426" y="166"/>
                  </a:lnTo>
                  <a:lnTo>
                    <a:pt x="10468" y="111"/>
                  </a:lnTo>
                  <a:lnTo>
                    <a:pt x="10510" y="55"/>
                  </a:lnTo>
                  <a:lnTo>
                    <a:pt x="10552" y="0"/>
                  </a:lnTo>
                </a:path>
              </a:pathLst>
            </a:custGeom>
            <a:ln w="55244" cap="rnd">
              <a:solidFill>
                <a:srgbClr val="FF5CB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l7148"/>
            <p:cNvSpPr/>
            <p:nvPr/>
          </p:nvSpPr>
          <p:spPr>
            <a:xfrm>
              <a:off x="4609070" y="4817553"/>
              <a:ext cx="2476255" cy="645796"/>
            </a:xfrm>
            <a:custGeom>
              <a:avLst/>
              <a:pathLst>
                <a:path w="2476255" h="645796">
                  <a:moveTo>
                    <a:pt x="0" y="0"/>
                  </a:moveTo>
                  <a:lnTo>
                    <a:pt x="7423" y="7906"/>
                  </a:lnTo>
                  <a:lnTo>
                    <a:pt x="14889" y="15773"/>
                  </a:lnTo>
                  <a:lnTo>
                    <a:pt x="22397" y="23600"/>
                  </a:lnTo>
                  <a:lnTo>
                    <a:pt x="29946" y="31387"/>
                  </a:lnTo>
                  <a:lnTo>
                    <a:pt x="37537" y="39134"/>
                  </a:lnTo>
                  <a:lnTo>
                    <a:pt x="45169" y="46840"/>
                  </a:lnTo>
                  <a:lnTo>
                    <a:pt x="52842" y="54505"/>
                  </a:lnTo>
                  <a:lnTo>
                    <a:pt x="60556" y="62129"/>
                  </a:lnTo>
                  <a:lnTo>
                    <a:pt x="68310" y="69712"/>
                  </a:lnTo>
                  <a:lnTo>
                    <a:pt x="76105" y="77254"/>
                  </a:lnTo>
                  <a:lnTo>
                    <a:pt x="83939" y="84754"/>
                  </a:lnTo>
                  <a:lnTo>
                    <a:pt x="91814" y="92211"/>
                  </a:lnTo>
                  <a:lnTo>
                    <a:pt x="99728" y="99627"/>
                  </a:lnTo>
                  <a:lnTo>
                    <a:pt x="107682" y="107001"/>
                  </a:lnTo>
                  <a:lnTo>
                    <a:pt x="115675" y="114332"/>
                  </a:lnTo>
                  <a:lnTo>
                    <a:pt x="123706" y="121620"/>
                  </a:lnTo>
                  <a:lnTo>
                    <a:pt x="131777" y="128866"/>
                  </a:lnTo>
                  <a:lnTo>
                    <a:pt x="139886" y="136068"/>
                  </a:lnTo>
                  <a:lnTo>
                    <a:pt x="148033" y="143227"/>
                  </a:lnTo>
                  <a:lnTo>
                    <a:pt x="156219" y="150343"/>
                  </a:lnTo>
                  <a:lnTo>
                    <a:pt x="164442" y="157414"/>
                  </a:lnTo>
                  <a:lnTo>
                    <a:pt x="172703" y="164442"/>
                  </a:lnTo>
                  <a:lnTo>
                    <a:pt x="181001" y="171426"/>
                  </a:lnTo>
                  <a:lnTo>
                    <a:pt x="189336" y="178365"/>
                  </a:lnTo>
                  <a:lnTo>
                    <a:pt x="197708" y="185260"/>
                  </a:lnTo>
                  <a:lnTo>
                    <a:pt x="206117" y="192110"/>
                  </a:lnTo>
                  <a:lnTo>
                    <a:pt x="214562" y="198915"/>
                  </a:lnTo>
                  <a:lnTo>
                    <a:pt x="223043" y="205675"/>
                  </a:lnTo>
                  <a:lnTo>
                    <a:pt x="231561" y="212389"/>
                  </a:lnTo>
                  <a:lnTo>
                    <a:pt x="240113" y="219059"/>
                  </a:lnTo>
                  <a:lnTo>
                    <a:pt x="248702" y="225682"/>
                  </a:lnTo>
                  <a:lnTo>
                    <a:pt x="257325" y="232260"/>
                  </a:lnTo>
                  <a:lnTo>
                    <a:pt x="265984" y="238791"/>
                  </a:lnTo>
                  <a:lnTo>
                    <a:pt x="274677" y="245276"/>
                  </a:lnTo>
                  <a:lnTo>
                    <a:pt x="283405" y="251715"/>
                  </a:lnTo>
                  <a:lnTo>
                    <a:pt x="292166" y="258107"/>
                  </a:lnTo>
                  <a:lnTo>
                    <a:pt x="300962" y="264453"/>
                  </a:lnTo>
                  <a:lnTo>
                    <a:pt x="309792" y="270751"/>
                  </a:lnTo>
                  <a:lnTo>
                    <a:pt x="318655" y="277002"/>
                  </a:lnTo>
                  <a:lnTo>
                    <a:pt x="327551" y="283206"/>
                  </a:lnTo>
                  <a:lnTo>
                    <a:pt x="336480" y="289363"/>
                  </a:lnTo>
                  <a:lnTo>
                    <a:pt x="345442" y="295471"/>
                  </a:lnTo>
                  <a:lnTo>
                    <a:pt x="354436" y="301532"/>
                  </a:lnTo>
                  <a:lnTo>
                    <a:pt x="363462" y="307545"/>
                  </a:lnTo>
                  <a:lnTo>
                    <a:pt x="372521" y="313510"/>
                  </a:lnTo>
                  <a:lnTo>
                    <a:pt x="381611" y="319426"/>
                  </a:lnTo>
                  <a:lnTo>
                    <a:pt x="390732" y="325294"/>
                  </a:lnTo>
                  <a:lnTo>
                    <a:pt x="399885" y="331113"/>
                  </a:lnTo>
                  <a:lnTo>
                    <a:pt x="409068" y="336883"/>
                  </a:lnTo>
                  <a:lnTo>
                    <a:pt x="418282" y="342604"/>
                  </a:lnTo>
                  <a:lnTo>
                    <a:pt x="427527" y="348276"/>
                  </a:lnTo>
                  <a:lnTo>
                    <a:pt x="436801" y="353898"/>
                  </a:lnTo>
                  <a:lnTo>
                    <a:pt x="446106" y="359471"/>
                  </a:lnTo>
                  <a:lnTo>
                    <a:pt x="455440" y="364994"/>
                  </a:lnTo>
                  <a:lnTo>
                    <a:pt x="464803" y="370468"/>
                  </a:lnTo>
                  <a:lnTo>
                    <a:pt x="474195" y="375891"/>
                  </a:lnTo>
                  <a:lnTo>
                    <a:pt x="483616" y="381264"/>
                  </a:lnTo>
                  <a:lnTo>
                    <a:pt x="493066" y="386587"/>
                  </a:lnTo>
                  <a:lnTo>
                    <a:pt x="502544" y="391860"/>
                  </a:lnTo>
                  <a:lnTo>
                    <a:pt x="512050" y="397082"/>
                  </a:lnTo>
                  <a:lnTo>
                    <a:pt x="521583" y="402253"/>
                  </a:lnTo>
                  <a:lnTo>
                    <a:pt x="531144" y="407373"/>
                  </a:lnTo>
                  <a:lnTo>
                    <a:pt x="540732" y="412442"/>
                  </a:lnTo>
                  <a:lnTo>
                    <a:pt x="550347" y="417460"/>
                  </a:lnTo>
                  <a:lnTo>
                    <a:pt x="559989" y="422427"/>
                  </a:lnTo>
                  <a:lnTo>
                    <a:pt x="569657" y="427342"/>
                  </a:lnTo>
                  <a:lnTo>
                    <a:pt x="579351" y="432206"/>
                  </a:lnTo>
                  <a:lnTo>
                    <a:pt x="589071" y="437018"/>
                  </a:lnTo>
                  <a:lnTo>
                    <a:pt x="598816" y="441778"/>
                  </a:lnTo>
                  <a:lnTo>
                    <a:pt x="608587" y="446486"/>
                  </a:lnTo>
                  <a:lnTo>
                    <a:pt x="618383" y="451142"/>
                  </a:lnTo>
                  <a:lnTo>
                    <a:pt x="628203" y="455745"/>
                  </a:lnTo>
                  <a:lnTo>
                    <a:pt x="638048" y="460296"/>
                  </a:lnTo>
                  <a:lnTo>
                    <a:pt x="647916" y="464795"/>
                  </a:lnTo>
                  <a:lnTo>
                    <a:pt x="657809" y="469241"/>
                  </a:lnTo>
                  <a:lnTo>
                    <a:pt x="667725" y="473634"/>
                  </a:lnTo>
                  <a:lnTo>
                    <a:pt x="677665" y="477974"/>
                  </a:lnTo>
                  <a:lnTo>
                    <a:pt x="687627" y="482261"/>
                  </a:lnTo>
                  <a:lnTo>
                    <a:pt x="697612" y="486495"/>
                  </a:lnTo>
                  <a:lnTo>
                    <a:pt x="707620" y="490675"/>
                  </a:lnTo>
                  <a:lnTo>
                    <a:pt x="717650" y="494802"/>
                  </a:lnTo>
                  <a:lnTo>
                    <a:pt x="727701" y="498876"/>
                  </a:lnTo>
                  <a:lnTo>
                    <a:pt x="737774" y="502896"/>
                  </a:lnTo>
                  <a:lnTo>
                    <a:pt x="747869" y="506862"/>
                  </a:lnTo>
                  <a:lnTo>
                    <a:pt x="757984" y="510775"/>
                  </a:lnTo>
                  <a:lnTo>
                    <a:pt x="768121" y="514633"/>
                  </a:lnTo>
                  <a:lnTo>
                    <a:pt x="778277" y="518437"/>
                  </a:lnTo>
                  <a:lnTo>
                    <a:pt x="788454" y="522188"/>
                  </a:lnTo>
                  <a:lnTo>
                    <a:pt x="798651" y="525883"/>
                  </a:lnTo>
                  <a:lnTo>
                    <a:pt x="808867" y="529525"/>
                  </a:lnTo>
                  <a:lnTo>
                    <a:pt x="819102" y="533112"/>
                  </a:lnTo>
                  <a:lnTo>
                    <a:pt x="829357" y="536644"/>
                  </a:lnTo>
                  <a:lnTo>
                    <a:pt x="839630" y="540121"/>
                  </a:lnTo>
                  <a:lnTo>
                    <a:pt x="849921" y="543544"/>
                  </a:lnTo>
                  <a:lnTo>
                    <a:pt x="860231" y="546912"/>
                  </a:lnTo>
                  <a:lnTo>
                    <a:pt x="870558" y="550225"/>
                  </a:lnTo>
                  <a:lnTo>
                    <a:pt x="880903" y="553482"/>
                  </a:lnTo>
                  <a:lnTo>
                    <a:pt x="891265" y="556685"/>
                  </a:lnTo>
                  <a:lnTo>
                    <a:pt x="901644" y="559832"/>
                  </a:lnTo>
                  <a:lnTo>
                    <a:pt x="912040" y="562924"/>
                  </a:lnTo>
                  <a:lnTo>
                    <a:pt x="922452" y="565960"/>
                  </a:lnTo>
                  <a:lnTo>
                    <a:pt x="932880" y="568941"/>
                  </a:lnTo>
                  <a:lnTo>
                    <a:pt x="943324" y="571866"/>
                  </a:lnTo>
                  <a:lnTo>
                    <a:pt x="953783" y="574736"/>
                  </a:lnTo>
                  <a:lnTo>
                    <a:pt x="964258" y="577549"/>
                  </a:lnTo>
                  <a:lnTo>
                    <a:pt x="974747" y="580307"/>
                  </a:lnTo>
                  <a:lnTo>
                    <a:pt x="985251" y="583009"/>
                  </a:lnTo>
                  <a:lnTo>
                    <a:pt x="995769" y="585655"/>
                  </a:lnTo>
                  <a:lnTo>
                    <a:pt x="1006301" y="588244"/>
                  </a:lnTo>
                  <a:lnTo>
                    <a:pt x="1016847" y="590778"/>
                  </a:lnTo>
                  <a:lnTo>
                    <a:pt x="1027406" y="593255"/>
                  </a:lnTo>
                  <a:lnTo>
                    <a:pt x="1037978" y="595676"/>
                  </a:lnTo>
                  <a:lnTo>
                    <a:pt x="1048562" y="598040"/>
                  </a:lnTo>
                  <a:lnTo>
                    <a:pt x="1059160" y="600348"/>
                  </a:lnTo>
                  <a:lnTo>
                    <a:pt x="1069769" y="602600"/>
                  </a:lnTo>
                  <a:lnTo>
                    <a:pt x="1080391" y="604795"/>
                  </a:lnTo>
                  <a:lnTo>
                    <a:pt x="1091023" y="606933"/>
                  </a:lnTo>
                  <a:lnTo>
                    <a:pt x="1101668" y="609014"/>
                  </a:lnTo>
                  <a:lnTo>
                    <a:pt x="1112323" y="611039"/>
                  </a:lnTo>
                  <a:lnTo>
                    <a:pt x="1122988" y="613007"/>
                  </a:lnTo>
                  <a:lnTo>
                    <a:pt x="1133664" y="614918"/>
                  </a:lnTo>
                  <a:lnTo>
                    <a:pt x="1144350" y="616772"/>
                  </a:lnTo>
                  <a:lnTo>
                    <a:pt x="1155046" y="618569"/>
                  </a:lnTo>
                  <a:lnTo>
                    <a:pt x="1165751" y="620309"/>
                  </a:lnTo>
                  <a:lnTo>
                    <a:pt x="1176466" y="621992"/>
                  </a:lnTo>
                  <a:lnTo>
                    <a:pt x="1187189" y="623618"/>
                  </a:lnTo>
                  <a:lnTo>
                    <a:pt x="1197921" y="625186"/>
                  </a:lnTo>
                  <a:lnTo>
                    <a:pt x="1208661" y="626698"/>
                  </a:lnTo>
                  <a:lnTo>
                    <a:pt x="1219408" y="628152"/>
                  </a:lnTo>
                  <a:lnTo>
                    <a:pt x="1230164" y="629549"/>
                  </a:lnTo>
                  <a:lnTo>
                    <a:pt x="1240927" y="630888"/>
                  </a:lnTo>
                  <a:lnTo>
                    <a:pt x="1251696" y="632170"/>
                  </a:lnTo>
                  <a:lnTo>
                    <a:pt x="1262473" y="633395"/>
                  </a:lnTo>
                  <a:lnTo>
                    <a:pt x="1273255" y="634562"/>
                  </a:lnTo>
                  <a:lnTo>
                    <a:pt x="1284044" y="635671"/>
                  </a:lnTo>
                  <a:lnTo>
                    <a:pt x="1294839" y="636723"/>
                  </a:lnTo>
                  <a:lnTo>
                    <a:pt x="1305639" y="637718"/>
                  </a:lnTo>
                  <a:lnTo>
                    <a:pt x="1316444" y="638655"/>
                  </a:lnTo>
                  <a:lnTo>
                    <a:pt x="1327254" y="639534"/>
                  </a:lnTo>
                  <a:lnTo>
                    <a:pt x="1338069" y="640356"/>
                  </a:lnTo>
                  <a:lnTo>
                    <a:pt x="1348887" y="641120"/>
                  </a:lnTo>
                  <a:lnTo>
                    <a:pt x="1359710" y="641826"/>
                  </a:lnTo>
                  <a:lnTo>
                    <a:pt x="1370536" y="642474"/>
                  </a:lnTo>
                  <a:lnTo>
                    <a:pt x="1381366" y="643065"/>
                  </a:lnTo>
                  <a:lnTo>
                    <a:pt x="1392199" y="643598"/>
                  </a:lnTo>
                  <a:lnTo>
                    <a:pt x="1403034" y="644074"/>
                  </a:lnTo>
                  <a:lnTo>
                    <a:pt x="1413872" y="644491"/>
                  </a:lnTo>
                  <a:lnTo>
                    <a:pt x="1424711" y="644851"/>
                  </a:lnTo>
                  <a:lnTo>
                    <a:pt x="1435553" y="645153"/>
                  </a:lnTo>
                  <a:lnTo>
                    <a:pt x="1446396" y="645397"/>
                  </a:lnTo>
                  <a:lnTo>
                    <a:pt x="1457240" y="645584"/>
                  </a:lnTo>
                  <a:lnTo>
                    <a:pt x="1468085" y="645712"/>
                  </a:lnTo>
                  <a:lnTo>
                    <a:pt x="1478930" y="645783"/>
                  </a:lnTo>
                  <a:lnTo>
                    <a:pt x="1489776" y="645796"/>
                  </a:lnTo>
                  <a:lnTo>
                    <a:pt x="1500622" y="645751"/>
                  </a:lnTo>
                  <a:lnTo>
                    <a:pt x="1511467" y="645648"/>
                  </a:lnTo>
                  <a:lnTo>
                    <a:pt x="1522312" y="645488"/>
                  </a:lnTo>
                  <a:lnTo>
                    <a:pt x="1533155" y="645269"/>
                  </a:lnTo>
                  <a:lnTo>
                    <a:pt x="1543997" y="644993"/>
                  </a:lnTo>
                  <a:lnTo>
                    <a:pt x="1554838" y="644659"/>
                  </a:lnTo>
                  <a:lnTo>
                    <a:pt x="1565677" y="644268"/>
                  </a:lnTo>
                  <a:lnTo>
                    <a:pt x="1576513" y="643818"/>
                  </a:lnTo>
                  <a:lnTo>
                    <a:pt x="1587347" y="643311"/>
                  </a:lnTo>
                  <a:lnTo>
                    <a:pt x="1598178" y="642746"/>
                  </a:lnTo>
                  <a:lnTo>
                    <a:pt x="1609006" y="642123"/>
                  </a:lnTo>
                  <a:lnTo>
                    <a:pt x="1619830" y="641442"/>
                  </a:lnTo>
                  <a:lnTo>
                    <a:pt x="1630651" y="640704"/>
                  </a:lnTo>
                  <a:lnTo>
                    <a:pt x="1641467" y="639908"/>
                  </a:lnTo>
                  <a:lnTo>
                    <a:pt x="1652279" y="639055"/>
                  </a:lnTo>
                  <a:lnTo>
                    <a:pt x="1663087" y="638144"/>
                  </a:lnTo>
                  <a:lnTo>
                    <a:pt x="1673889" y="637175"/>
                  </a:lnTo>
                  <a:lnTo>
                    <a:pt x="1684686" y="636149"/>
                  </a:lnTo>
                  <a:lnTo>
                    <a:pt x="1695477" y="635065"/>
                  </a:lnTo>
                  <a:lnTo>
                    <a:pt x="1706263" y="633923"/>
                  </a:lnTo>
                  <a:lnTo>
                    <a:pt x="1717042" y="632724"/>
                  </a:lnTo>
                  <a:lnTo>
                    <a:pt x="1727815" y="631468"/>
                  </a:lnTo>
                  <a:lnTo>
                    <a:pt x="1738581" y="630154"/>
                  </a:lnTo>
                  <a:lnTo>
                    <a:pt x="1749339" y="628783"/>
                  </a:lnTo>
                  <a:lnTo>
                    <a:pt x="1760091" y="627355"/>
                  </a:lnTo>
                  <a:lnTo>
                    <a:pt x="1770834" y="625869"/>
                  </a:lnTo>
                  <a:lnTo>
                    <a:pt x="1781570" y="624326"/>
                  </a:lnTo>
                  <a:lnTo>
                    <a:pt x="1792297" y="622726"/>
                  </a:lnTo>
                  <a:lnTo>
                    <a:pt x="1803015" y="621068"/>
                  </a:lnTo>
                  <a:lnTo>
                    <a:pt x="1813724" y="619354"/>
                  </a:lnTo>
                  <a:lnTo>
                    <a:pt x="1824424" y="617582"/>
                  </a:lnTo>
                  <a:lnTo>
                    <a:pt x="1835115" y="615754"/>
                  </a:lnTo>
                  <a:lnTo>
                    <a:pt x="1845795" y="613868"/>
                  </a:lnTo>
                  <a:lnTo>
                    <a:pt x="1856466" y="611926"/>
                  </a:lnTo>
                  <a:lnTo>
                    <a:pt x="1867126" y="609926"/>
                  </a:lnTo>
                  <a:lnTo>
                    <a:pt x="1877775" y="607870"/>
                  </a:lnTo>
                  <a:lnTo>
                    <a:pt x="1888413" y="605757"/>
                  </a:lnTo>
                  <a:lnTo>
                    <a:pt x="1899039" y="603588"/>
                  </a:lnTo>
                  <a:lnTo>
                    <a:pt x="1909654" y="601361"/>
                  </a:lnTo>
                  <a:lnTo>
                    <a:pt x="1920257" y="599079"/>
                  </a:lnTo>
                  <a:lnTo>
                    <a:pt x="1930847" y="596739"/>
                  </a:lnTo>
                  <a:lnTo>
                    <a:pt x="1941425" y="594344"/>
                  </a:lnTo>
                  <a:lnTo>
                    <a:pt x="1951990" y="591892"/>
                  </a:lnTo>
                  <a:lnTo>
                    <a:pt x="1962541" y="589383"/>
                  </a:lnTo>
                  <a:lnTo>
                    <a:pt x="1973080" y="586819"/>
                  </a:lnTo>
                  <a:lnTo>
                    <a:pt x="1983604" y="584198"/>
                  </a:lnTo>
                  <a:lnTo>
                    <a:pt x="1994114" y="581521"/>
                  </a:lnTo>
                  <a:lnTo>
                    <a:pt x="2004610" y="578789"/>
                  </a:lnTo>
                  <a:lnTo>
                    <a:pt x="2015091" y="576000"/>
                  </a:lnTo>
                  <a:lnTo>
                    <a:pt x="2025557" y="573156"/>
                  </a:lnTo>
                  <a:lnTo>
                    <a:pt x="2036008" y="570255"/>
                  </a:lnTo>
                  <a:lnTo>
                    <a:pt x="2046443" y="567299"/>
                  </a:lnTo>
                  <a:lnTo>
                    <a:pt x="2056862" y="564288"/>
                  </a:lnTo>
                  <a:lnTo>
                    <a:pt x="2067265" y="561221"/>
                  </a:lnTo>
                  <a:lnTo>
                    <a:pt x="2077652" y="558098"/>
                  </a:lnTo>
                  <a:lnTo>
                    <a:pt x="2088022" y="554921"/>
                  </a:lnTo>
                  <a:lnTo>
                    <a:pt x="2098374" y="551688"/>
                  </a:lnTo>
                  <a:lnTo>
                    <a:pt x="2108710" y="548399"/>
                  </a:lnTo>
                  <a:lnTo>
                    <a:pt x="2119027" y="545056"/>
                  </a:lnTo>
                  <a:lnTo>
                    <a:pt x="2129327" y="541658"/>
                  </a:lnTo>
                  <a:lnTo>
                    <a:pt x="2139608" y="538205"/>
                  </a:lnTo>
                  <a:lnTo>
                    <a:pt x="2149871" y="534697"/>
                  </a:lnTo>
                  <a:lnTo>
                    <a:pt x="2160115" y="531135"/>
                  </a:lnTo>
                  <a:lnTo>
                    <a:pt x="2170340" y="527518"/>
                  </a:lnTo>
                  <a:lnTo>
                    <a:pt x="2180545" y="523846"/>
                  </a:lnTo>
                  <a:lnTo>
                    <a:pt x="2190731" y="520120"/>
                  </a:lnTo>
                  <a:lnTo>
                    <a:pt x="2200896" y="516340"/>
                  </a:lnTo>
                  <a:lnTo>
                    <a:pt x="2211042" y="512506"/>
                  </a:lnTo>
                  <a:lnTo>
                    <a:pt x="2221167" y="508618"/>
                  </a:lnTo>
                  <a:lnTo>
                    <a:pt x="2231270" y="504675"/>
                  </a:lnTo>
                  <a:lnTo>
                    <a:pt x="2241353" y="500679"/>
                  </a:lnTo>
                  <a:lnTo>
                    <a:pt x="2251414" y="496630"/>
                  </a:lnTo>
                  <a:lnTo>
                    <a:pt x="2261454" y="492527"/>
                  </a:lnTo>
                  <a:lnTo>
                    <a:pt x="2271472" y="488370"/>
                  </a:lnTo>
                  <a:lnTo>
                    <a:pt x="2281467" y="484160"/>
                  </a:lnTo>
                  <a:lnTo>
                    <a:pt x="2291439" y="479896"/>
                  </a:lnTo>
                  <a:lnTo>
                    <a:pt x="2301389" y="475580"/>
                  </a:lnTo>
                  <a:lnTo>
                    <a:pt x="2311316" y="471210"/>
                  </a:lnTo>
                  <a:lnTo>
                    <a:pt x="2321219" y="466788"/>
                  </a:lnTo>
                  <a:lnTo>
                    <a:pt x="2331099" y="462313"/>
                  </a:lnTo>
                  <a:lnTo>
                    <a:pt x="2340954" y="457786"/>
                  </a:lnTo>
                  <a:lnTo>
                    <a:pt x="2350785" y="453206"/>
                  </a:lnTo>
                  <a:lnTo>
                    <a:pt x="2360592" y="448573"/>
                  </a:lnTo>
                  <a:lnTo>
                    <a:pt x="2370374" y="443888"/>
                  </a:lnTo>
                  <a:lnTo>
                    <a:pt x="2380130" y="439152"/>
                  </a:lnTo>
                  <a:lnTo>
                    <a:pt x="2389862" y="434363"/>
                  </a:lnTo>
                  <a:lnTo>
                    <a:pt x="2399567" y="429522"/>
                  </a:lnTo>
                  <a:lnTo>
                    <a:pt x="2409247" y="424630"/>
                  </a:lnTo>
                  <a:lnTo>
                    <a:pt x="2418901" y="419687"/>
                  </a:lnTo>
                  <a:lnTo>
                    <a:pt x="2428528" y="414692"/>
                  </a:lnTo>
                  <a:lnTo>
                    <a:pt x="2438128" y="409645"/>
                  </a:lnTo>
                  <a:lnTo>
                    <a:pt x="2447701" y="404548"/>
                  </a:lnTo>
                  <a:lnTo>
                    <a:pt x="2457247" y="399399"/>
                  </a:lnTo>
                  <a:lnTo>
                    <a:pt x="2466765" y="394200"/>
                  </a:lnTo>
                  <a:lnTo>
                    <a:pt x="2476255" y="388950"/>
                  </a:lnTo>
                </a:path>
              </a:pathLst>
            </a:custGeom>
            <a:ln w="55244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l7149"/>
            <p:cNvSpPr/>
            <p:nvPr/>
          </p:nvSpPr>
          <p:spPr>
            <a:xfrm>
              <a:off x="7047167" y="5184982"/>
              <a:ext cx="75866" cy="42232"/>
            </a:xfrm>
            <a:custGeom>
              <a:avLst/>
              <a:pathLst>
                <a:path w="75866" h="42232">
                  <a:moveTo>
                    <a:pt x="0" y="42232"/>
                  </a:moveTo>
                  <a:lnTo>
                    <a:pt x="308" y="42069"/>
                  </a:lnTo>
                  <a:lnTo>
                    <a:pt x="616" y="41906"/>
                  </a:lnTo>
                  <a:lnTo>
                    <a:pt x="924" y="41742"/>
                  </a:lnTo>
                  <a:lnTo>
                    <a:pt x="1232" y="41579"/>
                  </a:lnTo>
                  <a:lnTo>
                    <a:pt x="1540" y="41416"/>
                  </a:lnTo>
                  <a:lnTo>
                    <a:pt x="1849" y="41252"/>
                  </a:lnTo>
                  <a:lnTo>
                    <a:pt x="2157" y="41089"/>
                  </a:lnTo>
                  <a:lnTo>
                    <a:pt x="2465" y="40926"/>
                  </a:lnTo>
                  <a:lnTo>
                    <a:pt x="2773" y="40762"/>
                  </a:lnTo>
                  <a:lnTo>
                    <a:pt x="3081" y="40598"/>
                  </a:lnTo>
                  <a:lnTo>
                    <a:pt x="3389" y="40435"/>
                  </a:lnTo>
                  <a:lnTo>
                    <a:pt x="3697" y="40271"/>
                  </a:lnTo>
                  <a:lnTo>
                    <a:pt x="4004" y="40107"/>
                  </a:lnTo>
                  <a:lnTo>
                    <a:pt x="4312" y="39944"/>
                  </a:lnTo>
                  <a:lnTo>
                    <a:pt x="4620" y="39780"/>
                  </a:lnTo>
                  <a:lnTo>
                    <a:pt x="4928" y="39616"/>
                  </a:lnTo>
                  <a:lnTo>
                    <a:pt x="5236" y="39452"/>
                  </a:lnTo>
                  <a:lnTo>
                    <a:pt x="5544" y="39288"/>
                  </a:lnTo>
                  <a:lnTo>
                    <a:pt x="5851" y="39124"/>
                  </a:lnTo>
                  <a:lnTo>
                    <a:pt x="6159" y="38960"/>
                  </a:lnTo>
                  <a:lnTo>
                    <a:pt x="6467" y="38796"/>
                  </a:lnTo>
                  <a:lnTo>
                    <a:pt x="6774" y="38631"/>
                  </a:lnTo>
                  <a:lnTo>
                    <a:pt x="7082" y="38467"/>
                  </a:lnTo>
                  <a:lnTo>
                    <a:pt x="7390" y="38303"/>
                  </a:lnTo>
                  <a:lnTo>
                    <a:pt x="7697" y="38138"/>
                  </a:lnTo>
                  <a:lnTo>
                    <a:pt x="8005" y="37974"/>
                  </a:lnTo>
                  <a:lnTo>
                    <a:pt x="8312" y="37809"/>
                  </a:lnTo>
                  <a:lnTo>
                    <a:pt x="8620" y="37645"/>
                  </a:lnTo>
                  <a:lnTo>
                    <a:pt x="8927" y="37480"/>
                  </a:lnTo>
                  <a:lnTo>
                    <a:pt x="9235" y="37316"/>
                  </a:lnTo>
                  <a:lnTo>
                    <a:pt x="9542" y="37151"/>
                  </a:lnTo>
                  <a:lnTo>
                    <a:pt x="9849" y="36986"/>
                  </a:lnTo>
                  <a:lnTo>
                    <a:pt x="10157" y="36822"/>
                  </a:lnTo>
                  <a:lnTo>
                    <a:pt x="10464" y="36657"/>
                  </a:lnTo>
                  <a:lnTo>
                    <a:pt x="10771" y="36492"/>
                  </a:lnTo>
                  <a:lnTo>
                    <a:pt x="11079" y="36327"/>
                  </a:lnTo>
                  <a:lnTo>
                    <a:pt x="11386" y="36162"/>
                  </a:lnTo>
                  <a:lnTo>
                    <a:pt x="11693" y="35997"/>
                  </a:lnTo>
                  <a:lnTo>
                    <a:pt x="12000" y="35832"/>
                  </a:lnTo>
                  <a:lnTo>
                    <a:pt x="12307" y="35666"/>
                  </a:lnTo>
                  <a:lnTo>
                    <a:pt x="12614" y="35501"/>
                  </a:lnTo>
                  <a:lnTo>
                    <a:pt x="12922" y="35336"/>
                  </a:lnTo>
                  <a:lnTo>
                    <a:pt x="13229" y="35171"/>
                  </a:lnTo>
                  <a:lnTo>
                    <a:pt x="13536" y="35005"/>
                  </a:lnTo>
                  <a:lnTo>
                    <a:pt x="13843" y="34840"/>
                  </a:lnTo>
                  <a:lnTo>
                    <a:pt x="14150" y="34674"/>
                  </a:lnTo>
                  <a:lnTo>
                    <a:pt x="14457" y="34509"/>
                  </a:lnTo>
                  <a:lnTo>
                    <a:pt x="14764" y="34343"/>
                  </a:lnTo>
                  <a:lnTo>
                    <a:pt x="15070" y="34178"/>
                  </a:lnTo>
                  <a:lnTo>
                    <a:pt x="15377" y="34012"/>
                  </a:lnTo>
                  <a:lnTo>
                    <a:pt x="15684" y="33846"/>
                  </a:lnTo>
                  <a:lnTo>
                    <a:pt x="15991" y="33680"/>
                  </a:lnTo>
                  <a:lnTo>
                    <a:pt x="16298" y="33515"/>
                  </a:lnTo>
                  <a:lnTo>
                    <a:pt x="16604" y="33349"/>
                  </a:lnTo>
                  <a:lnTo>
                    <a:pt x="16911" y="33183"/>
                  </a:lnTo>
                  <a:lnTo>
                    <a:pt x="17218" y="33017"/>
                  </a:lnTo>
                  <a:lnTo>
                    <a:pt x="17525" y="32851"/>
                  </a:lnTo>
                  <a:lnTo>
                    <a:pt x="17831" y="32685"/>
                  </a:lnTo>
                  <a:lnTo>
                    <a:pt x="18138" y="32518"/>
                  </a:lnTo>
                  <a:lnTo>
                    <a:pt x="18444" y="32352"/>
                  </a:lnTo>
                  <a:lnTo>
                    <a:pt x="18751" y="32186"/>
                  </a:lnTo>
                  <a:lnTo>
                    <a:pt x="19057" y="32020"/>
                  </a:lnTo>
                  <a:lnTo>
                    <a:pt x="19364" y="31853"/>
                  </a:lnTo>
                  <a:lnTo>
                    <a:pt x="19670" y="31687"/>
                  </a:lnTo>
                  <a:lnTo>
                    <a:pt x="19977" y="31520"/>
                  </a:lnTo>
                  <a:lnTo>
                    <a:pt x="20283" y="31354"/>
                  </a:lnTo>
                  <a:lnTo>
                    <a:pt x="20590" y="31187"/>
                  </a:lnTo>
                  <a:lnTo>
                    <a:pt x="20896" y="31021"/>
                  </a:lnTo>
                  <a:lnTo>
                    <a:pt x="21202" y="30854"/>
                  </a:lnTo>
                  <a:lnTo>
                    <a:pt x="21509" y="30687"/>
                  </a:lnTo>
                  <a:lnTo>
                    <a:pt x="21815" y="30520"/>
                  </a:lnTo>
                  <a:lnTo>
                    <a:pt x="22121" y="30353"/>
                  </a:lnTo>
                  <a:lnTo>
                    <a:pt x="22427" y="30187"/>
                  </a:lnTo>
                  <a:lnTo>
                    <a:pt x="22733" y="30020"/>
                  </a:lnTo>
                  <a:lnTo>
                    <a:pt x="23040" y="29853"/>
                  </a:lnTo>
                  <a:lnTo>
                    <a:pt x="23346" y="29686"/>
                  </a:lnTo>
                  <a:lnTo>
                    <a:pt x="23652" y="29518"/>
                  </a:lnTo>
                  <a:lnTo>
                    <a:pt x="23958" y="29351"/>
                  </a:lnTo>
                  <a:lnTo>
                    <a:pt x="24264" y="29184"/>
                  </a:lnTo>
                  <a:lnTo>
                    <a:pt x="24570" y="29017"/>
                  </a:lnTo>
                  <a:lnTo>
                    <a:pt x="24876" y="28850"/>
                  </a:lnTo>
                  <a:lnTo>
                    <a:pt x="25182" y="28682"/>
                  </a:lnTo>
                  <a:lnTo>
                    <a:pt x="25488" y="28515"/>
                  </a:lnTo>
                  <a:lnTo>
                    <a:pt x="25794" y="28347"/>
                  </a:lnTo>
                  <a:lnTo>
                    <a:pt x="26100" y="28180"/>
                  </a:lnTo>
                  <a:lnTo>
                    <a:pt x="26405" y="28012"/>
                  </a:lnTo>
                  <a:lnTo>
                    <a:pt x="26711" y="27844"/>
                  </a:lnTo>
                  <a:lnTo>
                    <a:pt x="27017" y="27677"/>
                  </a:lnTo>
                  <a:lnTo>
                    <a:pt x="27323" y="27509"/>
                  </a:lnTo>
                  <a:lnTo>
                    <a:pt x="27628" y="27341"/>
                  </a:lnTo>
                  <a:lnTo>
                    <a:pt x="27934" y="27173"/>
                  </a:lnTo>
                  <a:lnTo>
                    <a:pt x="28240" y="27006"/>
                  </a:lnTo>
                  <a:lnTo>
                    <a:pt x="28545" y="26838"/>
                  </a:lnTo>
                  <a:lnTo>
                    <a:pt x="28851" y="26670"/>
                  </a:lnTo>
                  <a:lnTo>
                    <a:pt x="29157" y="26502"/>
                  </a:lnTo>
                  <a:lnTo>
                    <a:pt x="29462" y="26333"/>
                  </a:lnTo>
                  <a:lnTo>
                    <a:pt x="29768" y="26165"/>
                  </a:lnTo>
                  <a:lnTo>
                    <a:pt x="30073" y="25997"/>
                  </a:lnTo>
                  <a:lnTo>
                    <a:pt x="30379" y="25829"/>
                  </a:lnTo>
                  <a:lnTo>
                    <a:pt x="30684" y="25661"/>
                  </a:lnTo>
                  <a:lnTo>
                    <a:pt x="30989" y="25492"/>
                  </a:lnTo>
                  <a:lnTo>
                    <a:pt x="31295" y="25324"/>
                  </a:lnTo>
                  <a:lnTo>
                    <a:pt x="31600" y="25155"/>
                  </a:lnTo>
                  <a:lnTo>
                    <a:pt x="31905" y="24987"/>
                  </a:lnTo>
                  <a:lnTo>
                    <a:pt x="32211" y="24818"/>
                  </a:lnTo>
                  <a:lnTo>
                    <a:pt x="32516" y="24650"/>
                  </a:lnTo>
                  <a:lnTo>
                    <a:pt x="32821" y="24481"/>
                  </a:lnTo>
                  <a:lnTo>
                    <a:pt x="33126" y="24312"/>
                  </a:lnTo>
                  <a:lnTo>
                    <a:pt x="33432" y="24143"/>
                  </a:lnTo>
                  <a:lnTo>
                    <a:pt x="33737" y="23974"/>
                  </a:lnTo>
                  <a:lnTo>
                    <a:pt x="34042" y="23806"/>
                  </a:lnTo>
                  <a:lnTo>
                    <a:pt x="34347" y="23637"/>
                  </a:lnTo>
                  <a:lnTo>
                    <a:pt x="34652" y="23468"/>
                  </a:lnTo>
                  <a:lnTo>
                    <a:pt x="34957" y="23299"/>
                  </a:lnTo>
                  <a:lnTo>
                    <a:pt x="35262" y="23130"/>
                  </a:lnTo>
                  <a:lnTo>
                    <a:pt x="35567" y="22960"/>
                  </a:lnTo>
                  <a:lnTo>
                    <a:pt x="35872" y="22791"/>
                  </a:lnTo>
                  <a:lnTo>
                    <a:pt x="36177" y="22622"/>
                  </a:lnTo>
                  <a:lnTo>
                    <a:pt x="36482" y="22453"/>
                  </a:lnTo>
                  <a:lnTo>
                    <a:pt x="36787" y="22283"/>
                  </a:lnTo>
                  <a:lnTo>
                    <a:pt x="37091" y="22114"/>
                  </a:lnTo>
                  <a:lnTo>
                    <a:pt x="37396" y="21944"/>
                  </a:lnTo>
                  <a:lnTo>
                    <a:pt x="37701" y="21775"/>
                  </a:lnTo>
                  <a:lnTo>
                    <a:pt x="38006" y="21605"/>
                  </a:lnTo>
                  <a:lnTo>
                    <a:pt x="38310" y="21436"/>
                  </a:lnTo>
                  <a:lnTo>
                    <a:pt x="38615" y="21266"/>
                  </a:lnTo>
                  <a:lnTo>
                    <a:pt x="38920" y="21096"/>
                  </a:lnTo>
                  <a:lnTo>
                    <a:pt x="39224" y="20926"/>
                  </a:lnTo>
                  <a:lnTo>
                    <a:pt x="39529" y="20757"/>
                  </a:lnTo>
                  <a:lnTo>
                    <a:pt x="39834" y="20587"/>
                  </a:lnTo>
                  <a:lnTo>
                    <a:pt x="40138" y="20417"/>
                  </a:lnTo>
                  <a:lnTo>
                    <a:pt x="40443" y="20247"/>
                  </a:lnTo>
                  <a:lnTo>
                    <a:pt x="40747" y="20077"/>
                  </a:lnTo>
                  <a:lnTo>
                    <a:pt x="41051" y="19907"/>
                  </a:lnTo>
                  <a:lnTo>
                    <a:pt x="41356" y="19737"/>
                  </a:lnTo>
                  <a:lnTo>
                    <a:pt x="41660" y="19566"/>
                  </a:lnTo>
                  <a:lnTo>
                    <a:pt x="41965" y="19396"/>
                  </a:lnTo>
                  <a:lnTo>
                    <a:pt x="42269" y="19226"/>
                  </a:lnTo>
                  <a:lnTo>
                    <a:pt x="42573" y="19056"/>
                  </a:lnTo>
                  <a:lnTo>
                    <a:pt x="42878" y="18885"/>
                  </a:lnTo>
                  <a:lnTo>
                    <a:pt x="43182" y="18715"/>
                  </a:lnTo>
                  <a:lnTo>
                    <a:pt x="43486" y="18544"/>
                  </a:lnTo>
                  <a:lnTo>
                    <a:pt x="43790" y="18374"/>
                  </a:lnTo>
                  <a:lnTo>
                    <a:pt x="44094" y="18203"/>
                  </a:lnTo>
                  <a:lnTo>
                    <a:pt x="44398" y="18032"/>
                  </a:lnTo>
                  <a:lnTo>
                    <a:pt x="44703" y="17862"/>
                  </a:lnTo>
                  <a:lnTo>
                    <a:pt x="45007" y="17691"/>
                  </a:lnTo>
                  <a:lnTo>
                    <a:pt x="45311" y="17520"/>
                  </a:lnTo>
                  <a:lnTo>
                    <a:pt x="45615" y="17349"/>
                  </a:lnTo>
                  <a:lnTo>
                    <a:pt x="45919" y="17178"/>
                  </a:lnTo>
                  <a:lnTo>
                    <a:pt x="46223" y="17007"/>
                  </a:lnTo>
                  <a:lnTo>
                    <a:pt x="46526" y="16836"/>
                  </a:lnTo>
                  <a:lnTo>
                    <a:pt x="46830" y="16665"/>
                  </a:lnTo>
                  <a:lnTo>
                    <a:pt x="47134" y="16494"/>
                  </a:lnTo>
                  <a:lnTo>
                    <a:pt x="47438" y="16323"/>
                  </a:lnTo>
                  <a:lnTo>
                    <a:pt x="47742" y="16152"/>
                  </a:lnTo>
                  <a:lnTo>
                    <a:pt x="48046" y="15980"/>
                  </a:lnTo>
                  <a:lnTo>
                    <a:pt x="48349" y="15809"/>
                  </a:lnTo>
                  <a:lnTo>
                    <a:pt x="48653" y="15638"/>
                  </a:lnTo>
                  <a:lnTo>
                    <a:pt x="48957" y="15466"/>
                  </a:lnTo>
                  <a:lnTo>
                    <a:pt x="49260" y="15295"/>
                  </a:lnTo>
                  <a:lnTo>
                    <a:pt x="49564" y="15123"/>
                  </a:lnTo>
                  <a:lnTo>
                    <a:pt x="49868" y="14951"/>
                  </a:lnTo>
                  <a:lnTo>
                    <a:pt x="50171" y="14780"/>
                  </a:lnTo>
                  <a:lnTo>
                    <a:pt x="50475" y="14608"/>
                  </a:lnTo>
                  <a:lnTo>
                    <a:pt x="50778" y="14436"/>
                  </a:lnTo>
                  <a:lnTo>
                    <a:pt x="51082" y="14264"/>
                  </a:lnTo>
                  <a:lnTo>
                    <a:pt x="51385" y="14093"/>
                  </a:lnTo>
                  <a:lnTo>
                    <a:pt x="51689" y="13921"/>
                  </a:lnTo>
                  <a:lnTo>
                    <a:pt x="51992" y="13749"/>
                  </a:lnTo>
                  <a:lnTo>
                    <a:pt x="52295" y="13577"/>
                  </a:lnTo>
                  <a:lnTo>
                    <a:pt x="52599" y="13405"/>
                  </a:lnTo>
                  <a:lnTo>
                    <a:pt x="52902" y="13233"/>
                  </a:lnTo>
                  <a:lnTo>
                    <a:pt x="53205" y="13060"/>
                  </a:lnTo>
                  <a:lnTo>
                    <a:pt x="53509" y="12888"/>
                  </a:lnTo>
                  <a:lnTo>
                    <a:pt x="53812" y="12716"/>
                  </a:lnTo>
                  <a:lnTo>
                    <a:pt x="54115" y="12544"/>
                  </a:lnTo>
                  <a:lnTo>
                    <a:pt x="54418" y="12371"/>
                  </a:lnTo>
                  <a:lnTo>
                    <a:pt x="54721" y="12199"/>
                  </a:lnTo>
                  <a:lnTo>
                    <a:pt x="55024" y="12026"/>
                  </a:lnTo>
                  <a:lnTo>
                    <a:pt x="55327" y="11854"/>
                  </a:lnTo>
                  <a:lnTo>
                    <a:pt x="55630" y="11681"/>
                  </a:lnTo>
                  <a:lnTo>
                    <a:pt x="55933" y="11508"/>
                  </a:lnTo>
                  <a:lnTo>
                    <a:pt x="56236" y="11336"/>
                  </a:lnTo>
                  <a:lnTo>
                    <a:pt x="56539" y="11163"/>
                  </a:lnTo>
                  <a:lnTo>
                    <a:pt x="56842" y="10990"/>
                  </a:lnTo>
                  <a:lnTo>
                    <a:pt x="57145" y="10817"/>
                  </a:lnTo>
                  <a:lnTo>
                    <a:pt x="57448" y="10644"/>
                  </a:lnTo>
                  <a:lnTo>
                    <a:pt x="57751" y="10472"/>
                  </a:lnTo>
                  <a:lnTo>
                    <a:pt x="58054" y="10299"/>
                  </a:lnTo>
                  <a:lnTo>
                    <a:pt x="58356" y="10125"/>
                  </a:lnTo>
                  <a:lnTo>
                    <a:pt x="58659" y="9952"/>
                  </a:lnTo>
                  <a:lnTo>
                    <a:pt x="58962" y="9779"/>
                  </a:lnTo>
                  <a:lnTo>
                    <a:pt x="59265" y="9606"/>
                  </a:lnTo>
                  <a:lnTo>
                    <a:pt x="59567" y="9433"/>
                  </a:lnTo>
                  <a:lnTo>
                    <a:pt x="59870" y="9259"/>
                  </a:lnTo>
                  <a:lnTo>
                    <a:pt x="60172" y="9086"/>
                  </a:lnTo>
                  <a:lnTo>
                    <a:pt x="60475" y="8913"/>
                  </a:lnTo>
                  <a:lnTo>
                    <a:pt x="60777" y="8739"/>
                  </a:lnTo>
                  <a:lnTo>
                    <a:pt x="61080" y="8566"/>
                  </a:lnTo>
                  <a:lnTo>
                    <a:pt x="61382" y="8392"/>
                  </a:lnTo>
                  <a:lnTo>
                    <a:pt x="61685" y="8218"/>
                  </a:lnTo>
                  <a:lnTo>
                    <a:pt x="61987" y="8045"/>
                  </a:lnTo>
                  <a:lnTo>
                    <a:pt x="62290" y="7871"/>
                  </a:lnTo>
                  <a:lnTo>
                    <a:pt x="62592" y="7697"/>
                  </a:lnTo>
                  <a:lnTo>
                    <a:pt x="62894" y="7523"/>
                  </a:lnTo>
                  <a:lnTo>
                    <a:pt x="63197" y="7349"/>
                  </a:lnTo>
                  <a:lnTo>
                    <a:pt x="63499" y="7176"/>
                  </a:lnTo>
                  <a:lnTo>
                    <a:pt x="63801" y="7002"/>
                  </a:lnTo>
                  <a:lnTo>
                    <a:pt x="64103" y="6828"/>
                  </a:lnTo>
                  <a:lnTo>
                    <a:pt x="64406" y="6653"/>
                  </a:lnTo>
                  <a:lnTo>
                    <a:pt x="64708" y="6479"/>
                  </a:lnTo>
                  <a:lnTo>
                    <a:pt x="65010" y="6305"/>
                  </a:lnTo>
                  <a:lnTo>
                    <a:pt x="65312" y="6131"/>
                  </a:lnTo>
                  <a:lnTo>
                    <a:pt x="65614" y="5957"/>
                  </a:lnTo>
                  <a:lnTo>
                    <a:pt x="65916" y="5782"/>
                  </a:lnTo>
                  <a:lnTo>
                    <a:pt x="66218" y="5608"/>
                  </a:lnTo>
                  <a:lnTo>
                    <a:pt x="66520" y="5433"/>
                  </a:lnTo>
                  <a:lnTo>
                    <a:pt x="66822" y="5259"/>
                  </a:lnTo>
                  <a:lnTo>
                    <a:pt x="67124" y="5084"/>
                  </a:lnTo>
                  <a:lnTo>
                    <a:pt x="67426" y="4910"/>
                  </a:lnTo>
                  <a:lnTo>
                    <a:pt x="67727" y="4735"/>
                  </a:lnTo>
                  <a:lnTo>
                    <a:pt x="68029" y="4560"/>
                  </a:lnTo>
                  <a:lnTo>
                    <a:pt x="68331" y="4385"/>
                  </a:lnTo>
                  <a:lnTo>
                    <a:pt x="68633" y="4211"/>
                  </a:lnTo>
                  <a:lnTo>
                    <a:pt x="68935" y="4036"/>
                  </a:lnTo>
                  <a:lnTo>
                    <a:pt x="69236" y="3861"/>
                  </a:lnTo>
                  <a:lnTo>
                    <a:pt x="69538" y="3686"/>
                  </a:lnTo>
                  <a:lnTo>
                    <a:pt x="69840" y="3511"/>
                  </a:lnTo>
                  <a:lnTo>
                    <a:pt x="70141" y="3336"/>
                  </a:lnTo>
                  <a:lnTo>
                    <a:pt x="70443" y="3161"/>
                  </a:lnTo>
                  <a:lnTo>
                    <a:pt x="70744" y="2985"/>
                  </a:lnTo>
                  <a:lnTo>
                    <a:pt x="71046" y="2810"/>
                  </a:lnTo>
                  <a:lnTo>
                    <a:pt x="71347" y="2635"/>
                  </a:lnTo>
                  <a:lnTo>
                    <a:pt x="71649" y="2460"/>
                  </a:lnTo>
                  <a:lnTo>
                    <a:pt x="71950" y="2284"/>
                  </a:lnTo>
                  <a:lnTo>
                    <a:pt x="72252" y="2109"/>
                  </a:lnTo>
                  <a:lnTo>
                    <a:pt x="72553" y="1933"/>
                  </a:lnTo>
                  <a:lnTo>
                    <a:pt x="72854" y="1758"/>
                  </a:lnTo>
                  <a:lnTo>
                    <a:pt x="73156" y="1582"/>
                  </a:lnTo>
                  <a:lnTo>
                    <a:pt x="73457" y="1407"/>
                  </a:lnTo>
                  <a:lnTo>
                    <a:pt x="73758" y="1231"/>
                  </a:lnTo>
                  <a:lnTo>
                    <a:pt x="74059" y="1055"/>
                  </a:lnTo>
                  <a:lnTo>
                    <a:pt x="74360" y="879"/>
                  </a:lnTo>
                  <a:lnTo>
                    <a:pt x="74662" y="703"/>
                  </a:lnTo>
                  <a:lnTo>
                    <a:pt x="74963" y="528"/>
                  </a:lnTo>
                  <a:lnTo>
                    <a:pt x="75264" y="352"/>
                  </a:lnTo>
                  <a:lnTo>
                    <a:pt x="75565" y="176"/>
                  </a:lnTo>
                  <a:lnTo>
                    <a:pt x="75866" y="0"/>
                  </a:lnTo>
                </a:path>
              </a:pathLst>
            </a:custGeom>
            <a:ln w="55244" cap="rnd">
              <a:solidFill>
                <a:srgbClr val="8E6AE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l7150"/>
            <p:cNvSpPr/>
            <p:nvPr/>
          </p:nvSpPr>
          <p:spPr>
            <a:xfrm>
              <a:off x="5301318" y="5301781"/>
              <a:ext cx="16016" cy="6714"/>
            </a:xfrm>
            <a:custGeom>
              <a:avLst/>
              <a:pathLst>
                <a:path w="16016" h="6714">
                  <a:moveTo>
                    <a:pt x="0" y="0"/>
                  </a:moveTo>
                  <a:lnTo>
                    <a:pt x="64" y="27"/>
                  </a:lnTo>
                  <a:lnTo>
                    <a:pt x="128" y="54"/>
                  </a:lnTo>
                  <a:lnTo>
                    <a:pt x="192" y="81"/>
                  </a:lnTo>
                  <a:lnTo>
                    <a:pt x="256" y="108"/>
                  </a:lnTo>
                  <a:lnTo>
                    <a:pt x="321" y="136"/>
                  </a:lnTo>
                  <a:lnTo>
                    <a:pt x="385" y="163"/>
                  </a:lnTo>
                  <a:lnTo>
                    <a:pt x="449" y="190"/>
                  </a:lnTo>
                  <a:lnTo>
                    <a:pt x="513" y="217"/>
                  </a:lnTo>
                  <a:lnTo>
                    <a:pt x="577" y="245"/>
                  </a:lnTo>
                  <a:lnTo>
                    <a:pt x="642" y="272"/>
                  </a:lnTo>
                  <a:lnTo>
                    <a:pt x="706" y="299"/>
                  </a:lnTo>
                  <a:lnTo>
                    <a:pt x="770" y="326"/>
                  </a:lnTo>
                  <a:lnTo>
                    <a:pt x="834" y="353"/>
                  </a:lnTo>
                  <a:lnTo>
                    <a:pt x="899" y="381"/>
                  </a:lnTo>
                  <a:lnTo>
                    <a:pt x="963" y="408"/>
                  </a:lnTo>
                  <a:lnTo>
                    <a:pt x="1027" y="435"/>
                  </a:lnTo>
                  <a:lnTo>
                    <a:pt x="1091" y="462"/>
                  </a:lnTo>
                  <a:lnTo>
                    <a:pt x="1155" y="489"/>
                  </a:lnTo>
                  <a:lnTo>
                    <a:pt x="1220" y="517"/>
                  </a:lnTo>
                  <a:lnTo>
                    <a:pt x="1284" y="544"/>
                  </a:lnTo>
                  <a:lnTo>
                    <a:pt x="1348" y="571"/>
                  </a:lnTo>
                  <a:lnTo>
                    <a:pt x="1412" y="598"/>
                  </a:lnTo>
                  <a:lnTo>
                    <a:pt x="1477" y="625"/>
                  </a:lnTo>
                  <a:lnTo>
                    <a:pt x="1541" y="653"/>
                  </a:lnTo>
                  <a:lnTo>
                    <a:pt x="1605" y="680"/>
                  </a:lnTo>
                  <a:lnTo>
                    <a:pt x="1669" y="707"/>
                  </a:lnTo>
                  <a:lnTo>
                    <a:pt x="1733" y="734"/>
                  </a:lnTo>
                  <a:lnTo>
                    <a:pt x="1798" y="761"/>
                  </a:lnTo>
                  <a:lnTo>
                    <a:pt x="1862" y="789"/>
                  </a:lnTo>
                  <a:lnTo>
                    <a:pt x="1926" y="816"/>
                  </a:lnTo>
                  <a:lnTo>
                    <a:pt x="1990" y="843"/>
                  </a:lnTo>
                  <a:lnTo>
                    <a:pt x="2055" y="870"/>
                  </a:lnTo>
                  <a:lnTo>
                    <a:pt x="2119" y="897"/>
                  </a:lnTo>
                  <a:lnTo>
                    <a:pt x="2183" y="924"/>
                  </a:lnTo>
                  <a:lnTo>
                    <a:pt x="2247" y="952"/>
                  </a:lnTo>
                  <a:lnTo>
                    <a:pt x="2312" y="979"/>
                  </a:lnTo>
                  <a:lnTo>
                    <a:pt x="2376" y="1006"/>
                  </a:lnTo>
                  <a:lnTo>
                    <a:pt x="2440" y="1033"/>
                  </a:lnTo>
                  <a:lnTo>
                    <a:pt x="2504" y="1060"/>
                  </a:lnTo>
                  <a:lnTo>
                    <a:pt x="2569" y="1087"/>
                  </a:lnTo>
                  <a:lnTo>
                    <a:pt x="2633" y="1115"/>
                  </a:lnTo>
                  <a:lnTo>
                    <a:pt x="2697" y="1142"/>
                  </a:lnTo>
                  <a:lnTo>
                    <a:pt x="2761" y="1169"/>
                  </a:lnTo>
                  <a:lnTo>
                    <a:pt x="2826" y="1196"/>
                  </a:lnTo>
                  <a:lnTo>
                    <a:pt x="2890" y="1223"/>
                  </a:lnTo>
                  <a:lnTo>
                    <a:pt x="2954" y="1250"/>
                  </a:lnTo>
                  <a:lnTo>
                    <a:pt x="3018" y="1277"/>
                  </a:lnTo>
                  <a:lnTo>
                    <a:pt x="3083" y="1305"/>
                  </a:lnTo>
                  <a:lnTo>
                    <a:pt x="3147" y="1332"/>
                  </a:lnTo>
                  <a:lnTo>
                    <a:pt x="3211" y="1359"/>
                  </a:lnTo>
                  <a:lnTo>
                    <a:pt x="3275" y="1386"/>
                  </a:lnTo>
                  <a:lnTo>
                    <a:pt x="3340" y="1413"/>
                  </a:lnTo>
                  <a:lnTo>
                    <a:pt x="3404" y="1440"/>
                  </a:lnTo>
                  <a:lnTo>
                    <a:pt x="3468" y="1467"/>
                  </a:lnTo>
                  <a:lnTo>
                    <a:pt x="3532" y="1494"/>
                  </a:lnTo>
                  <a:lnTo>
                    <a:pt x="3597" y="1522"/>
                  </a:lnTo>
                  <a:lnTo>
                    <a:pt x="3661" y="1549"/>
                  </a:lnTo>
                  <a:lnTo>
                    <a:pt x="3725" y="1576"/>
                  </a:lnTo>
                  <a:lnTo>
                    <a:pt x="3789" y="1603"/>
                  </a:lnTo>
                  <a:lnTo>
                    <a:pt x="3854" y="1630"/>
                  </a:lnTo>
                  <a:lnTo>
                    <a:pt x="3918" y="1657"/>
                  </a:lnTo>
                  <a:lnTo>
                    <a:pt x="3982" y="1684"/>
                  </a:lnTo>
                  <a:lnTo>
                    <a:pt x="4046" y="1711"/>
                  </a:lnTo>
                  <a:lnTo>
                    <a:pt x="4111" y="1738"/>
                  </a:lnTo>
                  <a:lnTo>
                    <a:pt x="4175" y="1765"/>
                  </a:lnTo>
                  <a:lnTo>
                    <a:pt x="4239" y="1793"/>
                  </a:lnTo>
                  <a:lnTo>
                    <a:pt x="4304" y="1820"/>
                  </a:lnTo>
                  <a:lnTo>
                    <a:pt x="4368" y="1847"/>
                  </a:lnTo>
                  <a:lnTo>
                    <a:pt x="4432" y="1874"/>
                  </a:lnTo>
                  <a:lnTo>
                    <a:pt x="4496" y="1901"/>
                  </a:lnTo>
                  <a:lnTo>
                    <a:pt x="4561" y="1928"/>
                  </a:lnTo>
                  <a:lnTo>
                    <a:pt x="4625" y="1955"/>
                  </a:lnTo>
                  <a:lnTo>
                    <a:pt x="4689" y="1982"/>
                  </a:lnTo>
                  <a:lnTo>
                    <a:pt x="4753" y="2009"/>
                  </a:lnTo>
                  <a:lnTo>
                    <a:pt x="4818" y="2036"/>
                  </a:lnTo>
                  <a:lnTo>
                    <a:pt x="4882" y="2063"/>
                  </a:lnTo>
                  <a:lnTo>
                    <a:pt x="4946" y="2090"/>
                  </a:lnTo>
                  <a:lnTo>
                    <a:pt x="5011" y="2118"/>
                  </a:lnTo>
                  <a:lnTo>
                    <a:pt x="5075" y="2145"/>
                  </a:lnTo>
                  <a:lnTo>
                    <a:pt x="5139" y="2172"/>
                  </a:lnTo>
                  <a:lnTo>
                    <a:pt x="5203" y="2199"/>
                  </a:lnTo>
                  <a:lnTo>
                    <a:pt x="5268" y="2226"/>
                  </a:lnTo>
                  <a:lnTo>
                    <a:pt x="5332" y="2253"/>
                  </a:lnTo>
                  <a:lnTo>
                    <a:pt x="5396" y="2280"/>
                  </a:lnTo>
                  <a:lnTo>
                    <a:pt x="5461" y="2307"/>
                  </a:lnTo>
                  <a:lnTo>
                    <a:pt x="5525" y="2334"/>
                  </a:lnTo>
                  <a:lnTo>
                    <a:pt x="5589" y="2361"/>
                  </a:lnTo>
                  <a:lnTo>
                    <a:pt x="5653" y="2388"/>
                  </a:lnTo>
                  <a:lnTo>
                    <a:pt x="5718" y="2415"/>
                  </a:lnTo>
                  <a:lnTo>
                    <a:pt x="5782" y="2442"/>
                  </a:lnTo>
                  <a:lnTo>
                    <a:pt x="5846" y="2469"/>
                  </a:lnTo>
                  <a:lnTo>
                    <a:pt x="5911" y="2496"/>
                  </a:lnTo>
                  <a:lnTo>
                    <a:pt x="5975" y="2523"/>
                  </a:lnTo>
                  <a:lnTo>
                    <a:pt x="6039" y="2550"/>
                  </a:lnTo>
                  <a:lnTo>
                    <a:pt x="6103" y="2577"/>
                  </a:lnTo>
                  <a:lnTo>
                    <a:pt x="6168" y="2604"/>
                  </a:lnTo>
                  <a:lnTo>
                    <a:pt x="6232" y="2631"/>
                  </a:lnTo>
                  <a:lnTo>
                    <a:pt x="6296" y="2658"/>
                  </a:lnTo>
                  <a:lnTo>
                    <a:pt x="6361" y="2686"/>
                  </a:lnTo>
                  <a:lnTo>
                    <a:pt x="6425" y="2713"/>
                  </a:lnTo>
                  <a:lnTo>
                    <a:pt x="6489" y="2740"/>
                  </a:lnTo>
                  <a:lnTo>
                    <a:pt x="6554" y="2767"/>
                  </a:lnTo>
                  <a:lnTo>
                    <a:pt x="6618" y="2794"/>
                  </a:lnTo>
                  <a:lnTo>
                    <a:pt x="6682" y="2821"/>
                  </a:lnTo>
                  <a:lnTo>
                    <a:pt x="6746" y="2848"/>
                  </a:lnTo>
                  <a:lnTo>
                    <a:pt x="6811" y="2875"/>
                  </a:lnTo>
                  <a:lnTo>
                    <a:pt x="6875" y="2902"/>
                  </a:lnTo>
                  <a:lnTo>
                    <a:pt x="6939" y="2929"/>
                  </a:lnTo>
                  <a:lnTo>
                    <a:pt x="7004" y="2956"/>
                  </a:lnTo>
                  <a:lnTo>
                    <a:pt x="7068" y="2983"/>
                  </a:lnTo>
                  <a:lnTo>
                    <a:pt x="7132" y="3010"/>
                  </a:lnTo>
                  <a:lnTo>
                    <a:pt x="7197" y="3037"/>
                  </a:lnTo>
                  <a:lnTo>
                    <a:pt x="7261" y="3064"/>
                  </a:lnTo>
                  <a:lnTo>
                    <a:pt x="7325" y="3091"/>
                  </a:lnTo>
                  <a:lnTo>
                    <a:pt x="7390" y="3118"/>
                  </a:lnTo>
                  <a:lnTo>
                    <a:pt x="7454" y="3145"/>
                  </a:lnTo>
                  <a:lnTo>
                    <a:pt x="7518" y="3172"/>
                  </a:lnTo>
                  <a:lnTo>
                    <a:pt x="7583" y="3199"/>
                  </a:lnTo>
                  <a:lnTo>
                    <a:pt x="7647" y="3226"/>
                  </a:lnTo>
                  <a:lnTo>
                    <a:pt x="7711" y="3252"/>
                  </a:lnTo>
                  <a:lnTo>
                    <a:pt x="7775" y="3279"/>
                  </a:lnTo>
                  <a:lnTo>
                    <a:pt x="7840" y="3306"/>
                  </a:lnTo>
                  <a:lnTo>
                    <a:pt x="7904" y="3333"/>
                  </a:lnTo>
                  <a:lnTo>
                    <a:pt x="7968" y="3360"/>
                  </a:lnTo>
                  <a:lnTo>
                    <a:pt x="8033" y="3387"/>
                  </a:lnTo>
                  <a:lnTo>
                    <a:pt x="8097" y="3414"/>
                  </a:lnTo>
                  <a:lnTo>
                    <a:pt x="8161" y="3441"/>
                  </a:lnTo>
                  <a:lnTo>
                    <a:pt x="8226" y="3468"/>
                  </a:lnTo>
                  <a:lnTo>
                    <a:pt x="8290" y="3495"/>
                  </a:lnTo>
                  <a:lnTo>
                    <a:pt x="8354" y="3522"/>
                  </a:lnTo>
                  <a:lnTo>
                    <a:pt x="8419" y="3549"/>
                  </a:lnTo>
                  <a:lnTo>
                    <a:pt x="8483" y="3576"/>
                  </a:lnTo>
                  <a:lnTo>
                    <a:pt x="8547" y="3603"/>
                  </a:lnTo>
                  <a:lnTo>
                    <a:pt x="8612" y="3630"/>
                  </a:lnTo>
                  <a:lnTo>
                    <a:pt x="8676" y="3657"/>
                  </a:lnTo>
                  <a:lnTo>
                    <a:pt x="8740" y="3684"/>
                  </a:lnTo>
                  <a:lnTo>
                    <a:pt x="8805" y="3711"/>
                  </a:lnTo>
                  <a:lnTo>
                    <a:pt x="8869" y="3738"/>
                  </a:lnTo>
                  <a:lnTo>
                    <a:pt x="8933" y="3765"/>
                  </a:lnTo>
                  <a:lnTo>
                    <a:pt x="8998" y="3792"/>
                  </a:lnTo>
                  <a:lnTo>
                    <a:pt x="9062" y="3818"/>
                  </a:lnTo>
                  <a:lnTo>
                    <a:pt x="9126" y="3845"/>
                  </a:lnTo>
                  <a:lnTo>
                    <a:pt x="9191" y="3872"/>
                  </a:lnTo>
                  <a:lnTo>
                    <a:pt x="9255" y="3899"/>
                  </a:lnTo>
                  <a:lnTo>
                    <a:pt x="9319" y="3926"/>
                  </a:lnTo>
                  <a:lnTo>
                    <a:pt x="9384" y="3953"/>
                  </a:lnTo>
                  <a:lnTo>
                    <a:pt x="9448" y="3980"/>
                  </a:lnTo>
                  <a:lnTo>
                    <a:pt x="9512" y="4007"/>
                  </a:lnTo>
                  <a:lnTo>
                    <a:pt x="9577" y="4034"/>
                  </a:lnTo>
                  <a:lnTo>
                    <a:pt x="9641" y="4061"/>
                  </a:lnTo>
                  <a:lnTo>
                    <a:pt x="9706" y="4088"/>
                  </a:lnTo>
                  <a:lnTo>
                    <a:pt x="9770" y="4115"/>
                  </a:lnTo>
                  <a:lnTo>
                    <a:pt x="9834" y="4141"/>
                  </a:lnTo>
                  <a:lnTo>
                    <a:pt x="9899" y="4168"/>
                  </a:lnTo>
                  <a:lnTo>
                    <a:pt x="9963" y="4195"/>
                  </a:lnTo>
                  <a:lnTo>
                    <a:pt x="10027" y="4222"/>
                  </a:lnTo>
                  <a:lnTo>
                    <a:pt x="10092" y="4249"/>
                  </a:lnTo>
                  <a:lnTo>
                    <a:pt x="10156" y="4276"/>
                  </a:lnTo>
                  <a:lnTo>
                    <a:pt x="10220" y="4303"/>
                  </a:lnTo>
                  <a:lnTo>
                    <a:pt x="10285" y="4330"/>
                  </a:lnTo>
                  <a:lnTo>
                    <a:pt x="10349" y="4357"/>
                  </a:lnTo>
                  <a:lnTo>
                    <a:pt x="10413" y="4384"/>
                  </a:lnTo>
                  <a:lnTo>
                    <a:pt x="10478" y="4410"/>
                  </a:lnTo>
                  <a:lnTo>
                    <a:pt x="10542" y="4437"/>
                  </a:lnTo>
                  <a:lnTo>
                    <a:pt x="10606" y="4464"/>
                  </a:lnTo>
                  <a:lnTo>
                    <a:pt x="10671" y="4491"/>
                  </a:lnTo>
                  <a:lnTo>
                    <a:pt x="10735" y="4518"/>
                  </a:lnTo>
                  <a:lnTo>
                    <a:pt x="10800" y="4545"/>
                  </a:lnTo>
                  <a:lnTo>
                    <a:pt x="10864" y="4572"/>
                  </a:lnTo>
                  <a:lnTo>
                    <a:pt x="10928" y="4599"/>
                  </a:lnTo>
                  <a:lnTo>
                    <a:pt x="10993" y="4625"/>
                  </a:lnTo>
                  <a:lnTo>
                    <a:pt x="11057" y="4652"/>
                  </a:lnTo>
                  <a:lnTo>
                    <a:pt x="11121" y="4679"/>
                  </a:lnTo>
                  <a:lnTo>
                    <a:pt x="11186" y="4706"/>
                  </a:lnTo>
                  <a:lnTo>
                    <a:pt x="11250" y="4733"/>
                  </a:lnTo>
                  <a:lnTo>
                    <a:pt x="11315" y="4760"/>
                  </a:lnTo>
                  <a:lnTo>
                    <a:pt x="11379" y="4787"/>
                  </a:lnTo>
                  <a:lnTo>
                    <a:pt x="11443" y="4813"/>
                  </a:lnTo>
                  <a:lnTo>
                    <a:pt x="11508" y="4840"/>
                  </a:lnTo>
                  <a:lnTo>
                    <a:pt x="11572" y="4867"/>
                  </a:lnTo>
                  <a:lnTo>
                    <a:pt x="11636" y="4894"/>
                  </a:lnTo>
                  <a:lnTo>
                    <a:pt x="11701" y="4921"/>
                  </a:lnTo>
                  <a:lnTo>
                    <a:pt x="11765" y="4948"/>
                  </a:lnTo>
                  <a:lnTo>
                    <a:pt x="11830" y="4974"/>
                  </a:lnTo>
                  <a:lnTo>
                    <a:pt x="11894" y="5001"/>
                  </a:lnTo>
                  <a:lnTo>
                    <a:pt x="11958" y="5028"/>
                  </a:lnTo>
                  <a:lnTo>
                    <a:pt x="12023" y="5055"/>
                  </a:lnTo>
                  <a:lnTo>
                    <a:pt x="12087" y="5082"/>
                  </a:lnTo>
                  <a:lnTo>
                    <a:pt x="12151" y="5109"/>
                  </a:lnTo>
                  <a:lnTo>
                    <a:pt x="12216" y="5135"/>
                  </a:lnTo>
                  <a:lnTo>
                    <a:pt x="12280" y="5162"/>
                  </a:lnTo>
                  <a:lnTo>
                    <a:pt x="12345" y="5189"/>
                  </a:lnTo>
                  <a:lnTo>
                    <a:pt x="12409" y="5216"/>
                  </a:lnTo>
                  <a:lnTo>
                    <a:pt x="12473" y="5243"/>
                  </a:lnTo>
                  <a:lnTo>
                    <a:pt x="12538" y="5269"/>
                  </a:lnTo>
                  <a:lnTo>
                    <a:pt x="12602" y="5296"/>
                  </a:lnTo>
                  <a:lnTo>
                    <a:pt x="12667" y="5323"/>
                  </a:lnTo>
                  <a:lnTo>
                    <a:pt x="12731" y="5350"/>
                  </a:lnTo>
                  <a:lnTo>
                    <a:pt x="12795" y="5377"/>
                  </a:lnTo>
                  <a:lnTo>
                    <a:pt x="12860" y="5403"/>
                  </a:lnTo>
                  <a:lnTo>
                    <a:pt x="12924" y="5430"/>
                  </a:lnTo>
                  <a:lnTo>
                    <a:pt x="12988" y="5457"/>
                  </a:lnTo>
                  <a:lnTo>
                    <a:pt x="13053" y="5484"/>
                  </a:lnTo>
                  <a:lnTo>
                    <a:pt x="13117" y="5511"/>
                  </a:lnTo>
                  <a:lnTo>
                    <a:pt x="13182" y="5537"/>
                  </a:lnTo>
                  <a:lnTo>
                    <a:pt x="13246" y="5564"/>
                  </a:lnTo>
                  <a:lnTo>
                    <a:pt x="13310" y="5591"/>
                  </a:lnTo>
                  <a:lnTo>
                    <a:pt x="13375" y="5618"/>
                  </a:lnTo>
                  <a:lnTo>
                    <a:pt x="13439" y="5645"/>
                  </a:lnTo>
                  <a:lnTo>
                    <a:pt x="13504" y="5671"/>
                  </a:lnTo>
                  <a:lnTo>
                    <a:pt x="13568" y="5698"/>
                  </a:lnTo>
                  <a:lnTo>
                    <a:pt x="13632" y="5725"/>
                  </a:lnTo>
                  <a:lnTo>
                    <a:pt x="13697" y="5752"/>
                  </a:lnTo>
                  <a:lnTo>
                    <a:pt x="13761" y="5778"/>
                  </a:lnTo>
                  <a:lnTo>
                    <a:pt x="13826" y="5805"/>
                  </a:lnTo>
                  <a:lnTo>
                    <a:pt x="13890" y="5832"/>
                  </a:lnTo>
                  <a:lnTo>
                    <a:pt x="13955" y="5859"/>
                  </a:lnTo>
                  <a:lnTo>
                    <a:pt x="14019" y="5886"/>
                  </a:lnTo>
                  <a:lnTo>
                    <a:pt x="14083" y="5912"/>
                  </a:lnTo>
                  <a:lnTo>
                    <a:pt x="14148" y="5939"/>
                  </a:lnTo>
                  <a:lnTo>
                    <a:pt x="14212" y="5966"/>
                  </a:lnTo>
                  <a:lnTo>
                    <a:pt x="14277" y="5993"/>
                  </a:lnTo>
                  <a:lnTo>
                    <a:pt x="14341" y="6019"/>
                  </a:lnTo>
                  <a:lnTo>
                    <a:pt x="14405" y="6046"/>
                  </a:lnTo>
                  <a:lnTo>
                    <a:pt x="14470" y="6073"/>
                  </a:lnTo>
                  <a:lnTo>
                    <a:pt x="14534" y="6100"/>
                  </a:lnTo>
                  <a:lnTo>
                    <a:pt x="14599" y="6126"/>
                  </a:lnTo>
                  <a:lnTo>
                    <a:pt x="14663" y="6153"/>
                  </a:lnTo>
                  <a:lnTo>
                    <a:pt x="14727" y="6180"/>
                  </a:lnTo>
                  <a:lnTo>
                    <a:pt x="14792" y="6206"/>
                  </a:lnTo>
                  <a:lnTo>
                    <a:pt x="14856" y="6233"/>
                  </a:lnTo>
                  <a:lnTo>
                    <a:pt x="14921" y="6260"/>
                  </a:lnTo>
                  <a:lnTo>
                    <a:pt x="14985" y="6287"/>
                  </a:lnTo>
                  <a:lnTo>
                    <a:pt x="15050" y="6313"/>
                  </a:lnTo>
                  <a:lnTo>
                    <a:pt x="15114" y="6340"/>
                  </a:lnTo>
                  <a:lnTo>
                    <a:pt x="15178" y="6367"/>
                  </a:lnTo>
                  <a:lnTo>
                    <a:pt x="15243" y="6394"/>
                  </a:lnTo>
                  <a:lnTo>
                    <a:pt x="15307" y="6420"/>
                  </a:lnTo>
                  <a:lnTo>
                    <a:pt x="15372" y="6447"/>
                  </a:lnTo>
                  <a:lnTo>
                    <a:pt x="15436" y="6474"/>
                  </a:lnTo>
                  <a:lnTo>
                    <a:pt x="15501" y="6500"/>
                  </a:lnTo>
                  <a:lnTo>
                    <a:pt x="15565" y="6527"/>
                  </a:lnTo>
                  <a:lnTo>
                    <a:pt x="15629" y="6554"/>
                  </a:lnTo>
                  <a:lnTo>
                    <a:pt x="15694" y="6581"/>
                  </a:lnTo>
                  <a:lnTo>
                    <a:pt x="15758" y="6607"/>
                  </a:lnTo>
                  <a:lnTo>
                    <a:pt x="15823" y="6634"/>
                  </a:lnTo>
                  <a:lnTo>
                    <a:pt x="15887" y="6661"/>
                  </a:lnTo>
                  <a:lnTo>
                    <a:pt x="15952" y="6687"/>
                  </a:lnTo>
                  <a:lnTo>
                    <a:pt x="16016" y="6714"/>
                  </a:lnTo>
                </a:path>
              </a:pathLst>
            </a:custGeom>
            <a:ln w="55244" cap="rnd">
              <a:solidFill>
                <a:srgbClr val="F04E9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g7151"/>
            <p:cNvSpPr/>
            <p:nvPr/>
          </p:nvSpPr>
          <p:spPr>
            <a:xfrm>
              <a:off x="4070540" y="269844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2" name="pg7152"/>
            <p:cNvSpPr/>
            <p:nvPr/>
          </p:nvSpPr>
          <p:spPr>
            <a:xfrm>
              <a:off x="4067574" y="270695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3" name="pg7153"/>
            <p:cNvSpPr/>
            <p:nvPr/>
          </p:nvSpPr>
          <p:spPr>
            <a:xfrm>
              <a:off x="4172102" y="245762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4" name="pg7154"/>
            <p:cNvSpPr/>
            <p:nvPr/>
          </p:nvSpPr>
          <p:spPr>
            <a:xfrm>
              <a:off x="4168108" y="246570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5" name="pg7155"/>
            <p:cNvSpPr/>
            <p:nvPr/>
          </p:nvSpPr>
          <p:spPr>
            <a:xfrm>
              <a:off x="4184292" y="243346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6" name="pg7156"/>
            <p:cNvSpPr/>
            <p:nvPr/>
          </p:nvSpPr>
          <p:spPr>
            <a:xfrm>
              <a:off x="4180194" y="244150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7" name="pg7157"/>
            <p:cNvSpPr/>
            <p:nvPr/>
          </p:nvSpPr>
          <p:spPr>
            <a:xfrm>
              <a:off x="4176131" y="244955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8" name="pg7158"/>
            <p:cNvSpPr/>
            <p:nvPr/>
          </p:nvSpPr>
          <p:spPr>
            <a:xfrm>
              <a:off x="4164148" y="247380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9" name="pg7159"/>
            <p:cNvSpPr/>
            <p:nvPr/>
          </p:nvSpPr>
          <p:spPr>
            <a:xfrm>
              <a:off x="4160222" y="248192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0" name="pg7160"/>
            <p:cNvSpPr/>
            <p:nvPr/>
          </p:nvSpPr>
          <p:spPr>
            <a:xfrm>
              <a:off x="4156332" y="249006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1" name="pg7161"/>
            <p:cNvSpPr/>
            <p:nvPr/>
          </p:nvSpPr>
          <p:spPr>
            <a:xfrm>
              <a:off x="4152476" y="249821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2" name="pg7162"/>
            <p:cNvSpPr/>
            <p:nvPr/>
          </p:nvSpPr>
          <p:spPr>
            <a:xfrm>
              <a:off x="4148655" y="250638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3" name="pg7163"/>
            <p:cNvSpPr/>
            <p:nvPr/>
          </p:nvSpPr>
          <p:spPr>
            <a:xfrm>
              <a:off x="4144869" y="251456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4" name="pg7164"/>
            <p:cNvSpPr/>
            <p:nvPr/>
          </p:nvSpPr>
          <p:spPr>
            <a:xfrm>
              <a:off x="4141118" y="252277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5" name="pg7165"/>
            <p:cNvSpPr/>
            <p:nvPr/>
          </p:nvSpPr>
          <p:spPr>
            <a:xfrm>
              <a:off x="4137402" y="253098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6" name="pg7166"/>
            <p:cNvSpPr/>
            <p:nvPr/>
          </p:nvSpPr>
          <p:spPr>
            <a:xfrm>
              <a:off x="4133721" y="253922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7" name="pg7167"/>
            <p:cNvSpPr/>
            <p:nvPr/>
          </p:nvSpPr>
          <p:spPr>
            <a:xfrm>
              <a:off x="4130075" y="254746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8" name="pg7168"/>
            <p:cNvSpPr/>
            <p:nvPr/>
          </p:nvSpPr>
          <p:spPr>
            <a:xfrm>
              <a:off x="4126465" y="255573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9" name="pg7169"/>
            <p:cNvSpPr/>
            <p:nvPr/>
          </p:nvSpPr>
          <p:spPr>
            <a:xfrm>
              <a:off x="4122890" y="256401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0" name="pg7170"/>
            <p:cNvSpPr/>
            <p:nvPr/>
          </p:nvSpPr>
          <p:spPr>
            <a:xfrm>
              <a:off x="4119350" y="257230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1" name="pg7171"/>
            <p:cNvSpPr/>
            <p:nvPr/>
          </p:nvSpPr>
          <p:spPr>
            <a:xfrm>
              <a:off x="4115846" y="258061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2" name="pg7172"/>
            <p:cNvSpPr/>
            <p:nvPr/>
          </p:nvSpPr>
          <p:spPr>
            <a:xfrm>
              <a:off x="4112377" y="258893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3" name="pg7173"/>
            <p:cNvSpPr/>
            <p:nvPr/>
          </p:nvSpPr>
          <p:spPr>
            <a:xfrm>
              <a:off x="4108943" y="259727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4" name="pg7174"/>
            <p:cNvSpPr/>
            <p:nvPr/>
          </p:nvSpPr>
          <p:spPr>
            <a:xfrm>
              <a:off x="4105546" y="260563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5" name="pg7175"/>
            <p:cNvSpPr/>
            <p:nvPr/>
          </p:nvSpPr>
          <p:spPr>
            <a:xfrm>
              <a:off x="4102184" y="261400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6" name="pg7176"/>
            <p:cNvSpPr/>
            <p:nvPr/>
          </p:nvSpPr>
          <p:spPr>
            <a:xfrm>
              <a:off x="4098857" y="262238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7" name="pg7177"/>
            <p:cNvSpPr/>
            <p:nvPr/>
          </p:nvSpPr>
          <p:spPr>
            <a:xfrm>
              <a:off x="4095567" y="263077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8" name="pg7178"/>
            <p:cNvSpPr/>
            <p:nvPr/>
          </p:nvSpPr>
          <p:spPr>
            <a:xfrm>
              <a:off x="4092312" y="263918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9" name="pg7179"/>
            <p:cNvSpPr/>
            <p:nvPr/>
          </p:nvSpPr>
          <p:spPr>
            <a:xfrm>
              <a:off x="4089094" y="264761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0" name="pg7180"/>
            <p:cNvSpPr/>
            <p:nvPr/>
          </p:nvSpPr>
          <p:spPr>
            <a:xfrm>
              <a:off x="4085911" y="265605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1" name="pg7181"/>
            <p:cNvSpPr/>
            <p:nvPr/>
          </p:nvSpPr>
          <p:spPr>
            <a:xfrm>
              <a:off x="4082764" y="266450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2" name="pg7182"/>
            <p:cNvSpPr/>
            <p:nvPr/>
          </p:nvSpPr>
          <p:spPr>
            <a:xfrm>
              <a:off x="4079654" y="267296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3" name="pg7183"/>
            <p:cNvSpPr/>
            <p:nvPr/>
          </p:nvSpPr>
          <p:spPr>
            <a:xfrm>
              <a:off x="4076580" y="268144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4" name="pg7184"/>
            <p:cNvSpPr/>
            <p:nvPr/>
          </p:nvSpPr>
          <p:spPr>
            <a:xfrm>
              <a:off x="4073541" y="268993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5" name="pg7185"/>
            <p:cNvSpPr/>
            <p:nvPr/>
          </p:nvSpPr>
          <p:spPr>
            <a:xfrm>
              <a:off x="4465983" y="201575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6" name="pg7186"/>
            <p:cNvSpPr/>
            <p:nvPr/>
          </p:nvSpPr>
          <p:spPr>
            <a:xfrm>
              <a:off x="4460100" y="202259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7" name="pg7187"/>
            <p:cNvSpPr/>
            <p:nvPr/>
          </p:nvSpPr>
          <p:spPr>
            <a:xfrm>
              <a:off x="4454246" y="202945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8" name="pg7188"/>
            <p:cNvSpPr/>
            <p:nvPr/>
          </p:nvSpPr>
          <p:spPr>
            <a:xfrm>
              <a:off x="4448422" y="203633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9" name="pg7189"/>
            <p:cNvSpPr/>
            <p:nvPr/>
          </p:nvSpPr>
          <p:spPr>
            <a:xfrm>
              <a:off x="4501890" y="197528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0" name="pg7190"/>
            <p:cNvSpPr/>
            <p:nvPr/>
          </p:nvSpPr>
          <p:spPr>
            <a:xfrm>
              <a:off x="4495834" y="198196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1" name="pg7191"/>
            <p:cNvSpPr/>
            <p:nvPr/>
          </p:nvSpPr>
          <p:spPr>
            <a:xfrm>
              <a:off x="4489806" y="198867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2" name="pg7192"/>
            <p:cNvSpPr/>
            <p:nvPr/>
          </p:nvSpPr>
          <p:spPr>
            <a:xfrm>
              <a:off x="4483807" y="199540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3" name="pg7193"/>
            <p:cNvSpPr/>
            <p:nvPr/>
          </p:nvSpPr>
          <p:spPr>
            <a:xfrm>
              <a:off x="4477837" y="200216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4" name="pg7194"/>
            <p:cNvSpPr/>
            <p:nvPr/>
          </p:nvSpPr>
          <p:spPr>
            <a:xfrm>
              <a:off x="4471895" y="200894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5" name="pg7195"/>
            <p:cNvSpPr/>
            <p:nvPr/>
          </p:nvSpPr>
          <p:spPr>
            <a:xfrm>
              <a:off x="4442626" y="204324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6" name="pg7196"/>
            <p:cNvSpPr/>
            <p:nvPr/>
          </p:nvSpPr>
          <p:spPr>
            <a:xfrm>
              <a:off x="4436861" y="205018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7" name="pg7197"/>
            <p:cNvSpPr/>
            <p:nvPr/>
          </p:nvSpPr>
          <p:spPr>
            <a:xfrm>
              <a:off x="4431125" y="205714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8" name="pg7198"/>
            <p:cNvSpPr/>
            <p:nvPr/>
          </p:nvSpPr>
          <p:spPr>
            <a:xfrm>
              <a:off x="4425419" y="206412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9" name="pg7199"/>
            <p:cNvSpPr/>
            <p:nvPr/>
          </p:nvSpPr>
          <p:spPr>
            <a:xfrm>
              <a:off x="4419742" y="207113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0" name="pg7200"/>
            <p:cNvSpPr/>
            <p:nvPr/>
          </p:nvSpPr>
          <p:spPr>
            <a:xfrm>
              <a:off x="4414096" y="207816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1" name="pg7201"/>
            <p:cNvSpPr/>
            <p:nvPr/>
          </p:nvSpPr>
          <p:spPr>
            <a:xfrm>
              <a:off x="4408480" y="208521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2" name="pg7202"/>
            <p:cNvSpPr/>
            <p:nvPr/>
          </p:nvSpPr>
          <p:spPr>
            <a:xfrm>
              <a:off x="4402894" y="209229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3" name="pg7203"/>
            <p:cNvSpPr/>
            <p:nvPr/>
          </p:nvSpPr>
          <p:spPr>
            <a:xfrm>
              <a:off x="4397338" y="209940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4" name="pg7204"/>
            <p:cNvSpPr/>
            <p:nvPr/>
          </p:nvSpPr>
          <p:spPr>
            <a:xfrm>
              <a:off x="4391812" y="210652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5" name="pg7205"/>
            <p:cNvSpPr/>
            <p:nvPr/>
          </p:nvSpPr>
          <p:spPr>
            <a:xfrm>
              <a:off x="4386317" y="211368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6" name="pg7206"/>
            <p:cNvSpPr/>
            <p:nvPr/>
          </p:nvSpPr>
          <p:spPr>
            <a:xfrm>
              <a:off x="4380853" y="212085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7" name="pg7207"/>
            <p:cNvSpPr/>
            <p:nvPr/>
          </p:nvSpPr>
          <p:spPr>
            <a:xfrm>
              <a:off x="4375419" y="212805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8" name="pg7208"/>
            <p:cNvSpPr/>
            <p:nvPr/>
          </p:nvSpPr>
          <p:spPr>
            <a:xfrm>
              <a:off x="4370016" y="213527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9" name="pg7209"/>
            <p:cNvSpPr/>
            <p:nvPr/>
          </p:nvSpPr>
          <p:spPr>
            <a:xfrm>
              <a:off x="4364644" y="214251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0" name="pg7210"/>
            <p:cNvSpPr/>
            <p:nvPr/>
          </p:nvSpPr>
          <p:spPr>
            <a:xfrm>
              <a:off x="4359303" y="214978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1" name="pg7211"/>
            <p:cNvSpPr/>
            <p:nvPr/>
          </p:nvSpPr>
          <p:spPr>
            <a:xfrm>
              <a:off x="4353993" y="215707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2" name="pg7212"/>
            <p:cNvSpPr/>
            <p:nvPr/>
          </p:nvSpPr>
          <p:spPr>
            <a:xfrm>
              <a:off x="4348714" y="216438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3" name="pg7213"/>
            <p:cNvSpPr/>
            <p:nvPr/>
          </p:nvSpPr>
          <p:spPr>
            <a:xfrm>
              <a:off x="4343466" y="217171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4" name="pg7214"/>
            <p:cNvSpPr/>
            <p:nvPr/>
          </p:nvSpPr>
          <p:spPr>
            <a:xfrm>
              <a:off x="4273333" y="227667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5" name="pg7215"/>
            <p:cNvSpPr/>
            <p:nvPr/>
          </p:nvSpPr>
          <p:spPr>
            <a:xfrm>
              <a:off x="4268565" y="228433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6" name="pg7216"/>
            <p:cNvSpPr/>
            <p:nvPr/>
          </p:nvSpPr>
          <p:spPr>
            <a:xfrm>
              <a:off x="4263830" y="229200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7" name="pg7217"/>
            <p:cNvSpPr/>
            <p:nvPr/>
          </p:nvSpPr>
          <p:spPr>
            <a:xfrm>
              <a:off x="4259128" y="229970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8" name="pg7218"/>
            <p:cNvSpPr/>
            <p:nvPr/>
          </p:nvSpPr>
          <p:spPr>
            <a:xfrm>
              <a:off x="4254459" y="230741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9" name="pg7219"/>
            <p:cNvSpPr/>
            <p:nvPr/>
          </p:nvSpPr>
          <p:spPr>
            <a:xfrm>
              <a:off x="4249823" y="231515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0" name="pg7220"/>
            <p:cNvSpPr/>
            <p:nvPr/>
          </p:nvSpPr>
          <p:spPr>
            <a:xfrm>
              <a:off x="4245220" y="232290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1" name="pg7221"/>
            <p:cNvSpPr/>
            <p:nvPr/>
          </p:nvSpPr>
          <p:spPr>
            <a:xfrm>
              <a:off x="4240650" y="233068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2" name="pg7222"/>
            <p:cNvSpPr/>
            <p:nvPr/>
          </p:nvSpPr>
          <p:spPr>
            <a:xfrm>
              <a:off x="4236113" y="233847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3" name="pg7223"/>
            <p:cNvSpPr/>
            <p:nvPr/>
          </p:nvSpPr>
          <p:spPr>
            <a:xfrm>
              <a:off x="4231609" y="234629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4" name="pg7224"/>
            <p:cNvSpPr/>
            <p:nvPr/>
          </p:nvSpPr>
          <p:spPr>
            <a:xfrm>
              <a:off x="4338250" y="217907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5" name="pg7225"/>
            <p:cNvSpPr/>
            <p:nvPr/>
          </p:nvSpPr>
          <p:spPr>
            <a:xfrm>
              <a:off x="4333065" y="218645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6" name="pg7226"/>
            <p:cNvSpPr/>
            <p:nvPr/>
          </p:nvSpPr>
          <p:spPr>
            <a:xfrm>
              <a:off x="4327911" y="219385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7" name="pg7227"/>
            <p:cNvSpPr/>
            <p:nvPr/>
          </p:nvSpPr>
          <p:spPr>
            <a:xfrm>
              <a:off x="4322790" y="220127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8" name="pg7228"/>
            <p:cNvSpPr/>
            <p:nvPr/>
          </p:nvSpPr>
          <p:spPr>
            <a:xfrm>
              <a:off x="4317700" y="220872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9" name="pg7229"/>
            <p:cNvSpPr/>
            <p:nvPr/>
          </p:nvSpPr>
          <p:spPr>
            <a:xfrm>
              <a:off x="4312642" y="221618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0" name="pg7230"/>
            <p:cNvSpPr/>
            <p:nvPr/>
          </p:nvSpPr>
          <p:spPr>
            <a:xfrm>
              <a:off x="4307615" y="222367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1" name="pg7231"/>
            <p:cNvSpPr/>
            <p:nvPr/>
          </p:nvSpPr>
          <p:spPr>
            <a:xfrm>
              <a:off x="4302621" y="223118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2" name="pg7232"/>
            <p:cNvSpPr/>
            <p:nvPr/>
          </p:nvSpPr>
          <p:spPr>
            <a:xfrm>
              <a:off x="4297659" y="223871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3" name="pg7233"/>
            <p:cNvSpPr/>
            <p:nvPr/>
          </p:nvSpPr>
          <p:spPr>
            <a:xfrm>
              <a:off x="4292729" y="224626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4" name="pg7234"/>
            <p:cNvSpPr/>
            <p:nvPr/>
          </p:nvSpPr>
          <p:spPr>
            <a:xfrm>
              <a:off x="4287832" y="225383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5" name="pg7235"/>
            <p:cNvSpPr/>
            <p:nvPr/>
          </p:nvSpPr>
          <p:spPr>
            <a:xfrm>
              <a:off x="4282966" y="226143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6" name="pg7236"/>
            <p:cNvSpPr/>
            <p:nvPr/>
          </p:nvSpPr>
          <p:spPr>
            <a:xfrm>
              <a:off x="4278133" y="226904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7" name="pg7237"/>
            <p:cNvSpPr/>
            <p:nvPr/>
          </p:nvSpPr>
          <p:spPr>
            <a:xfrm>
              <a:off x="4227139" y="235412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8" name="pg7238"/>
            <p:cNvSpPr/>
            <p:nvPr/>
          </p:nvSpPr>
          <p:spPr>
            <a:xfrm>
              <a:off x="4222702" y="236197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9" name="pg7239"/>
            <p:cNvSpPr/>
            <p:nvPr/>
          </p:nvSpPr>
          <p:spPr>
            <a:xfrm>
              <a:off x="4218299" y="236984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0" name="pg7240"/>
            <p:cNvSpPr/>
            <p:nvPr/>
          </p:nvSpPr>
          <p:spPr>
            <a:xfrm>
              <a:off x="4213930" y="237773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1" name="pg7241"/>
            <p:cNvSpPr/>
            <p:nvPr/>
          </p:nvSpPr>
          <p:spPr>
            <a:xfrm>
              <a:off x="4209594" y="238564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2" name="pg7242"/>
            <p:cNvSpPr/>
            <p:nvPr/>
          </p:nvSpPr>
          <p:spPr>
            <a:xfrm>
              <a:off x="4205292" y="239356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3" name="pg7243"/>
            <p:cNvSpPr/>
            <p:nvPr/>
          </p:nvSpPr>
          <p:spPr>
            <a:xfrm>
              <a:off x="4201024" y="240151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4" name="pg7244"/>
            <p:cNvSpPr/>
            <p:nvPr/>
          </p:nvSpPr>
          <p:spPr>
            <a:xfrm>
              <a:off x="4196790" y="240947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5" name="pg7245"/>
            <p:cNvSpPr/>
            <p:nvPr/>
          </p:nvSpPr>
          <p:spPr>
            <a:xfrm>
              <a:off x="4192590" y="241745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6" name="pg7246"/>
            <p:cNvSpPr/>
            <p:nvPr/>
          </p:nvSpPr>
          <p:spPr>
            <a:xfrm>
              <a:off x="4188424" y="242545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7" name="pg7247"/>
            <p:cNvSpPr/>
            <p:nvPr/>
          </p:nvSpPr>
          <p:spPr>
            <a:xfrm>
              <a:off x="3997597" y="295877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8" name="pg7248"/>
            <p:cNvSpPr/>
            <p:nvPr/>
          </p:nvSpPr>
          <p:spPr>
            <a:xfrm>
              <a:off x="3995743" y="296760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9" name="pg7249"/>
            <p:cNvSpPr/>
            <p:nvPr/>
          </p:nvSpPr>
          <p:spPr>
            <a:xfrm>
              <a:off x="3993927" y="297643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0" name="pg7250"/>
            <p:cNvSpPr/>
            <p:nvPr/>
          </p:nvSpPr>
          <p:spPr>
            <a:xfrm>
              <a:off x="3992149" y="298527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1" name="pg7251"/>
            <p:cNvSpPr/>
            <p:nvPr/>
          </p:nvSpPr>
          <p:spPr>
            <a:xfrm>
              <a:off x="3990409" y="299412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2" name="pg7252"/>
            <p:cNvSpPr/>
            <p:nvPr/>
          </p:nvSpPr>
          <p:spPr>
            <a:xfrm>
              <a:off x="4013779" y="288847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3" name="pg7253"/>
            <p:cNvSpPr/>
            <p:nvPr/>
          </p:nvSpPr>
          <p:spPr>
            <a:xfrm>
              <a:off x="4011625" y="289722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4" name="pg7254"/>
            <p:cNvSpPr/>
            <p:nvPr/>
          </p:nvSpPr>
          <p:spPr>
            <a:xfrm>
              <a:off x="4009508" y="290599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5" name="pg7255"/>
            <p:cNvSpPr/>
            <p:nvPr/>
          </p:nvSpPr>
          <p:spPr>
            <a:xfrm>
              <a:off x="4007429" y="291477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6" name="pg7256"/>
            <p:cNvSpPr/>
            <p:nvPr/>
          </p:nvSpPr>
          <p:spPr>
            <a:xfrm>
              <a:off x="4005388" y="292355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7" name="pg7257"/>
            <p:cNvSpPr/>
            <p:nvPr/>
          </p:nvSpPr>
          <p:spPr>
            <a:xfrm>
              <a:off x="4003384" y="293234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8" name="pg7258"/>
            <p:cNvSpPr/>
            <p:nvPr/>
          </p:nvSpPr>
          <p:spPr>
            <a:xfrm>
              <a:off x="4001417" y="294114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9" name="pg7259"/>
            <p:cNvSpPr/>
            <p:nvPr/>
          </p:nvSpPr>
          <p:spPr>
            <a:xfrm>
              <a:off x="3999488" y="294995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0" name="pg7260"/>
            <p:cNvSpPr/>
            <p:nvPr/>
          </p:nvSpPr>
          <p:spPr>
            <a:xfrm>
              <a:off x="4064645" y="271548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1" name="pg7261"/>
            <p:cNvSpPr/>
            <p:nvPr/>
          </p:nvSpPr>
          <p:spPr>
            <a:xfrm>
              <a:off x="4061752" y="272402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2" name="pg7262"/>
            <p:cNvSpPr/>
            <p:nvPr/>
          </p:nvSpPr>
          <p:spPr>
            <a:xfrm>
              <a:off x="4058896" y="273258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3" name="pg7263"/>
            <p:cNvSpPr/>
            <p:nvPr/>
          </p:nvSpPr>
          <p:spPr>
            <a:xfrm>
              <a:off x="4056076" y="274114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4" name="pg7264"/>
            <p:cNvSpPr/>
            <p:nvPr/>
          </p:nvSpPr>
          <p:spPr>
            <a:xfrm>
              <a:off x="4053293" y="274972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5" name="pg7265"/>
            <p:cNvSpPr/>
            <p:nvPr/>
          </p:nvSpPr>
          <p:spPr>
            <a:xfrm>
              <a:off x="4050547" y="275831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6" name="pg7266"/>
            <p:cNvSpPr/>
            <p:nvPr/>
          </p:nvSpPr>
          <p:spPr>
            <a:xfrm>
              <a:off x="4047837" y="276691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7" name="pg7267"/>
            <p:cNvSpPr/>
            <p:nvPr/>
          </p:nvSpPr>
          <p:spPr>
            <a:xfrm>
              <a:off x="4045164" y="277553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8" name="pg7268"/>
            <p:cNvSpPr/>
            <p:nvPr/>
          </p:nvSpPr>
          <p:spPr>
            <a:xfrm>
              <a:off x="4042528" y="278415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9" name="pg7269"/>
            <p:cNvSpPr/>
            <p:nvPr/>
          </p:nvSpPr>
          <p:spPr>
            <a:xfrm>
              <a:off x="4039928" y="279279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0" name="pg7270"/>
            <p:cNvSpPr/>
            <p:nvPr/>
          </p:nvSpPr>
          <p:spPr>
            <a:xfrm>
              <a:off x="4037366" y="280143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1" name="pg7271"/>
            <p:cNvSpPr/>
            <p:nvPr/>
          </p:nvSpPr>
          <p:spPr>
            <a:xfrm>
              <a:off x="4034840" y="281009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2" name="pg7272"/>
            <p:cNvSpPr/>
            <p:nvPr/>
          </p:nvSpPr>
          <p:spPr>
            <a:xfrm>
              <a:off x="4032351" y="281876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3" name="pg7273"/>
            <p:cNvSpPr/>
            <p:nvPr/>
          </p:nvSpPr>
          <p:spPr>
            <a:xfrm>
              <a:off x="4029900" y="282744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4" name="pg7274"/>
            <p:cNvSpPr/>
            <p:nvPr/>
          </p:nvSpPr>
          <p:spPr>
            <a:xfrm>
              <a:off x="4027485" y="283612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5" name="pg7275"/>
            <p:cNvSpPr/>
            <p:nvPr/>
          </p:nvSpPr>
          <p:spPr>
            <a:xfrm>
              <a:off x="4025108" y="284482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6" name="pg7276"/>
            <p:cNvSpPr/>
            <p:nvPr/>
          </p:nvSpPr>
          <p:spPr>
            <a:xfrm>
              <a:off x="4022768" y="285353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7" name="pg7277"/>
            <p:cNvSpPr/>
            <p:nvPr/>
          </p:nvSpPr>
          <p:spPr>
            <a:xfrm>
              <a:off x="4020464" y="286225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8" name="pg7278"/>
            <p:cNvSpPr/>
            <p:nvPr/>
          </p:nvSpPr>
          <p:spPr>
            <a:xfrm>
              <a:off x="4018199" y="287098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9" name="pg7279"/>
            <p:cNvSpPr/>
            <p:nvPr/>
          </p:nvSpPr>
          <p:spPr>
            <a:xfrm>
              <a:off x="4015970" y="287972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0" name="pg7280"/>
            <p:cNvSpPr/>
            <p:nvPr/>
          </p:nvSpPr>
          <p:spPr>
            <a:xfrm>
              <a:off x="3983825" y="302959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1" name="pg7281"/>
            <p:cNvSpPr/>
            <p:nvPr/>
          </p:nvSpPr>
          <p:spPr>
            <a:xfrm>
              <a:off x="3982274" y="303847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2" name="pg7282"/>
            <p:cNvSpPr/>
            <p:nvPr/>
          </p:nvSpPr>
          <p:spPr>
            <a:xfrm>
              <a:off x="3988706" y="300298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3" name="pg7283"/>
            <p:cNvSpPr/>
            <p:nvPr/>
          </p:nvSpPr>
          <p:spPr>
            <a:xfrm>
              <a:off x="3987041" y="301184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4" name="pg7284"/>
            <p:cNvSpPr/>
            <p:nvPr/>
          </p:nvSpPr>
          <p:spPr>
            <a:xfrm>
              <a:off x="3985414" y="302071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5" name="pg7285"/>
            <p:cNvSpPr/>
            <p:nvPr/>
          </p:nvSpPr>
          <p:spPr>
            <a:xfrm>
              <a:off x="3980760" y="304736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6" name="pg7286"/>
            <p:cNvSpPr/>
            <p:nvPr/>
          </p:nvSpPr>
          <p:spPr>
            <a:xfrm>
              <a:off x="3979285" y="305626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7" name="pg7287"/>
            <p:cNvSpPr/>
            <p:nvPr/>
          </p:nvSpPr>
          <p:spPr>
            <a:xfrm>
              <a:off x="3977848" y="306516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8" name="pg7288"/>
            <p:cNvSpPr/>
            <p:nvPr/>
          </p:nvSpPr>
          <p:spPr>
            <a:xfrm>
              <a:off x="3976448" y="307407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9" name="pg7289"/>
            <p:cNvSpPr/>
            <p:nvPr/>
          </p:nvSpPr>
          <p:spPr>
            <a:xfrm>
              <a:off x="3966625" y="314554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0" name="pg7290"/>
            <p:cNvSpPr/>
            <p:nvPr/>
          </p:nvSpPr>
          <p:spPr>
            <a:xfrm>
              <a:off x="3965569" y="315450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1" name="pg7291"/>
            <p:cNvSpPr/>
            <p:nvPr/>
          </p:nvSpPr>
          <p:spPr>
            <a:xfrm>
              <a:off x="3975087" y="308298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2" name="pg7292"/>
            <p:cNvSpPr/>
            <p:nvPr/>
          </p:nvSpPr>
          <p:spPr>
            <a:xfrm>
              <a:off x="3973764" y="309190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3" name="pg7293"/>
            <p:cNvSpPr/>
            <p:nvPr/>
          </p:nvSpPr>
          <p:spPr>
            <a:xfrm>
              <a:off x="3972479" y="310083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4" name="pg7294"/>
            <p:cNvSpPr/>
            <p:nvPr/>
          </p:nvSpPr>
          <p:spPr>
            <a:xfrm>
              <a:off x="3971232" y="310976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5" name="pg7295"/>
            <p:cNvSpPr/>
            <p:nvPr/>
          </p:nvSpPr>
          <p:spPr>
            <a:xfrm>
              <a:off x="3970023" y="311870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6" name="pg7296"/>
            <p:cNvSpPr/>
            <p:nvPr/>
          </p:nvSpPr>
          <p:spPr>
            <a:xfrm>
              <a:off x="3968852" y="312764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7" name="pg7297"/>
            <p:cNvSpPr/>
            <p:nvPr/>
          </p:nvSpPr>
          <p:spPr>
            <a:xfrm>
              <a:off x="3967719" y="313659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8" name="pg7298"/>
            <p:cNvSpPr/>
            <p:nvPr/>
          </p:nvSpPr>
          <p:spPr>
            <a:xfrm>
              <a:off x="3964551" y="316346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9" name="pg7299"/>
            <p:cNvSpPr/>
            <p:nvPr/>
          </p:nvSpPr>
          <p:spPr>
            <a:xfrm>
              <a:off x="3963571" y="317242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0" name="pg7300"/>
            <p:cNvSpPr/>
            <p:nvPr/>
          </p:nvSpPr>
          <p:spPr>
            <a:xfrm>
              <a:off x="3962630" y="318139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1" name="pg7301"/>
            <p:cNvSpPr/>
            <p:nvPr/>
          </p:nvSpPr>
          <p:spPr>
            <a:xfrm>
              <a:off x="3961727" y="319036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2" name="pg7302"/>
            <p:cNvSpPr/>
            <p:nvPr/>
          </p:nvSpPr>
          <p:spPr>
            <a:xfrm>
              <a:off x="3960862" y="319934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3" name="pg7303"/>
            <p:cNvSpPr/>
            <p:nvPr/>
          </p:nvSpPr>
          <p:spPr>
            <a:xfrm>
              <a:off x="3955325" y="327127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4" name="pg7304"/>
            <p:cNvSpPr/>
            <p:nvPr/>
          </p:nvSpPr>
          <p:spPr>
            <a:xfrm>
              <a:off x="3954805" y="328027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5" name="pg7305"/>
            <p:cNvSpPr/>
            <p:nvPr/>
          </p:nvSpPr>
          <p:spPr>
            <a:xfrm>
              <a:off x="3957786" y="323528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6" name="pg7306"/>
            <p:cNvSpPr/>
            <p:nvPr/>
          </p:nvSpPr>
          <p:spPr>
            <a:xfrm>
              <a:off x="3957113" y="324427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7" name="pg7307"/>
            <p:cNvSpPr/>
            <p:nvPr/>
          </p:nvSpPr>
          <p:spPr>
            <a:xfrm>
              <a:off x="3960036" y="320832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8" name="pg7308"/>
            <p:cNvSpPr/>
            <p:nvPr/>
          </p:nvSpPr>
          <p:spPr>
            <a:xfrm>
              <a:off x="3959247" y="321730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9" name="pg7309"/>
            <p:cNvSpPr/>
            <p:nvPr/>
          </p:nvSpPr>
          <p:spPr>
            <a:xfrm>
              <a:off x="3958498" y="322629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0" name="pg7310"/>
            <p:cNvSpPr/>
            <p:nvPr/>
          </p:nvSpPr>
          <p:spPr>
            <a:xfrm>
              <a:off x="3956479" y="325327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1" name="pg7311"/>
            <p:cNvSpPr/>
            <p:nvPr/>
          </p:nvSpPr>
          <p:spPr>
            <a:xfrm>
              <a:off x="3955882" y="326227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2" name="pg7312"/>
            <p:cNvSpPr/>
            <p:nvPr/>
          </p:nvSpPr>
          <p:spPr>
            <a:xfrm>
              <a:off x="3954324" y="328928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3" name="pg7313"/>
            <p:cNvSpPr/>
            <p:nvPr/>
          </p:nvSpPr>
          <p:spPr>
            <a:xfrm>
              <a:off x="3953882" y="329828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4" name="pg7314"/>
            <p:cNvSpPr/>
            <p:nvPr/>
          </p:nvSpPr>
          <p:spPr>
            <a:xfrm>
              <a:off x="3953478" y="330729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5" name="pg7315"/>
            <p:cNvSpPr/>
            <p:nvPr/>
          </p:nvSpPr>
          <p:spPr>
            <a:xfrm>
              <a:off x="3953112" y="331630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6" name="pg7316"/>
            <p:cNvSpPr/>
            <p:nvPr/>
          </p:nvSpPr>
          <p:spPr>
            <a:xfrm>
              <a:off x="3952785" y="332532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7" name="pg7317"/>
            <p:cNvSpPr/>
            <p:nvPr/>
          </p:nvSpPr>
          <p:spPr>
            <a:xfrm>
              <a:off x="3952496" y="333433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8" name="pg7318"/>
            <p:cNvSpPr/>
            <p:nvPr/>
          </p:nvSpPr>
          <p:spPr>
            <a:xfrm>
              <a:off x="3952246" y="334334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9" name="pg7319"/>
            <p:cNvSpPr/>
            <p:nvPr/>
          </p:nvSpPr>
          <p:spPr>
            <a:xfrm>
              <a:off x="3952035" y="335236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0" name="pg7320"/>
            <p:cNvSpPr/>
            <p:nvPr/>
          </p:nvSpPr>
          <p:spPr>
            <a:xfrm>
              <a:off x="3951861" y="336138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1" name="pg7321"/>
            <p:cNvSpPr/>
            <p:nvPr/>
          </p:nvSpPr>
          <p:spPr>
            <a:xfrm>
              <a:off x="3951727" y="337039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2" name="pg7322"/>
            <p:cNvSpPr/>
            <p:nvPr/>
          </p:nvSpPr>
          <p:spPr>
            <a:xfrm>
              <a:off x="5036692" y="155145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3" name="pg7323"/>
            <p:cNvSpPr/>
            <p:nvPr/>
          </p:nvSpPr>
          <p:spPr>
            <a:xfrm>
              <a:off x="5028821" y="155585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4" name="pg7324"/>
            <p:cNvSpPr/>
            <p:nvPr/>
          </p:nvSpPr>
          <p:spPr>
            <a:xfrm>
              <a:off x="5020970" y="156029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5" name="pg7325"/>
            <p:cNvSpPr/>
            <p:nvPr/>
          </p:nvSpPr>
          <p:spPr>
            <a:xfrm>
              <a:off x="5013138" y="156476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6" name="pg7326"/>
            <p:cNvSpPr/>
            <p:nvPr/>
          </p:nvSpPr>
          <p:spPr>
            <a:xfrm>
              <a:off x="5005325" y="156926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7" name="pg7327"/>
            <p:cNvSpPr/>
            <p:nvPr/>
          </p:nvSpPr>
          <p:spPr>
            <a:xfrm>
              <a:off x="4997531" y="157380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8" name="pg7328"/>
            <p:cNvSpPr/>
            <p:nvPr/>
          </p:nvSpPr>
          <p:spPr>
            <a:xfrm>
              <a:off x="4989756" y="157837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9" name="pg7329"/>
            <p:cNvSpPr/>
            <p:nvPr/>
          </p:nvSpPr>
          <p:spPr>
            <a:xfrm>
              <a:off x="4982001" y="158297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0" name="pg7330"/>
            <p:cNvSpPr/>
            <p:nvPr/>
          </p:nvSpPr>
          <p:spPr>
            <a:xfrm>
              <a:off x="5076321" y="152994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1" name="pg7331"/>
            <p:cNvSpPr/>
            <p:nvPr/>
          </p:nvSpPr>
          <p:spPr>
            <a:xfrm>
              <a:off x="5068358" y="153417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2" name="pg7332"/>
            <p:cNvSpPr/>
            <p:nvPr/>
          </p:nvSpPr>
          <p:spPr>
            <a:xfrm>
              <a:off x="5060414" y="153844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3" name="pg7333"/>
            <p:cNvSpPr/>
            <p:nvPr/>
          </p:nvSpPr>
          <p:spPr>
            <a:xfrm>
              <a:off x="5052488" y="154274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4" name="pg7334"/>
            <p:cNvSpPr/>
            <p:nvPr/>
          </p:nvSpPr>
          <p:spPr>
            <a:xfrm>
              <a:off x="5044581" y="154708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5" name="pg7335"/>
            <p:cNvSpPr/>
            <p:nvPr/>
          </p:nvSpPr>
          <p:spPr>
            <a:xfrm>
              <a:off x="5124468" y="150525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6" name="pg7336"/>
            <p:cNvSpPr/>
            <p:nvPr/>
          </p:nvSpPr>
          <p:spPr>
            <a:xfrm>
              <a:off x="5116400" y="150928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7" name="pg7337"/>
            <p:cNvSpPr/>
            <p:nvPr/>
          </p:nvSpPr>
          <p:spPr>
            <a:xfrm>
              <a:off x="5108349" y="151334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8" name="pg7338"/>
            <p:cNvSpPr/>
            <p:nvPr/>
          </p:nvSpPr>
          <p:spPr>
            <a:xfrm>
              <a:off x="5100315" y="151744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9" name="pg7339"/>
            <p:cNvSpPr/>
            <p:nvPr/>
          </p:nvSpPr>
          <p:spPr>
            <a:xfrm>
              <a:off x="5092299" y="152157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0" name="pg7340"/>
            <p:cNvSpPr/>
            <p:nvPr/>
          </p:nvSpPr>
          <p:spPr>
            <a:xfrm>
              <a:off x="5084301" y="152574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1" name="pg7341"/>
            <p:cNvSpPr/>
            <p:nvPr/>
          </p:nvSpPr>
          <p:spPr>
            <a:xfrm>
              <a:off x="4974266" y="158761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2" name="pg7342"/>
            <p:cNvSpPr/>
            <p:nvPr/>
          </p:nvSpPr>
          <p:spPr>
            <a:xfrm>
              <a:off x="4966551" y="159228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3" name="pg7343"/>
            <p:cNvSpPr/>
            <p:nvPr/>
          </p:nvSpPr>
          <p:spPr>
            <a:xfrm>
              <a:off x="4958856" y="159698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4" name="pg7344"/>
            <p:cNvSpPr/>
            <p:nvPr/>
          </p:nvSpPr>
          <p:spPr>
            <a:xfrm>
              <a:off x="4951180" y="160171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5" name="pg7345"/>
            <p:cNvSpPr/>
            <p:nvPr/>
          </p:nvSpPr>
          <p:spPr>
            <a:xfrm>
              <a:off x="4943526" y="160648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6" name="pg7346"/>
            <p:cNvSpPr/>
            <p:nvPr/>
          </p:nvSpPr>
          <p:spPr>
            <a:xfrm>
              <a:off x="4935891" y="161128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7" name="pg7347"/>
            <p:cNvSpPr/>
            <p:nvPr/>
          </p:nvSpPr>
          <p:spPr>
            <a:xfrm>
              <a:off x="4928277" y="161611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8" name="pg7348"/>
            <p:cNvSpPr/>
            <p:nvPr/>
          </p:nvSpPr>
          <p:spPr>
            <a:xfrm>
              <a:off x="4920684" y="162098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9" name="pg7349"/>
            <p:cNvSpPr/>
            <p:nvPr/>
          </p:nvSpPr>
          <p:spPr>
            <a:xfrm>
              <a:off x="4913112" y="162588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0" name="pg7350"/>
            <p:cNvSpPr/>
            <p:nvPr/>
          </p:nvSpPr>
          <p:spPr>
            <a:xfrm>
              <a:off x="4905560" y="163081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1" name="pg7351"/>
            <p:cNvSpPr/>
            <p:nvPr/>
          </p:nvSpPr>
          <p:spPr>
            <a:xfrm>
              <a:off x="4898030" y="163577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2" name="pg7352"/>
            <p:cNvSpPr/>
            <p:nvPr/>
          </p:nvSpPr>
          <p:spPr>
            <a:xfrm>
              <a:off x="4890521" y="164076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3" name="pg7353"/>
            <p:cNvSpPr/>
            <p:nvPr/>
          </p:nvSpPr>
          <p:spPr>
            <a:xfrm>
              <a:off x="4883033" y="164579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4" name="pg7354"/>
            <p:cNvSpPr/>
            <p:nvPr/>
          </p:nvSpPr>
          <p:spPr>
            <a:xfrm>
              <a:off x="4875567" y="165085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5" name="pg7355"/>
            <p:cNvSpPr/>
            <p:nvPr/>
          </p:nvSpPr>
          <p:spPr>
            <a:xfrm>
              <a:off x="4868123" y="165594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6" name="pg7356"/>
            <p:cNvSpPr/>
            <p:nvPr/>
          </p:nvSpPr>
          <p:spPr>
            <a:xfrm>
              <a:off x="4860700" y="166106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7" name="pg7357"/>
            <p:cNvSpPr/>
            <p:nvPr/>
          </p:nvSpPr>
          <p:spPr>
            <a:xfrm>
              <a:off x="4853299" y="166621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8" name="pg7358"/>
            <p:cNvSpPr/>
            <p:nvPr/>
          </p:nvSpPr>
          <p:spPr>
            <a:xfrm>
              <a:off x="4845921" y="167140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9" name="pg7359"/>
            <p:cNvSpPr/>
            <p:nvPr/>
          </p:nvSpPr>
          <p:spPr>
            <a:xfrm>
              <a:off x="4838564" y="167661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0" name="pg7360"/>
            <p:cNvSpPr/>
            <p:nvPr/>
          </p:nvSpPr>
          <p:spPr>
            <a:xfrm>
              <a:off x="5590403" y="133854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1" name="pg7361"/>
            <p:cNvSpPr/>
            <p:nvPr/>
          </p:nvSpPr>
          <p:spPr>
            <a:xfrm>
              <a:off x="5625624" y="133074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2" name="pg7362"/>
            <p:cNvSpPr/>
            <p:nvPr/>
          </p:nvSpPr>
          <p:spPr>
            <a:xfrm>
              <a:off x="5616806" y="133264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3" name="pg7363"/>
            <p:cNvSpPr/>
            <p:nvPr/>
          </p:nvSpPr>
          <p:spPr>
            <a:xfrm>
              <a:off x="5607996" y="133457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4" name="pg7364"/>
            <p:cNvSpPr/>
            <p:nvPr/>
          </p:nvSpPr>
          <p:spPr>
            <a:xfrm>
              <a:off x="5599195" y="133653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5" name="pg7365"/>
            <p:cNvSpPr/>
            <p:nvPr/>
          </p:nvSpPr>
          <p:spPr>
            <a:xfrm>
              <a:off x="5678692" y="132019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6" name="pg7366"/>
            <p:cNvSpPr/>
            <p:nvPr/>
          </p:nvSpPr>
          <p:spPr>
            <a:xfrm>
              <a:off x="5669828" y="132185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7" name="pg7367"/>
            <p:cNvSpPr/>
            <p:nvPr/>
          </p:nvSpPr>
          <p:spPr>
            <a:xfrm>
              <a:off x="5660972" y="132356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8" name="pg7368"/>
            <p:cNvSpPr/>
            <p:nvPr/>
          </p:nvSpPr>
          <p:spPr>
            <a:xfrm>
              <a:off x="5652124" y="132530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9" name="pg7369"/>
            <p:cNvSpPr/>
            <p:nvPr/>
          </p:nvSpPr>
          <p:spPr>
            <a:xfrm>
              <a:off x="5643283" y="132708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0" name="pg7370"/>
            <p:cNvSpPr/>
            <p:nvPr/>
          </p:nvSpPr>
          <p:spPr>
            <a:xfrm>
              <a:off x="5634449" y="132889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1" name="pg7371"/>
            <p:cNvSpPr/>
            <p:nvPr/>
          </p:nvSpPr>
          <p:spPr>
            <a:xfrm>
              <a:off x="5555320" y="134693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2" name="pg7372"/>
            <p:cNvSpPr/>
            <p:nvPr/>
          </p:nvSpPr>
          <p:spPr>
            <a:xfrm>
              <a:off x="5546572" y="134912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3" name="pg7373"/>
            <p:cNvSpPr/>
            <p:nvPr/>
          </p:nvSpPr>
          <p:spPr>
            <a:xfrm>
              <a:off x="5581619" y="134058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4" name="pg7374"/>
            <p:cNvSpPr/>
            <p:nvPr/>
          </p:nvSpPr>
          <p:spPr>
            <a:xfrm>
              <a:off x="5572843" y="134266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5" name="pg7375"/>
            <p:cNvSpPr/>
            <p:nvPr/>
          </p:nvSpPr>
          <p:spPr>
            <a:xfrm>
              <a:off x="5564077" y="134477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6" name="pg7376"/>
            <p:cNvSpPr/>
            <p:nvPr/>
          </p:nvSpPr>
          <p:spPr>
            <a:xfrm>
              <a:off x="5537833" y="135135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7" name="pg7377"/>
            <p:cNvSpPr/>
            <p:nvPr/>
          </p:nvSpPr>
          <p:spPr>
            <a:xfrm>
              <a:off x="5529104" y="135361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8" name="pg7378"/>
            <p:cNvSpPr/>
            <p:nvPr/>
          </p:nvSpPr>
          <p:spPr>
            <a:xfrm>
              <a:off x="5520385" y="135592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9" name="pg7379"/>
            <p:cNvSpPr/>
            <p:nvPr/>
          </p:nvSpPr>
          <p:spPr>
            <a:xfrm>
              <a:off x="5511676" y="135826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0" name="pg7380"/>
            <p:cNvSpPr/>
            <p:nvPr/>
          </p:nvSpPr>
          <p:spPr>
            <a:xfrm>
              <a:off x="5502977" y="136063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1" name="pg7381"/>
            <p:cNvSpPr/>
            <p:nvPr/>
          </p:nvSpPr>
          <p:spPr>
            <a:xfrm>
              <a:off x="5494288" y="136305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2" name="pg7382"/>
            <p:cNvSpPr/>
            <p:nvPr/>
          </p:nvSpPr>
          <p:spPr>
            <a:xfrm>
              <a:off x="5485609" y="136550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3" name="pg7383"/>
            <p:cNvSpPr/>
            <p:nvPr/>
          </p:nvSpPr>
          <p:spPr>
            <a:xfrm>
              <a:off x="5476941" y="136799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4" name="pg7384"/>
            <p:cNvSpPr/>
            <p:nvPr/>
          </p:nvSpPr>
          <p:spPr>
            <a:xfrm>
              <a:off x="5468284" y="137051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5" name="pg7385"/>
            <p:cNvSpPr/>
            <p:nvPr/>
          </p:nvSpPr>
          <p:spPr>
            <a:xfrm>
              <a:off x="5459638" y="137308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6" name="pg7386"/>
            <p:cNvSpPr/>
            <p:nvPr/>
          </p:nvSpPr>
          <p:spPr>
            <a:xfrm>
              <a:off x="5451002" y="137568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7" name="pg7387"/>
            <p:cNvSpPr/>
            <p:nvPr/>
          </p:nvSpPr>
          <p:spPr>
            <a:xfrm>
              <a:off x="5442378" y="137831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8" name="pg7388"/>
            <p:cNvSpPr/>
            <p:nvPr/>
          </p:nvSpPr>
          <p:spPr>
            <a:xfrm>
              <a:off x="5433765" y="138098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9" name="pg7389"/>
            <p:cNvSpPr/>
            <p:nvPr/>
          </p:nvSpPr>
          <p:spPr>
            <a:xfrm>
              <a:off x="5425164" y="138369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0" name="pg7390"/>
            <p:cNvSpPr/>
            <p:nvPr/>
          </p:nvSpPr>
          <p:spPr>
            <a:xfrm>
              <a:off x="5416574" y="138644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1" name="pg7391"/>
            <p:cNvSpPr/>
            <p:nvPr/>
          </p:nvSpPr>
          <p:spPr>
            <a:xfrm>
              <a:off x="5407996" y="138922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2" name="pg7392"/>
            <p:cNvSpPr/>
            <p:nvPr/>
          </p:nvSpPr>
          <p:spPr>
            <a:xfrm>
              <a:off x="5399430" y="139204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3" name="pg7393"/>
            <p:cNvSpPr/>
            <p:nvPr/>
          </p:nvSpPr>
          <p:spPr>
            <a:xfrm>
              <a:off x="5390876" y="139490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4" name="pg7394"/>
            <p:cNvSpPr/>
            <p:nvPr/>
          </p:nvSpPr>
          <p:spPr>
            <a:xfrm>
              <a:off x="5382334" y="139779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5" name="pg7395"/>
            <p:cNvSpPr/>
            <p:nvPr/>
          </p:nvSpPr>
          <p:spPr>
            <a:xfrm>
              <a:off x="5821348" y="129872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6" name="pg7396"/>
            <p:cNvSpPr/>
            <p:nvPr/>
          </p:nvSpPr>
          <p:spPr>
            <a:xfrm>
              <a:off x="5812392" y="129977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7" name="pg7397"/>
            <p:cNvSpPr/>
            <p:nvPr/>
          </p:nvSpPr>
          <p:spPr>
            <a:xfrm>
              <a:off x="5848242" y="129578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8" name="pg7398"/>
            <p:cNvSpPr/>
            <p:nvPr/>
          </p:nvSpPr>
          <p:spPr>
            <a:xfrm>
              <a:off x="5839273" y="129672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9" name="pg7399"/>
            <p:cNvSpPr/>
            <p:nvPr/>
          </p:nvSpPr>
          <p:spPr>
            <a:xfrm>
              <a:off x="5830308" y="129770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0" name="pg7400"/>
            <p:cNvSpPr/>
            <p:nvPr/>
          </p:nvSpPr>
          <p:spPr>
            <a:xfrm>
              <a:off x="5902132" y="129093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1" name="pg7401"/>
            <p:cNvSpPr/>
            <p:nvPr/>
          </p:nvSpPr>
          <p:spPr>
            <a:xfrm>
              <a:off x="5893142" y="129165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2" name="pg7402"/>
            <p:cNvSpPr/>
            <p:nvPr/>
          </p:nvSpPr>
          <p:spPr>
            <a:xfrm>
              <a:off x="5884155" y="129240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3" name="pg7403"/>
            <p:cNvSpPr/>
            <p:nvPr/>
          </p:nvSpPr>
          <p:spPr>
            <a:xfrm>
              <a:off x="5875172" y="129318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4" name="pg7404"/>
            <p:cNvSpPr/>
            <p:nvPr/>
          </p:nvSpPr>
          <p:spPr>
            <a:xfrm>
              <a:off x="5866192" y="129401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5" name="pg7405"/>
            <p:cNvSpPr/>
            <p:nvPr/>
          </p:nvSpPr>
          <p:spPr>
            <a:xfrm>
              <a:off x="5857215" y="129487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6" name="pg7406"/>
            <p:cNvSpPr/>
            <p:nvPr/>
          </p:nvSpPr>
          <p:spPr>
            <a:xfrm>
              <a:off x="5983157" y="128626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7" name="pg7407"/>
            <p:cNvSpPr/>
            <p:nvPr/>
          </p:nvSpPr>
          <p:spPr>
            <a:xfrm>
              <a:off x="5974146" y="128663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8" name="pg7408"/>
            <p:cNvSpPr/>
            <p:nvPr/>
          </p:nvSpPr>
          <p:spPr>
            <a:xfrm>
              <a:off x="5965137" y="128703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9" name="pg7409"/>
            <p:cNvSpPr/>
            <p:nvPr/>
          </p:nvSpPr>
          <p:spPr>
            <a:xfrm>
              <a:off x="5956129" y="128747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0" name="pg7410"/>
            <p:cNvSpPr/>
            <p:nvPr/>
          </p:nvSpPr>
          <p:spPr>
            <a:xfrm>
              <a:off x="5947124" y="128795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1" name="pg7411"/>
            <p:cNvSpPr/>
            <p:nvPr/>
          </p:nvSpPr>
          <p:spPr>
            <a:xfrm>
              <a:off x="6055282" y="128472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2" name="pg7412"/>
            <p:cNvSpPr/>
            <p:nvPr/>
          </p:nvSpPr>
          <p:spPr>
            <a:xfrm>
              <a:off x="6046264" y="128478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3" name="pg7413"/>
            <p:cNvSpPr/>
            <p:nvPr/>
          </p:nvSpPr>
          <p:spPr>
            <a:xfrm>
              <a:off x="6037246" y="128487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4" name="pg7414"/>
            <p:cNvSpPr/>
            <p:nvPr/>
          </p:nvSpPr>
          <p:spPr>
            <a:xfrm>
              <a:off x="6028229" y="128501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5" name="pg7415"/>
            <p:cNvSpPr/>
            <p:nvPr/>
          </p:nvSpPr>
          <p:spPr>
            <a:xfrm>
              <a:off x="6019213" y="128518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6" name="pg7416"/>
            <p:cNvSpPr/>
            <p:nvPr/>
          </p:nvSpPr>
          <p:spPr>
            <a:xfrm>
              <a:off x="6010197" y="128539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7" name="pg7417"/>
            <p:cNvSpPr/>
            <p:nvPr/>
          </p:nvSpPr>
          <p:spPr>
            <a:xfrm>
              <a:off x="6001182" y="128564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8" name="pg7418"/>
            <p:cNvSpPr/>
            <p:nvPr/>
          </p:nvSpPr>
          <p:spPr>
            <a:xfrm>
              <a:off x="5992169" y="128593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9" name="pg7419"/>
            <p:cNvSpPr/>
            <p:nvPr/>
          </p:nvSpPr>
          <p:spPr>
            <a:xfrm>
              <a:off x="5938121" y="128847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0" name="pg7420"/>
            <p:cNvSpPr/>
            <p:nvPr/>
          </p:nvSpPr>
          <p:spPr>
            <a:xfrm>
              <a:off x="5929120" y="128903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1" name="pg7421"/>
            <p:cNvSpPr/>
            <p:nvPr/>
          </p:nvSpPr>
          <p:spPr>
            <a:xfrm>
              <a:off x="5920121" y="128963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2" name="pg7422"/>
            <p:cNvSpPr/>
            <p:nvPr/>
          </p:nvSpPr>
          <p:spPr>
            <a:xfrm>
              <a:off x="5911126" y="129026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3" name="pg7423"/>
            <p:cNvSpPr/>
            <p:nvPr/>
          </p:nvSpPr>
          <p:spPr>
            <a:xfrm>
              <a:off x="5758757" y="130691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4" name="pg7424"/>
            <p:cNvSpPr/>
            <p:nvPr/>
          </p:nvSpPr>
          <p:spPr>
            <a:xfrm>
              <a:off x="5749836" y="130823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5" name="pg7425"/>
            <p:cNvSpPr/>
            <p:nvPr/>
          </p:nvSpPr>
          <p:spPr>
            <a:xfrm>
              <a:off x="5740922" y="130960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6" name="pg7426"/>
            <p:cNvSpPr/>
            <p:nvPr/>
          </p:nvSpPr>
          <p:spPr>
            <a:xfrm>
              <a:off x="5776615" y="130438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7" name="pg7427"/>
            <p:cNvSpPr/>
            <p:nvPr/>
          </p:nvSpPr>
          <p:spPr>
            <a:xfrm>
              <a:off x="5767683" y="130563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8" name="pg7428"/>
            <p:cNvSpPr/>
            <p:nvPr/>
          </p:nvSpPr>
          <p:spPr>
            <a:xfrm>
              <a:off x="5803440" y="130087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9" name="pg7429"/>
            <p:cNvSpPr/>
            <p:nvPr/>
          </p:nvSpPr>
          <p:spPr>
            <a:xfrm>
              <a:off x="5794493" y="130200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0" name="pg7430"/>
            <p:cNvSpPr/>
            <p:nvPr/>
          </p:nvSpPr>
          <p:spPr>
            <a:xfrm>
              <a:off x="5785551" y="130317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1" name="pg7431"/>
            <p:cNvSpPr/>
            <p:nvPr/>
          </p:nvSpPr>
          <p:spPr>
            <a:xfrm>
              <a:off x="5732013" y="131100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2" name="pg7432"/>
            <p:cNvSpPr/>
            <p:nvPr/>
          </p:nvSpPr>
          <p:spPr>
            <a:xfrm>
              <a:off x="5723110" y="131243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3" name="pg7433"/>
            <p:cNvSpPr/>
            <p:nvPr/>
          </p:nvSpPr>
          <p:spPr>
            <a:xfrm>
              <a:off x="5714213" y="131391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4" name="pg7434"/>
            <p:cNvSpPr/>
            <p:nvPr/>
          </p:nvSpPr>
          <p:spPr>
            <a:xfrm>
              <a:off x="5705323" y="131542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5" name="pg7435"/>
            <p:cNvSpPr/>
            <p:nvPr/>
          </p:nvSpPr>
          <p:spPr>
            <a:xfrm>
              <a:off x="5696439" y="131697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6" name="pg7436"/>
            <p:cNvSpPr/>
            <p:nvPr/>
          </p:nvSpPr>
          <p:spPr>
            <a:xfrm>
              <a:off x="5687562" y="131856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7" name="pg7437"/>
            <p:cNvSpPr/>
            <p:nvPr/>
          </p:nvSpPr>
          <p:spPr>
            <a:xfrm>
              <a:off x="5356784" y="140669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8" name="pg7438"/>
            <p:cNvSpPr/>
            <p:nvPr/>
          </p:nvSpPr>
          <p:spPr>
            <a:xfrm>
              <a:off x="5373805" y="140072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9" name="pg7439"/>
            <p:cNvSpPr/>
            <p:nvPr/>
          </p:nvSpPr>
          <p:spPr>
            <a:xfrm>
              <a:off x="5365288" y="140369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0" name="pg7440"/>
            <p:cNvSpPr/>
            <p:nvPr/>
          </p:nvSpPr>
          <p:spPr>
            <a:xfrm>
              <a:off x="5348293" y="140973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1" name="pg7441"/>
            <p:cNvSpPr/>
            <p:nvPr/>
          </p:nvSpPr>
          <p:spPr>
            <a:xfrm>
              <a:off x="5264126" y="144209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2" name="pg7442"/>
            <p:cNvSpPr/>
            <p:nvPr/>
          </p:nvSpPr>
          <p:spPr>
            <a:xfrm>
              <a:off x="5255787" y="144552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3" name="pg7443"/>
            <p:cNvSpPr/>
            <p:nvPr/>
          </p:nvSpPr>
          <p:spPr>
            <a:xfrm>
              <a:off x="5247463" y="144899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4" name="pg7444"/>
            <p:cNvSpPr/>
            <p:nvPr/>
          </p:nvSpPr>
          <p:spPr>
            <a:xfrm>
              <a:off x="5222580" y="145961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5" name="pg7445"/>
            <p:cNvSpPr/>
            <p:nvPr/>
          </p:nvSpPr>
          <p:spPr>
            <a:xfrm>
              <a:off x="5239153" y="145250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6" name="pg7446"/>
            <p:cNvSpPr/>
            <p:nvPr/>
          </p:nvSpPr>
          <p:spPr>
            <a:xfrm>
              <a:off x="5230859" y="145604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7" name="pg7447"/>
            <p:cNvSpPr/>
            <p:nvPr/>
          </p:nvSpPr>
          <p:spPr>
            <a:xfrm>
              <a:off x="5214316" y="146322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8" name="pg7448"/>
            <p:cNvSpPr/>
            <p:nvPr/>
          </p:nvSpPr>
          <p:spPr>
            <a:xfrm>
              <a:off x="5206067" y="146687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9" name="pg7449"/>
            <p:cNvSpPr/>
            <p:nvPr/>
          </p:nvSpPr>
          <p:spPr>
            <a:xfrm>
              <a:off x="5272480" y="143869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0" name="pg7450"/>
            <p:cNvSpPr/>
            <p:nvPr/>
          </p:nvSpPr>
          <p:spPr>
            <a:xfrm>
              <a:off x="5289230" y="143201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1" name="pg7451"/>
            <p:cNvSpPr/>
            <p:nvPr/>
          </p:nvSpPr>
          <p:spPr>
            <a:xfrm>
              <a:off x="5280848" y="143533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2" name="pg7452"/>
            <p:cNvSpPr/>
            <p:nvPr/>
          </p:nvSpPr>
          <p:spPr>
            <a:xfrm>
              <a:off x="5339815" y="141280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3" name="pg7453"/>
            <p:cNvSpPr/>
            <p:nvPr/>
          </p:nvSpPr>
          <p:spPr>
            <a:xfrm>
              <a:off x="5331351" y="141591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4" name="pg7454"/>
            <p:cNvSpPr/>
            <p:nvPr/>
          </p:nvSpPr>
          <p:spPr>
            <a:xfrm>
              <a:off x="5322899" y="141906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5" name="pg7455"/>
            <p:cNvSpPr/>
            <p:nvPr/>
          </p:nvSpPr>
          <p:spPr>
            <a:xfrm>
              <a:off x="5314461" y="142224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6" name="pg7456"/>
            <p:cNvSpPr/>
            <p:nvPr/>
          </p:nvSpPr>
          <p:spPr>
            <a:xfrm>
              <a:off x="5306037" y="142546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7" name="pg7457"/>
            <p:cNvSpPr/>
            <p:nvPr/>
          </p:nvSpPr>
          <p:spPr>
            <a:xfrm>
              <a:off x="5297627" y="142871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8" name="pg7458"/>
            <p:cNvSpPr/>
            <p:nvPr/>
          </p:nvSpPr>
          <p:spPr>
            <a:xfrm>
              <a:off x="5148775" y="149337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9" name="pg7459"/>
            <p:cNvSpPr/>
            <p:nvPr/>
          </p:nvSpPr>
          <p:spPr>
            <a:xfrm>
              <a:off x="5140656" y="149730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0" name="pg7460"/>
            <p:cNvSpPr/>
            <p:nvPr/>
          </p:nvSpPr>
          <p:spPr>
            <a:xfrm>
              <a:off x="5132553" y="150126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1" name="pg7461"/>
            <p:cNvSpPr/>
            <p:nvPr/>
          </p:nvSpPr>
          <p:spPr>
            <a:xfrm>
              <a:off x="5173232" y="148180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2" name="pg7462"/>
            <p:cNvSpPr/>
            <p:nvPr/>
          </p:nvSpPr>
          <p:spPr>
            <a:xfrm>
              <a:off x="5165063" y="148562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3" name="pg7463"/>
            <p:cNvSpPr/>
            <p:nvPr/>
          </p:nvSpPr>
          <p:spPr>
            <a:xfrm>
              <a:off x="5197835" y="147055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4" name="pg7464"/>
            <p:cNvSpPr/>
            <p:nvPr/>
          </p:nvSpPr>
          <p:spPr>
            <a:xfrm>
              <a:off x="5189618" y="147427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5" name="pg7465"/>
            <p:cNvSpPr/>
            <p:nvPr/>
          </p:nvSpPr>
          <p:spPr>
            <a:xfrm>
              <a:off x="5181417" y="147802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6" name="pg7466"/>
            <p:cNvSpPr/>
            <p:nvPr/>
          </p:nvSpPr>
          <p:spPr>
            <a:xfrm>
              <a:off x="5156910" y="148948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7" name="pg7467"/>
            <p:cNvSpPr/>
            <p:nvPr/>
          </p:nvSpPr>
          <p:spPr>
            <a:xfrm>
              <a:off x="4831230" y="168186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8" name="pg7468"/>
            <p:cNvSpPr/>
            <p:nvPr/>
          </p:nvSpPr>
          <p:spPr>
            <a:xfrm>
              <a:off x="4823918" y="168714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9" name="pg7469"/>
            <p:cNvSpPr/>
            <p:nvPr/>
          </p:nvSpPr>
          <p:spPr>
            <a:xfrm>
              <a:off x="4794899" y="170857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0" name="pg7470"/>
            <p:cNvSpPr/>
            <p:nvPr/>
          </p:nvSpPr>
          <p:spPr>
            <a:xfrm>
              <a:off x="4816629" y="169245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1" name="pg7471"/>
            <p:cNvSpPr/>
            <p:nvPr/>
          </p:nvSpPr>
          <p:spPr>
            <a:xfrm>
              <a:off x="4809363" y="169779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2" name="pg7472"/>
            <p:cNvSpPr/>
            <p:nvPr/>
          </p:nvSpPr>
          <p:spPr>
            <a:xfrm>
              <a:off x="4802120" y="170316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3" name="pg7473"/>
            <p:cNvSpPr/>
            <p:nvPr/>
          </p:nvSpPr>
          <p:spPr>
            <a:xfrm>
              <a:off x="4787702" y="171400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4" name="pg7474"/>
            <p:cNvSpPr/>
            <p:nvPr/>
          </p:nvSpPr>
          <p:spPr>
            <a:xfrm>
              <a:off x="4780528" y="171947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5" name="pg7475"/>
            <p:cNvSpPr/>
            <p:nvPr/>
          </p:nvSpPr>
          <p:spPr>
            <a:xfrm>
              <a:off x="4773377" y="172496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6" name="pg7476"/>
            <p:cNvSpPr/>
            <p:nvPr/>
          </p:nvSpPr>
          <p:spPr>
            <a:xfrm>
              <a:off x="4766250" y="173049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7" name="pg7477"/>
            <p:cNvSpPr/>
            <p:nvPr/>
          </p:nvSpPr>
          <p:spPr>
            <a:xfrm>
              <a:off x="4759146" y="173604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8" name="pg7478"/>
            <p:cNvSpPr/>
            <p:nvPr/>
          </p:nvSpPr>
          <p:spPr>
            <a:xfrm>
              <a:off x="4752066" y="174163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9" name="pg7479"/>
            <p:cNvSpPr/>
            <p:nvPr/>
          </p:nvSpPr>
          <p:spPr>
            <a:xfrm>
              <a:off x="4745011" y="174724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0" name="pg7480"/>
            <p:cNvSpPr/>
            <p:nvPr/>
          </p:nvSpPr>
          <p:spPr>
            <a:xfrm>
              <a:off x="4737979" y="175289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1" name="pg7481"/>
            <p:cNvSpPr/>
            <p:nvPr/>
          </p:nvSpPr>
          <p:spPr>
            <a:xfrm>
              <a:off x="4730971" y="175857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2" name="pg7482"/>
            <p:cNvSpPr/>
            <p:nvPr/>
          </p:nvSpPr>
          <p:spPr>
            <a:xfrm>
              <a:off x="4723988" y="176427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3" name="pg7483"/>
            <p:cNvSpPr/>
            <p:nvPr/>
          </p:nvSpPr>
          <p:spPr>
            <a:xfrm>
              <a:off x="4717029" y="177001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4" name="pg7484"/>
            <p:cNvSpPr/>
            <p:nvPr/>
          </p:nvSpPr>
          <p:spPr>
            <a:xfrm>
              <a:off x="4710095" y="177577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5" name="pg7485"/>
            <p:cNvSpPr/>
            <p:nvPr/>
          </p:nvSpPr>
          <p:spPr>
            <a:xfrm>
              <a:off x="4703185" y="178157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6" name="pg7486"/>
            <p:cNvSpPr/>
            <p:nvPr/>
          </p:nvSpPr>
          <p:spPr>
            <a:xfrm>
              <a:off x="4696300" y="178739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7" name="pg7487"/>
            <p:cNvSpPr/>
            <p:nvPr/>
          </p:nvSpPr>
          <p:spPr>
            <a:xfrm>
              <a:off x="4689440" y="179325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8" name="pg7488"/>
            <p:cNvSpPr/>
            <p:nvPr/>
          </p:nvSpPr>
          <p:spPr>
            <a:xfrm>
              <a:off x="4669011" y="181098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9" name="pg7489"/>
            <p:cNvSpPr/>
            <p:nvPr/>
          </p:nvSpPr>
          <p:spPr>
            <a:xfrm>
              <a:off x="4682605" y="179913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0" name="pg7490"/>
            <p:cNvSpPr/>
            <p:nvPr/>
          </p:nvSpPr>
          <p:spPr>
            <a:xfrm>
              <a:off x="4675795" y="180504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1" name="pg7491"/>
            <p:cNvSpPr/>
            <p:nvPr/>
          </p:nvSpPr>
          <p:spPr>
            <a:xfrm>
              <a:off x="4662252" y="181695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2" name="pg7492"/>
            <p:cNvSpPr/>
            <p:nvPr/>
          </p:nvSpPr>
          <p:spPr>
            <a:xfrm>
              <a:off x="4538821" y="193573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3" name="pg7493"/>
            <p:cNvSpPr/>
            <p:nvPr/>
          </p:nvSpPr>
          <p:spPr>
            <a:xfrm>
              <a:off x="4583171" y="189081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4" name="pg7494"/>
            <p:cNvSpPr/>
            <p:nvPr/>
          </p:nvSpPr>
          <p:spPr>
            <a:xfrm>
              <a:off x="4576753" y="189715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5" name="pg7495"/>
            <p:cNvSpPr/>
            <p:nvPr/>
          </p:nvSpPr>
          <p:spPr>
            <a:xfrm>
              <a:off x="4570363" y="190351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6" name="pg7496"/>
            <p:cNvSpPr/>
            <p:nvPr/>
          </p:nvSpPr>
          <p:spPr>
            <a:xfrm>
              <a:off x="4563999" y="190990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7" name="pg7497"/>
            <p:cNvSpPr/>
            <p:nvPr/>
          </p:nvSpPr>
          <p:spPr>
            <a:xfrm>
              <a:off x="4557664" y="191632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8" name="pg7498"/>
            <p:cNvSpPr/>
            <p:nvPr/>
          </p:nvSpPr>
          <p:spPr>
            <a:xfrm>
              <a:off x="4551355" y="192276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9" name="pg7499"/>
            <p:cNvSpPr/>
            <p:nvPr/>
          </p:nvSpPr>
          <p:spPr>
            <a:xfrm>
              <a:off x="4545074" y="192923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0" name="pg7500"/>
            <p:cNvSpPr/>
            <p:nvPr/>
          </p:nvSpPr>
          <p:spPr>
            <a:xfrm>
              <a:off x="4655518" y="182295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1" name="pg7501"/>
            <p:cNvSpPr/>
            <p:nvPr/>
          </p:nvSpPr>
          <p:spPr>
            <a:xfrm>
              <a:off x="4648810" y="182898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2" name="pg7502"/>
            <p:cNvSpPr/>
            <p:nvPr/>
          </p:nvSpPr>
          <p:spPr>
            <a:xfrm>
              <a:off x="4642128" y="183504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3" name="pg7503"/>
            <p:cNvSpPr/>
            <p:nvPr/>
          </p:nvSpPr>
          <p:spPr>
            <a:xfrm>
              <a:off x="4635472" y="184112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4" name="pg7504"/>
            <p:cNvSpPr/>
            <p:nvPr/>
          </p:nvSpPr>
          <p:spPr>
            <a:xfrm>
              <a:off x="4628842" y="184724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5" name="pg7505"/>
            <p:cNvSpPr/>
            <p:nvPr/>
          </p:nvSpPr>
          <p:spPr>
            <a:xfrm>
              <a:off x="4622238" y="185338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6" name="pg7506"/>
            <p:cNvSpPr/>
            <p:nvPr/>
          </p:nvSpPr>
          <p:spPr>
            <a:xfrm>
              <a:off x="4615661" y="185955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7" name="pg7507"/>
            <p:cNvSpPr/>
            <p:nvPr/>
          </p:nvSpPr>
          <p:spPr>
            <a:xfrm>
              <a:off x="4609109" y="186574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8" name="pg7508"/>
            <p:cNvSpPr/>
            <p:nvPr/>
          </p:nvSpPr>
          <p:spPr>
            <a:xfrm>
              <a:off x="4602585" y="187197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9" name="pg7509"/>
            <p:cNvSpPr/>
            <p:nvPr/>
          </p:nvSpPr>
          <p:spPr>
            <a:xfrm>
              <a:off x="4596086" y="187822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0" name="pg7510"/>
            <p:cNvSpPr/>
            <p:nvPr/>
          </p:nvSpPr>
          <p:spPr>
            <a:xfrm>
              <a:off x="4589615" y="188450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1" name="pg7511"/>
            <p:cNvSpPr/>
            <p:nvPr/>
          </p:nvSpPr>
          <p:spPr>
            <a:xfrm>
              <a:off x="4532596" y="194226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2" name="pg7512"/>
            <p:cNvSpPr/>
            <p:nvPr/>
          </p:nvSpPr>
          <p:spPr>
            <a:xfrm>
              <a:off x="4526398" y="194881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3" name="pg7513"/>
            <p:cNvSpPr/>
            <p:nvPr/>
          </p:nvSpPr>
          <p:spPr>
            <a:xfrm>
              <a:off x="4520229" y="195539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4" name="pg7514"/>
            <p:cNvSpPr/>
            <p:nvPr/>
          </p:nvSpPr>
          <p:spPr>
            <a:xfrm>
              <a:off x="4514088" y="196199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5" name="pg7515"/>
            <p:cNvSpPr/>
            <p:nvPr/>
          </p:nvSpPr>
          <p:spPr>
            <a:xfrm>
              <a:off x="4507974" y="196862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6" name="pg7516"/>
            <p:cNvSpPr/>
            <p:nvPr/>
          </p:nvSpPr>
          <p:spPr>
            <a:xfrm>
              <a:off x="3951630" y="337941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7" name="pg7517"/>
            <p:cNvSpPr/>
            <p:nvPr/>
          </p:nvSpPr>
          <p:spPr>
            <a:xfrm>
              <a:off x="3951573" y="338843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8" name="pg7518"/>
            <p:cNvSpPr/>
            <p:nvPr/>
          </p:nvSpPr>
          <p:spPr>
            <a:xfrm>
              <a:off x="7896991" y="234629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9" name="pg7519"/>
            <p:cNvSpPr/>
            <p:nvPr/>
          </p:nvSpPr>
          <p:spPr>
            <a:xfrm>
              <a:off x="7910301" y="236984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0" name="pg7520"/>
            <p:cNvSpPr/>
            <p:nvPr/>
          </p:nvSpPr>
          <p:spPr>
            <a:xfrm>
              <a:off x="7905898" y="236197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1" name="pg7521"/>
            <p:cNvSpPr/>
            <p:nvPr/>
          </p:nvSpPr>
          <p:spPr>
            <a:xfrm>
              <a:off x="7901462" y="235412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2" name="pg7522"/>
            <p:cNvSpPr/>
            <p:nvPr/>
          </p:nvSpPr>
          <p:spPr>
            <a:xfrm>
              <a:off x="7892488" y="233847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3" name="pg7523"/>
            <p:cNvSpPr/>
            <p:nvPr/>
          </p:nvSpPr>
          <p:spPr>
            <a:xfrm>
              <a:off x="7878778" y="231515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4" name="pg7524"/>
            <p:cNvSpPr/>
            <p:nvPr/>
          </p:nvSpPr>
          <p:spPr>
            <a:xfrm>
              <a:off x="7887951" y="233068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5" name="pg7525"/>
            <p:cNvSpPr/>
            <p:nvPr/>
          </p:nvSpPr>
          <p:spPr>
            <a:xfrm>
              <a:off x="7883381" y="232290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6" name="pg7526"/>
            <p:cNvSpPr/>
            <p:nvPr/>
          </p:nvSpPr>
          <p:spPr>
            <a:xfrm>
              <a:off x="7874142" y="230741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7" name="pg7527"/>
            <p:cNvSpPr/>
            <p:nvPr/>
          </p:nvSpPr>
          <p:spPr>
            <a:xfrm>
              <a:off x="7869472" y="229970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8" name="pg7528"/>
            <p:cNvSpPr/>
            <p:nvPr/>
          </p:nvSpPr>
          <p:spPr>
            <a:xfrm>
              <a:off x="7864770" y="229200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9" name="pg7529"/>
            <p:cNvSpPr/>
            <p:nvPr/>
          </p:nvSpPr>
          <p:spPr>
            <a:xfrm>
              <a:off x="7860035" y="228433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0" name="pg7530"/>
            <p:cNvSpPr/>
            <p:nvPr/>
          </p:nvSpPr>
          <p:spPr>
            <a:xfrm>
              <a:off x="7855268" y="227667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1" name="pg7531"/>
            <p:cNvSpPr/>
            <p:nvPr/>
          </p:nvSpPr>
          <p:spPr>
            <a:xfrm>
              <a:off x="8152152" y="307407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2" name="pg7532"/>
            <p:cNvSpPr/>
            <p:nvPr/>
          </p:nvSpPr>
          <p:spPr>
            <a:xfrm>
              <a:off x="8150753" y="306516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3" name="pg7533"/>
            <p:cNvSpPr/>
            <p:nvPr/>
          </p:nvSpPr>
          <p:spPr>
            <a:xfrm>
              <a:off x="8149316" y="305626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4" name="pg7534"/>
            <p:cNvSpPr/>
            <p:nvPr/>
          </p:nvSpPr>
          <p:spPr>
            <a:xfrm>
              <a:off x="8147840" y="304736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5" name="pg7535"/>
            <p:cNvSpPr/>
            <p:nvPr/>
          </p:nvSpPr>
          <p:spPr>
            <a:xfrm>
              <a:off x="8146327" y="303847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6" name="pg7536"/>
            <p:cNvSpPr/>
            <p:nvPr/>
          </p:nvSpPr>
          <p:spPr>
            <a:xfrm>
              <a:off x="8144776" y="302959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7" name="pg7537"/>
            <p:cNvSpPr/>
            <p:nvPr/>
          </p:nvSpPr>
          <p:spPr>
            <a:xfrm>
              <a:off x="8143186" y="302071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8" name="pg7538"/>
            <p:cNvSpPr/>
            <p:nvPr/>
          </p:nvSpPr>
          <p:spPr>
            <a:xfrm>
              <a:off x="8141559" y="301184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9" name="pg7539"/>
            <p:cNvSpPr/>
            <p:nvPr/>
          </p:nvSpPr>
          <p:spPr>
            <a:xfrm>
              <a:off x="8139895" y="300298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0" name="pg7540"/>
            <p:cNvSpPr/>
            <p:nvPr/>
          </p:nvSpPr>
          <p:spPr>
            <a:xfrm>
              <a:off x="8138192" y="299412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1" name="pg7541"/>
            <p:cNvSpPr/>
            <p:nvPr/>
          </p:nvSpPr>
          <p:spPr>
            <a:xfrm>
              <a:off x="8136451" y="298527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2" name="pg7542"/>
            <p:cNvSpPr/>
            <p:nvPr/>
          </p:nvSpPr>
          <p:spPr>
            <a:xfrm>
              <a:off x="8134673" y="297643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3" name="pg7543"/>
            <p:cNvSpPr/>
            <p:nvPr/>
          </p:nvSpPr>
          <p:spPr>
            <a:xfrm>
              <a:off x="8132857" y="296760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4" name="pg7544"/>
            <p:cNvSpPr/>
            <p:nvPr/>
          </p:nvSpPr>
          <p:spPr>
            <a:xfrm>
              <a:off x="8131004" y="295877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5" name="pg7545"/>
            <p:cNvSpPr/>
            <p:nvPr/>
          </p:nvSpPr>
          <p:spPr>
            <a:xfrm>
              <a:off x="8129112" y="294995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6" name="pg7546"/>
            <p:cNvSpPr/>
            <p:nvPr/>
          </p:nvSpPr>
          <p:spPr>
            <a:xfrm>
              <a:off x="8127183" y="294114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7" name="pg7547"/>
            <p:cNvSpPr/>
            <p:nvPr/>
          </p:nvSpPr>
          <p:spPr>
            <a:xfrm>
              <a:off x="8125217" y="293234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8" name="pg7548"/>
            <p:cNvSpPr/>
            <p:nvPr/>
          </p:nvSpPr>
          <p:spPr>
            <a:xfrm>
              <a:off x="8123213" y="292355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9" name="pg7549"/>
            <p:cNvSpPr/>
            <p:nvPr/>
          </p:nvSpPr>
          <p:spPr>
            <a:xfrm>
              <a:off x="8121171" y="291477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0" name="pg7550"/>
            <p:cNvSpPr/>
            <p:nvPr/>
          </p:nvSpPr>
          <p:spPr>
            <a:xfrm>
              <a:off x="8119092" y="290599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1" name="pg7551"/>
            <p:cNvSpPr/>
            <p:nvPr/>
          </p:nvSpPr>
          <p:spPr>
            <a:xfrm>
              <a:off x="8116976" y="289722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2" name="pg7552"/>
            <p:cNvSpPr/>
            <p:nvPr/>
          </p:nvSpPr>
          <p:spPr>
            <a:xfrm>
              <a:off x="8114822" y="288847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3" name="pg7553"/>
            <p:cNvSpPr/>
            <p:nvPr/>
          </p:nvSpPr>
          <p:spPr>
            <a:xfrm>
              <a:off x="8112631" y="287972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4" name="pg7554"/>
            <p:cNvSpPr/>
            <p:nvPr/>
          </p:nvSpPr>
          <p:spPr>
            <a:xfrm>
              <a:off x="8110402" y="287098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5" name="pg7555"/>
            <p:cNvSpPr/>
            <p:nvPr/>
          </p:nvSpPr>
          <p:spPr>
            <a:xfrm>
              <a:off x="8108136" y="286225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6" name="pg7556"/>
            <p:cNvSpPr/>
            <p:nvPr/>
          </p:nvSpPr>
          <p:spPr>
            <a:xfrm>
              <a:off x="8105833" y="285353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7" name="pg7557"/>
            <p:cNvSpPr/>
            <p:nvPr/>
          </p:nvSpPr>
          <p:spPr>
            <a:xfrm>
              <a:off x="8103493" y="284482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8" name="pg7558"/>
            <p:cNvSpPr/>
            <p:nvPr/>
          </p:nvSpPr>
          <p:spPr>
            <a:xfrm>
              <a:off x="8101115" y="283612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9" name="pg7559"/>
            <p:cNvSpPr/>
            <p:nvPr/>
          </p:nvSpPr>
          <p:spPr>
            <a:xfrm>
              <a:off x="8093761" y="281009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0" name="pg7560"/>
            <p:cNvSpPr/>
            <p:nvPr/>
          </p:nvSpPr>
          <p:spPr>
            <a:xfrm>
              <a:off x="8098701" y="282744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1" name="pg7561"/>
            <p:cNvSpPr/>
            <p:nvPr/>
          </p:nvSpPr>
          <p:spPr>
            <a:xfrm>
              <a:off x="8096249" y="281876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2" name="pg7562"/>
            <p:cNvSpPr/>
            <p:nvPr/>
          </p:nvSpPr>
          <p:spPr>
            <a:xfrm>
              <a:off x="8175488" y="331630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3" name="pg7563"/>
            <p:cNvSpPr/>
            <p:nvPr/>
          </p:nvSpPr>
          <p:spPr>
            <a:xfrm>
              <a:off x="8175123" y="330729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4" name="pg7564"/>
            <p:cNvSpPr/>
            <p:nvPr/>
          </p:nvSpPr>
          <p:spPr>
            <a:xfrm>
              <a:off x="8174719" y="329828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5" name="pg7565"/>
            <p:cNvSpPr/>
            <p:nvPr/>
          </p:nvSpPr>
          <p:spPr>
            <a:xfrm>
              <a:off x="8174276" y="328928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6" name="pg7566"/>
            <p:cNvSpPr/>
            <p:nvPr/>
          </p:nvSpPr>
          <p:spPr>
            <a:xfrm>
              <a:off x="8173795" y="328027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7" name="pg7567"/>
            <p:cNvSpPr/>
            <p:nvPr/>
          </p:nvSpPr>
          <p:spPr>
            <a:xfrm>
              <a:off x="8173276" y="327127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8" name="pg7568"/>
            <p:cNvSpPr/>
            <p:nvPr/>
          </p:nvSpPr>
          <p:spPr>
            <a:xfrm>
              <a:off x="8172718" y="326227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9" name="pg7569"/>
            <p:cNvSpPr/>
            <p:nvPr/>
          </p:nvSpPr>
          <p:spPr>
            <a:xfrm>
              <a:off x="8172122" y="325327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0" name="pg7570"/>
            <p:cNvSpPr/>
            <p:nvPr/>
          </p:nvSpPr>
          <p:spPr>
            <a:xfrm>
              <a:off x="8177047" y="339745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1" name="pg7571"/>
            <p:cNvSpPr/>
            <p:nvPr/>
          </p:nvSpPr>
          <p:spPr>
            <a:xfrm>
              <a:off x="8177028" y="338843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2" name="pg7572"/>
            <p:cNvSpPr/>
            <p:nvPr/>
          </p:nvSpPr>
          <p:spPr>
            <a:xfrm>
              <a:off x="8176970" y="337941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3" name="pg7573"/>
            <p:cNvSpPr/>
            <p:nvPr/>
          </p:nvSpPr>
          <p:spPr>
            <a:xfrm>
              <a:off x="8176874" y="337039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4" name="pg7574"/>
            <p:cNvSpPr/>
            <p:nvPr/>
          </p:nvSpPr>
          <p:spPr>
            <a:xfrm>
              <a:off x="8176739" y="336138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5" name="pg7575"/>
            <p:cNvSpPr/>
            <p:nvPr/>
          </p:nvSpPr>
          <p:spPr>
            <a:xfrm>
              <a:off x="8176566" y="335236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6" name="pg7576"/>
            <p:cNvSpPr/>
            <p:nvPr/>
          </p:nvSpPr>
          <p:spPr>
            <a:xfrm>
              <a:off x="8176354" y="334334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7" name="pg7577"/>
            <p:cNvSpPr/>
            <p:nvPr/>
          </p:nvSpPr>
          <p:spPr>
            <a:xfrm>
              <a:off x="8176104" y="333433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8" name="pg7578"/>
            <p:cNvSpPr/>
            <p:nvPr/>
          </p:nvSpPr>
          <p:spPr>
            <a:xfrm>
              <a:off x="8175816" y="332532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9" name="pg7579"/>
            <p:cNvSpPr/>
            <p:nvPr/>
          </p:nvSpPr>
          <p:spPr>
            <a:xfrm>
              <a:off x="8171487" y="324427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0" name="pg7580"/>
            <p:cNvSpPr/>
            <p:nvPr/>
          </p:nvSpPr>
          <p:spPr>
            <a:xfrm>
              <a:off x="8170814" y="323528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1" name="pg7581"/>
            <p:cNvSpPr/>
            <p:nvPr/>
          </p:nvSpPr>
          <p:spPr>
            <a:xfrm>
              <a:off x="8170103" y="322629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2" name="pg7582"/>
            <p:cNvSpPr/>
            <p:nvPr/>
          </p:nvSpPr>
          <p:spPr>
            <a:xfrm>
              <a:off x="8169353" y="321730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3" name="pg7583"/>
            <p:cNvSpPr/>
            <p:nvPr/>
          </p:nvSpPr>
          <p:spPr>
            <a:xfrm>
              <a:off x="8168565" y="320832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4" name="pg7584"/>
            <p:cNvSpPr/>
            <p:nvPr/>
          </p:nvSpPr>
          <p:spPr>
            <a:xfrm>
              <a:off x="8167739" y="319934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5" name="pg7585"/>
            <p:cNvSpPr/>
            <p:nvPr/>
          </p:nvSpPr>
          <p:spPr>
            <a:xfrm>
              <a:off x="8166874" y="319036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6" name="pg7586"/>
            <p:cNvSpPr/>
            <p:nvPr/>
          </p:nvSpPr>
          <p:spPr>
            <a:xfrm>
              <a:off x="8165971" y="318139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7" name="pg7587"/>
            <p:cNvSpPr/>
            <p:nvPr/>
          </p:nvSpPr>
          <p:spPr>
            <a:xfrm>
              <a:off x="8165029" y="317242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8" name="pg7588"/>
            <p:cNvSpPr/>
            <p:nvPr/>
          </p:nvSpPr>
          <p:spPr>
            <a:xfrm>
              <a:off x="8164050" y="316346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9" name="pg7589"/>
            <p:cNvSpPr/>
            <p:nvPr/>
          </p:nvSpPr>
          <p:spPr>
            <a:xfrm>
              <a:off x="8163032" y="315450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0" name="pg7590"/>
            <p:cNvSpPr/>
            <p:nvPr/>
          </p:nvSpPr>
          <p:spPr>
            <a:xfrm>
              <a:off x="8161976" y="314554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1" name="pg7591"/>
            <p:cNvSpPr/>
            <p:nvPr/>
          </p:nvSpPr>
          <p:spPr>
            <a:xfrm>
              <a:off x="8160881" y="313659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2" name="pg7592"/>
            <p:cNvSpPr/>
            <p:nvPr/>
          </p:nvSpPr>
          <p:spPr>
            <a:xfrm>
              <a:off x="8159749" y="312764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3" name="pg7593"/>
            <p:cNvSpPr/>
            <p:nvPr/>
          </p:nvSpPr>
          <p:spPr>
            <a:xfrm>
              <a:off x="8158578" y="311870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4" name="pg7594"/>
            <p:cNvSpPr/>
            <p:nvPr/>
          </p:nvSpPr>
          <p:spPr>
            <a:xfrm>
              <a:off x="8157369" y="310976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5" name="pg7595"/>
            <p:cNvSpPr/>
            <p:nvPr/>
          </p:nvSpPr>
          <p:spPr>
            <a:xfrm>
              <a:off x="8156122" y="310083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6" name="pg7596"/>
            <p:cNvSpPr/>
            <p:nvPr/>
          </p:nvSpPr>
          <p:spPr>
            <a:xfrm>
              <a:off x="8154837" y="309190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7" name="pg7597"/>
            <p:cNvSpPr/>
            <p:nvPr/>
          </p:nvSpPr>
          <p:spPr>
            <a:xfrm>
              <a:off x="8153514" y="308298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8" name="pg7598"/>
            <p:cNvSpPr/>
            <p:nvPr/>
          </p:nvSpPr>
          <p:spPr>
            <a:xfrm>
              <a:off x="8091235" y="280143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9" name="pg7599"/>
            <p:cNvSpPr/>
            <p:nvPr/>
          </p:nvSpPr>
          <p:spPr>
            <a:xfrm>
              <a:off x="8088672" y="279279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0" name="pg7600"/>
            <p:cNvSpPr/>
            <p:nvPr/>
          </p:nvSpPr>
          <p:spPr>
            <a:xfrm>
              <a:off x="8080764" y="276691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1" name="pg7601"/>
            <p:cNvSpPr/>
            <p:nvPr/>
          </p:nvSpPr>
          <p:spPr>
            <a:xfrm>
              <a:off x="8086073" y="278415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2" name="pg7602"/>
            <p:cNvSpPr/>
            <p:nvPr/>
          </p:nvSpPr>
          <p:spPr>
            <a:xfrm>
              <a:off x="8083437" y="277553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3" name="pg7603"/>
            <p:cNvSpPr/>
            <p:nvPr/>
          </p:nvSpPr>
          <p:spPr>
            <a:xfrm>
              <a:off x="8078054" y="275831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4" name="pg7604"/>
            <p:cNvSpPr/>
            <p:nvPr/>
          </p:nvSpPr>
          <p:spPr>
            <a:xfrm>
              <a:off x="8075307" y="274972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5" name="pg7605"/>
            <p:cNvSpPr/>
            <p:nvPr/>
          </p:nvSpPr>
          <p:spPr>
            <a:xfrm>
              <a:off x="8072524" y="274114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6" name="pg7606"/>
            <p:cNvSpPr/>
            <p:nvPr/>
          </p:nvSpPr>
          <p:spPr>
            <a:xfrm>
              <a:off x="8063956" y="271548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7" name="pg7607"/>
            <p:cNvSpPr/>
            <p:nvPr/>
          </p:nvSpPr>
          <p:spPr>
            <a:xfrm>
              <a:off x="8069705" y="273258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8" name="pg7608"/>
            <p:cNvSpPr/>
            <p:nvPr/>
          </p:nvSpPr>
          <p:spPr>
            <a:xfrm>
              <a:off x="8066848" y="272402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9" name="pg7609"/>
            <p:cNvSpPr/>
            <p:nvPr/>
          </p:nvSpPr>
          <p:spPr>
            <a:xfrm>
              <a:off x="8061027" y="270695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0" name="pg7610"/>
            <p:cNvSpPr/>
            <p:nvPr/>
          </p:nvSpPr>
          <p:spPr>
            <a:xfrm>
              <a:off x="8058061" y="269844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1" name="pg7611"/>
            <p:cNvSpPr/>
            <p:nvPr/>
          </p:nvSpPr>
          <p:spPr>
            <a:xfrm>
              <a:off x="8055059" y="268993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2" name="pg7612"/>
            <p:cNvSpPr/>
            <p:nvPr/>
          </p:nvSpPr>
          <p:spPr>
            <a:xfrm>
              <a:off x="8052021" y="268144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3" name="pg7613"/>
            <p:cNvSpPr/>
            <p:nvPr/>
          </p:nvSpPr>
          <p:spPr>
            <a:xfrm>
              <a:off x="8048947" y="267296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4" name="pg7614"/>
            <p:cNvSpPr/>
            <p:nvPr/>
          </p:nvSpPr>
          <p:spPr>
            <a:xfrm>
              <a:off x="8045836" y="266450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5" name="pg7615"/>
            <p:cNvSpPr/>
            <p:nvPr/>
          </p:nvSpPr>
          <p:spPr>
            <a:xfrm>
              <a:off x="8042690" y="265605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6" name="pg7616"/>
            <p:cNvSpPr/>
            <p:nvPr/>
          </p:nvSpPr>
          <p:spPr>
            <a:xfrm>
              <a:off x="8039507" y="264761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7" name="pg7617"/>
            <p:cNvSpPr/>
            <p:nvPr/>
          </p:nvSpPr>
          <p:spPr>
            <a:xfrm>
              <a:off x="8036288" y="263918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8" name="pg7618"/>
            <p:cNvSpPr/>
            <p:nvPr/>
          </p:nvSpPr>
          <p:spPr>
            <a:xfrm>
              <a:off x="8033034" y="263077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9" name="pg7619"/>
            <p:cNvSpPr/>
            <p:nvPr/>
          </p:nvSpPr>
          <p:spPr>
            <a:xfrm>
              <a:off x="8029743" y="262238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0" name="pg7620"/>
            <p:cNvSpPr/>
            <p:nvPr/>
          </p:nvSpPr>
          <p:spPr>
            <a:xfrm>
              <a:off x="8026417" y="261400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1" name="pg7621"/>
            <p:cNvSpPr/>
            <p:nvPr/>
          </p:nvSpPr>
          <p:spPr>
            <a:xfrm>
              <a:off x="8023055" y="260563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2" name="pg7622"/>
            <p:cNvSpPr/>
            <p:nvPr/>
          </p:nvSpPr>
          <p:spPr>
            <a:xfrm>
              <a:off x="8019657" y="259727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3" name="pg7623"/>
            <p:cNvSpPr/>
            <p:nvPr/>
          </p:nvSpPr>
          <p:spPr>
            <a:xfrm>
              <a:off x="8016224" y="258893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4" name="pg7624"/>
            <p:cNvSpPr/>
            <p:nvPr/>
          </p:nvSpPr>
          <p:spPr>
            <a:xfrm>
              <a:off x="8012755" y="258061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5" name="pg7625"/>
            <p:cNvSpPr/>
            <p:nvPr/>
          </p:nvSpPr>
          <p:spPr>
            <a:xfrm>
              <a:off x="8009251" y="257230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6" name="pg7626"/>
            <p:cNvSpPr/>
            <p:nvPr/>
          </p:nvSpPr>
          <p:spPr>
            <a:xfrm>
              <a:off x="8005711" y="256401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7" name="pg7627"/>
            <p:cNvSpPr/>
            <p:nvPr/>
          </p:nvSpPr>
          <p:spPr>
            <a:xfrm>
              <a:off x="8002136" y="255573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8" name="pg7628"/>
            <p:cNvSpPr/>
            <p:nvPr/>
          </p:nvSpPr>
          <p:spPr>
            <a:xfrm>
              <a:off x="7998525" y="254746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9" name="pg7629"/>
            <p:cNvSpPr/>
            <p:nvPr/>
          </p:nvSpPr>
          <p:spPr>
            <a:xfrm>
              <a:off x="7994879" y="253922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0" name="pg7630"/>
            <p:cNvSpPr/>
            <p:nvPr/>
          </p:nvSpPr>
          <p:spPr>
            <a:xfrm>
              <a:off x="7991198" y="253098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1" name="pg7631"/>
            <p:cNvSpPr/>
            <p:nvPr/>
          </p:nvSpPr>
          <p:spPr>
            <a:xfrm>
              <a:off x="7987482" y="252277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2" name="pg7632"/>
            <p:cNvSpPr/>
            <p:nvPr/>
          </p:nvSpPr>
          <p:spPr>
            <a:xfrm>
              <a:off x="7983731" y="251456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3" name="pg7633"/>
            <p:cNvSpPr/>
            <p:nvPr/>
          </p:nvSpPr>
          <p:spPr>
            <a:xfrm>
              <a:off x="7972269" y="249006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4" name="pg7634"/>
            <p:cNvSpPr/>
            <p:nvPr/>
          </p:nvSpPr>
          <p:spPr>
            <a:xfrm>
              <a:off x="7979945" y="250638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5" name="pg7635"/>
            <p:cNvSpPr/>
            <p:nvPr/>
          </p:nvSpPr>
          <p:spPr>
            <a:xfrm>
              <a:off x="7976124" y="249821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6" name="pg7636"/>
            <p:cNvSpPr/>
            <p:nvPr/>
          </p:nvSpPr>
          <p:spPr>
            <a:xfrm>
              <a:off x="7968378" y="248192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7" name="pg7637"/>
            <p:cNvSpPr/>
            <p:nvPr/>
          </p:nvSpPr>
          <p:spPr>
            <a:xfrm>
              <a:off x="7964453" y="247380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8" name="pg7638"/>
            <p:cNvSpPr/>
            <p:nvPr/>
          </p:nvSpPr>
          <p:spPr>
            <a:xfrm>
              <a:off x="7960493" y="246570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9" name="pg7639"/>
            <p:cNvSpPr/>
            <p:nvPr/>
          </p:nvSpPr>
          <p:spPr>
            <a:xfrm>
              <a:off x="7944309" y="243346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0" name="pg7640"/>
            <p:cNvSpPr/>
            <p:nvPr/>
          </p:nvSpPr>
          <p:spPr>
            <a:xfrm>
              <a:off x="7956499" y="245762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1" name="pg7641"/>
            <p:cNvSpPr/>
            <p:nvPr/>
          </p:nvSpPr>
          <p:spPr>
            <a:xfrm>
              <a:off x="7952470" y="244955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2" name="pg7642"/>
            <p:cNvSpPr/>
            <p:nvPr/>
          </p:nvSpPr>
          <p:spPr>
            <a:xfrm>
              <a:off x="7948407" y="244150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3" name="pg7643"/>
            <p:cNvSpPr/>
            <p:nvPr/>
          </p:nvSpPr>
          <p:spPr>
            <a:xfrm>
              <a:off x="7940177" y="242545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4" name="pg7644"/>
            <p:cNvSpPr/>
            <p:nvPr/>
          </p:nvSpPr>
          <p:spPr>
            <a:xfrm>
              <a:off x="7936011" y="241745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5" name="pg7645"/>
            <p:cNvSpPr/>
            <p:nvPr/>
          </p:nvSpPr>
          <p:spPr>
            <a:xfrm>
              <a:off x="7931811" y="240947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6" name="pg7646"/>
            <p:cNvSpPr/>
            <p:nvPr/>
          </p:nvSpPr>
          <p:spPr>
            <a:xfrm>
              <a:off x="7927577" y="240151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7" name="pg7647"/>
            <p:cNvSpPr/>
            <p:nvPr/>
          </p:nvSpPr>
          <p:spPr>
            <a:xfrm>
              <a:off x="7923309" y="239356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8" name="pg7648"/>
            <p:cNvSpPr/>
            <p:nvPr/>
          </p:nvSpPr>
          <p:spPr>
            <a:xfrm>
              <a:off x="7919007" y="238564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9" name="pg7649"/>
            <p:cNvSpPr/>
            <p:nvPr/>
          </p:nvSpPr>
          <p:spPr>
            <a:xfrm>
              <a:off x="7914671" y="237773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0" name="pg7650"/>
            <p:cNvSpPr/>
            <p:nvPr/>
          </p:nvSpPr>
          <p:spPr>
            <a:xfrm>
              <a:off x="7805811" y="220127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1" name="pg7651"/>
            <p:cNvSpPr/>
            <p:nvPr/>
          </p:nvSpPr>
          <p:spPr>
            <a:xfrm>
              <a:off x="7800689" y="219385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2" name="pg7652"/>
            <p:cNvSpPr/>
            <p:nvPr/>
          </p:nvSpPr>
          <p:spPr>
            <a:xfrm>
              <a:off x="7795536" y="218645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3" name="pg7653"/>
            <p:cNvSpPr/>
            <p:nvPr/>
          </p:nvSpPr>
          <p:spPr>
            <a:xfrm>
              <a:off x="7850467" y="226904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4" name="pg7654"/>
            <p:cNvSpPr/>
            <p:nvPr/>
          </p:nvSpPr>
          <p:spPr>
            <a:xfrm>
              <a:off x="7845634" y="226143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5" name="pg7655"/>
            <p:cNvSpPr/>
            <p:nvPr/>
          </p:nvSpPr>
          <p:spPr>
            <a:xfrm>
              <a:off x="7840769" y="225383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6" name="pg7656"/>
            <p:cNvSpPr/>
            <p:nvPr/>
          </p:nvSpPr>
          <p:spPr>
            <a:xfrm>
              <a:off x="7835871" y="224626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7" name="pg7657"/>
            <p:cNvSpPr/>
            <p:nvPr/>
          </p:nvSpPr>
          <p:spPr>
            <a:xfrm>
              <a:off x="7830942" y="223871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8" name="pg7658"/>
            <p:cNvSpPr/>
            <p:nvPr/>
          </p:nvSpPr>
          <p:spPr>
            <a:xfrm>
              <a:off x="7825979" y="223118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9" name="pg7659"/>
            <p:cNvSpPr/>
            <p:nvPr/>
          </p:nvSpPr>
          <p:spPr>
            <a:xfrm>
              <a:off x="7820985" y="222367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0" name="pg7660"/>
            <p:cNvSpPr/>
            <p:nvPr/>
          </p:nvSpPr>
          <p:spPr>
            <a:xfrm>
              <a:off x="7815959" y="221618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1" name="pg7661"/>
            <p:cNvSpPr/>
            <p:nvPr/>
          </p:nvSpPr>
          <p:spPr>
            <a:xfrm>
              <a:off x="7810901" y="220872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2" name="pg7662"/>
            <p:cNvSpPr/>
            <p:nvPr/>
          </p:nvSpPr>
          <p:spPr>
            <a:xfrm>
              <a:off x="7790351" y="217907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3" name="pg7663"/>
            <p:cNvSpPr/>
            <p:nvPr/>
          </p:nvSpPr>
          <p:spPr>
            <a:xfrm>
              <a:off x="7785135" y="217171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4" name="pg7664"/>
            <p:cNvSpPr/>
            <p:nvPr/>
          </p:nvSpPr>
          <p:spPr>
            <a:xfrm>
              <a:off x="7779887" y="216438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5" name="pg7665"/>
            <p:cNvSpPr/>
            <p:nvPr/>
          </p:nvSpPr>
          <p:spPr>
            <a:xfrm>
              <a:off x="7774608" y="215707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6" name="pg7666"/>
            <p:cNvSpPr/>
            <p:nvPr/>
          </p:nvSpPr>
          <p:spPr>
            <a:xfrm>
              <a:off x="7769298" y="214978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7" name="pg7667"/>
            <p:cNvSpPr/>
            <p:nvPr/>
          </p:nvSpPr>
          <p:spPr>
            <a:xfrm>
              <a:off x="7763957" y="214251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8" name="pg7668"/>
            <p:cNvSpPr/>
            <p:nvPr/>
          </p:nvSpPr>
          <p:spPr>
            <a:xfrm>
              <a:off x="7758585" y="213527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9" name="pg7669"/>
            <p:cNvSpPr/>
            <p:nvPr/>
          </p:nvSpPr>
          <p:spPr>
            <a:xfrm>
              <a:off x="7753182" y="212805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0" name="pg7670"/>
            <p:cNvSpPr/>
            <p:nvPr/>
          </p:nvSpPr>
          <p:spPr>
            <a:xfrm>
              <a:off x="7747748" y="212085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1" name="pg7671"/>
            <p:cNvSpPr/>
            <p:nvPr/>
          </p:nvSpPr>
          <p:spPr>
            <a:xfrm>
              <a:off x="7742283" y="211368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2" name="pg7672"/>
            <p:cNvSpPr/>
            <p:nvPr/>
          </p:nvSpPr>
          <p:spPr>
            <a:xfrm>
              <a:off x="7736788" y="210652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3" name="pg7673"/>
            <p:cNvSpPr/>
            <p:nvPr/>
          </p:nvSpPr>
          <p:spPr>
            <a:xfrm>
              <a:off x="7731263" y="209940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4" name="pg7674"/>
            <p:cNvSpPr/>
            <p:nvPr/>
          </p:nvSpPr>
          <p:spPr>
            <a:xfrm>
              <a:off x="7725707" y="209229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5" name="pg7675"/>
            <p:cNvSpPr/>
            <p:nvPr/>
          </p:nvSpPr>
          <p:spPr>
            <a:xfrm>
              <a:off x="7703182" y="206412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6" name="pg7676"/>
            <p:cNvSpPr/>
            <p:nvPr/>
          </p:nvSpPr>
          <p:spPr>
            <a:xfrm>
              <a:off x="7697476" y="205714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7" name="pg7677"/>
            <p:cNvSpPr/>
            <p:nvPr/>
          </p:nvSpPr>
          <p:spPr>
            <a:xfrm>
              <a:off x="7720121" y="208521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8" name="pg7678"/>
            <p:cNvSpPr/>
            <p:nvPr/>
          </p:nvSpPr>
          <p:spPr>
            <a:xfrm>
              <a:off x="7714505" y="207816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9" name="pg7679"/>
            <p:cNvSpPr/>
            <p:nvPr/>
          </p:nvSpPr>
          <p:spPr>
            <a:xfrm>
              <a:off x="7708858" y="207113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0" name="pg7680"/>
            <p:cNvSpPr/>
            <p:nvPr/>
          </p:nvSpPr>
          <p:spPr>
            <a:xfrm>
              <a:off x="7691740" y="205018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1" name="pg7681"/>
            <p:cNvSpPr/>
            <p:nvPr/>
          </p:nvSpPr>
          <p:spPr>
            <a:xfrm>
              <a:off x="7608372" y="195539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2" name="pg7682"/>
            <p:cNvSpPr/>
            <p:nvPr/>
          </p:nvSpPr>
          <p:spPr>
            <a:xfrm>
              <a:off x="7602202" y="194881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3" name="pg7683"/>
            <p:cNvSpPr/>
            <p:nvPr/>
          </p:nvSpPr>
          <p:spPr>
            <a:xfrm>
              <a:off x="7596005" y="194226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4" name="pg7684"/>
            <p:cNvSpPr/>
            <p:nvPr/>
          </p:nvSpPr>
          <p:spPr>
            <a:xfrm>
              <a:off x="7589779" y="193573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5" name="pg7685"/>
            <p:cNvSpPr/>
            <p:nvPr/>
          </p:nvSpPr>
          <p:spPr>
            <a:xfrm>
              <a:off x="7583526" y="192923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6" name="pg7686"/>
            <p:cNvSpPr/>
            <p:nvPr/>
          </p:nvSpPr>
          <p:spPr>
            <a:xfrm>
              <a:off x="7577245" y="192276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7" name="pg7687"/>
            <p:cNvSpPr/>
            <p:nvPr/>
          </p:nvSpPr>
          <p:spPr>
            <a:xfrm>
              <a:off x="7570937" y="191632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8" name="pg7688"/>
            <p:cNvSpPr/>
            <p:nvPr/>
          </p:nvSpPr>
          <p:spPr>
            <a:xfrm>
              <a:off x="7564601" y="190990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9" name="pg7689"/>
            <p:cNvSpPr/>
            <p:nvPr/>
          </p:nvSpPr>
          <p:spPr>
            <a:xfrm>
              <a:off x="7558238" y="190351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0" name="pg7690"/>
            <p:cNvSpPr/>
            <p:nvPr/>
          </p:nvSpPr>
          <p:spPr>
            <a:xfrm>
              <a:off x="7650764" y="200216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1" name="pg7691"/>
            <p:cNvSpPr/>
            <p:nvPr/>
          </p:nvSpPr>
          <p:spPr>
            <a:xfrm>
              <a:off x="7662617" y="201575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2" name="pg7692"/>
            <p:cNvSpPr/>
            <p:nvPr/>
          </p:nvSpPr>
          <p:spPr>
            <a:xfrm>
              <a:off x="7656705" y="200894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3" name="pg7693"/>
            <p:cNvSpPr/>
            <p:nvPr/>
          </p:nvSpPr>
          <p:spPr>
            <a:xfrm>
              <a:off x="7685974" y="204324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4" name="pg7694"/>
            <p:cNvSpPr/>
            <p:nvPr/>
          </p:nvSpPr>
          <p:spPr>
            <a:xfrm>
              <a:off x="7680179" y="203633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5" name="pg7695"/>
            <p:cNvSpPr/>
            <p:nvPr/>
          </p:nvSpPr>
          <p:spPr>
            <a:xfrm>
              <a:off x="7674354" y="202945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6" name="pg7696"/>
            <p:cNvSpPr/>
            <p:nvPr/>
          </p:nvSpPr>
          <p:spPr>
            <a:xfrm>
              <a:off x="7668501" y="202259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7" name="pg7697"/>
            <p:cNvSpPr/>
            <p:nvPr/>
          </p:nvSpPr>
          <p:spPr>
            <a:xfrm>
              <a:off x="7644794" y="199540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8" name="pg7698"/>
            <p:cNvSpPr/>
            <p:nvPr/>
          </p:nvSpPr>
          <p:spPr>
            <a:xfrm>
              <a:off x="7638795" y="198867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9" name="pg7699"/>
            <p:cNvSpPr/>
            <p:nvPr/>
          </p:nvSpPr>
          <p:spPr>
            <a:xfrm>
              <a:off x="7632767" y="198196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0" name="pg7700"/>
            <p:cNvSpPr/>
            <p:nvPr/>
          </p:nvSpPr>
          <p:spPr>
            <a:xfrm>
              <a:off x="7626711" y="197528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1" name="pg7701"/>
            <p:cNvSpPr/>
            <p:nvPr/>
          </p:nvSpPr>
          <p:spPr>
            <a:xfrm>
              <a:off x="7620626" y="196862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2" name="pg7702"/>
            <p:cNvSpPr/>
            <p:nvPr/>
          </p:nvSpPr>
          <p:spPr>
            <a:xfrm>
              <a:off x="7614513" y="196199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3" name="pg7703"/>
            <p:cNvSpPr/>
            <p:nvPr/>
          </p:nvSpPr>
          <p:spPr>
            <a:xfrm>
              <a:off x="7551848" y="189715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4" name="pg7704"/>
            <p:cNvSpPr/>
            <p:nvPr/>
          </p:nvSpPr>
          <p:spPr>
            <a:xfrm>
              <a:off x="7545430" y="189081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5" name="pg7705"/>
            <p:cNvSpPr/>
            <p:nvPr/>
          </p:nvSpPr>
          <p:spPr>
            <a:xfrm>
              <a:off x="7538986" y="188450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6" name="pg7706"/>
            <p:cNvSpPr/>
            <p:nvPr/>
          </p:nvSpPr>
          <p:spPr>
            <a:xfrm>
              <a:off x="7532514" y="187822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7" name="pg7707"/>
            <p:cNvSpPr/>
            <p:nvPr/>
          </p:nvSpPr>
          <p:spPr>
            <a:xfrm>
              <a:off x="7526016" y="187197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8" name="pg7708"/>
            <p:cNvSpPr/>
            <p:nvPr/>
          </p:nvSpPr>
          <p:spPr>
            <a:xfrm>
              <a:off x="7519491" y="186574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9" name="pg7709"/>
            <p:cNvSpPr/>
            <p:nvPr/>
          </p:nvSpPr>
          <p:spPr>
            <a:xfrm>
              <a:off x="7512940" y="185955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0" name="pg7710"/>
            <p:cNvSpPr/>
            <p:nvPr/>
          </p:nvSpPr>
          <p:spPr>
            <a:xfrm>
              <a:off x="7506362" y="185338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1" name="pg7711"/>
            <p:cNvSpPr/>
            <p:nvPr/>
          </p:nvSpPr>
          <p:spPr>
            <a:xfrm>
              <a:off x="7499758" y="184724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2" name="pg7712"/>
            <p:cNvSpPr/>
            <p:nvPr/>
          </p:nvSpPr>
          <p:spPr>
            <a:xfrm>
              <a:off x="7493128" y="184112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3" name="pg7713"/>
            <p:cNvSpPr/>
            <p:nvPr/>
          </p:nvSpPr>
          <p:spPr>
            <a:xfrm>
              <a:off x="7486472" y="183504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4" name="pg7714"/>
            <p:cNvSpPr/>
            <p:nvPr/>
          </p:nvSpPr>
          <p:spPr>
            <a:xfrm>
              <a:off x="7479790" y="182898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5" name="pg7715"/>
            <p:cNvSpPr/>
            <p:nvPr/>
          </p:nvSpPr>
          <p:spPr>
            <a:xfrm>
              <a:off x="7473082" y="182295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6" name="pg7716"/>
            <p:cNvSpPr/>
            <p:nvPr/>
          </p:nvSpPr>
          <p:spPr>
            <a:xfrm>
              <a:off x="7466349" y="181695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7" name="pg7717"/>
            <p:cNvSpPr/>
            <p:nvPr/>
          </p:nvSpPr>
          <p:spPr>
            <a:xfrm>
              <a:off x="7459590" y="181098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8" name="pg7718"/>
            <p:cNvSpPr/>
            <p:nvPr/>
          </p:nvSpPr>
          <p:spPr>
            <a:xfrm>
              <a:off x="7452805" y="180504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9" name="pg7719"/>
            <p:cNvSpPr/>
            <p:nvPr/>
          </p:nvSpPr>
          <p:spPr>
            <a:xfrm>
              <a:off x="7445996" y="179913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0" name="pg7720"/>
            <p:cNvSpPr/>
            <p:nvPr/>
          </p:nvSpPr>
          <p:spPr>
            <a:xfrm>
              <a:off x="7439161" y="179325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1" name="pg7721"/>
            <p:cNvSpPr/>
            <p:nvPr/>
          </p:nvSpPr>
          <p:spPr>
            <a:xfrm>
              <a:off x="7432301" y="178739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2" name="pg7722"/>
            <p:cNvSpPr/>
            <p:nvPr/>
          </p:nvSpPr>
          <p:spPr>
            <a:xfrm>
              <a:off x="7425416" y="178157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3" name="pg7723"/>
            <p:cNvSpPr/>
            <p:nvPr/>
          </p:nvSpPr>
          <p:spPr>
            <a:xfrm>
              <a:off x="7418506" y="177577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4" name="pg7724"/>
            <p:cNvSpPr/>
            <p:nvPr/>
          </p:nvSpPr>
          <p:spPr>
            <a:xfrm>
              <a:off x="7411572" y="177001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5" name="pg7725"/>
            <p:cNvSpPr/>
            <p:nvPr/>
          </p:nvSpPr>
          <p:spPr>
            <a:xfrm>
              <a:off x="7404613" y="176427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6" name="pg7726"/>
            <p:cNvSpPr/>
            <p:nvPr/>
          </p:nvSpPr>
          <p:spPr>
            <a:xfrm>
              <a:off x="7397629" y="175857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7" name="pg7727"/>
            <p:cNvSpPr/>
            <p:nvPr/>
          </p:nvSpPr>
          <p:spPr>
            <a:xfrm>
              <a:off x="7390622" y="175289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8" name="pg7728"/>
            <p:cNvSpPr/>
            <p:nvPr/>
          </p:nvSpPr>
          <p:spPr>
            <a:xfrm>
              <a:off x="7383590" y="174724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9" name="pg7729"/>
            <p:cNvSpPr/>
            <p:nvPr/>
          </p:nvSpPr>
          <p:spPr>
            <a:xfrm>
              <a:off x="7376534" y="174163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0" name="pg7730"/>
            <p:cNvSpPr/>
            <p:nvPr/>
          </p:nvSpPr>
          <p:spPr>
            <a:xfrm>
              <a:off x="7369454" y="173604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1" name="pg7731"/>
            <p:cNvSpPr/>
            <p:nvPr/>
          </p:nvSpPr>
          <p:spPr>
            <a:xfrm>
              <a:off x="7362351" y="173049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2" name="pg7732"/>
            <p:cNvSpPr/>
            <p:nvPr/>
          </p:nvSpPr>
          <p:spPr>
            <a:xfrm>
              <a:off x="7355224" y="172496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3" name="pg7733"/>
            <p:cNvSpPr/>
            <p:nvPr/>
          </p:nvSpPr>
          <p:spPr>
            <a:xfrm>
              <a:off x="7348073" y="171947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4" name="pg7734"/>
            <p:cNvSpPr/>
            <p:nvPr/>
          </p:nvSpPr>
          <p:spPr>
            <a:xfrm>
              <a:off x="7340899" y="171400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5" name="pg7735"/>
            <p:cNvSpPr/>
            <p:nvPr/>
          </p:nvSpPr>
          <p:spPr>
            <a:xfrm>
              <a:off x="7333702" y="170857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6" name="pg7736"/>
            <p:cNvSpPr/>
            <p:nvPr/>
          </p:nvSpPr>
          <p:spPr>
            <a:xfrm>
              <a:off x="7326481" y="170316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7" name="pg7737"/>
            <p:cNvSpPr/>
            <p:nvPr/>
          </p:nvSpPr>
          <p:spPr>
            <a:xfrm>
              <a:off x="7319238" y="169779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8" name="pg7738"/>
            <p:cNvSpPr/>
            <p:nvPr/>
          </p:nvSpPr>
          <p:spPr>
            <a:xfrm>
              <a:off x="7311971" y="169245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9" name="pg7739"/>
            <p:cNvSpPr/>
            <p:nvPr/>
          </p:nvSpPr>
          <p:spPr>
            <a:xfrm>
              <a:off x="7304682" y="168714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0" name="pg7740"/>
            <p:cNvSpPr/>
            <p:nvPr/>
          </p:nvSpPr>
          <p:spPr>
            <a:xfrm>
              <a:off x="7297370" y="168186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1" name="pg7741"/>
            <p:cNvSpPr/>
            <p:nvPr/>
          </p:nvSpPr>
          <p:spPr>
            <a:xfrm>
              <a:off x="7290036" y="167661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2" name="pg7742"/>
            <p:cNvSpPr/>
            <p:nvPr/>
          </p:nvSpPr>
          <p:spPr>
            <a:xfrm>
              <a:off x="7282680" y="167140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3" name="pg7743"/>
            <p:cNvSpPr/>
            <p:nvPr/>
          </p:nvSpPr>
          <p:spPr>
            <a:xfrm>
              <a:off x="7275301" y="166621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4" name="pg7744"/>
            <p:cNvSpPr/>
            <p:nvPr/>
          </p:nvSpPr>
          <p:spPr>
            <a:xfrm>
              <a:off x="7267900" y="166106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5" name="pg7745"/>
            <p:cNvSpPr/>
            <p:nvPr/>
          </p:nvSpPr>
          <p:spPr>
            <a:xfrm>
              <a:off x="7260478" y="165594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6" name="pg7746"/>
            <p:cNvSpPr/>
            <p:nvPr/>
          </p:nvSpPr>
          <p:spPr>
            <a:xfrm>
              <a:off x="7253033" y="165085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7" name="pg7747"/>
            <p:cNvSpPr/>
            <p:nvPr/>
          </p:nvSpPr>
          <p:spPr>
            <a:xfrm>
              <a:off x="7245567" y="164579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8" name="pg7748"/>
            <p:cNvSpPr/>
            <p:nvPr/>
          </p:nvSpPr>
          <p:spPr>
            <a:xfrm>
              <a:off x="7238080" y="164076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9" name="pg7749"/>
            <p:cNvSpPr/>
            <p:nvPr/>
          </p:nvSpPr>
          <p:spPr>
            <a:xfrm>
              <a:off x="7230571" y="163577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0" name="pg7750"/>
            <p:cNvSpPr/>
            <p:nvPr/>
          </p:nvSpPr>
          <p:spPr>
            <a:xfrm>
              <a:off x="7223040" y="163081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1" name="pg7751"/>
            <p:cNvSpPr/>
            <p:nvPr/>
          </p:nvSpPr>
          <p:spPr>
            <a:xfrm>
              <a:off x="7215489" y="162588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2" name="pg7752"/>
            <p:cNvSpPr/>
            <p:nvPr/>
          </p:nvSpPr>
          <p:spPr>
            <a:xfrm>
              <a:off x="7207917" y="162098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3" name="pg7753"/>
            <p:cNvSpPr/>
            <p:nvPr/>
          </p:nvSpPr>
          <p:spPr>
            <a:xfrm>
              <a:off x="7169745" y="159698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4" name="pg7754"/>
            <p:cNvSpPr/>
            <p:nvPr/>
          </p:nvSpPr>
          <p:spPr>
            <a:xfrm>
              <a:off x="7162050" y="159228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5" name="pg7755"/>
            <p:cNvSpPr/>
            <p:nvPr/>
          </p:nvSpPr>
          <p:spPr>
            <a:xfrm>
              <a:off x="7200323" y="161611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6" name="pg7756"/>
            <p:cNvSpPr/>
            <p:nvPr/>
          </p:nvSpPr>
          <p:spPr>
            <a:xfrm>
              <a:off x="7192709" y="161128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7" name="pg7757"/>
            <p:cNvSpPr/>
            <p:nvPr/>
          </p:nvSpPr>
          <p:spPr>
            <a:xfrm>
              <a:off x="7185075" y="160648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8" name="pg7758"/>
            <p:cNvSpPr/>
            <p:nvPr/>
          </p:nvSpPr>
          <p:spPr>
            <a:xfrm>
              <a:off x="7177420" y="160171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9" name="pg7759"/>
            <p:cNvSpPr/>
            <p:nvPr/>
          </p:nvSpPr>
          <p:spPr>
            <a:xfrm>
              <a:off x="7154334" y="158761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0" name="pg7760"/>
            <p:cNvSpPr/>
            <p:nvPr/>
          </p:nvSpPr>
          <p:spPr>
            <a:xfrm>
              <a:off x="7146599" y="158297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1" name="pg7761"/>
            <p:cNvSpPr/>
            <p:nvPr/>
          </p:nvSpPr>
          <p:spPr>
            <a:xfrm>
              <a:off x="7138844" y="157837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2" name="pg7762"/>
            <p:cNvSpPr/>
            <p:nvPr/>
          </p:nvSpPr>
          <p:spPr>
            <a:xfrm>
              <a:off x="7131070" y="157380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3" name="pg7763"/>
            <p:cNvSpPr/>
            <p:nvPr/>
          </p:nvSpPr>
          <p:spPr>
            <a:xfrm>
              <a:off x="7123276" y="156926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4" name="pg7764"/>
            <p:cNvSpPr/>
            <p:nvPr/>
          </p:nvSpPr>
          <p:spPr>
            <a:xfrm>
              <a:off x="7115463" y="156476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5" name="pg7765"/>
            <p:cNvSpPr/>
            <p:nvPr/>
          </p:nvSpPr>
          <p:spPr>
            <a:xfrm>
              <a:off x="7107630" y="156029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6" name="pg7766"/>
            <p:cNvSpPr/>
            <p:nvPr/>
          </p:nvSpPr>
          <p:spPr>
            <a:xfrm>
              <a:off x="7099779" y="155585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7" name="pg7767"/>
            <p:cNvSpPr/>
            <p:nvPr/>
          </p:nvSpPr>
          <p:spPr>
            <a:xfrm>
              <a:off x="7091909" y="155145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8" name="pg7768"/>
            <p:cNvSpPr/>
            <p:nvPr/>
          </p:nvSpPr>
          <p:spPr>
            <a:xfrm>
              <a:off x="7084020" y="154708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9" name="pg7769"/>
            <p:cNvSpPr/>
            <p:nvPr/>
          </p:nvSpPr>
          <p:spPr>
            <a:xfrm>
              <a:off x="7076112" y="154274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0" name="pg7770"/>
            <p:cNvSpPr/>
            <p:nvPr/>
          </p:nvSpPr>
          <p:spPr>
            <a:xfrm>
              <a:off x="7068187" y="153844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1" name="pg7771"/>
            <p:cNvSpPr/>
            <p:nvPr/>
          </p:nvSpPr>
          <p:spPr>
            <a:xfrm>
              <a:off x="7060242" y="153417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2" name="pg7772"/>
            <p:cNvSpPr/>
            <p:nvPr/>
          </p:nvSpPr>
          <p:spPr>
            <a:xfrm>
              <a:off x="7052280" y="152994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3" name="pg7773"/>
            <p:cNvSpPr/>
            <p:nvPr/>
          </p:nvSpPr>
          <p:spPr>
            <a:xfrm>
              <a:off x="7044300" y="152574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4" name="pg7774"/>
            <p:cNvSpPr/>
            <p:nvPr/>
          </p:nvSpPr>
          <p:spPr>
            <a:xfrm>
              <a:off x="7036301" y="152157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5" name="pg7775"/>
            <p:cNvSpPr/>
            <p:nvPr/>
          </p:nvSpPr>
          <p:spPr>
            <a:xfrm>
              <a:off x="7028285" y="151744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6" name="pg7776"/>
            <p:cNvSpPr/>
            <p:nvPr/>
          </p:nvSpPr>
          <p:spPr>
            <a:xfrm>
              <a:off x="7020252" y="151334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7" name="pg7777"/>
            <p:cNvSpPr/>
            <p:nvPr/>
          </p:nvSpPr>
          <p:spPr>
            <a:xfrm>
              <a:off x="7012201" y="150928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8" name="pg7778"/>
            <p:cNvSpPr/>
            <p:nvPr/>
          </p:nvSpPr>
          <p:spPr>
            <a:xfrm>
              <a:off x="7004133" y="150525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9" name="pg7779"/>
            <p:cNvSpPr/>
            <p:nvPr/>
          </p:nvSpPr>
          <p:spPr>
            <a:xfrm>
              <a:off x="6947184" y="147802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0" name="pg7780"/>
            <p:cNvSpPr/>
            <p:nvPr/>
          </p:nvSpPr>
          <p:spPr>
            <a:xfrm>
              <a:off x="6938983" y="147427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1" name="pg7781"/>
            <p:cNvSpPr/>
            <p:nvPr/>
          </p:nvSpPr>
          <p:spPr>
            <a:xfrm>
              <a:off x="6930766" y="147055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2" name="pg7782"/>
            <p:cNvSpPr/>
            <p:nvPr/>
          </p:nvSpPr>
          <p:spPr>
            <a:xfrm>
              <a:off x="6922533" y="146687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3" name="pg7783"/>
            <p:cNvSpPr/>
            <p:nvPr/>
          </p:nvSpPr>
          <p:spPr>
            <a:xfrm>
              <a:off x="6914285" y="146322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4" name="pg7784"/>
            <p:cNvSpPr/>
            <p:nvPr/>
          </p:nvSpPr>
          <p:spPr>
            <a:xfrm>
              <a:off x="6979826" y="149337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5" name="pg7785"/>
            <p:cNvSpPr/>
            <p:nvPr/>
          </p:nvSpPr>
          <p:spPr>
            <a:xfrm>
              <a:off x="6996047" y="150126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6" name="pg7786"/>
            <p:cNvSpPr/>
            <p:nvPr/>
          </p:nvSpPr>
          <p:spPr>
            <a:xfrm>
              <a:off x="6987945" y="149730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7" name="pg7787"/>
            <p:cNvSpPr/>
            <p:nvPr/>
          </p:nvSpPr>
          <p:spPr>
            <a:xfrm>
              <a:off x="6971690" y="148948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8" name="pg7788"/>
            <p:cNvSpPr/>
            <p:nvPr/>
          </p:nvSpPr>
          <p:spPr>
            <a:xfrm>
              <a:off x="6963538" y="148562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9" name="pg7789"/>
            <p:cNvSpPr/>
            <p:nvPr/>
          </p:nvSpPr>
          <p:spPr>
            <a:xfrm>
              <a:off x="6955369" y="148180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0" name="pg7790"/>
            <p:cNvSpPr/>
            <p:nvPr/>
          </p:nvSpPr>
          <p:spPr>
            <a:xfrm>
              <a:off x="6906021" y="145961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1" name="pg7791"/>
            <p:cNvSpPr/>
            <p:nvPr/>
          </p:nvSpPr>
          <p:spPr>
            <a:xfrm>
              <a:off x="6897742" y="145604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2" name="pg7792"/>
            <p:cNvSpPr/>
            <p:nvPr/>
          </p:nvSpPr>
          <p:spPr>
            <a:xfrm>
              <a:off x="6889447" y="145250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3" name="pg7793"/>
            <p:cNvSpPr/>
            <p:nvPr/>
          </p:nvSpPr>
          <p:spPr>
            <a:xfrm>
              <a:off x="6881138" y="144899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4" name="pg7794"/>
            <p:cNvSpPr/>
            <p:nvPr/>
          </p:nvSpPr>
          <p:spPr>
            <a:xfrm>
              <a:off x="6872814" y="144552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5" name="pg7795"/>
            <p:cNvSpPr/>
            <p:nvPr/>
          </p:nvSpPr>
          <p:spPr>
            <a:xfrm>
              <a:off x="6864474" y="144209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6" name="pg7796"/>
            <p:cNvSpPr/>
            <p:nvPr/>
          </p:nvSpPr>
          <p:spPr>
            <a:xfrm>
              <a:off x="6856121" y="143869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7" name="pg7797"/>
            <p:cNvSpPr/>
            <p:nvPr/>
          </p:nvSpPr>
          <p:spPr>
            <a:xfrm>
              <a:off x="6694836" y="138098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8" name="pg7798"/>
            <p:cNvSpPr/>
            <p:nvPr/>
          </p:nvSpPr>
          <p:spPr>
            <a:xfrm>
              <a:off x="6686223" y="137831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9" name="pg7799"/>
            <p:cNvSpPr/>
            <p:nvPr/>
          </p:nvSpPr>
          <p:spPr>
            <a:xfrm>
              <a:off x="6677598" y="137568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0" name="pg7800"/>
            <p:cNvSpPr/>
            <p:nvPr/>
          </p:nvSpPr>
          <p:spPr>
            <a:xfrm>
              <a:off x="6668963" y="137308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1" name="pg7801"/>
            <p:cNvSpPr/>
            <p:nvPr/>
          </p:nvSpPr>
          <p:spPr>
            <a:xfrm>
              <a:off x="6660316" y="137051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2" name="pg7802"/>
            <p:cNvSpPr/>
            <p:nvPr/>
          </p:nvSpPr>
          <p:spPr>
            <a:xfrm>
              <a:off x="6651659" y="136799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3" name="pg7803"/>
            <p:cNvSpPr/>
            <p:nvPr/>
          </p:nvSpPr>
          <p:spPr>
            <a:xfrm>
              <a:off x="6642991" y="136550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4" name="pg7804"/>
            <p:cNvSpPr/>
            <p:nvPr/>
          </p:nvSpPr>
          <p:spPr>
            <a:xfrm>
              <a:off x="6634313" y="136305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5" name="pg7805"/>
            <p:cNvSpPr/>
            <p:nvPr/>
          </p:nvSpPr>
          <p:spPr>
            <a:xfrm>
              <a:off x="6625624" y="136063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6" name="pg7806"/>
            <p:cNvSpPr/>
            <p:nvPr/>
          </p:nvSpPr>
          <p:spPr>
            <a:xfrm>
              <a:off x="6616924" y="135826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7" name="pg7807"/>
            <p:cNvSpPr/>
            <p:nvPr/>
          </p:nvSpPr>
          <p:spPr>
            <a:xfrm>
              <a:off x="6608215" y="135592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8" name="pg7808"/>
            <p:cNvSpPr/>
            <p:nvPr/>
          </p:nvSpPr>
          <p:spPr>
            <a:xfrm>
              <a:off x="6599496" y="135361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9" name="pg7809"/>
            <p:cNvSpPr/>
            <p:nvPr/>
          </p:nvSpPr>
          <p:spPr>
            <a:xfrm>
              <a:off x="6590767" y="135135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0" name="pg7810"/>
            <p:cNvSpPr/>
            <p:nvPr/>
          </p:nvSpPr>
          <p:spPr>
            <a:xfrm>
              <a:off x="6582029" y="134912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1" name="pg7811"/>
            <p:cNvSpPr/>
            <p:nvPr/>
          </p:nvSpPr>
          <p:spPr>
            <a:xfrm>
              <a:off x="6573281" y="134693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2" name="pg7812"/>
            <p:cNvSpPr/>
            <p:nvPr/>
          </p:nvSpPr>
          <p:spPr>
            <a:xfrm>
              <a:off x="6564524" y="134477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3" name="pg7813"/>
            <p:cNvSpPr/>
            <p:nvPr/>
          </p:nvSpPr>
          <p:spPr>
            <a:xfrm>
              <a:off x="6703437" y="138369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4" name="pg7814"/>
            <p:cNvSpPr/>
            <p:nvPr/>
          </p:nvSpPr>
          <p:spPr>
            <a:xfrm>
              <a:off x="6847753" y="143533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5" name="pg7815"/>
            <p:cNvSpPr/>
            <p:nvPr/>
          </p:nvSpPr>
          <p:spPr>
            <a:xfrm>
              <a:off x="6839370" y="143201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6" name="pg7816"/>
            <p:cNvSpPr/>
            <p:nvPr/>
          </p:nvSpPr>
          <p:spPr>
            <a:xfrm>
              <a:off x="6830974" y="142871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7" name="pg7817"/>
            <p:cNvSpPr/>
            <p:nvPr/>
          </p:nvSpPr>
          <p:spPr>
            <a:xfrm>
              <a:off x="6822564" y="142546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8" name="pg7818"/>
            <p:cNvSpPr/>
            <p:nvPr/>
          </p:nvSpPr>
          <p:spPr>
            <a:xfrm>
              <a:off x="6814139" y="142224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9" name="pg7819"/>
            <p:cNvSpPr/>
            <p:nvPr/>
          </p:nvSpPr>
          <p:spPr>
            <a:xfrm>
              <a:off x="6805701" y="141906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0" name="pg7820"/>
            <p:cNvSpPr/>
            <p:nvPr/>
          </p:nvSpPr>
          <p:spPr>
            <a:xfrm>
              <a:off x="6797250" y="141591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1" name="pg7821"/>
            <p:cNvSpPr/>
            <p:nvPr/>
          </p:nvSpPr>
          <p:spPr>
            <a:xfrm>
              <a:off x="6788785" y="141280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2" name="pg7822"/>
            <p:cNvSpPr/>
            <p:nvPr/>
          </p:nvSpPr>
          <p:spPr>
            <a:xfrm>
              <a:off x="6780307" y="140973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3" name="pg7823"/>
            <p:cNvSpPr/>
            <p:nvPr/>
          </p:nvSpPr>
          <p:spPr>
            <a:xfrm>
              <a:off x="6771816" y="140669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4" name="pg7824"/>
            <p:cNvSpPr/>
            <p:nvPr/>
          </p:nvSpPr>
          <p:spPr>
            <a:xfrm>
              <a:off x="6763312" y="140369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5" name="pg7825"/>
            <p:cNvSpPr/>
            <p:nvPr/>
          </p:nvSpPr>
          <p:spPr>
            <a:xfrm>
              <a:off x="6754796" y="140072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6" name="pg7826"/>
            <p:cNvSpPr/>
            <p:nvPr/>
          </p:nvSpPr>
          <p:spPr>
            <a:xfrm>
              <a:off x="6746266" y="139779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7" name="pg7827"/>
            <p:cNvSpPr/>
            <p:nvPr/>
          </p:nvSpPr>
          <p:spPr>
            <a:xfrm>
              <a:off x="6737725" y="139490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8" name="pg7828"/>
            <p:cNvSpPr/>
            <p:nvPr/>
          </p:nvSpPr>
          <p:spPr>
            <a:xfrm>
              <a:off x="6729171" y="139204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9" name="pg7829"/>
            <p:cNvSpPr/>
            <p:nvPr/>
          </p:nvSpPr>
          <p:spPr>
            <a:xfrm>
              <a:off x="6720605" y="138922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0" name="pg7830"/>
            <p:cNvSpPr/>
            <p:nvPr/>
          </p:nvSpPr>
          <p:spPr>
            <a:xfrm>
              <a:off x="6712027" y="138644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1" name="pg7831"/>
            <p:cNvSpPr/>
            <p:nvPr/>
          </p:nvSpPr>
          <p:spPr>
            <a:xfrm>
              <a:off x="6467628" y="132356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2" name="pg7832"/>
            <p:cNvSpPr/>
            <p:nvPr/>
          </p:nvSpPr>
          <p:spPr>
            <a:xfrm>
              <a:off x="6458772" y="132185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3" name="pg7833"/>
            <p:cNvSpPr/>
            <p:nvPr/>
          </p:nvSpPr>
          <p:spPr>
            <a:xfrm>
              <a:off x="6485318" y="132708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4" name="pg7834"/>
            <p:cNvSpPr/>
            <p:nvPr/>
          </p:nvSpPr>
          <p:spPr>
            <a:xfrm>
              <a:off x="6476477" y="132530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5" name="pg7835"/>
            <p:cNvSpPr/>
            <p:nvPr/>
          </p:nvSpPr>
          <p:spPr>
            <a:xfrm>
              <a:off x="6538198" y="133854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6" name="pg7836"/>
            <p:cNvSpPr/>
            <p:nvPr/>
          </p:nvSpPr>
          <p:spPr>
            <a:xfrm>
              <a:off x="6555757" y="134266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7" name="pg7837"/>
            <p:cNvSpPr/>
            <p:nvPr/>
          </p:nvSpPr>
          <p:spPr>
            <a:xfrm>
              <a:off x="6546982" y="134058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8" name="pg7838"/>
            <p:cNvSpPr/>
            <p:nvPr/>
          </p:nvSpPr>
          <p:spPr>
            <a:xfrm>
              <a:off x="6529405" y="133653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9" name="pg7839"/>
            <p:cNvSpPr/>
            <p:nvPr/>
          </p:nvSpPr>
          <p:spPr>
            <a:xfrm>
              <a:off x="6520604" y="133457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0" name="pg7840"/>
            <p:cNvSpPr/>
            <p:nvPr/>
          </p:nvSpPr>
          <p:spPr>
            <a:xfrm>
              <a:off x="6511795" y="133264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1" name="pg7841"/>
            <p:cNvSpPr/>
            <p:nvPr/>
          </p:nvSpPr>
          <p:spPr>
            <a:xfrm>
              <a:off x="6502977" y="133074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2" name="pg7842"/>
            <p:cNvSpPr/>
            <p:nvPr/>
          </p:nvSpPr>
          <p:spPr>
            <a:xfrm>
              <a:off x="6494151" y="132889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3" name="pg7843"/>
            <p:cNvSpPr/>
            <p:nvPr/>
          </p:nvSpPr>
          <p:spPr>
            <a:xfrm>
              <a:off x="6316209" y="129977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4" name="pg7844"/>
            <p:cNvSpPr/>
            <p:nvPr/>
          </p:nvSpPr>
          <p:spPr>
            <a:xfrm>
              <a:off x="6405491" y="131243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5" name="pg7845"/>
            <p:cNvSpPr/>
            <p:nvPr/>
          </p:nvSpPr>
          <p:spPr>
            <a:xfrm>
              <a:off x="6396588" y="131100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6" name="pg7846"/>
            <p:cNvSpPr/>
            <p:nvPr/>
          </p:nvSpPr>
          <p:spPr>
            <a:xfrm>
              <a:off x="6449909" y="132019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7" name="pg7847"/>
            <p:cNvSpPr/>
            <p:nvPr/>
          </p:nvSpPr>
          <p:spPr>
            <a:xfrm>
              <a:off x="6441039" y="131856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8" name="pg7848"/>
            <p:cNvSpPr/>
            <p:nvPr/>
          </p:nvSpPr>
          <p:spPr>
            <a:xfrm>
              <a:off x="6432162" y="131697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9" name="pg7849"/>
            <p:cNvSpPr/>
            <p:nvPr/>
          </p:nvSpPr>
          <p:spPr>
            <a:xfrm>
              <a:off x="6423278" y="131542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0" name="pg7850"/>
            <p:cNvSpPr/>
            <p:nvPr/>
          </p:nvSpPr>
          <p:spPr>
            <a:xfrm>
              <a:off x="6414388" y="131391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1" name="pg7851"/>
            <p:cNvSpPr/>
            <p:nvPr/>
          </p:nvSpPr>
          <p:spPr>
            <a:xfrm>
              <a:off x="6387679" y="130960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2" name="pg7852"/>
            <p:cNvSpPr/>
            <p:nvPr/>
          </p:nvSpPr>
          <p:spPr>
            <a:xfrm>
              <a:off x="6378764" y="130823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3" name="pg7853"/>
            <p:cNvSpPr/>
            <p:nvPr/>
          </p:nvSpPr>
          <p:spPr>
            <a:xfrm>
              <a:off x="6369844" y="130691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4" name="pg7854"/>
            <p:cNvSpPr/>
            <p:nvPr/>
          </p:nvSpPr>
          <p:spPr>
            <a:xfrm>
              <a:off x="6360918" y="130563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5" name="pg7855"/>
            <p:cNvSpPr/>
            <p:nvPr/>
          </p:nvSpPr>
          <p:spPr>
            <a:xfrm>
              <a:off x="6325161" y="130087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6" name="pg7856"/>
            <p:cNvSpPr/>
            <p:nvPr/>
          </p:nvSpPr>
          <p:spPr>
            <a:xfrm>
              <a:off x="6351986" y="130438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7" name="pg7857"/>
            <p:cNvSpPr/>
            <p:nvPr/>
          </p:nvSpPr>
          <p:spPr>
            <a:xfrm>
              <a:off x="6343049" y="130317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8" name="pg7858"/>
            <p:cNvSpPr/>
            <p:nvPr/>
          </p:nvSpPr>
          <p:spPr>
            <a:xfrm>
              <a:off x="6334107" y="130200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9" name="pg7859"/>
            <p:cNvSpPr/>
            <p:nvPr/>
          </p:nvSpPr>
          <p:spPr>
            <a:xfrm>
              <a:off x="6307253" y="129872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0" name="pg7860"/>
            <p:cNvSpPr/>
            <p:nvPr/>
          </p:nvSpPr>
          <p:spPr>
            <a:xfrm>
              <a:off x="6298292" y="129770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1" name="pg7861"/>
            <p:cNvSpPr/>
            <p:nvPr/>
          </p:nvSpPr>
          <p:spPr>
            <a:xfrm>
              <a:off x="6289327" y="129672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2" name="pg7862"/>
            <p:cNvSpPr/>
            <p:nvPr/>
          </p:nvSpPr>
          <p:spPr>
            <a:xfrm>
              <a:off x="6280359" y="129578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3" name="pg7863"/>
            <p:cNvSpPr/>
            <p:nvPr/>
          </p:nvSpPr>
          <p:spPr>
            <a:xfrm>
              <a:off x="6271386" y="129487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4" name="pg7864"/>
            <p:cNvSpPr/>
            <p:nvPr/>
          </p:nvSpPr>
          <p:spPr>
            <a:xfrm>
              <a:off x="6262409" y="129401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5" name="pg7865"/>
            <p:cNvSpPr/>
            <p:nvPr/>
          </p:nvSpPr>
          <p:spPr>
            <a:xfrm>
              <a:off x="6253429" y="129318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6" name="pg7866"/>
            <p:cNvSpPr/>
            <p:nvPr/>
          </p:nvSpPr>
          <p:spPr>
            <a:xfrm>
              <a:off x="6244445" y="129240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7" name="pg7867"/>
            <p:cNvSpPr/>
            <p:nvPr/>
          </p:nvSpPr>
          <p:spPr>
            <a:xfrm>
              <a:off x="6235458" y="129165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8" name="pg7868"/>
            <p:cNvSpPr/>
            <p:nvPr/>
          </p:nvSpPr>
          <p:spPr>
            <a:xfrm>
              <a:off x="6226468" y="129093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9" name="pg7869"/>
            <p:cNvSpPr/>
            <p:nvPr/>
          </p:nvSpPr>
          <p:spPr>
            <a:xfrm>
              <a:off x="6217475" y="129026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0" name="pg7870"/>
            <p:cNvSpPr/>
            <p:nvPr/>
          </p:nvSpPr>
          <p:spPr>
            <a:xfrm>
              <a:off x="6172471" y="128747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1" name="pg7871"/>
            <p:cNvSpPr/>
            <p:nvPr/>
          </p:nvSpPr>
          <p:spPr>
            <a:xfrm>
              <a:off x="6163464" y="128703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2" name="pg7872"/>
            <p:cNvSpPr/>
            <p:nvPr/>
          </p:nvSpPr>
          <p:spPr>
            <a:xfrm>
              <a:off x="6154455" y="128663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3" name="pg7873"/>
            <p:cNvSpPr/>
            <p:nvPr/>
          </p:nvSpPr>
          <p:spPr>
            <a:xfrm>
              <a:off x="6208479" y="128963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4" name="pg7874"/>
            <p:cNvSpPr/>
            <p:nvPr/>
          </p:nvSpPr>
          <p:spPr>
            <a:xfrm>
              <a:off x="6199481" y="128903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5" name="pg7875"/>
            <p:cNvSpPr/>
            <p:nvPr/>
          </p:nvSpPr>
          <p:spPr>
            <a:xfrm>
              <a:off x="6190480" y="128847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6" name="pg7876"/>
            <p:cNvSpPr/>
            <p:nvPr/>
          </p:nvSpPr>
          <p:spPr>
            <a:xfrm>
              <a:off x="6181477" y="128795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7" name="pg7877"/>
            <p:cNvSpPr/>
            <p:nvPr/>
          </p:nvSpPr>
          <p:spPr>
            <a:xfrm>
              <a:off x="6145444" y="128626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8" name="pg7878"/>
            <p:cNvSpPr/>
            <p:nvPr/>
          </p:nvSpPr>
          <p:spPr>
            <a:xfrm>
              <a:off x="6109388" y="128518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9" name="pg7879"/>
            <p:cNvSpPr/>
            <p:nvPr/>
          </p:nvSpPr>
          <p:spPr>
            <a:xfrm>
              <a:off x="6136432" y="128593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0" name="pg7880"/>
            <p:cNvSpPr/>
            <p:nvPr/>
          </p:nvSpPr>
          <p:spPr>
            <a:xfrm>
              <a:off x="6127418" y="128564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1" name="pg7881"/>
            <p:cNvSpPr/>
            <p:nvPr/>
          </p:nvSpPr>
          <p:spPr>
            <a:xfrm>
              <a:off x="6118404" y="128539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2" name="pg7882"/>
            <p:cNvSpPr/>
            <p:nvPr/>
          </p:nvSpPr>
          <p:spPr>
            <a:xfrm>
              <a:off x="6100371" y="128501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3" name="pg7883"/>
            <p:cNvSpPr/>
            <p:nvPr/>
          </p:nvSpPr>
          <p:spPr>
            <a:xfrm>
              <a:off x="6091354" y="128487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4" name="pg7884"/>
            <p:cNvSpPr/>
            <p:nvPr/>
          </p:nvSpPr>
          <p:spPr>
            <a:xfrm>
              <a:off x="6082336" y="128478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5" name="pg7885"/>
            <p:cNvSpPr/>
            <p:nvPr/>
          </p:nvSpPr>
          <p:spPr>
            <a:xfrm>
              <a:off x="6073318" y="128472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6" name="pg7886"/>
            <p:cNvSpPr/>
            <p:nvPr/>
          </p:nvSpPr>
          <p:spPr>
            <a:xfrm>
              <a:off x="6064300" y="128470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7" name="pg7887"/>
            <p:cNvSpPr/>
            <p:nvPr/>
          </p:nvSpPr>
          <p:spPr>
            <a:xfrm>
              <a:off x="3951727" y="342450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8" name="pg7888"/>
            <p:cNvSpPr/>
            <p:nvPr/>
          </p:nvSpPr>
          <p:spPr>
            <a:xfrm>
              <a:off x="3951861" y="343352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9" name="pg7889"/>
            <p:cNvSpPr/>
            <p:nvPr/>
          </p:nvSpPr>
          <p:spPr>
            <a:xfrm>
              <a:off x="3951553" y="339745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0" name="pg7890"/>
            <p:cNvSpPr/>
            <p:nvPr/>
          </p:nvSpPr>
          <p:spPr>
            <a:xfrm>
              <a:off x="3951573" y="340647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1" name="pg7891"/>
            <p:cNvSpPr/>
            <p:nvPr/>
          </p:nvSpPr>
          <p:spPr>
            <a:xfrm>
              <a:off x="3951630" y="341548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2" name="pg7892"/>
            <p:cNvSpPr/>
            <p:nvPr/>
          </p:nvSpPr>
          <p:spPr>
            <a:xfrm>
              <a:off x="3952035" y="344254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3" name="pg7893"/>
            <p:cNvSpPr/>
            <p:nvPr/>
          </p:nvSpPr>
          <p:spPr>
            <a:xfrm>
              <a:off x="3952246" y="345155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4" name="pg7894"/>
            <p:cNvSpPr/>
            <p:nvPr/>
          </p:nvSpPr>
          <p:spPr>
            <a:xfrm>
              <a:off x="3952496" y="346057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5" name="pg7895"/>
            <p:cNvSpPr/>
            <p:nvPr/>
          </p:nvSpPr>
          <p:spPr>
            <a:xfrm>
              <a:off x="3952785" y="346958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6" name="pg7896"/>
            <p:cNvSpPr/>
            <p:nvPr/>
          </p:nvSpPr>
          <p:spPr>
            <a:xfrm>
              <a:off x="3953112" y="347859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7" name="pg7897"/>
            <p:cNvSpPr/>
            <p:nvPr/>
          </p:nvSpPr>
          <p:spPr>
            <a:xfrm>
              <a:off x="3953478" y="348760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8" name="pg7898"/>
            <p:cNvSpPr/>
            <p:nvPr/>
          </p:nvSpPr>
          <p:spPr>
            <a:xfrm>
              <a:off x="3953882" y="349661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9" name="pg7899"/>
            <p:cNvSpPr/>
            <p:nvPr/>
          </p:nvSpPr>
          <p:spPr>
            <a:xfrm>
              <a:off x="3954324" y="350562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0" name="pg7900"/>
            <p:cNvSpPr/>
            <p:nvPr/>
          </p:nvSpPr>
          <p:spPr>
            <a:xfrm>
              <a:off x="3954805" y="351462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1" name="pg7901"/>
            <p:cNvSpPr/>
            <p:nvPr/>
          </p:nvSpPr>
          <p:spPr>
            <a:xfrm>
              <a:off x="3955325" y="352363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2" name="pg7902"/>
            <p:cNvSpPr/>
            <p:nvPr/>
          </p:nvSpPr>
          <p:spPr>
            <a:xfrm>
              <a:off x="3955882" y="353263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3" name="pg7903"/>
            <p:cNvSpPr/>
            <p:nvPr/>
          </p:nvSpPr>
          <p:spPr>
            <a:xfrm>
              <a:off x="3956479" y="354163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4" name="pg7904"/>
            <p:cNvSpPr/>
            <p:nvPr/>
          </p:nvSpPr>
          <p:spPr>
            <a:xfrm>
              <a:off x="3957113" y="355062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5" name="pg7905"/>
            <p:cNvSpPr/>
            <p:nvPr/>
          </p:nvSpPr>
          <p:spPr>
            <a:xfrm>
              <a:off x="3957786" y="355962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6" name="pg7906"/>
            <p:cNvSpPr/>
            <p:nvPr/>
          </p:nvSpPr>
          <p:spPr>
            <a:xfrm>
              <a:off x="3958498" y="356861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7" name="pg7907"/>
            <p:cNvSpPr/>
            <p:nvPr/>
          </p:nvSpPr>
          <p:spPr>
            <a:xfrm>
              <a:off x="3959247" y="357759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8" name="pg7908"/>
            <p:cNvSpPr/>
            <p:nvPr/>
          </p:nvSpPr>
          <p:spPr>
            <a:xfrm>
              <a:off x="3960036" y="358658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9" name="pg7909"/>
            <p:cNvSpPr/>
            <p:nvPr/>
          </p:nvSpPr>
          <p:spPr>
            <a:xfrm>
              <a:off x="3960862" y="359556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0" name="pg7910"/>
            <p:cNvSpPr/>
            <p:nvPr/>
          </p:nvSpPr>
          <p:spPr>
            <a:xfrm>
              <a:off x="3961727" y="360453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1" name="pg7911"/>
            <p:cNvSpPr/>
            <p:nvPr/>
          </p:nvSpPr>
          <p:spPr>
            <a:xfrm>
              <a:off x="3962630" y="361351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2" name="pg7912"/>
            <p:cNvSpPr/>
            <p:nvPr/>
          </p:nvSpPr>
          <p:spPr>
            <a:xfrm>
              <a:off x="3963571" y="362248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3" name="pg7913"/>
            <p:cNvSpPr/>
            <p:nvPr/>
          </p:nvSpPr>
          <p:spPr>
            <a:xfrm>
              <a:off x="3964551" y="363144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4" name="pg7914"/>
            <p:cNvSpPr/>
            <p:nvPr/>
          </p:nvSpPr>
          <p:spPr>
            <a:xfrm>
              <a:off x="3965569" y="364040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5" name="pg7915"/>
            <p:cNvSpPr/>
            <p:nvPr/>
          </p:nvSpPr>
          <p:spPr>
            <a:xfrm>
              <a:off x="3966625" y="364936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6" name="pg7916"/>
            <p:cNvSpPr/>
            <p:nvPr/>
          </p:nvSpPr>
          <p:spPr>
            <a:xfrm>
              <a:off x="3967719" y="365831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7" name="pg7917"/>
            <p:cNvSpPr/>
            <p:nvPr/>
          </p:nvSpPr>
          <p:spPr>
            <a:xfrm>
              <a:off x="3968852" y="366726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8" name="pg7918"/>
            <p:cNvSpPr/>
            <p:nvPr/>
          </p:nvSpPr>
          <p:spPr>
            <a:xfrm>
              <a:off x="3970023" y="367620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9" name="pg7919"/>
            <p:cNvSpPr/>
            <p:nvPr/>
          </p:nvSpPr>
          <p:spPr>
            <a:xfrm>
              <a:off x="3971232" y="368513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0" name="pg7920"/>
            <p:cNvSpPr/>
            <p:nvPr/>
          </p:nvSpPr>
          <p:spPr>
            <a:xfrm>
              <a:off x="3972479" y="369407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1" name="pg7921"/>
            <p:cNvSpPr/>
            <p:nvPr/>
          </p:nvSpPr>
          <p:spPr>
            <a:xfrm>
              <a:off x="3973764" y="370299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2" name="pg7922"/>
            <p:cNvSpPr/>
            <p:nvPr/>
          </p:nvSpPr>
          <p:spPr>
            <a:xfrm>
              <a:off x="3975087" y="371191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3" name="pg7923"/>
            <p:cNvSpPr/>
            <p:nvPr/>
          </p:nvSpPr>
          <p:spPr>
            <a:xfrm>
              <a:off x="3976448" y="372083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4" name="pg7924"/>
            <p:cNvSpPr/>
            <p:nvPr/>
          </p:nvSpPr>
          <p:spPr>
            <a:xfrm>
              <a:off x="3977848" y="372974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5" name="pg7925"/>
            <p:cNvSpPr/>
            <p:nvPr/>
          </p:nvSpPr>
          <p:spPr>
            <a:xfrm>
              <a:off x="3979285" y="373864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6" name="pg7926"/>
            <p:cNvSpPr/>
            <p:nvPr/>
          </p:nvSpPr>
          <p:spPr>
            <a:xfrm>
              <a:off x="3980760" y="374754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7" name="pg7927"/>
            <p:cNvSpPr/>
            <p:nvPr/>
          </p:nvSpPr>
          <p:spPr>
            <a:xfrm>
              <a:off x="3982274" y="375643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8" name="pg7928"/>
            <p:cNvSpPr/>
            <p:nvPr/>
          </p:nvSpPr>
          <p:spPr>
            <a:xfrm>
              <a:off x="3983825" y="376531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9" name="pg7929"/>
            <p:cNvSpPr/>
            <p:nvPr/>
          </p:nvSpPr>
          <p:spPr>
            <a:xfrm>
              <a:off x="3988706" y="379192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0" name="pg7930"/>
            <p:cNvSpPr/>
            <p:nvPr/>
          </p:nvSpPr>
          <p:spPr>
            <a:xfrm>
              <a:off x="3985414" y="377419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1" name="pg7931"/>
            <p:cNvSpPr/>
            <p:nvPr/>
          </p:nvSpPr>
          <p:spPr>
            <a:xfrm>
              <a:off x="3987041" y="378306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2" name="pg7932"/>
            <p:cNvSpPr/>
            <p:nvPr/>
          </p:nvSpPr>
          <p:spPr>
            <a:xfrm>
              <a:off x="3990409" y="380078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3" name="pg7933"/>
            <p:cNvSpPr/>
            <p:nvPr/>
          </p:nvSpPr>
          <p:spPr>
            <a:xfrm>
              <a:off x="3997597" y="383612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4" name="pg7934"/>
            <p:cNvSpPr/>
            <p:nvPr/>
          </p:nvSpPr>
          <p:spPr>
            <a:xfrm>
              <a:off x="3992149" y="380962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5" name="pg7935"/>
            <p:cNvSpPr/>
            <p:nvPr/>
          </p:nvSpPr>
          <p:spPr>
            <a:xfrm>
              <a:off x="3993927" y="381847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6" name="pg7936"/>
            <p:cNvSpPr/>
            <p:nvPr/>
          </p:nvSpPr>
          <p:spPr>
            <a:xfrm>
              <a:off x="3995743" y="382730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7" name="pg7937"/>
            <p:cNvSpPr/>
            <p:nvPr/>
          </p:nvSpPr>
          <p:spPr>
            <a:xfrm>
              <a:off x="3999488" y="384494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8" name="pg7938"/>
            <p:cNvSpPr/>
            <p:nvPr/>
          </p:nvSpPr>
          <p:spPr>
            <a:xfrm>
              <a:off x="4005388" y="387135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9" name="pg7939"/>
            <p:cNvSpPr/>
            <p:nvPr/>
          </p:nvSpPr>
          <p:spPr>
            <a:xfrm>
              <a:off x="4001417" y="385375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0" name="pg7940"/>
            <p:cNvSpPr/>
            <p:nvPr/>
          </p:nvSpPr>
          <p:spPr>
            <a:xfrm>
              <a:off x="4003384" y="386255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1" name="pg7941"/>
            <p:cNvSpPr/>
            <p:nvPr/>
          </p:nvSpPr>
          <p:spPr>
            <a:xfrm>
              <a:off x="4007429" y="388013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2" name="pg7942"/>
            <p:cNvSpPr/>
            <p:nvPr/>
          </p:nvSpPr>
          <p:spPr>
            <a:xfrm>
              <a:off x="4009508" y="388891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3" name="pg7943"/>
            <p:cNvSpPr/>
            <p:nvPr/>
          </p:nvSpPr>
          <p:spPr>
            <a:xfrm>
              <a:off x="4011625" y="389767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4" name="pg7944"/>
            <p:cNvSpPr/>
            <p:nvPr/>
          </p:nvSpPr>
          <p:spPr>
            <a:xfrm>
              <a:off x="4013779" y="390643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5" name="pg7945"/>
            <p:cNvSpPr/>
            <p:nvPr/>
          </p:nvSpPr>
          <p:spPr>
            <a:xfrm>
              <a:off x="4015970" y="391518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6" name="pg7946"/>
            <p:cNvSpPr/>
            <p:nvPr/>
          </p:nvSpPr>
          <p:spPr>
            <a:xfrm>
              <a:off x="4018199" y="392392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7" name="pg7947"/>
            <p:cNvSpPr/>
            <p:nvPr/>
          </p:nvSpPr>
          <p:spPr>
            <a:xfrm>
              <a:off x="4020464" y="393264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8" name="pg7948"/>
            <p:cNvSpPr/>
            <p:nvPr/>
          </p:nvSpPr>
          <p:spPr>
            <a:xfrm>
              <a:off x="4022768" y="394136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9" name="pg7949"/>
            <p:cNvSpPr/>
            <p:nvPr/>
          </p:nvSpPr>
          <p:spPr>
            <a:xfrm>
              <a:off x="4025108" y="395007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0" name="pg7950"/>
            <p:cNvSpPr/>
            <p:nvPr/>
          </p:nvSpPr>
          <p:spPr>
            <a:xfrm>
              <a:off x="4027485" y="395877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1" name="pg7951"/>
            <p:cNvSpPr/>
            <p:nvPr/>
          </p:nvSpPr>
          <p:spPr>
            <a:xfrm>
              <a:off x="4029900" y="396746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2" name="pg7952"/>
            <p:cNvSpPr/>
            <p:nvPr/>
          </p:nvSpPr>
          <p:spPr>
            <a:xfrm>
              <a:off x="4032351" y="397614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3" name="pg7953"/>
            <p:cNvSpPr/>
            <p:nvPr/>
          </p:nvSpPr>
          <p:spPr>
            <a:xfrm>
              <a:off x="4034840" y="398481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4" name="pg7954"/>
            <p:cNvSpPr/>
            <p:nvPr/>
          </p:nvSpPr>
          <p:spPr>
            <a:xfrm>
              <a:off x="4037366" y="399346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5" name="pg7955"/>
            <p:cNvSpPr/>
            <p:nvPr/>
          </p:nvSpPr>
          <p:spPr>
            <a:xfrm>
              <a:off x="4053293" y="404517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6" name="pg7956"/>
            <p:cNvSpPr/>
            <p:nvPr/>
          </p:nvSpPr>
          <p:spPr>
            <a:xfrm>
              <a:off x="4039928" y="400211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7" name="pg7957"/>
            <p:cNvSpPr/>
            <p:nvPr/>
          </p:nvSpPr>
          <p:spPr>
            <a:xfrm>
              <a:off x="4042528" y="401075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8" name="pg7958"/>
            <p:cNvSpPr/>
            <p:nvPr/>
          </p:nvSpPr>
          <p:spPr>
            <a:xfrm>
              <a:off x="4045164" y="401937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9" name="pg7959"/>
            <p:cNvSpPr/>
            <p:nvPr/>
          </p:nvSpPr>
          <p:spPr>
            <a:xfrm>
              <a:off x="4047837" y="402798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0" name="pg7960"/>
            <p:cNvSpPr/>
            <p:nvPr/>
          </p:nvSpPr>
          <p:spPr>
            <a:xfrm>
              <a:off x="4050547" y="403658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1" name="pg7961"/>
            <p:cNvSpPr/>
            <p:nvPr/>
          </p:nvSpPr>
          <p:spPr>
            <a:xfrm>
              <a:off x="4056076" y="405375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2" name="pg7962"/>
            <p:cNvSpPr/>
            <p:nvPr/>
          </p:nvSpPr>
          <p:spPr>
            <a:xfrm>
              <a:off x="4058896" y="406232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3" name="pg7963"/>
            <p:cNvSpPr/>
            <p:nvPr/>
          </p:nvSpPr>
          <p:spPr>
            <a:xfrm>
              <a:off x="4061752" y="407087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4" name="pg7964"/>
            <p:cNvSpPr/>
            <p:nvPr/>
          </p:nvSpPr>
          <p:spPr>
            <a:xfrm>
              <a:off x="4064645" y="407941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5" name="pg7965"/>
            <p:cNvSpPr/>
            <p:nvPr/>
          </p:nvSpPr>
          <p:spPr>
            <a:xfrm>
              <a:off x="4067574" y="408794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6" name="pg7966"/>
            <p:cNvSpPr/>
            <p:nvPr/>
          </p:nvSpPr>
          <p:spPr>
            <a:xfrm>
              <a:off x="4102184" y="418090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7" name="pg7967"/>
            <p:cNvSpPr/>
            <p:nvPr/>
          </p:nvSpPr>
          <p:spPr>
            <a:xfrm>
              <a:off x="4095567" y="416412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8" name="pg7968"/>
            <p:cNvSpPr/>
            <p:nvPr/>
          </p:nvSpPr>
          <p:spPr>
            <a:xfrm>
              <a:off x="4098857" y="417252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9" name="pg7969"/>
            <p:cNvSpPr/>
            <p:nvPr/>
          </p:nvSpPr>
          <p:spPr>
            <a:xfrm>
              <a:off x="4070540" y="409646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0" name="pg7970"/>
            <p:cNvSpPr/>
            <p:nvPr/>
          </p:nvSpPr>
          <p:spPr>
            <a:xfrm>
              <a:off x="4073541" y="410496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1" name="pg7971"/>
            <p:cNvSpPr/>
            <p:nvPr/>
          </p:nvSpPr>
          <p:spPr>
            <a:xfrm>
              <a:off x="4076580" y="411346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2" name="pg7972"/>
            <p:cNvSpPr/>
            <p:nvPr/>
          </p:nvSpPr>
          <p:spPr>
            <a:xfrm>
              <a:off x="4079654" y="412193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3" name="pg7973"/>
            <p:cNvSpPr/>
            <p:nvPr/>
          </p:nvSpPr>
          <p:spPr>
            <a:xfrm>
              <a:off x="4082764" y="413040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4" name="pg7974"/>
            <p:cNvSpPr/>
            <p:nvPr/>
          </p:nvSpPr>
          <p:spPr>
            <a:xfrm>
              <a:off x="4085911" y="413885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5" name="pg7975"/>
            <p:cNvSpPr/>
            <p:nvPr/>
          </p:nvSpPr>
          <p:spPr>
            <a:xfrm>
              <a:off x="4089094" y="414729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6" name="pg7976"/>
            <p:cNvSpPr/>
            <p:nvPr/>
          </p:nvSpPr>
          <p:spPr>
            <a:xfrm>
              <a:off x="4092312" y="415571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7" name="pg7977"/>
            <p:cNvSpPr/>
            <p:nvPr/>
          </p:nvSpPr>
          <p:spPr>
            <a:xfrm>
              <a:off x="4122890" y="423089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8" name="pg7978"/>
            <p:cNvSpPr/>
            <p:nvPr/>
          </p:nvSpPr>
          <p:spPr>
            <a:xfrm>
              <a:off x="4126465" y="423917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9" name="pg7979"/>
            <p:cNvSpPr/>
            <p:nvPr/>
          </p:nvSpPr>
          <p:spPr>
            <a:xfrm>
              <a:off x="4130075" y="424743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0" name="pg7980"/>
            <p:cNvSpPr/>
            <p:nvPr/>
          </p:nvSpPr>
          <p:spPr>
            <a:xfrm>
              <a:off x="4105546" y="418927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1" name="pg7981"/>
            <p:cNvSpPr/>
            <p:nvPr/>
          </p:nvSpPr>
          <p:spPr>
            <a:xfrm>
              <a:off x="4108943" y="419762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2" name="pg7982"/>
            <p:cNvSpPr/>
            <p:nvPr/>
          </p:nvSpPr>
          <p:spPr>
            <a:xfrm>
              <a:off x="4112377" y="420596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3" name="pg7983"/>
            <p:cNvSpPr/>
            <p:nvPr/>
          </p:nvSpPr>
          <p:spPr>
            <a:xfrm>
              <a:off x="4115846" y="421429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4" name="pg7984"/>
            <p:cNvSpPr/>
            <p:nvPr/>
          </p:nvSpPr>
          <p:spPr>
            <a:xfrm>
              <a:off x="4119350" y="422260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5" name="pg7985"/>
            <p:cNvSpPr/>
            <p:nvPr/>
          </p:nvSpPr>
          <p:spPr>
            <a:xfrm>
              <a:off x="4133721" y="425568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6" name="pg7986"/>
            <p:cNvSpPr/>
            <p:nvPr/>
          </p:nvSpPr>
          <p:spPr>
            <a:xfrm>
              <a:off x="4137402" y="426391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7" name="pg7987"/>
            <p:cNvSpPr/>
            <p:nvPr/>
          </p:nvSpPr>
          <p:spPr>
            <a:xfrm>
              <a:off x="4172102" y="433728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8" name="pg7988"/>
            <p:cNvSpPr/>
            <p:nvPr/>
          </p:nvSpPr>
          <p:spPr>
            <a:xfrm>
              <a:off x="4141118" y="427213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9" name="pg7989"/>
            <p:cNvSpPr/>
            <p:nvPr/>
          </p:nvSpPr>
          <p:spPr>
            <a:xfrm>
              <a:off x="4144869" y="428033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0" name="pg7990"/>
            <p:cNvSpPr/>
            <p:nvPr/>
          </p:nvSpPr>
          <p:spPr>
            <a:xfrm>
              <a:off x="4148655" y="428852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1" name="pg7991"/>
            <p:cNvSpPr/>
            <p:nvPr/>
          </p:nvSpPr>
          <p:spPr>
            <a:xfrm>
              <a:off x="4152476" y="429669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2" name="pg7992"/>
            <p:cNvSpPr/>
            <p:nvPr/>
          </p:nvSpPr>
          <p:spPr>
            <a:xfrm>
              <a:off x="4156332" y="430484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3" name="pg7993"/>
            <p:cNvSpPr/>
            <p:nvPr/>
          </p:nvSpPr>
          <p:spPr>
            <a:xfrm>
              <a:off x="4160222" y="431297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4" name="pg7994"/>
            <p:cNvSpPr/>
            <p:nvPr/>
          </p:nvSpPr>
          <p:spPr>
            <a:xfrm>
              <a:off x="4164148" y="432109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5" name="pg7995"/>
            <p:cNvSpPr/>
            <p:nvPr/>
          </p:nvSpPr>
          <p:spPr>
            <a:xfrm>
              <a:off x="4168108" y="432920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6" name="pg7996"/>
            <p:cNvSpPr/>
            <p:nvPr/>
          </p:nvSpPr>
          <p:spPr>
            <a:xfrm>
              <a:off x="4176131" y="434535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6A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7" name="pg7997"/>
            <p:cNvSpPr/>
            <p:nvPr/>
          </p:nvSpPr>
          <p:spPr>
            <a:xfrm>
              <a:off x="4180194" y="435340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8" name="pg7998"/>
            <p:cNvSpPr/>
            <p:nvPr/>
          </p:nvSpPr>
          <p:spPr>
            <a:xfrm>
              <a:off x="4184292" y="436143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9" name="pg7999"/>
            <p:cNvSpPr/>
            <p:nvPr/>
          </p:nvSpPr>
          <p:spPr>
            <a:xfrm>
              <a:off x="4188424" y="436945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0" name="pg8000"/>
            <p:cNvSpPr/>
            <p:nvPr/>
          </p:nvSpPr>
          <p:spPr>
            <a:xfrm>
              <a:off x="4192590" y="437745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1" name="pg8001"/>
            <p:cNvSpPr/>
            <p:nvPr/>
          </p:nvSpPr>
          <p:spPr>
            <a:xfrm>
              <a:off x="4205292" y="440133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2" name="pg8002"/>
            <p:cNvSpPr/>
            <p:nvPr/>
          </p:nvSpPr>
          <p:spPr>
            <a:xfrm>
              <a:off x="4196790" y="438543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3" name="pg8003"/>
            <p:cNvSpPr/>
            <p:nvPr/>
          </p:nvSpPr>
          <p:spPr>
            <a:xfrm>
              <a:off x="4201024" y="439339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4" name="pg8004"/>
            <p:cNvSpPr/>
            <p:nvPr/>
          </p:nvSpPr>
          <p:spPr>
            <a:xfrm>
              <a:off x="4209594" y="440926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5" name="pg8005"/>
            <p:cNvSpPr/>
            <p:nvPr/>
          </p:nvSpPr>
          <p:spPr>
            <a:xfrm>
              <a:off x="4213930" y="441717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6" name="pg8006"/>
            <p:cNvSpPr/>
            <p:nvPr/>
          </p:nvSpPr>
          <p:spPr>
            <a:xfrm>
              <a:off x="4218299" y="442506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7" name="pg8007"/>
            <p:cNvSpPr/>
            <p:nvPr/>
          </p:nvSpPr>
          <p:spPr>
            <a:xfrm>
              <a:off x="4222702" y="443293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8" name="pg8008"/>
            <p:cNvSpPr/>
            <p:nvPr/>
          </p:nvSpPr>
          <p:spPr>
            <a:xfrm>
              <a:off x="4227139" y="444078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9" name="pg8009"/>
            <p:cNvSpPr/>
            <p:nvPr/>
          </p:nvSpPr>
          <p:spPr>
            <a:xfrm>
              <a:off x="4231609" y="444861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0" name="pg8010"/>
            <p:cNvSpPr/>
            <p:nvPr/>
          </p:nvSpPr>
          <p:spPr>
            <a:xfrm>
              <a:off x="4236113" y="445642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1" name="pg8011"/>
            <p:cNvSpPr/>
            <p:nvPr/>
          </p:nvSpPr>
          <p:spPr>
            <a:xfrm>
              <a:off x="4240650" y="446422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2" name="pg8012"/>
            <p:cNvSpPr/>
            <p:nvPr/>
          </p:nvSpPr>
          <p:spPr>
            <a:xfrm>
              <a:off x="4245220" y="447199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3" name="pg8013"/>
            <p:cNvSpPr/>
            <p:nvPr/>
          </p:nvSpPr>
          <p:spPr>
            <a:xfrm>
              <a:off x="4249823" y="447975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4" name="pg8014"/>
            <p:cNvSpPr/>
            <p:nvPr/>
          </p:nvSpPr>
          <p:spPr>
            <a:xfrm>
              <a:off x="4254459" y="448748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5" name="pg8015"/>
            <p:cNvSpPr/>
            <p:nvPr/>
          </p:nvSpPr>
          <p:spPr>
            <a:xfrm>
              <a:off x="4259128" y="449520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6" name="pg8016"/>
            <p:cNvSpPr/>
            <p:nvPr/>
          </p:nvSpPr>
          <p:spPr>
            <a:xfrm>
              <a:off x="4263830" y="450289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7" name="pg8017"/>
            <p:cNvSpPr/>
            <p:nvPr/>
          </p:nvSpPr>
          <p:spPr>
            <a:xfrm>
              <a:off x="4282966" y="453347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8" name="pg8018"/>
            <p:cNvSpPr/>
            <p:nvPr/>
          </p:nvSpPr>
          <p:spPr>
            <a:xfrm>
              <a:off x="4287832" y="454106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9" name="pg8019"/>
            <p:cNvSpPr/>
            <p:nvPr/>
          </p:nvSpPr>
          <p:spPr>
            <a:xfrm>
              <a:off x="4278133" y="452586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0" name="pg8020"/>
            <p:cNvSpPr/>
            <p:nvPr/>
          </p:nvSpPr>
          <p:spPr>
            <a:xfrm>
              <a:off x="4268565" y="451057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1" name="pg8021"/>
            <p:cNvSpPr/>
            <p:nvPr/>
          </p:nvSpPr>
          <p:spPr>
            <a:xfrm>
              <a:off x="4273333" y="451822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2" name="pg8022"/>
            <p:cNvSpPr/>
            <p:nvPr/>
          </p:nvSpPr>
          <p:spPr>
            <a:xfrm>
              <a:off x="4292729" y="454864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3" name="pg8023"/>
            <p:cNvSpPr/>
            <p:nvPr/>
          </p:nvSpPr>
          <p:spPr>
            <a:xfrm>
              <a:off x="4297659" y="455619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4" name="pg8024"/>
            <p:cNvSpPr/>
            <p:nvPr/>
          </p:nvSpPr>
          <p:spPr>
            <a:xfrm>
              <a:off x="4302621" y="456372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5" name="pg8025"/>
            <p:cNvSpPr/>
            <p:nvPr/>
          </p:nvSpPr>
          <p:spPr>
            <a:xfrm>
              <a:off x="4307615" y="457123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6" name="pg8026"/>
            <p:cNvSpPr/>
            <p:nvPr/>
          </p:nvSpPr>
          <p:spPr>
            <a:xfrm>
              <a:off x="4312642" y="457872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7" name="pg8027"/>
            <p:cNvSpPr/>
            <p:nvPr/>
          </p:nvSpPr>
          <p:spPr>
            <a:xfrm>
              <a:off x="4317700" y="458618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8" name="pg8028"/>
            <p:cNvSpPr/>
            <p:nvPr/>
          </p:nvSpPr>
          <p:spPr>
            <a:xfrm>
              <a:off x="4322790" y="459363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9" name="pg8029"/>
            <p:cNvSpPr/>
            <p:nvPr/>
          </p:nvSpPr>
          <p:spPr>
            <a:xfrm>
              <a:off x="4327911" y="460105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0" name="pg8030"/>
            <p:cNvSpPr/>
            <p:nvPr/>
          </p:nvSpPr>
          <p:spPr>
            <a:xfrm>
              <a:off x="4333065" y="460845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1" name="pg8031"/>
            <p:cNvSpPr/>
            <p:nvPr/>
          </p:nvSpPr>
          <p:spPr>
            <a:xfrm>
              <a:off x="4338250" y="461583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2" name="pg8032"/>
            <p:cNvSpPr/>
            <p:nvPr/>
          </p:nvSpPr>
          <p:spPr>
            <a:xfrm>
              <a:off x="4343466" y="462318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3" name="pg8033"/>
            <p:cNvSpPr/>
            <p:nvPr/>
          </p:nvSpPr>
          <p:spPr>
            <a:xfrm>
              <a:off x="4348714" y="463052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4" name="pg8034"/>
            <p:cNvSpPr/>
            <p:nvPr/>
          </p:nvSpPr>
          <p:spPr>
            <a:xfrm>
              <a:off x="4353993" y="463783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5" name="pg8035"/>
            <p:cNvSpPr/>
            <p:nvPr/>
          </p:nvSpPr>
          <p:spPr>
            <a:xfrm>
              <a:off x="4359303" y="464512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6" name="pg8036"/>
            <p:cNvSpPr/>
            <p:nvPr/>
          </p:nvSpPr>
          <p:spPr>
            <a:xfrm>
              <a:off x="4364644" y="465239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7" name="pg8037"/>
            <p:cNvSpPr/>
            <p:nvPr/>
          </p:nvSpPr>
          <p:spPr>
            <a:xfrm>
              <a:off x="4370016" y="465963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8" name="pg8038"/>
            <p:cNvSpPr/>
            <p:nvPr/>
          </p:nvSpPr>
          <p:spPr>
            <a:xfrm>
              <a:off x="4375419" y="466685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9" name="pg8039"/>
            <p:cNvSpPr/>
            <p:nvPr/>
          </p:nvSpPr>
          <p:spPr>
            <a:xfrm>
              <a:off x="4380853" y="467405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0" name="pg8040"/>
            <p:cNvSpPr/>
            <p:nvPr/>
          </p:nvSpPr>
          <p:spPr>
            <a:xfrm>
              <a:off x="4386317" y="468122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1" name="pg8041"/>
            <p:cNvSpPr/>
            <p:nvPr/>
          </p:nvSpPr>
          <p:spPr>
            <a:xfrm>
              <a:off x="4391812" y="468837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2" name="pg8042"/>
            <p:cNvSpPr/>
            <p:nvPr/>
          </p:nvSpPr>
          <p:spPr>
            <a:xfrm>
              <a:off x="4397338" y="469550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3" name="pg8043"/>
            <p:cNvSpPr/>
            <p:nvPr/>
          </p:nvSpPr>
          <p:spPr>
            <a:xfrm>
              <a:off x="4402894" y="470260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4" name="pg8044"/>
            <p:cNvSpPr/>
            <p:nvPr/>
          </p:nvSpPr>
          <p:spPr>
            <a:xfrm>
              <a:off x="4408480" y="470968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5" name="pg8045"/>
            <p:cNvSpPr/>
            <p:nvPr/>
          </p:nvSpPr>
          <p:spPr>
            <a:xfrm>
              <a:off x="4414096" y="471674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6" name="pg8046"/>
            <p:cNvSpPr/>
            <p:nvPr/>
          </p:nvSpPr>
          <p:spPr>
            <a:xfrm>
              <a:off x="4419742" y="472377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7" name="pg8047"/>
            <p:cNvSpPr/>
            <p:nvPr/>
          </p:nvSpPr>
          <p:spPr>
            <a:xfrm>
              <a:off x="4460100" y="477231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8" name="pg8048"/>
            <p:cNvSpPr/>
            <p:nvPr/>
          </p:nvSpPr>
          <p:spPr>
            <a:xfrm>
              <a:off x="4465983" y="477914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9" name="pg8049"/>
            <p:cNvSpPr/>
            <p:nvPr/>
          </p:nvSpPr>
          <p:spPr>
            <a:xfrm>
              <a:off x="4425419" y="473078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0" name="pg8050"/>
            <p:cNvSpPr/>
            <p:nvPr/>
          </p:nvSpPr>
          <p:spPr>
            <a:xfrm>
              <a:off x="4431125" y="473776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1" name="pg8051"/>
            <p:cNvSpPr/>
            <p:nvPr/>
          </p:nvSpPr>
          <p:spPr>
            <a:xfrm>
              <a:off x="4436861" y="474472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2" name="pg8052"/>
            <p:cNvSpPr/>
            <p:nvPr/>
          </p:nvSpPr>
          <p:spPr>
            <a:xfrm>
              <a:off x="4442626" y="475165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3" name="pg8053"/>
            <p:cNvSpPr/>
            <p:nvPr/>
          </p:nvSpPr>
          <p:spPr>
            <a:xfrm>
              <a:off x="4448422" y="475856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4" name="pg8054"/>
            <p:cNvSpPr/>
            <p:nvPr/>
          </p:nvSpPr>
          <p:spPr>
            <a:xfrm>
              <a:off x="4454246" y="476545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5" name="pg8055"/>
            <p:cNvSpPr/>
            <p:nvPr/>
          </p:nvSpPr>
          <p:spPr>
            <a:xfrm>
              <a:off x="4471895" y="478595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6" name="pg8056"/>
            <p:cNvSpPr/>
            <p:nvPr/>
          </p:nvSpPr>
          <p:spPr>
            <a:xfrm>
              <a:off x="4477837" y="479274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7" name="pg8057"/>
            <p:cNvSpPr/>
            <p:nvPr/>
          </p:nvSpPr>
          <p:spPr>
            <a:xfrm>
              <a:off x="4483807" y="479950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8" name="pg8058"/>
            <p:cNvSpPr/>
            <p:nvPr/>
          </p:nvSpPr>
          <p:spPr>
            <a:xfrm>
              <a:off x="4489806" y="480623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9" name="pg8059"/>
            <p:cNvSpPr/>
            <p:nvPr/>
          </p:nvSpPr>
          <p:spPr>
            <a:xfrm>
              <a:off x="4495834" y="481294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0" name="pg8060"/>
            <p:cNvSpPr/>
            <p:nvPr/>
          </p:nvSpPr>
          <p:spPr>
            <a:xfrm>
              <a:off x="4501890" y="481962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1" name="pg8061"/>
            <p:cNvSpPr/>
            <p:nvPr/>
          </p:nvSpPr>
          <p:spPr>
            <a:xfrm>
              <a:off x="4507974" y="482628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2" name="pg8062"/>
            <p:cNvSpPr/>
            <p:nvPr/>
          </p:nvSpPr>
          <p:spPr>
            <a:xfrm>
              <a:off x="4514088" y="483291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3" name="pg8063"/>
            <p:cNvSpPr/>
            <p:nvPr/>
          </p:nvSpPr>
          <p:spPr>
            <a:xfrm>
              <a:off x="4648810" y="496591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4" name="pg8064"/>
            <p:cNvSpPr/>
            <p:nvPr/>
          </p:nvSpPr>
          <p:spPr>
            <a:xfrm>
              <a:off x="4635472" y="495377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5" name="pg8065"/>
            <p:cNvSpPr/>
            <p:nvPr/>
          </p:nvSpPr>
          <p:spPr>
            <a:xfrm>
              <a:off x="4642128" y="495986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6" name="pg8066"/>
            <p:cNvSpPr/>
            <p:nvPr/>
          </p:nvSpPr>
          <p:spPr>
            <a:xfrm>
              <a:off x="4655518" y="497194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7" name="pg8067"/>
            <p:cNvSpPr/>
            <p:nvPr/>
          </p:nvSpPr>
          <p:spPr>
            <a:xfrm>
              <a:off x="4662252" y="497794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8" name="pg8068"/>
            <p:cNvSpPr/>
            <p:nvPr/>
          </p:nvSpPr>
          <p:spPr>
            <a:xfrm>
              <a:off x="4669011" y="498391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9" name="pg8069"/>
            <p:cNvSpPr/>
            <p:nvPr/>
          </p:nvSpPr>
          <p:spPr>
            <a:xfrm>
              <a:off x="4675795" y="498985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0" name="pg8070"/>
            <p:cNvSpPr/>
            <p:nvPr/>
          </p:nvSpPr>
          <p:spPr>
            <a:xfrm>
              <a:off x="4682605" y="499577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1" name="pg8071"/>
            <p:cNvSpPr/>
            <p:nvPr/>
          </p:nvSpPr>
          <p:spPr>
            <a:xfrm>
              <a:off x="4628842" y="494766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2" name="pg8072"/>
            <p:cNvSpPr/>
            <p:nvPr/>
          </p:nvSpPr>
          <p:spPr>
            <a:xfrm>
              <a:off x="4615661" y="493535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3" name="pg8073"/>
            <p:cNvSpPr/>
            <p:nvPr/>
          </p:nvSpPr>
          <p:spPr>
            <a:xfrm>
              <a:off x="4622238" y="494152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4" name="pg8074"/>
            <p:cNvSpPr/>
            <p:nvPr/>
          </p:nvSpPr>
          <p:spPr>
            <a:xfrm>
              <a:off x="4589615" y="491039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5" name="pg8075"/>
            <p:cNvSpPr/>
            <p:nvPr/>
          </p:nvSpPr>
          <p:spPr>
            <a:xfrm>
              <a:off x="4596086" y="491667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6" name="pg8076"/>
            <p:cNvSpPr/>
            <p:nvPr/>
          </p:nvSpPr>
          <p:spPr>
            <a:xfrm>
              <a:off x="4602585" y="492293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7" name="pg8077"/>
            <p:cNvSpPr/>
            <p:nvPr/>
          </p:nvSpPr>
          <p:spPr>
            <a:xfrm>
              <a:off x="4609109" y="492915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8" name="pg8078"/>
            <p:cNvSpPr/>
            <p:nvPr/>
          </p:nvSpPr>
          <p:spPr>
            <a:xfrm>
              <a:off x="4551355" y="487213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9" name="pg8079"/>
            <p:cNvSpPr/>
            <p:nvPr/>
          </p:nvSpPr>
          <p:spPr>
            <a:xfrm>
              <a:off x="4557664" y="487858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0" name="pg8080"/>
            <p:cNvSpPr/>
            <p:nvPr/>
          </p:nvSpPr>
          <p:spPr>
            <a:xfrm>
              <a:off x="4563999" y="488500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1" name="pg8081"/>
            <p:cNvSpPr/>
            <p:nvPr/>
          </p:nvSpPr>
          <p:spPr>
            <a:xfrm>
              <a:off x="4570363" y="489139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2" name="pg8082"/>
            <p:cNvSpPr/>
            <p:nvPr/>
          </p:nvSpPr>
          <p:spPr>
            <a:xfrm>
              <a:off x="4520229" y="483951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3" name="pg8083"/>
            <p:cNvSpPr/>
            <p:nvPr/>
          </p:nvSpPr>
          <p:spPr>
            <a:xfrm>
              <a:off x="4526398" y="484609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4" name="pg8084"/>
            <p:cNvSpPr/>
            <p:nvPr/>
          </p:nvSpPr>
          <p:spPr>
            <a:xfrm>
              <a:off x="4532596" y="485264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5" name="pg8085"/>
            <p:cNvSpPr/>
            <p:nvPr/>
          </p:nvSpPr>
          <p:spPr>
            <a:xfrm>
              <a:off x="4538821" y="485916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6" name="pg8086"/>
            <p:cNvSpPr/>
            <p:nvPr/>
          </p:nvSpPr>
          <p:spPr>
            <a:xfrm>
              <a:off x="4545074" y="486566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7" name="pg8087"/>
            <p:cNvSpPr/>
            <p:nvPr/>
          </p:nvSpPr>
          <p:spPr>
            <a:xfrm>
              <a:off x="4576753" y="489775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8" name="pg8088"/>
            <p:cNvSpPr/>
            <p:nvPr/>
          </p:nvSpPr>
          <p:spPr>
            <a:xfrm>
              <a:off x="4583171" y="490408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9" name="pg8089"/>
            <p:cNvSpPr/>
            <p:nvPr/>
          </p:nvSpPr>
          <p:spPr>
            <a:xfrm>
              <a:off x="4689440" y="500165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0" name="pg8090"/>
            <p:cNvSpPr/>
            <p:nvPr/>
          </p:nvSpPr>
          <p:spPr>
            <a:xfrm>
              <a:off x="4696300" y="500750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1" name="pg8091"/>
            <p:cNvSpPr/>
            <p:nvPr/>
          </p:nvSpPr>
          <p:spPr>
            <a:xfrm>
              <a:off x="4860700" y="513384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2" name="pg8092"/>
            <p:cNvSpPr/>
            <p:nvPr/>
          </p:nvSpPr>
          <p:spPr>
            <a:xfrm>
              <a:off x="4868123" y="513896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3" name="pg8093"/>
            <p:cNvSpPr/>
            <p:nvPr/>
          </p:nvSpPr>
          <p:spPr>
            <a:xfrm>
              <a:off x="4809363" y="509710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4" name="pg8094"/>
            <p:cNvSpPr/>
            <p:nvPr/>
          </p:nvSpPr>
          <p:spPr>
            <a:xfrm>
              <a:off x="4816629" y="510245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5" name="pg8095"/>
            <p:cNvSpPr/>
            <p:nvPr/>
          </p:nvSpPr>
          <p:spPr>
            <a:xfrm>
              <a:off x="4823918" y="510776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6" name="pg8096"/>
            <p:cNvSpPr/>
            <p:nvPr/>
          </p:nvSpPr>
          <p:spPr>
            <a:xfrm>
              <a:off x="4831230" y="511303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7" name="pg8097"/>
            <p:cNvSpPr/>
            <p:nvPr/>
          </p:nvSpPr>
          <p:spPr>
            <a:xfrm>
              <a:off x="4838564" y="511828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8" name="pg8098"/>
            <p:cNvSpPr/>
            <p:nvPr/>
          </p:nvSpPr>
          <p:spPr>
            <a:xfrm>
              <a:off x="4845921" y="512350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9" name="pg8099"/>
            <p:cNvSpPr/>
            <p:nvPr/>
          </p:nvSpPr>
          <p:spPr>
            <a:xfrm>
              <a:off x="4853299" y="512868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0" name="pg8100"/>
            <p:cNvSpPr/>
            <p:nvPr/>
          </p:nvSpPr>
          <p:spPr>
            <a:xfrm>
              <a:off x="4875567" y="514405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1" name="pg8101"/>
            <p:cNvSpPr/>
            <p:nvPr/>
          </p:nvSpPr>
          <p:spPr>
            <a:xfrm>
              <a:off x="4883033" y="514911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2" name="pg8102"/>
            <p:cNvSpPr/>
            <p:nvPr/>
          </p:nvSpPr>
          <p:spPr>
            <a:xfrm>
              <a:off x="4890521" y="515413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3" name="pg8103"/>
            <p:cNvSpPr/>
            <p:nvPr/>
          </p:nvSpPr>
          <p:spPr>
            <a:xfrm>
              <a:off x="4898030" y="515913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4" name="pg8104"/>
            <p:cNvSpPr/>
            <p:nvPr/>
          </p:nvSpPr>
          <p:spPr>
            <a:xfrm>
              <a:off x="4745011" y="504765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5" name="pg8105"/>
            <p:cNvSpPr/>
            <p:nvPr/>
          </p:nvSpPr>
          <p:spPr>
            <a:xfrm>
              <a:off x="4730971" y="503633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6" name="pg8106"/>
            <p:cNvSpPr/>
            <p:nvPr/>
          </p:nvSpPr>
          <p:spPr>
            <a:xfrm>
              <a:off x="4703185" y="501333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7" name="pg8107"/>
            <p:cNvSpPr/>
            <p:nvPr/>
          </p:nvSpPr>
          <p:spPr>
            <a:xfrm>
              <a:off x="4710095" y="501912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8" name="pg8108"/>
            <p:cNvSpPr/>
            <p:nvPr/>
          </p:nvSpPr>
          <p:spPr>
            <a:xfrm>
              <a:off x="4717029" y="502489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9" name="pg8109"/>
            <p:cNvSpPr/>
            <p:nvPr/>
          </p:nvSpPr>
          <p:spPr>
            <a:xfrm>
              <a:off x="4723988" y="503062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0" name="pg8110"/>
            <p:cNvSpPr/>
            <p:nvPr/>
          </p:nvSpPr>
          <p:spPr>
            <a:xfrm>
              <a:off x="4737979" y="504201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1" name="pg8111"/>
            <p:cNvSpPr/>
            <p:nvPr/>
          </p:nvSpPr>
          <p:spPr>
            <a:xfrm>
              <a:off x="4752066" y="505327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2" name="pg8112"/>
            <p:cNvSpPr/>
            <p:nvPr/>
          </p:nvSpPr>
          <p:spPr>
            <a:xfrm>
              <a:off x="4759146" y="505885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3" name="pg8113"/>
            <p:cNvSpPr/>
            <p:nvPr/>
          </p:nvSpPr>
          <p:spPr>
            <a:xfrm>
              <a:off x="4766250" y="506441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4" name="pg8114"/>
            <p:cNvSpPr/>
            <p:nvPr/>
          </p:nvSpPr>
          <p:spPr>
            <a:xfrm>
              <a:off x="4773377" y="506994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5" name="pg8115"/>
            <p:cNvSpPr/>
            <p:nvPr/>
          </p:nvSpPr>
          <p:spPr>
            <a:xfrm>
              <a:off x="4780528" y="507543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6" name="pg8116"/>
            <p:cNvSpPr/>
            <p:nvPr/>
          </p:nvSpPr>
          <p:spPr>
            <a:xfrm>
              <a:off x="4787702" y="508090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7" name="pg8117"/>
            <p:cNvSpPr/>
            <p:nvPr/>
          </p:nvSpPr>
          <p:spPr>
            <a:xfrm>
              <a:off x="4794899" y="508633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8" name="pg8118"/>
            <p:cNvSpPr/>
            <p:nvPr/>
          </p:nvSpPr>
          <p:spPr>
            <a:xfrm>
              <a:off x="4802120" y="509173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9" name="pg8119"/>
            <p:cNvSpPr/>
            <p:nvPr/>
          </p:nvSpPr>
          <p:spPr>
            <a:xfrm>
              <a:off x="4905560" y="516409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0" name="pg8120"/>
            <p:cNvSpPr/>
            <p:nvPr/>
          </p:nvSpPr>
          <p:spPr>
            <a:xfrm>
              <a:off x="4913112" y="516902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1" name="pg8121"/>
            <p:cNvSpPr/>
            <p:nvPr/>
          </p:nvSpPr>
          <p:spPr>
            <a:xfrm>
              <a:off x="4920684" y="517392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2" name="pg8122"/>
            <p:cNvSpPr/>
            <p:nvPr/>
          </p:nvSpPr>
          <p:spPr>
            <a:xfrm>
              <a:off x="4928277" y="517878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3" name="pg8123"/>
            <p:cNvSpPr/>
            <p:nvPr/>
          </p:nvSpPr>
          <p:spPr>
            <a:xfrm>
              <a:off x="4951180" y="519318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4" name="pg8124"/>
            <p:cNvSpPr/>
            <p:nvPr/>
          </p:nvSpPr>
          <p:spPr>
            <a:xfrm>
              <a:off x="4935891" y="518362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5" name="pg8125"/>
            <p:cNvSpPr/>
            <p:nvPr/>
          </p:nvSpPr>
          <p:spPr>
            <a:xfrm>
              <a:off x="4943526" y="518842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6" name="pg8126"/>
            <p:cNvSpPr/>
            <p:nvPr/>
          </p:nvSpPr>
          <p:spPr>
            <a:xfrm>
              <a:off x="4958856" y="519792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7" name="pg8127"/>
            <p:cNvSpPr/>
            <p:nvPr/>
          </p:nvSpPr>
          <p:spPr>
            <a:xfrm>
              <a:off x="4966551" y="520262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8" name="pg8128"/>
            <p:cNvSpPr/>
            <p:nvPr/>
          </p:nvSpPr>
          <p:spPr>
            <a:xfrm>
              <a:off x="4974266" y="520729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9" name="pg8129"/>
            <p:cNvSpPr/>
            <p:nvPr/>
          </p:nvSpPr>
          <p:spPr>
            <a:xfrm>
              <a:off x="4982001" y="521193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0" name="pg8130"/>
            <p:cNvSpPr/>
            <p:nvPr/>
          </p:nvSpPr>
          <p:spPr>
            <a:xfrm>
              <a:off x="4989756" y="521653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1" name="pg8131"/>
            <p:cNvSpPr/>
            <p:nvPr/>
          </p:nvSpPr>
          <p:spPr>
            <a:xfrm>
              <a:off x="4997531" y="522110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2" name="pg8132"/>
            <p:cNvSpPr/>
            <p:nvPr/>
          </p:nvSpPr>
          <p:spPr>
            <a:xfrm>
              <a:off x="5132553" y="529364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3" name="pg8133"/>
            <p:cNvSpPr/>
            <p:nvPr/>
          </p:nvSpPr>
          <p:spPr>
            <a:xfrm>
              <a:off x="5100315" y="527746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4" name="pg8134"/>
            <p:cNvSpPr/>
            <p:nvPr/>
          </p:nvSpPr>
          <p:spPr>
            <a:xfrm>
              <a:off x="5108349" y="528155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5" name="pg8135"/>
            <p:cNvSpPr/>
            <p:nvPr/>
          </p:nvSpPr>
          <p:spPr>
            <a:xfrm>
              <a:off x="5116400" y="528562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6" name="pg8136"/>
            <p:cNvSpPr/>
            <p:nvPr/>
          </p:nvSpPr>
          <p:spPr>
            <a:xfrm>
              <a:off x="5124468" y="528965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7" name="pg8137"/>
            <p:cNvSpPr/>
            <p:nvPr/>
          </p:nvSpPr>
          <p:spPr>
            <a:xfrm>
              <a:off x="5140656" y="529760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8" name="pg8138"/>
            <p:cNvSpPr/>
            <p:nvPr/>
          </p:nvSpPr>
          <p:spPr>
            <a:xfrm>
              <a:off x="5148775" y="530153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9" name="pg8139"/>
            <p:cNvSpPr/>
            <p:nvPr/>
          </p:nvSpPr>
          <p:spPr>
            <a:xfrm>
              <a:off x="5181417" y="531688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0" name="pg8140"/>
            <p:cNvSpPr/>
            <p:nvPr/>
          </p:nvSpPr>
          <p:spPr>
            <a:xfrm>
              <a:off x="5173232" y="531309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1" name="pg8141"/>
            <p:cNvSpPr/>
            <p:nvPr/>
          </p:nvSpPr>
          <p:spPr>
            <a:xfrm>
              <a:off x="5156910" y="530542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2" name="pg8142"/>
            <p:cNvSpPr/>
            <p:nvPr/>
          </p:nvSpPr>
          <p:spPr>
            <a:xfrm>
              <a:off x="5165063" y="530927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3" name="pg8143"/>
            <p:cNvSpPr/>
            <p:nvPr/>
          </p:nvSpPr>
          <p:spPr>
            <a:xfrm>
              <a:off x="5005325" y="522564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4" name="pg8144"/>
            <p:cNvSpPr/>
            <p:nvPr/>
          </p:nvSpPr>
          <p:spPr>
            <a:xfrm>
              <a:off x="5013138" y="523014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5" name="pg8145"/>
            <p:cNvSpPr/>
            <p:nvPr/>
          </p:nvSpPr>
          <p:spPr>
            <a:xfrm>
              <a:off x="5020970" y="523461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6" name="pg8146"/>
            <p:cNvSpPr/>
            <p:nvPr/>
          </p:nvSpPr>
          <p:spPr>
            <a:xfrm>
              <a:off x="5028821" y="523905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7" name="pg8147"/>
            <p:cNvSpPr/>
            <p:nvPr/>
          </p:nvSpPr>
          <p:spPr>
            <a:xfrm>
              <a:off x="5036692" y="524345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8" name="pg8148"/>
            <p:cNvSpPr/>
            <p:nvPr/>
          </p:nvSpPr>
          <p:spPr>
            <a:xfrm>
              <a:off x="5044581" y="524782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9" name="pg8149"/>
            <p:cNvSpPr/>
            <p:nvPr/>
          </p:nvSpPr>
          <p:spPr>
            <a:xfrm>
              <a:off x="5052488" y="525215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0" name="pg8150"/>
            <p:cNvSpPr/>
            <p:nvPr/>
          </p:nvSpPr>
          <p:spPr>
            <a:xfrm>
              <a:off x="5060414" y="525646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1" name="pg8151"/>
            <p:cNvSpPr/>
            <p:nvPr/>
          </p:nvSpPr>
          <p:spPr>
            <a:xfrm>
              <a:off x="5068358" y="526072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2" name="pg8152"/>
            <p:cNvSpPr/>
            <p:nvPr/>
          </p:nvSpPr>
          <p:spPr>
            <a:xfrm>
              <a:off x="5076321" y="526496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3" name="pg8153"/>
            <p:cNvSpPr/>
            <p:nvPr/>
          </p:nvSpPr>
          <p:spPr>
            <a:xfrm>
              <a:off x="5084301" y="526916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4" name="pg8154"/>
            <p:cNvSpPr/>
            <p:nvPr/>
          </p:nvSpPr>
          <p:spPr>
            <a:xfrm>
              <a:off x="5092299" y="527332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5" name="pg8155"/>
            <p:cNvSpPr/>
            <p:nvPr/>
          </p:nvSpPr>
          <p:spPr>
            <a:xfrm>
              <a:off x="5189618" y="532063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6" name="pg8156"/>
            <p:cNvSpPr/>
            <p:nvPr/>
          </p:nvSpPr>
          <p:spPr>
            <a:xfrm>
              <a:off x="5197835" y="532435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7" name="pg8157"/>
            <p:cNvSpPr/>
            <p:nvPr/>
          </p:nvSpPr>
          <p:spPr>
            <a:xfrm>
              <a:off x="5206067" y="532803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8" name="pg8158"/>
            <p:cNvSpPr/>
            <p:nvPr/>
          </p:nvSpPr>
          <p:spPr>
            <a:xfrm>
              <a:off x="5214316" y="533167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9" name="pg8159"/>
            <p:cNvSpPr/>
            <p:nvPr/>
          </p:nvSpPr>
          <p:spPr>
            <a:xfrm>
              <a:off x="5222580" y="533528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0" name="pg8160"/>
            <p:cNvSpPr/>
            <p:nvPr/>
          </p:nvSpPr>
          <p:spPr>
            <a:xfrm>
              <a:off x="5230859" y="533886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1" name="pg8161"/>
            <p:cNvSpPr/>
            <p:nvPr/>
          </p:nvSpPr>
          <p:spPr>
            <a:xfrm>
              <a:off x="5239153" y="534240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2" name="pg8162"/>
            <p:cNvSpPr/>
            <p:nvPr/>
          </p:nvSpPr>
          <p:spPr>
            <a:xfrm>
              <a:off x="5247463" y="534590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4E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3" name="pg8163"/>
            <p:cNvSpPr/>
            <p:nvPr/>
          </p:nvSpPr>
          <p:spPr>
            <a:xfrm>
              <a:off x="5255787" y="534937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4" name="pg8164"/>
            <p:cNvSpPr/>
            <p:nvPr/>
          </p:nvSpPr>
          <p:spPr>
            <a:xfrm>
              <a:off x="7439161" y="500165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5" name="pg8165"/>
            <p:cNvSpPr/>
            <p:nvPr/>
          </p:nvSpPr>
          <p:spPr>
            <a:xfrm>
              <a:off x="7445996" y="499577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6" name="pg8166"/>
            <p:cNvSpPr/>
            <p:nvPr/>
          </p:nvSpPr>
          <p:spPr>
            <a:xfrm>
              <a:off x="7411572" y="502489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7" name="pg8167"/>
            <p:cNvSpPr/>
            <p:nvPr/>
          </p:nvSpPr>
          <p:spPr>
            <a:xfrm>
              <a:off x="7418506" y="501912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8" name="pg8168"/>
            <p:cNvSpPr/>
            <p:nvPr/>
          </p:nvSpPr>
          <p:spPr>
            <a:xfrm>
              <a:off x="7383590" y="504765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9" name="pg8169"/>
            <p:cNvSpPr/>
            <p:nvPr/>
          </p:nvSpPr>
          <p:spPr>
            <a:xfrm>
              <a:off x="7390622" y="504201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0" name="pg8170"/>
            <p:cNvSpPr/>
            <p:nvPr/>
          </p:nvSpPr>
          <p:spPr>
            <a:xfrm>
              <a:off x="7397629" y="503633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1" name="pg8171"/>
            <p:cNvSpPr/>
            <p:nvPr/>
          </p:nvSpPr>
          <p:spPr>
            <a:xfrm>
              <a:off x="7404613" y="503062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2" name="pg8172"/>
            <p:cNvSpPr/>
            <p:nvPr/>
          </p:nvSpPr>
          <p:spPr>
            <a:xfrm>
              <a:off x="7425416" y="501333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3" name="pg8173"/>
            <p:cNvSpPr/>
            <p:nvPr/>
          </p:nvSpPr>
          <p:spPr>
            <a:xfrm>
              <a:off x="7432301" y="500750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4" name="pg8174"/>
            <p:cNvSpPr/>
            <p:nvPr/>
          </p:nvSpPr>
          <p:spPr>
            <a:xfrm>
              <a:off x="7452805" y="498985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5" name="pg8175"/>
            <p:cNvSpPr/>
            <p:nvPr/>
          </p:nvSpPr>
          <p:spPr>
            <a:xfrm>
              <a:off x="7459590" y="498391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6" name="pg8176"/>
            <p:cNvSpPr/>
            <p:nvPr/>
          </p:nvSpPr>
          <p:spPr>
            <a:xfrm>
              <a:off x="7466349" y="497794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7" name="pg8177"/>
            <p:cNvSpPr/>
            <p:nvPr/>
          </p:nvSpPr>
          <p:spPr>
            <a:xfrm>
              <a:off x="7473082" y="497194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8" name="pg8178"/>
            <p:cNvSpPr/>
            <p:nvPr/>
          </p:nvSpPr>
          <p:spPr>
            <a:xfrm>
              <a:off x="7479790" y="496591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9" name="pg8179"/>
            <p:cNvSpPr/>
            <p:nvPr/>
          </p:nvSpPr>
          <p:spPr>
            <a:xfrm>
              <a:off x="7486472" y="495986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0" name="pg8180"/>
            <p:cNvSpPr/>
            <p:nvPr/>
          </p:nvSpPr>
          <p:spPr>
            <a:xfrm>
              <a:off x="7493128" y="495377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1" name="pg8181"/>
            <p:cNvSpPr/>
            <p:nvPr/>
          </p:nvSpPr>
          <p:spPr>
            <a:xfrm>
              <a:off x="7499758" y="494766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2" name="pg8182"/>
            <p:cNvSpPr/>
            <p:nvPr/>
          </p:nvSpPr>
          <p:spPr>
            <a:xfrm>
              <a:off x="7506362" y="494152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3" name="pg8183"/>
            <p:cNvSpPr/>
            <p:nvPr/>
          </p:nvSpPr>
          <p:spPr>
            <a:xfrm>
              <a:off x="7512940" y="493535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4" name="pg8184"/>
            <p:cNvSpPr/>
            <p:nvPr/>
          </p:nvSpPr>
          <p:spPr>
            <a:xfrm>
              <a:off x="7519491" y="492915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5" name="pg8185"/>
            <p:cNvSpPr/>
            <p:nvPr/>
          </p:nvSpPr>
          <p:spPr>
            <a:xfrm>
              <a:off x="7526016" y="492293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6" name="pg8186"/>
            <p:cNvSpPr/>
            <p:nvPr/>
          </p:nvSpPr>
          <p:spPr>
            <a:xfrm>
              <a:off x="7223040" y="516409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7" name="pg8187"/>
            <p:cNvSpPr/>
            <p:nvPr/>
          </p:nvSpPr>
          <p:spPr>
            <a:xfrm>
              <a:off x="7230571" y="515913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8" name="pg8188"/>
            <p:cNvSpPr/>
            <p:nvPr/>
          </p:nvSpPr>
          <p:spPr>
            <a:xfrm>
              <a:off x="7192709" y="518362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9" name="pg8189"/>
            <p:cNvSpPr/>
            <p:nvPr/>
          </p:nvSpPr>
          <p:spPr>
            <a:xfrm>
              <a:off x="7200323" y="517878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0" name="pg8190"/>
            <p:cNvSpPr/>
            <p:nvPr/>
          </p:nvSpPr>
          <p:spPr>
            <a:xfrm>
              <a:off x="7207917" y="517392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1" name="pg8191"/>
            <p:cNvSpPr/>
            <p:nvPr/>
          </p:nvSpPr>
          <p:spPr>
            <a:xfrm>
              <a:off x="7215489" y="516902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2" name="pg8192"/>
            <p:cNvSpPr/>
            <p:nvPr/>
          </p:nvSpPr>
          <p:spPr>
            <a:xfrm>
              <a:off x="7238080" y="515413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3" name="pg8193"/>
            <p:cNvSpPr/>
            <p:nvPr/>
          </p:nvSpPr>
          <p:spPr>
            <a:xfrm>
              <a:off x="7245567" y="514911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4" name="pg8194"/>
            <p:cNvSpPr/>
            <p:nvPr/>
          </p:nvSpPr>
          <p:spPr>
            <a:xfrm>
              <a:off x="7253033" y="514405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5" name="pg8195"/>
            <p:cNvSpPr/>
            <p:nvPr/>
          </p:nvSpPr>
          <p:spPr>
            <a:xfrm>
              <a:off x="7260478" y="513896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6" name="pg8196"/>
            <p:cNvSpPr/>
            <p:nvPr/>
          </p:nvSpPr>
          <p:spPr>
            <a:xfrm>
              <a:off x="7267900" y="513384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7" name="pg8197"/>
            <p:cNvSpPr/>
            <p:nvPr/>
          </p:nvSpPr>
          <p:spPr>
            <a:xfrm>
              <a:off x="7275301" y="512868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8" name="pg8198"/>
            <p:cNvSpPr/>
            <p:nvPr/>
          </p:nvSpPr>
          <p:spPr>
            <a:xfrm>
              <a:off x="7282680" y="512350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9" name="pg8199"/>
            <p:cNvSpPr/>
            <p:nvPr/>
          </p:nvSpPr>
          <p:spPr>
            <a:xfrm>
              <a:off x="7290036" y="511828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0" name="pg8200"/>
            <p:cNvSpPr/>
            <p:nvPr/>
          </p:nvSpPr>
          <p:spPr>
            <a:xfrm>
              <a:off x="7297370" y="511303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1" name="pg8201"/>
            <p:cNvSpPr/>
            <p:nvPr/>
          </p:nvSpPr>
          <p:spPr>
            <a:xfrm>
              <a:off x="7304682" y="510776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2" name="pg8202"/>
            <p:cNvSpPr/>
            <p:nvPr/>
          </p:nvSpPr>
          <p:spPr>
            <a:xfrm>
              <a:off x="7326481" y="509173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3" name="pg8203"/>
            <p:cNvSpPr/>
            <p:nvPr/>
          </p:nvSpPr>
          <p:spPr>
            <a:xfrm>
              <a:off x="7311971" y="510245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4" name="pg8204"/>
            <p:cNvSpPr/>
            <p:nvPr/>
          </p:nvSpPr>
          <p:spPr>
            <a:xfrm>
              <a:off x="7319238" y="509710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5" name="pg8205"/>
            <p:cNvSpPr/>
            <p:nvPr/>
          </p:nvSpPr>
          <p:spPr>
            <a:xfrm>
              <a:off x="6763312" y="539121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6" name="pg8206"/>
            <p:cNvSpPr/>
            <p:nvPr/>
          </p:nvSpPr>
          <p:spPr>
            <a:xfrm>
              <a:off x="6771816" y="538821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7" name="pg8207"/>
            <p:cNvSpPr/>
            <p:nvPr/>
          </p:nvSpPr>
          <p:spPr>
            <a:xfrm>
              <a:off x="6780307" y="538517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8" name="pg8208"/>
            <p:cNvSpPr/>
            <p:nvPr/>
          </p:nvSpPr>
          <p:spPr>
            <a:xfrm>
              <a:off x="6788785" y="538209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9" name="pg8209"/>
            <p:cNvSpPr/>
            <p:nvPr/>
          </p:nvSpPr>
          <p:spPr>
            <a:xfrm>
              <a:off x="6797250" y="537898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0" name="pg8210"/>
            <p:cNvSpPr/>
            <p:nvPr/>
          </p:nvSpPr>
          <p:spPr>
            <a:xfrm>
              <a:off x="6805701" y="537584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1" name="pg8211"/>
            <p:cNvSpPr/>
            <p:nvPr/>
          </p:nvSpPr>
          <p:spPr>
            <a:xfrm>
              <a:off x="6814139" y="537265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2" name="pg8212"/>
            <p:cNvSpPr/>
            <p:nvPr/>
          </p:nvSpPr>
          <p:spPr>
            <a:xfrm>
              <a:off x="6822564" y="536944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3" name="pg8213"/>
            <p:cNvSpPr/>
            <p:nvPr/>
          </p:nvSpPr>
          <p:spPr>
            <a:xfrm>
              <a:off x="6830974" y="536618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4" name="pg8214"/>
            <p:cNvSpPr/>
            <p:nvPr/>
          </p:nvSpPr>
          <p:spPr>
            <a:xfrm>
              <a:off x="6839370" y="536289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5" name="pg8215"/>
            <p:cNvSpPr/>
            <p:nvPr/>
          </p:nvSpPr>
          <p:spPr>
            <a:xfrm>
              <a:off x="6847753" y="535956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6" name="pg8216"/>
            <p:cNvSpPr/>
            <p:nvPr/>
          </p:nvSpPr>
          <p:spPr>
            <a:xfrm>
              <a:off x="6856121" y="535620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7" name="pg8217"/>
            <p:cNvSpPr/>
            <p:nvPr/>
          </p:nvSpPr>
          <p:spPr>
            <a:xfrm>
              <a:off x="6864474" y="535281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8" name="pg8218"/>
            <p:cNvSpPr/>
            <p:nvPr/>
          </p:nvSpPr>
          <p:spPr>
            <a:xfrm>
              <a:off x="6872814" y="534937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9" name="pg8219"/>
            <p:cNvSpPr/>
            <p:nvPr/>
          </p:nvSpPr>
          <p:spPr>
            <a:xfrm>
              <a:off x="6881138" y="534590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0" name="pg8220"/>
            <p:cNvSpPr/>
            <p:nvPr/>
          </p:nvSpPr>
          <p:spPr>
            <a:xfrm>
              <a:off x="6889447" y="534240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1" name="pg8221"/>
            <p:cNvSpPr/>
            <p:nvPr/>
          </p:nvSpPr>
          <p:spPr>
            <a:xfrm>
              <a:off x="6897742" y="533886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2" name="pg8222"/>
            <p:cNvSpPr/>
            <p:nvPr/>
          </p:nvSpPr>
          <p:spPr>
            <a:xfrm>
              <a:off x="6906021" y="533528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3" name="pg8223"/>
            <p:cNvSpPr/>
            <p:nvPr/>
          </p:nvSpPr>
          <p:spPr>
            <a:xfrm>
              <a:off x="6914285" y="533167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4" name="pg8224"/>
            <p:cNvSpPr/>
            <p:nvPr/>
          </p:nvSpPr>
          <p:spPr>
            <a:xfrm>
              <a:off x="6922533" y="532803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5" name="pg8225"/>
            <p:cNvSpPr/>
            <p:nvPr/>
          </p:nvSpPr>
          <p:spPr>
            <a:xfrm>
              <a:off x="6971690" y="530542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6" name="pg8226"/>
            <p:cNvSpPr/>
            <p:nvPr/>
          </p:nvSpPr>
          <p:spPr>
            <a:xfrm>
              <a:off x="6955369" y="531309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7" name="pg8227"/>
            <p:cNvSpPr/>
            <p:nvPr/>
          </p:nvSpPr>
          <p:spPr>
            <a:xfrm>
              <a:off x="6963538" y="530927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8" name="pg8228"/>
            <p:cNvSpPr/>
            <p:nvPr/>
          </p:nvSpPr>
          <p:spPr>
            <a:xfrm>
              <a:off x="6930766" y="532435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9" name="pg8229"/>
            <p:cNvSpPr/>
            <p:nvPr/>
          </p:nvSpPr>
          <p:spPr>
            <a:xfrm>
              <a:off x="6938983" y="532063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0" name="pg8230"/>
            <p:cNvSpPr/>
            <p:nvPr/>
          </p:nvSpPr>
          <p:spPr>
            <a:xfrm>
              <a:off x="6947184" y="531688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1" name="pg8231"/>
            <p:cNvSpPr/>
            <p:nvPr/>
          </p:nvSpPr>
          <p:spPr>
            <a:xfrm>
              <a:off x="6979826" y="530153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2" name="pg8232"/>
            <p:cNvSpPr/>
            <p:nvPr/>
          </p:nvSpPr>
          <p:spPr>
            <a:xfrm>
              <a:off x="6987945" y="529760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3" name="pg8233"/>
            <p:cNvSpPr/>
            <p:nvPr/>
          </p:nvSpPr>
          <p:spPr>
            <a:xfrm>
              <a:off x="6996047" y="529364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4" name="pg8234"/>
            <p:cNvSpPr/>
            <p:nvPr/>
          </p:nvSpPr>
          <p:spPr>
            <a:xfrm>
              <a:off x="7044300" y="526916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5" name="pg8235"/>
            <p:cNvSpPr/>
            <p:nvPr/>
          </p:nvSpPr>
          <p:spPr>
            <a:xfrm>
              <a:off x="7004133" y="528965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6" name="pg8236"/>
            <p:cNvSpPr/>
            <p:nvPr/>
          </p:nvSpPr>
          <p:spPr>
            <a:xfrm>
              <a:off x="7012201" y="528562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7" name="pg8237"/>
            <p:cNvSpPr/>
            <p:nvPr/>
          </p:nvSpPr>
          <p:spPr>
            <a:xfrm>
              <a:off x="7020252" y="528155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8" name="pg8238"/>
            <p:cNvSpPr/>
            <p:nvPr/>
          </p:nvSpPr>
          <p:spPr>
            <a:xfrm>
              <a:off x="7028285" y="527746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9" name="pg8239"/>
            <p:cNvSpPr/>
            <p:nvPr/>
          </p:nvSpPr>
          <p:spPr>
            <a:xfrm>
              <a:off x="7036301" y="527332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0" name="pg8240"/>
            <p:cNvSpPr/>
            <p:nvPr/>
          </p:nvSpPr>
          <p:spPr>
            <a:xfrm>
              <a:off x="7052280" y="526496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1" name="pg8241"/>
            <p:cNvSpPr/>
            <p:nvPr/>
          </p:nvSpPr>
          <p:spPr>
            <a:xfrm>
              <a:off x="7060242" y="526072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2" name="pg8242"/>
            <p:cNvSpPr/>
            <p:nvPr/>
          </p:nvSpPr>
          <p:spPr>
            <a:xfrm>
              <a:off x="7068187" y="525646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3" name="pg8243"/>
            <p:cNvSpPr/>
            <p:nvPr/>
          </p:nvSpPr>
          <p:spPr>
            <a:xfrm>
              <a:off x="7076112" y="525215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4" name="pg8244"/>
            <p:cNvSpPr/>
            <p:nvPr/>
          </p:nvSpPr>
          <p:spPr>
            <a:xfrm>
              <a:off x="7084020" y="524782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5" name="pg8245"/>
            <p:cNvSpPr/>
            <p:nvPr/>
          </p:nvSpPr>
          <p:spPr>
            <a:xfrm>
              <a:off x="7091909" y="524345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6" name="pg8246"/>
            <p:cNvSpPr/>
            <p:nvPr/>
          </p:nvSpPr>
          <p:spPr>
            <a:xfrm>
              <a:off x="7099779" y="523905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7" name="pg8247"/>
            <p:cNvSpPr/>
            <p:nvPr/>
          </p:nvSpPr>
          <p:spPr>
            <a:xfrm>
              <a:off x="7107630" y="523461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8" name="pg8248"/>
            <p:cNvSpPr/>
            <p:nvPr/>
          </p:nvSpPr>
          <p:spPr>
            <a:xfrm>
              <a:off x="7115463" y="523014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9" name="pg8249"/>
            <p:cNvSpPr/>
            <p:nvPr/>
          </p:nvSpPr>
          <p:spPr>
            <a:xfrm>
              <a:off x="7123276" y="522564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0" name="pg8250"/>
            <p:cNvSpPr/>
            <p:nvPr/>
          </p:nvSpPr>
          <p:spPr>
            <a:xfrm>
              <a:off x="7131070" y="522110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1" name="pg8251"/>
            <p:cNvSpPr/>
            <p:nvPr/>
          </p:nvSpPr>
          <p:spPr>
            <a:xfrm>
              <a:off x="7169745" y="519792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2" name="pg8252"/>
            <p:cNvSpPr/>
            <p:nvPr/>
          </p:nvSpPr>
          <p:spPr>
            <a:xfrm>
              <a:off x="7177420" y="519318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3" name="pg8253"/>
            <p:cNvSpPr/>
            <p:nvPr/>
          </p:nvSpPr>
          <p:spPr>
            <a:xfrm>
              <a:off x="7185075" y="518842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4" name="pg8254"/>
            <p:cNvSpPr/>
            <p:nvPr/>
          </p:nvSpPr>
          <p:spPr>
            <a:xfrm>
              <a:off x="7138844" y="521653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5" name="pg8255"/>
            <p:cNvSpPr/>
            <p:nvPr/>
          </p:nvSpPr>
          <p:spPr>
            <a:xfrm>
              <a:off x="7146599" y="521193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6" name="pg8256"/>
            <p:cNvSpPr/>
            <p:nvPr/>
          </p:nvSpPr>
          <p:spPr>
            <a:xfrm>
              <a:off x="7154334" y="520729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7" name="pg8257"/>
            <p:cNvSpPr/>
            <p:nvPr/>
          </p:nvSpPr>
          <p:spPr>
            <a:xfrm>
              <a:off x="7162050" y="520262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8" name="pg8258"/>
            <p:cNvSpPr/>
            <p:nvPr/>
          </p:nvSpPr>
          <p:spPr>
            <a:xfrm>
              <a:off x="7348073" y="507543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9" name="pg8259"/>
            <p:cNvSpPr/>
            <p:nvPr/>
          </p:nvSpPr>
          <p:spPr>
            <a:xfrm>
              <a:off x="7333702" y="508633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0" name="pg8260"/>
            <p:cNvSpPr/>
            <p:nvPr/>
          </p:nvSpPr>
          <p:spPr>
            <a:xfrm>
              <a:off x="7340899" y="508090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1" name="pg8261"/>
            <p:cNvSpPr/>
            <p:nvPr/>
          </p:nvSpPr>
          <p:spPr>
            <a:xfrm>
              <a:off x="7355224" y="506994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2" name="pg8262"/>
            <p:cNvSpPr/>
            <p:nvPr/>
          </p:nvSpPr>
          <p:spPr>
            <a:xfrm>
              <a:off x="7362351" y="506441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3" name="pg8263"/>
            <p:cNvSpPr/>
            <p:nvPr/>
          </p:nvSpPr>
          <p:spPr>
            <a:xfrm>
              <a:off x="7369454" y="505885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4" name="pg8264"/>
            <p:cNvSpPr/>
            <p:nvPr/>
          </p:nvSpPr>
          <p:spPr>
            <a:xfrm>
              <a:off x="7376534" y="505327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5" name="pg8265"/>
            <p:cNvSpPr/>
            <p:nvPr/>
          </p:nvSpPr>
          <p:spPr>
            <a:xfrm>
              <a:off x="5264126" y="535281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6" name="pg8266"/>
            <p:cNvSpPr/>
            <p:nvPr/>
          </p:nvSpPr>
          <p:spPr>
            <a:xfrm>
              <a:off x="5272480" y="535620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7" name="pg8267"/>
            <p:cNvSpPr/>
            <p:nvPr/>
          </p:nvSpPr>
          <p:spPr>
            <a:xfrm>
              <a:off x="5280848" y="535956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8" name="pg8268"/>
            <p:cNvSpPr/>
            <p:nvPr/>
          </p:nvSpPr>
          <p:spPr>
            <a:xfrm>
              <a:off x="5289230" y="536289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9" name="pg8269"/>
            <p:cNvSpPr/>
            <p:nvPr/>
          </p:nvSpPr>
          <p:spPr>
            <a:xfrm>
              <a:off x="5297627" y="536618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0" name="pg8270"/>
            <p:cNvSpPr/>
            <p:nvPr/>
          </p:nvSpPr>
          <p:spPr>
            <a:xfrm>
              <a:off x="5306037" y="536944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1" name="pg8271"/>
            <p:cNvSpPr/>
            <p:nvPr/>
          </p:nvSpPr>
          <p:spPr>
            <a:xfrm>
              <a:off x="5314461" y="537265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2" name="pg8272"/>
            <p:cNvSpPr/>
            <p:nvPr/>
          </p:nvSpPr>
          <p:spPr>
            <a:xfrm>
              <a:off x="5322899" y="537584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3" name="pg8273"/>
            <p:cNvSpPr/>
            <p:nvPr/>
          </p:nvSpPr>
          <p:spPr>
            <a:xfrm>
              <a:off x="5331351" y="537898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4" name="pg8274"/>
            <p:cNvSpPr/>
            <p:nvPr/>
          </p:nvSpPr>
          <p:spPr>
            <a:xfrm>
              <a:off x="5339815" y="538209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5" name="pg8275"/>
            <p:cNvSpPr/>
            <p:nvPr/>
          </p:nvSpPr>
          <p:spPr>
            <a:xfrm>
              <a:off x="5348293" y="538517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6" name="pg8276"/>
            <p:cNvSpPr/>
            <p:nvPr/>
          </p:nvSpPr>
          <p:spPr>
            <a:xfrm>
              <a:off x="5356784" y="538821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7" name="pg8277"/>
            <p:cNvSpPr/>
            <p:nvPr/>
          </p:nvSpPr>
          <p:spPr>
            <a:xfrm>
              <a:off x="5365288" y="539121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8" name="pg8278"/>
            <p:cNvSpPr/>
            <p:nvPr/>
          </p:nvSpPr>
          <p:spPr>
            <a:xfrm>
              <a:off x="5373805" y="539417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9" name="pg8279"/>
            <p:cNvSpPr/>
            <p:nvPr/>
          </p:nvSpPr>
          <p:spPr>
            <a:xfrm>
              <a:off x="5382334" y="539710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0" name="pg8280"/>
            <p:cNvSpPr/>
            <p:nvPr/>
          </p:nvSpPr>
          <p:spPr>
            <a:xfrm>
              <a:off x="5390876" y="540000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1" name="pg8281"/>
            <p:cNvSpPr/>
            <p:nvPr/>
          </p:nvSpPr>
          <p:spPr>
            <a:xfrm>
              <a:off x="5399430" y="540285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2" name="pg8282"/>
            <p:cNvSpPr/>
            <p:nvPr/>
          </p:nvSpPr>
          <p:spPr>
            <a:xfrm>
              <a:off x="5407996" y="540567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3" name="pg8283"/>
            <p:cNvSpPr/>
            <p:nvPr/>
          </p:nvSpPr>
          <p:spPr>
            <a:xfrm>
              <a:off x="5416574" y="540846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4" name="pg8284"/>
            <p:cNvSpPr/>
            <p:nvPr/>
          </p:nvSpPr>
          <p:spPr>
            <a:xfrm>
              <a:off x="5425164" y="541120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5" name="pg8285"/>
            <p:cNvSpPr/>
            <p:nvPr/>
          </p:nvSpPr>
          <p:spPr>
            <a:xfrm>
              <a:off x="5433765" y="541391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6" name="pg8286"/>
            <p:cNvSpPr/>
            <p:nvPr/>
          </p:nvSpPr>
          <p:spPr>
            <a:xfrm>
              <a:off x="5442378" y="541658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7" name="pg8287"/>
            <p:cNvSpPr/>
            <p:nvPr/>
          </p:nvSpPr>
          <p:spPr>
            <a:xfrm>
              <a:off x="5468284" y="542438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8" name="pg8288"/>
            <p:cNvSpPr/>
            <p:nvPr/>
          </p:nvSpPr>
          <p:spPr>
            <a:xfrm>
              <a:off x="5451002" y="541922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9" name="pg8289"/>
            <p:cNvSpPr/>
            <p:nvPr/>
          </p:nvSpPr>
          <p:spPr>
            <a:xfrm>
              <a:off x="5459638" y="542182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0" name="pg8290"/>
            <p:cNvSpPr/>
            <p:nvPr/>
          </p:nvSpPr>
          <p:spPr>
            <a:xfrm>
              <a:off x="5476941" y="542691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1" name="pg8291"/>
            <p:cNvSpPr/>
            <p:nvPr/>
          </p:nvSpPr>
          <p:spPr>
            <a:xfrm>
              <a:off x="5485609" y="542940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2" name="pg8292"/>
            <p:cNvSpPr/>
            <p:nvPr/>
          </p:nvSpPr>
          <p:spPr>
            <a:xfrm>
              <a:off x="5494288" y="543185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3" name="pg8293"/>
            <p:cNvSpPr/>
            <p:nvPr/>
          </p:nvSpPr>
          <p:spPr>
            <a:xfrm>
              <a:off x="5502977" y="543426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4" name="pg8294"/>
            <p:cNvSpPr/>
            <p:nvPr/>
          </p:nvSpPr>
          <p:spPr>
            <a:xfrm>
              <a:off x="5511676" y="543664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5" name="pg8295"/>
            <p:cNvSpPr/>
            <p:nvPr/>
          </p:nvSpPr>
          <p:spPr>
            <a:xfrm>
              <a:off x="5520385" y="543898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6" name="pg8296"/>
            <p:cNvSpPr/>
            <p:nvPr/>
          </p:nvSpPr>
          <p:spPr>
            <a:xfrm>
              <a:off x="5529104" y="544128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7" name="pg8297"/>
            <p:cNvSpPr/>
            <p:nvPr/>
          </p:nvSpPr>
          <p:spPr>
            <a:xfrm>
              <a:off x="5537833" y="544355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8" name="pg8298"/>
            <p:cNvSpPr/>
            <p:nvPr/>
          </p:nvSpPr>
          <p:spPr>
            <a:xfrm>
              <a:off x="5546572" y="544578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9" name="pg8299"/>
            <p:cNvSpPr/>
            <p:nvPr/>
          </p:nvSpPr>
          <p:spPr>
            <a:xfrm>
              <a:off x="5555320" y="544797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0" name="pg8300"/>
            <p:cNvSpPr/>
            <p:nvPr/>
          </p:nvSpPr>
          <p:spPr>
            <a:xfrm>
              <a:off x="5564077" y="545012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1" name="pg8301"/>
            <p:cNvSpPr/>
            <p:nvPr/>
          </p:nvSpPr>
          <p:spPr>
            <a:xfrm>
              <a:off x="5572843" y="545224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2" name="pg8302"/>
            <p:cNvSpPr/>
            <p:nvPr/>
          </p:nvSpPr>
          <p:spPr>
            <a:xfrm>
              <a:off x="5581619" y="545432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3" name="pg8303"/>
            <p:cNvSpPr/>
            <p:nvPr/>
          </p:nvSpPr>
          <p:spPr>
            <a:xfrm>
              <a:off x="5590403" y="545636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4" name="pg8304"/>
            <p:cNvSpPr/>
            <p:nvPr/>
          </p:nvSpPr>
          <p:spPr>
            <a:xfrm>
              <a:off x="5599195" y="545836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5" name="pg8305"/>
            <p:cNvSpPr/>
            <p:nvPr/>
          </p:nvSpPr>
          <p:spPr>
            <a:xfrm>
              <a:off x="5607996" y="546033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6" name="pg8306"/>
            <p:cNvSpPr/>
            <p:nvPr/>
          </p:nvSpPr>
          <p:spPr>
            <a:xfrm>
              <a:off x="5616806" y="546226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7" name="pg8307"/>
            <p:cNvSpPr/>
            <p:nvPr/>
          </p:nvSpPr>
          <p:spPr>
            <a:xfrm>
              <a:off x="5625624" y="546415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8" name="pg8308"/>
            <p:cNvSpPr/>
            <p:nvPr/>
          </p:nvSpPr>
          <p:spPr>
            <a:xfrm>
              <a:off x="5634449" y="546601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9" name="pg8309"/>
            <p:cNvSpPr/>
            <p:nvPr/>
          </p:nvSpPr>
          <p:spPr>
            <a:xfrm>
              <a:off x="5643283" y="546782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0" name="pg8310"/>
            <p:cNvSpPr/>
            <p:nvPr/>
          </p:nvSpPr>
          <p:spPr>
            <a:xfrm>
              <a:off x="5652124" y="546960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1" name="pg8311"/>
            <p:cNvSpPr/>
            <p:nvPr/>
          </p:nvSpPr>
          <p:spPr>
            <a:xfrm>
              <a:off x="5660972" y="547134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2" name="pg8312"/>
            <p:cNvSpPr/>
            <p:nvPr/>
          </p:nvSpPr>
          <p:spPr>
            <a:xfrm>
              <a:off x="5669828" y="547304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3" name="pg8313"/>
            <p:cNvSpPr/>
            <p:nvPr/>
          </p:nvSpPr>
          <p:spPr>
            <a:xfrm>
              <a:off x="5678692" y="547471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4" name="pg8314"/>
            <p:cNvSpPr/>
            <p:nvPr/>
          </p:nvSpPr>
          <p:spPr>
            <a:xfrm>
              <a:off x="5687562" y="547633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5" name="pg8315"/>
            <p:cNvSpPr/>
            <p:nvPr/>
          </p:nvSpPr>
          <p:spPr>
            <a:xfrm>
              <a:off x="5696439" y="547792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6" name="pg8316"/>
            <p:cNvSpPr/>
            <p:nvPr/>
          </p:nvSpPr>
          <p:spPr>
            <a:xfrm>
              <a:off x="5705323" y="547947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7" name="pg8317"/>
            <p:cNvSpPr/>
            <p:nvPr/>
          </p:nvSpPr>
          <p:spPr>
            <a:xfrm>
              <a:off x="5714213" y="548099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8" name="pg8318"/>
            <p:cNvSpPr/>
            <p:nvPr/>
          </p:nvSpPr>
          <p:spPr>
            <a:xfrm>
              <a:off x="5723110" y="548246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9" name="pg8319"/>
            <p:cNvSpPr/>
            <p:nvPr/>
          </p:nvSpPr>
          <p:spPr>
            <a:xfrm>
              <a:off x="5732013" y="548390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0" name="pg8320"/>
            <p:cNvSpPr/>
            <p:nvPr/>
          </p:nvSpPr>
          <p:spPr>
            <a:xfrm>
              <a:off x="5740922" y="548530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1" name="pg8321"/>
            <p:cNvSpPr/>
            <p:nvPr/>
          </p:nvSpPr>
          <p:spPr>
            <a:xfrm>
              <a:off x="5749836" y="548666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2" name="pg8322"/>
            <p:cNvSpPr/>
            <p:nvPr/>
          </p:nvSpPr>
          <p:spPr>
            <a:xfrm>
              <a:off x="5776615" y="549052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3" name="pg8323"/>
            <p:cNvSpPr/>
            <p:nvPr/>
          </p:nvSpPr>
          <p:spPr>
            <a:xfrm>
              <a:off x="5758757" y="548798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4" name="pg8324"/>
            <p:cNvSpPr/>
            <p:nvPr/>
          </p:nvSpPr>
          <p:spPr>
            <a:xfrm>
              <a:off x="5767683" y="548927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5" name="pg8325"/>
            <p:cNvSpPr/>
            <p:nvPr/>
          </p:nvSpPr>
          <p:spPr>
            <a:xfrm>
              <a:off x="5785551" y="549173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6" name="pg8326"/>
            <p:cNvSpPr/>
            <p:nvPr/>
          </p:nvSpPr>
          <p:spPr>
            <a:xfrm>
              <a:off x="5794493" y="549290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7" name="pg8327"/>
            <p:cNvSpPr/>
            <p:nvPr/>
          </p:nvSpPr>
          <p:spPr>
            <a:xfrm>
              <a:off x="5803440" y="549403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8" name="pg8328"/>
            <p:cNvSpPr/>
            <p:nvPr/>
          </p:nvSpPr>
          <p:spPr>
            <a:xfrm>
              <a:off x="5812392" y="549512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9" name="pg8329"/>
            <p:cNvSpPr/>
            <p:nvPr/>
          </p:nvSpPr>
          <p:spPr>
            <a:xfrm>
              <a:off x="5821348" y="549618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0" name="pg8330"/>
            <p:cNvSpPr/>
            <p:nvPr/>
          </p:nvSpPr>
          <p:spPr>
            <a:xfrm>
              <a:off x="5830308" y="549720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1" name="pg8331"/>
            <p:cNvSpPr/>
            <p:nvPr/>
          </p:nvSpPr>
          <p:spPr>
            <a:xfrm>
              <a:off x="5839273" y="549818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2" name="pg8332"/>
            <p:cNvSpPr/>
            <p:nvPr/>
          </p:nvSpPr>
          <p:spPr>
            <a:xfrm>
              <a:off x="5848242" y="549912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3" name="pg8333"/>
            <p:cNvSpPr/>
            <p:nvPr/>
          </p:nvSpPr>
          <p:spPr>
            <a:xfrm>
              <a:off x="5857215" y="550002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4" name="pg8334"/>
            <p:cNvSpPr/>
            <p:nvPr/>
          </p:nvSpPr>
          <p:spPr>
            <a:xfrm>
              <a:off x="5866192" y="550089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5" name="pg8335"/>
            <p:cNvSpPr/>
            <p:nvPr/>
          </p:nvSpPr>
          <p:spPr>
            <a:xfrm>
              <a:off x="5875172" y="550171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6" name="pg8336"/>
            <p:cNvSpPr/>
            <p:nvPr/>
          </p:nvSpPr>
          <p:spPr>
            <a:xfrm>
              <a:off x="5884155" y="550250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7" name="pg8337"/>
            <p:cNvSpPr/>
            <p:nvPr/>
          </p:nvSpPr>
          <p:spPr>
            <a:xfrm>
              <a:off x="5893142" y="550325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8" name="pg8338"/>
            <p:cNvSpPr/>
            <p:nvPr/>
          </p:nvSpPr>
          <p:spPr>
            <a:xfrm>
              <a:off x="5902132" y="550396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9" name="pg8339"/>
            <p:cNvSpPr/>
            <p:nvPr/>
          </p:nvSpPr>
          <p:spPr>
            <a:xfrm>
              <a:off x="5911126" y="550464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0" name="pg8340"/>
            <p:cNvSpPr/>
            <p:nvPr/>
          </p:nvSpPr>
          <p:spPr>
            <a:xfrm>
              <a:off x="5920121" y="550527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1" name="pg8341"/>
            <p:cNvSpPr/>
            <p:nvPr/>
          </p:nvSpPr>
          <p:spPr>
            <a:xfrm>
              <a:off x="5929120" y="550587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2" name="pg8342"/>
            <p:cNvSpPr/>
            <p:nvPr/>
          </p:nvSpPr>
          <p:spPr>
            <a:xfrm>
              <a:off x="5938121" y="550642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3" name="pg8343"/>
            <p:cNvSpPr/>
            <p:nvPr/>
          </p:nvSpPr>
          <p:spPr>
            <a:xfrm>
              <a:off x="5947124" y="550694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4" name="pg8344"/>
            <p:cNvSpPr/>
            <p:nvPr/>
          </p:nvSpPr>
          <p:spPr>
            <a:xfrm>
              <a:off x="5956129" y="550742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5" name="pg8345"/>
            <p:cNvSpPr/>
            <p:nvPr/>
          </p:nvSpPr>
          <p:spPr>
            <a:xfrm>
              <a:off x="5965137" y="550787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6" name="pg8346"/>
            <p:cNvSpPr/>
            <p:nvPr/>
          </p:nvSpPr>
          <p:spPr>
            <a:xfrm>
              <a:off x="5974146" y="550827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7" name="pg8347"/>
            <p:cNvSpPr/>
            <p:nvPr/>
          </p:nvSpPr>
          <p:spPr>
            <a:xfrm>
              <a:off x="5983157" y="550864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8" name="pg8348"/>
            <p:cNvSpPr/>
            <p:nvPr/>
          </p:nvSpPr>
          <p:spPr>
            <a:xfrm>
              <a:off x="5992169" y="550896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9" name="pg8349"/>
            <p:cNvSpPr/>
            <p:nvPr/>
          </p:nvSpPr>
          <p:spPr>
            <a:xfrm>
              <a:off x="6001182" y="550925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0" name="pg8350"/>
            <p:cNvSpPr/>
            <p:nvPr/>
          </p:nvSpPr>
          <p:spPr>
            <a:xfrm>
              <a:off x="6010197" y="550950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1" name="pg8351"/>
            <p:cNvSpPr/>
            <p:nvPr/>
          </p:nvSpPr>
          <p:spPr>
            <a:xfrm>
              <a:off x="6019213" y="550971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2" name="pg8352"/>
            <p:cNvSpPr/>
            <p:nvPr/>
          </p:nvSpPr>
          <p:spPr>
            <a:xfrm>
              <a:off x="6028229" y="550989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3" name="pg8353"/>
            <p:cNvSpPr/>
            <p:nvPr/>
          </p:nvSpPr>
          <p:spPr>
            <a:xfrm>
              <a:off x="6037246" y="551002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4" name="pg8354"/>
            <p:cNvSpPr/>
            <p:nvPr/>
          </p:nvSpPr>
          <p:spPr>
            <a:xfrm>
              <a:off x="6046264" y="551012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5" name="pg8355"/>
            <p:cNvSpPr/>
            <p:nvPr/>
          </p:nvSpPr>
          <p:spPr>
            <a:xfrm>
              <a:off x="6055282" y="551018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6" name="pg8356"/>
            <p:cNvSpPr/>
            <p:nvPr/>
          </p:nvSpPr>
          <p:spPr>
            <a:xfrm>
              <a:off x="6064300" y="551020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7" name="pg8357"/>
            <p:cNvSpPr/>
            <p:nvPr/>
          </p:nvSpPr>
          <p:spPr>
            <a:xfrm>
              <a:off x="6073318" y="551018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8" name="pg8358"/>
            <p:cNvSpPr/>
            <p:nvPr/>
          </p:nvSpPr>
          <p:spPr>
            <a:xfrm>
              <a:off x="6082336" y="551012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9" name="pg8359"/>
            <p:cNvSpPr/>
            <p:nvPr/>
          </p:nvSpPr>
          <p:spPr>
            <a:xfrm>
              <a:off x="6091354" y="551002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0" name="pg8360"/>
            <p:cNvSpPr/>
            <p:nvPr/>
          </p:nvSpPr>
          <p:spPr>
            <a:xfrm>
              <a:off x="6145444" y="550864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1" name="pg8361"/>
            <p:cNvSpPr/>
            <p:nvPr/>
          </p:nvSpPr>
          <p:spPr>
            <a:xfrm>
              <a:off x="6127418" y="550925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2" name="pg8362"/>
            <p:cNvSpPr/>
            <p:nvPr/>
          </p:nvSpPr>
          <p:spPr>
            <a:xfrm>
              <a:off x="6136432" y="550896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3" name="pg8363"/>
            <p:cNvSpPr/>
            <p:nvPr/>
          </p:nvSpPr>
          <p:spPr>
            <a:xfrm>
              <a:off x="6100371" y="550989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4" name="pg8364"/>
            <p:cNvSpPr/>
            <p:nvPr/>
          </p:nvSpPr>
          <p:spPr>
            <a:xfrm>
              <a:off x="6109388" y="550971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5" name="pg8365"/>
            <p:cNvSpPr/>
            <p:nvPr/>
          </p:nvSpPr>
          <p:spPr>
            <a:xfrm>
              <a:off x="6118404" y="550950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6" name="pg8366"/>
            <p:cNvSpPr/>
            <p:nvPr/>
          </p:nvSpPr>
          <p:spPr>
            <a:xfrm>
              <a:off x="6154455" y="550827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7" name="pg8367"/>
            <p:cNvSpPr/>
            <p:nvPr/>
          </p:nvSpPr>
          <p:spPr>
            <a:xfrm>
              <a:off x="6163464" y="550787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8" name="pg8368"/>
            <p:cNvSpPr/>
            <p:nvPr/>
          </p:nvSpPr>
          <p:spPr>
            <a:xfrm>
              <a:off x="6172471" y="550742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9" name="pg8369"/>
            <p:cNvSpPr/>
            <p:nvPr/>
          </p:nvSpPr>
          <p:spPr>
            <a:xfrm>
              <a:off x="6181477" y="550694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0" name="pg8370"/>
            <p:cNvSpPr/>
            <p:nvPr/>
          </p:nvSpPr>
          <p:spPr>
            <a:xfrm>
              <a:off x="6190480" y="550642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1" name="pg8371"/>
            <p:cNvSpPr/>
            <p:nvPr/>
          </p:nvSpPr>
          <p:spPr>
            <a:xfrm>
              <a:off x="6199481" y="550587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2" name="pg8372"/>
            <p:cNvSpPr/>
            <p:nvPr/>
          </p:nvSpPr>
          <p:spPr>
            <a:xfrm>
              <a:off x="6208479" y="550527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3" name="pg8373"/>
            <p:cNvSpPr/>
            <p:nvPr/>
          </p:nvSpPr>
          <p:spPr>
            <a:xfrm>
              <a:off x="6217475" y="550464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4" name="pg8374"/>
            <p:cNvSpPr/>
            <p:nvPr/>
          </p:nvSpPr>
          <p:spPr>
            <a:xfrm>
              <a:off x="6226468" y="550396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5" name="pg8375"/>
            <p:cNvSpPr/>
            <p:nvPr/>
          </p:nvSpPr>
          <p:spPr>
            <a:xfrm>
              <a:off x="6235458" y="550325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6" name="pg8376"/>
            <p:cNvSpPr/>
            <p:nvPr/>
          </p:nvSpPr>
          <p:spPr>
            <a:xfrm>
              <a:off x="6244445" y="550250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7" name="pg8377"/>
            <p:cNvSpPr/>
            <p:nvPr/>
          </p:nvSpPr>
          <p:spPr>
            <a:xfrm>
              <a:off x="6253429" y="550171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8" name="pg8378"/>
            <p:cNvSpPr/>
            <p:nvPr/>
          </p:nvSpPr>
          <p:spPr>
            <a:xfrm>
              <a:off x="6262409" y="550089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9" name="pg8379"/>
            <p:cNvSpPr/>
            <p:nvPr/>
          </p:nvSpPr>
          <p:spPr>
            <a:xfrm>
              <a:off x="6316209" y="549512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0" name="pg8380"/>
            <p:cNvSpPr/>
            <p:nvPr/>
          </p:nvSpPr>
          <p:spPr>
            <a:xfrm>
              <a:off x="6325161" y="549403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1" name="pg8381"/>
            <p:cNvSpPr/>
            <p:nvPr/>
          </p:nvSpPr>
          <p:spPr>
            <a:xfrm>
              <a:off x="6271386" y="550002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2" name="pg8382"/>
            <p:cNvSpPr/>
            <p:nvPr/>
          </p:nvSpPr>
          <p:spPr>
            <a:xfrm>
              <a:off x="6280359" y="549912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3" name="pg8383"/>
            <p:cNvSpPr/>
            <p:nvPr/>
          </p:nvSpPr>
          <p:spPr>
            <a:xfrm>
              <a:off x="6289327" y="549818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4" name="pg8384"/>
            <p:cNvSpPr/>
            <p:nvPr/>
          </p:nvSpPr>
          <p:spPr>
            <a:xfrm>
              <a:off x="6298292" y="549720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5" name="pg8385"/>
            <p:cNvSpPr/>
            <p:nvPr/>
          </p:nvSpPr>
          <p:spPr>
            <a:xfrm>
              <a:off x="6307253" y="549618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6" name="pg8386"/>
            <p:cNvSpPr/>
            <p:nvPr/>
          </p:nvSpPr>
          <p:spPr>
            <a:xfrm>
              <a:off x="6334107" y="549290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7" name="pg8387"/>
            <p:cNvSpPr/>
            <p:nvPr/>
          </p:nvSpPr>
          <p:spPr>
            <a:xfrm>
              <a:off x="6343049" y="549173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8" name="pg8388"/>
            <p:cNvSpPr/>
            <p:nvPr/>
          </p:nvSpPr>
          <p:spPr>
            <a:xfrm>
              <a:off x="6351986" y="549052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9" name="pg8389"/>
            <p:cNvSpPr/>
            <p:nvPr/>
          </p:nvSpPr>
          <p:spPr>
            <a:xfrm>
              <a:off x="6360918" y="548927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0" name="pg8390"/>
            <p:cNvSpPr/>
            <p:nvPr/>
          </p:nvSpPr>
          <p:spPr>
            <a:xfrm>
              <a:off x="6369844" y="548798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1" name="pg8391"/>
            <p:cNvSpPr/>
            <p:nvPr/>
          </p:nvSpPr>
          <p:spPr>
            <a:xfrm>
              <a:off x="6378764" y="548666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2" name="pg8392"/>
            <p:cNvSpPr/>
            <p:nvPr/>
          </p:nvSpPr>
          <p:spPr>
            <a:xfrm>
              <a:off x="6387679" y="548530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3" name="pg8393"/>
            <p:cNvSpPr/>
            <p:nvPr/>
          </p:nvSpPr>
          <p:spPr>
            <a:xfrm>
              <a:off x="6396588" y="548390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4" name="pg8394"/>
            <p:cNvSpPr/>
            <p:nvPr/>
          </p:nvSpPr>
          <p:spPr>
            <a:xfrm>
              <a:off x="6405491" y="548246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5" name="pg8395"/>
            <p:cNvSpPr/>
            <p:nvPr/>
          </p:nvSpPr>
          <p:spPr>
            <a:xfrm>
              <a:off x="6414388" y="548099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6" name="pg8396"/>
            <p:cNvSpPr/>
            <p:nvPr/>
          </p:nvSpPr>
          <p:spPr>
            <a:xfrm>
              <a:off x="6423278" y="547947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7" name="pg8397"/>
            <p:cNvSpPr/>
            <p:nvPr/>
          </p:nvSpPr>
          <p:spPr>
            <a:xfrm>
              <a:off x="6432162" y="547792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8" name="pg8398"/>
            <p:cNvSpPr/>
            <p:nvPr/>
          </p:nvSpPr>
          <p:spPr>
            <a:xfrm>
              <a:off x="6441039" y="547633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9" name="pg8399"/>
            <p:cNvSpPr/>
            <p:nvPr/>
          </p:nvSpPr>
          <p:spPr>
            <a:xfrm>
              <a:off x="6449909" y="547471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0" name="pg8400"/>
            <p:cNvSpPr/>
            <p:nvPr/>
          </p:nvSpPr>
          <p:spPr>
            <a:xfrm>
              <a:off x="6458772" y="547304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1" name="pg8401"/>
            <p:cNvSpPr/>
            <p:nvPr/>
          </p:nvSpPr>
          <p:spPr>
            <a:xfrm>
              <a:off x="6467628" y="547134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2" name="pg8402"/>
            <p:cNvSpPr/>
            <p:nvPr/>
          </p:nvSpPr>
          <p:spPr>
            <a:xfrm>
              <a:off x="6476477" y="546960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3" name="pg8403"/>
            <p:cNvSpPr/>
            <p:nvPr/>
          </p:nvSpPr>
          <p:spPr>
            <a:xfrm>
              <a:off x="6485318" y="546782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4" name="pg8404"/>
            <p:cNvSpPr/>
            <p:nvPr/>
          </p:nvSpPr>
          <p:spPr>
            <a:xfrm>
              <a:off x="6494151" y="546601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5" name="pg8405"/>
            <p:cNvSpPr/>
            <p:nvPr/>
          </p:nvSpPr>
          <p:spPr>
            <a:xfrm>
              <a:off x="6502977" y="546415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6" name="pg8406"/>
            <p:cNvSpPr/>
            <p:nvPr/>
          </p:nvSpPr>
          <p:spPr>
            <a:xfrm>
              <a:off x="6642991" y="542940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7" name="pg8407"/>
            <p:cNvSpPr/>
            <p:nvPr/>
          </p:nvSpPr>
          <p:spPr>
            <a:xfrm>
              <a:off x="6651659" y="542691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8" name="pg8408"/>
            <p:cNvSpPr/>
            <p:nvPr/>
          </p:nvSpPr>
          <p:spPr>
            <a:xfrm>
              <a:off x="6660316" y="542438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9" name="pg8409"/>
            <p:cNvSpPr/>
            <p:nvPr/>
          </p:nvSpPr>
          <p:spPr>
            <a:xfrm>
              <a:off x="6668963" y="542182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0" name="pg8410"/>
            <p:cNvSpPr/>
            <p:nvPr/>
          </p:nvSpPr>
          <p:spPr>
            <a:xfrm>
              <a:off x="6608215" y="543898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1" name="pg8411"/>
            <p:cNvSpPr/>
            <p:nvPr/>
          </p:nvSpPr>
          <p:spPr>
            <a:xfrm>
              <a:off x="6616924" y="543664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2" name="pg8412"/>
            <p:cNvSpPr/>
            <p:nvPr/>
          </p:nvSpPr>
          <p:spPr>
            <a:xfrm>
              <a:off x="6625624" y="543426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3" name="pg8413"/>
            <p:cNvSpPr/>
            <p:nvPr/>
          </p:nvSpPr>
          <p:spPr>
            <a:xfrm>
              <a:off x="6634313" y="543185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4" name="pg8414"/>
            <p:cNvSpPr/>
            <p:nvPr/>
          </p:nvSpPr>
          <p:spPr>
            <a:xfrm>
              <a:off x="6599496" y="544128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5" name="pg8415"/>
            <p:cNvSpPr/>
            <p:nvPr/>
          </p:nvSpPr>
          <p:spPr>
            <a:xfrm>
              <a:off x="6582029" y="544578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6" name="pg8416"/>
            <p:cNvSpPr/>
            <p:nvPr/>
          </p:nvSpPr>
          <p:spPr>
            <a:xfrm>
              <a:off x="6590767" y="544355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7" name="pg8417"/>
            <p:cNvSpPr/>
            <p:nvPr/>
          </p:nvSpPr>
          <p:spPr>
            <a:xfrm>
              <a:off x="6555757" y="545224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8" name="pg8418"/>
            <p:cNvSpPr/>
            <p:nvPr/>
          </p:nvSpPr>
          <p:spPr>
            <a:xfrm>
              <a:off x="6564524" y="545012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9" name="pg8419"/>
            <p:cNvSpPr/>
            <p:nvPr/>
          </p:nvSpPr>
          <p:spPr>
            <a:xfrm>
              <a:off x="6573281" y="544797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0" name="pg8420"/>
            <p:cNvSpPr/>
            <p:nvPr/>
          </p:nvSpPr>
          <p:spPr>
            <a:xfrm>
              <a:off x="6538198" y="545636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1" name="pg8421"/>
            <p:cNvSpPr/>
            <p:nvPr/>
          </p:nvSpPr>
          <p:spPr>
            <a:xfrm>
              <a:off x="6546982" y="545432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2" name="pg8422"/>
            <p:cNvSpPr/>
            <p:nvPr/>
          </p:nvSpPr>
          <p:spPr>
            <a:xfrm>
              <a:off x="6511795" y="546226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3" name="pg8423"/>
            <p:cNvSpPr/>
            <p:nvPr/>
          </p:nvSpPr>
          <p:spPr>
            <a:xfrm>
              <a:off x="6520604" y="546033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4" name="pg8424"/>
            <p:cNvSpPr/>
            <p:nvPr/>
          </p:nvSpPr>
          <p:spPr>
            <a:xfrm>
              <a:off x="6529405" y="545836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5" name="pg8425"/>
            <p:cNvSpPr/>
            <p:nvPr/>
          </p:nvSpPr>
          <p:spPr>
            <a:xfrm>
              <a:off x="6677598" y="541922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6" name="pg8426"/>
            <p:cNvSpPr/>
            <p:nvPr/>
          </p:nvSpPr>
          <p:spPr>
            <a:xfrm>
              <a:off x="6686223" y="541658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7" name="pg8427"/>
            <p:cNvSpPr/>
            <p:nvPr/>
          </p:nvSpPr>
          <p:spPr>
            <a:xfrm>
              <a:off x="6694836" y="541391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8" name="pg8428"/>
            <p:cNvSpPr/>
            <p:nvPr/>
          </p:nvSpPr>
          <p:spPr>
            <a:xfrm>
              <a:off x="6703437" y="541120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9" name="pg8429"/>
            <p:cNvSpPr/>
            <p:nvPr/>
          </p:nvSpPr>
          <p:spPr>
            <a:xfrm>
              <a:off x="6712027" y="540846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0" name="pg8430"/>
            <p:cNvSpPr/>
            <p:nvPr/>
          </p:nvSpPr>
          <p:spPr>
            <a:xfrm>
              <a:off x="6720605" y="540567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1" name="pg8431"/>
            <p:cNvSpPr/>
            <p:nvPr/>
          </p:nvSpPr>
          <p:spPr>
            <a:xfrm>
              <a:off x="6729171" y="540285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2" name="pg8432"/>
            <p:cNvSpPr/>
            <p:nvPr/>
          </p:nvSpPr>
          <p:spPr>
            <a:xfrm>
              <a:off x="6737725" y="540000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3" name="pg8433"/>
            <p:cNvSpPr/>
            <p:nvPr/>
          </p:nvSpPr>
          <p:spPr>
            <a:xfrm>
              <a:off x="6746266" y="539710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4" name="pg8434"/>
            <p:cNvSpPr/>
            <p:nvPr/>
          </p:nvSpPr>
          <p:spPr>
            <a:xfrm>
              <a:off x="6754796" y="539417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5" name="pg8435"/>
            <p:cNvSpPr/>
            <p:nvPr/>
          </p:nvSpPr>
          <p:spPr>
            <a:xfrm>
              <a:off x="7720121" y="470968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6" name="pg8436"/>
            <p:cNvSpPr/>
            <p:nvPr/>
          </p:nvSpPr>
          <p:spPr>
            <a:xfrm>
              <a:off x="7708858" y="472377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7" name="pg8437"/>
            <p:cNvSpPr/>
            <p:nvPr/>
          </p:nvSpPr>
          <p:spPr>
            <a:xfrm>
              <a:off x="7714505" y="471674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8" name="pg8438"/>
            <p:cNvSpPr/>
            <p:nvPr/>
          </p:nvSpPr>
          <p:spPr>
            <a:xfrm>
              <a:off x="7668501" y="477231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9" name="pg8439"/>
            <p:cNvSpPr/>
            <p:nvPr/>
          </p:nvSpPr>
          <p:spPr>
            <a:xfrm>
              <a:off x="7656705" y="478595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0" name="pg8440"/>
            <p:cNvSpPr/>
            <p:nvPr/>
          </p:nvSpPr>
          <p:spPr>
            <a:xfrm>
              <a:off x="7662617" y="477914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1" name="pg8441"/>
            <p:cNvSpPr/>
            <p:nvPr/>
          </p:nvSpPr>
          <p:spPr>
            <a:xfrm>
              <a:off x="7674354" y="476545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2" name="pg8442"/>
            <p:cNvSpPr/>
            <p:nvPr/>
          </p:nvSpPr>
          <p:spPr>
            <a:xfrm>
              <a:off x="7680179" y="475856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3" name="pg8443"/>
            <p:cNvSpPr/>
            <p:nvPr/>
          </p:nvSpPr>
          <p:spPr>
            <a:xfrm>
              <a:off x="7697476" y="473776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4" name="pg8444"/>
            <p:cNvSpPr/>
            <p:nvPr/>
          </p:nvSpPr>
          <p:spPr>
            <a:xfrm>
              <a:off x="7685974" y="475165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5" name="pg8445"/>
            <p:cNvSpPr/>
            <p:nvPr/>
          </p:nvSpPr>
          <p:spPr>
            <a:xfrm>
              <a:off x="7691740" y="474472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6" name="pg8446"/>
            <p:cNvSpPr/>
            <p:nvPr/>
          </p:nvSpPr>
          <p:spPr>
            <a:xfrm>
              <a:off x="7703182" y="473078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7" name="pg8447"/>
            <p:cNvSpPr/>
            <p:nvPr/>
          </p:nvSpPr>
          <p:spPr>
            <a:xfrm>
              <a:off x="7725707" y="470260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8" name="pg8448"/>
            <p:cNvSpPr/>
            <p:nvPr/>
          </p:nvSpPr>
          <p:spPr>
            <a:xfrm>
              <a:off x="7731263" y="469550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9" name="pg8449"/>
            <p:cNvSpPr/>
            <p:nvPr/>
          </p:nvSpPr>
          <p:spPr>
            <a:xfrm>
              <a:off x="7570937" y="487858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0" name="pg8450"/>
            <p:cNvSpPr/>
            <p:nvPr/>
          </p:nvSpPr>
          <p:spPr>
            <a:xfrm>
              <a:off x="7577245" y="487213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1" name="pg8451"/>
            <p:cNvSpPr/>
            <p:nvPr/>
          </p:nvSpPr>
          <p:spPr>
            <a:xfrm>
              <a:off x="7583526" y="486566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2" name="pg8452"/>
            <p:cNvSpPr/>
            <p:nvPr/>
          </p:nvSpPr>
          <p:spPr>
            <a:xfrm>
              <a:off x="7589779" y="485916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3" name="pg8453"/>
            <p:cNvSpPr/>
            <p:nvPr/>
          </p:nvSpPr>
          <p:spPr>
            <a:xfrm>
              <a:off x="7596005" y="485264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4" name="pg8454"/>
            <p:cNvSpPr/>
            <p:nvPr/>
          </p:nvSpPr>
          <p:spPr>
            <a:xfrm>
              <a:off x="7532514" y="491667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5" name="pg8455"/>
            <p:cNvSpPr/>
            <p:nvPr/>
          </p:nvSpPr>
          <p:spPr>
            <a:xfrm>
              <a:off x="7538986" y="491039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6" name="pg8456"/>
            <p:cNvSpPr/>
            <p:nvPr/>
          </p:nvSpPr>
          <p:spPr>
            <a:xfrm>
              <a:off x="7545430" y="490408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7" name="pg8457"/>
            <p:cNvSpPr/>
            <p:nvPr/>
          </p:nvSpPr>
          <p:spPr>
            <a:xfrm>
              <a:off x="7551848" y="489775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8" name="pg8458"/>
            <p:cNvSpPr/>
            <p:nvPr/>
          </p:nvSpPr>
          <p:spPr>
            <a:xfrm>
              <a:off x="7558238" y="489139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9" name="pg8459"/>
            <p:cNvSpPr/>
            <p:nvPr/>
          </p:nvSpPr>
          <p:spPr>
            <a:xfrm>
              <a:off x="7564601" y="488500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0" name="pg8460"/>
            <p:cNvSpPr/>
            <p:nvPr/>
          </p:nvSpPr>
          <p:spPr>
            <a:xfrm>
              <a:off x="7602202" y="484609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1" name="pg8461"/>
            <p:cNvSpPr/>
            <p:nvPr/>
          </p:nvSpPr>
          <p:spPr>
            <a:xfrm>
              <a:off x="7608372" y="483951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2" name="pg8462"/>
            <p:cNvSpPr/>
            <p:nvPr/>
          </p:nvSpPr>
          <p:spPr>
            <a:xfrm>
              <a:off x="7632767" y="481294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3" name="pg8463"/>
            <p:cNvSpPr/>
            <p:nvPr/>
          </p:nvSpPr>
          <p:spPr>
            <a:xfrm>
              <a:off x="7614513" y="483291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4" name="pg8464"/>
            <p:cNvSpPr/>
            <p:nvPr/>
          </p:nvSpPr>
          <p:spPr>
            <a:xfrm>
              <a:off x="7620626" y="482628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5" name="pg8465"/>
            <p:cNvSpPr/>
            <p:nvPr/>
          </p:nvSpPr>
          <p:spPr>
            <a:xfrm>
              <a:off x="7626711" y="481962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6" name="pg8466"/>
            <p:cNvSpPr/>
            <p:nvPr/>
          </p:nvSpPr>
          <p:spPr>
            <a:xfrm>
              <a:off x="7650764" y="479274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7" name="pg8467"/>
            <p:cNvSpPr/>
            <p:nvPr/>
          </p:nvSpPr>
          <p:spPr>
            <a:xfrm>
              <a:off x="7638795" y="480623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8" name="pg8468"/>
            <p:cNvSpPr/>
            <p:nvPr/>
          </p:nvSpPr>
          <p:spPr>
            <a:xfrm>
              <a:off x="7644794" y="479950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9" name="pg8469"/>
            <p:cNvSpPr/>
            <p:nvPr/>
          </p:nvSpPr>
          <p:spPr>
            <a:xfrm>
              <a:off x="7747748" y="467405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0" name="pg8470"/>
            <p:cNvSpPr/>
            <p:nvPr/>
          </p:nvSpPr>
          <p:spPr>
            <a:xfrm>
              <a:off x="7736788" y="468837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5CB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1" name="pg8471"/>
            <p:cNvSpPr/>
            <p:nvPr/>
          </p:nvSpPr>
          <p:spPr>
            <a:xfrm>
              <a:off x="7742283" y="468122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2" name="pg8472"/>
            <p:cNvSpPr/>
            <p:nvPr/>
          </p:nvSpPr>
          <p:spPr>
            <a:xfrm>
              <a:off x="7753182" y="466685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3" name="pg8473"/>
            <p:cNvSpPr/>
            <p:nvPr/>
          </p:nvSpPr>
          <p:spPr>
            <a:xfrm>
              <a:off x="7758585" y="465963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4" name="pg8474"/>
            <p:cNvSpPr/>
            <p:nvPr/>
          </p:nvSpPr>
          <p:spPr>
            <a:xfrm>
              <a:off x="7763957" y="465239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5" name="pg8475"/>
            <p:cNvSpPr/>
            <p:nvPr/>
          </p:nvSpPr>
          <p:spPr>
            <a:xfrm>
              <a:off x="7769298" y="464512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6" name="pg8476"/>
            <p:cNvSpPr/>
            <p:nvPr/>
          </p:nvSpPr>
          <p:spPr>
            <a:xfrm>
              <a:off x="7774608" y="463783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7" name="pg8477"/>
            <p:cNvSpPr/>
            <p:nvPr/>
          </p:nvSpPr>
          <p:spPr>
            <a:xfrm>
              <a:off x="7779887" y="463052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8" name="pg8478"/>
            <p:cNvSpPr/>
            <p:nvPr/>
          </p:nvSpPr>
          <p:spPr>
            <a:xfrm>
              <a:off x="7785135" y="462318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9" name="pg8479"/>
            <p:cNvSpPr/>
            <p:nvPr/>
          </p:nvSpPr>
          <p:spPr>
            <a:xfrm>
              <a:off x="7790351" y="461583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0" name="pg8480"/>
            <p:cNvSpPr/>
            <p:nvPr/>
          </p:nvSpPr>
          <p:spPr>
            <a:xfrm>
              <a:off x="7795536" y="460845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1" name="pg8481"/>
            <p:cNvSpPr/>
            <p:nvPr/>
          </p:nvSpPr>
          <p:spPr>
            <a:xfrm>
              <a:off x="7800689" y="460105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2" name="pg8482"/>
            <p:cNvSpPr/>
            <p:nvPr/>
          </p:nvSpPr>
          <p:spPr>
            <a:xfrm>
              <a:off x="7805811" y="459363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3" name="pg8483"/>
            <p:cNvSpPr/>
            <p:nvPr/>
          </p:nvSpPr>
          <p:spPr>
            <a:xfrm>
              <a:off x="7810901" y="458618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4" name="pg8484"/>
            <p:cNvSpPr/>
            <p:nvPr/>
          </p:nvSpPr>
          <p:spPr>
            <a:xfrm>
              <a:off x="7815959" y="457872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5" name="pg8485"/>
            <p:cNvSpPr/>
            <p:nvPr/>
          </p:nvSpPr>
          <p:spPr>
            <a:xfrm>
              <a:off x="7820985" y="457123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6" name="pg8486"/>
            <p:cNvSpPr/>
            <p:nvPr/>
          </p:nvSpPr>
          <p:spPr>
            <a:xfrm>
              <a:off x="7825979" y="456372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7" name="pg8487"/>
            <p:cNvSpPr/>
            <p:nvPr/>
          </p:nvSpPr>
          <p:spPr>
            <a:xfrm>
              <a:off x="7840769" y="454106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8" name="pg8488"/>
            <p:cNvSpPr/>
            <p:nvPr/>
          </p:nvSpPr>
          <p:spPr>
            <a:xfrm>
              <a:off x="7830942" y="455619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9" name="pg8489"/>
            <p:cNvSpPr/>
            <p:nvPr/>
          </p:nvSpPr>
          <p:spPr>
            <a:xfrm>
              <a:off x="7835871" y="454864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0" name="pg8490"/>
            <p:cNvSpPr/>
            <p:nvPr/>
          </p:nvSpPr>
          <p:spPr>
            <a:xfrm>
              <a:off x="7845634" y="453347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1" name="pg8491"/>
            <p:cNvSpPr/>
            <p:nvPr/>
          </p:nvSpPr>
          <p:spPr>
            <a:xfrm>
              <a:off x="7850467" y="452586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2" name="pg8492"/>
            <p:cNvSpPr/>
            <p:nvPr/>
          </p:nvSpPr>
          <p:spPr>
            <a:xfrm>
              <a:off x="7855268" y="451822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3" name="pg8493"/>
            <p:cNvSpPr/>
            <p:nvPr/>
          </p:nvSpPr>
          <p:spPr>
            <a:xfrm>
              <a:off x="7860035" y="451057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4" name="pg8494"/>
            <p:cNvSpPr/>
            <p:nvPr/>
          </p:nvSpPr>
          <p:spPr>
            <a:xfrm>
              <a:off x="7864770" y="450289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5" name="pg8495"/>
            <p:cNvSpPr/>
            <p:nvPr/>
          </p:nvSpPr>
          <p:spPr>
            <a:xfrm>
              <a:off x="7883381" y="447199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6" name="pg8496"/>
            <p:cNvSpPr/>
            <p:nvPr/>
          </p:nvSpPr>
          <p:spPr>
            <a:xfrm>
              <a:off x="7869472" y="449520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7" name="pg8497"/>
            <p:cNvSpPr/>
            <p:nvPr/>
          </p:nvSpPr>
          <p:spPr>
            <a:xfrm>
              <a:off x="7874142" y="448748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8" name="pg8498"/>
            <p:cNvSpPr/>
            <p:nvPr/>
          </p:nvSpPr>
          <p:spPr>
            <a:xfrm>
              <a:off x="7878778" y="447975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9" name="pg8499"/>
            <p:cNvSpPr/>
            <p:nvPr/>
          </p:nvSpPr>
          <p:spPr>
            <a:xfrm>
              <a:off x="7887951" y="446422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0" name="pg8500"/>
            <p:cNvSpPr/>
            <p:nvPr/>
          </p:nvSpPr>
          <p:spPr>
            <a:xfrm>
              <a:off x="7892488" y="445642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B5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1" name="pg8501"/>
            <p:cNvSpPr/>
            <p:nvPr/>
          </p:nvSpPr>
          <p:spPr>
            <a:xfrm>
              <a:off x="8112631" y="391518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2" name="pg8502"/>
            <p:cNvSpPr/>
            <p:nvPr/>
          </p:nvSpPr>
          <p:spPr>
            <a:xfrm>
              <a:off x="8114822" y="390643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3" name="pg8503"/>
            <p:cNvSpPr/>
            <p:nvPr/>
          </p:nvSpPr>
          <p:spPr>
            <a:xfrm>
              <a:off x="8116976" y="389767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4" name="pg8504"/>
            <p:cNvSpPr/>
            <p:nvPr/>
          </p:nvSpPr>
          <p:spPr>
            <a:xfrm>
              <a:off x="8119092" y="388891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5" name="pg8505"/>
            <p:cNvSpPr/>
            <p:nvPr/>
          </p:nvSpPr>
          <p:spPr>
            <a:xfrm>
              <a:off x="8121171" y="388013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6" name="pg8506"/>
            <p:cNvSpPr/>
            <p:nvPr/>
          </p:nvSpPr>
          <p:spPr>
            <a:xfrm>
              <a:off x="8123213" y="387135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7" name="pg8507"/>
            <p:cNvSpPr/>
            <p:nvPr/>
          </p:nvSpPr>
          <p:spPr>
            <a:xfrm>
              <a:off x="8125217" y="386255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8" name="pg8508"/>
            <p:cNvSpPr/>
            <p:nvPr/>
          </p:nvSpPr>
          <p:spPr>
            <a:xfrm>
              <a:off x="8127183" y="385375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9" name="pg8509"/>
            <p:cNvSpPr/>
            <p:nvPr/>
          </p:nvSpPr>
          <p:spPr>
            <a:xfrm>
              <a:off x="8129112" y="384494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0" name="pg8510"/>
            <p:cNvSpPr/>
            <p:nvPr/>
          </p:nvSpPr>
          <p:spPr>
            <a:xfrm>
              <a:off x="8131004" y="383612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1" name="pg8511"/>
            <p:cNvSpPr/>
            <p:nvPr/>
          </p:nvSpPr>
          <p:spPr>
            <a:xfrm>
              <a:off x="8132857" y="382730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2" name="pg8512"/>
            <p:cNvSpPr/>
            <p:nvPr/>
          </p:nvSpPr>
          <p:spPr>
            <a:xfrm>
              <a:off x="8134673" y="381847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3" name="pg8513"/>
            <p:cNvSpPr/>
            <p:nvPr/>
          </p:nvSpPr>
          <p:spPr>
            <a:xfrm>
              <a:off x="8136451" y="380962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4" name="pg8514"/>
            <p:cNvSpPr/>
            <p:nvPr/>
          </p:nvSpPr>
          <p:spPr>
            <a:xfrm>
              <a:off x="8138192" y="380078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5" name="pg8515"/>
            <p:cNvSpPr/>
            <p:nvPr/>
          </p:nvSpPr>
          <p:spPr>
            <a:xfrm>
              <a:off x="8143186" y="377419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6" name="pg8516"/>
            <p:cNvSpPr/>
            <p:nvPr/>
          </p:nvSpPr>
          <p:spPr>
            <a:xfrm>
              <a:off x="8139895" y="379192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7" name="pg8517"/>
            <p:cNvSpPr/>
            <p:nvPr/>
          </p:nvSpPr>
          <p:spPr>
            <a:xfrm>
              <a:off x="8141559" y="378306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8" name="pg8518"/>
            <p:cNvSpPr/>
            <p:nvPr/>
          </p:nvSpPr>
          <p:spPr>
            <a:xfrm>
              <a:off x="8144776" y="376531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9" name="pg8519"/>
            <p:cNvSpPr/>
            <p:nvPr/>
          </p:nvSpPr>
          <p:spPr>
            <a:xfrm>
              <a:off x="8146327" y="375643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0" name="pg8520"/>
            <p:cNvSpPr/>
            <p:nvPr/>
          </p:nvSpPr>
          <p:spPr>
            <a:xfrm>
              <a:off x="8147840" y="374754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1" name="pg8521"/>
            <p:cNvSpPr/>
            <p:nvPr/>
          </p:nvSpPr>
          <p:spPr>
            <a:xfrm>
              <a:off x="8149316" y="373864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2" name="pg8522"/>
            <p:cNvSpPr/>
            <p:nvPr/>
          </p:nvSpPr>
          <p:spPr>
            <a:xfrm>
              <a:off x="8150753" y="372974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3" name="pg8523"/>
            <p:cNvSpPr/>
            <p:nvPr/>
          </p:nvSpPr>
          <p:spPr>
            <a:xfrm>
              <a:off x="8152152" y="372083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4" name="pg8524"/>
            <p:cNvSpPr/>
            <p:nvPr/>
          </p:nvSpPr>
          <p:spPr>
            <a:xfrm>
              <a:off x="8153514" y="371191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5" name="pg8525"/>
            <p:cNvSpPr/>
            <p:nvPr/>
          </p:nvSpPr>
          <p:spPr>
            <a:xfrm>
              <a:off x="8154837" y="370299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6" name="pg8526"/>
            <p:cNvSpPr/>
            <p:nvPr/>
          </p:nvSpPr>
          <p:spPr>
            <a:xfrm>
              <a:off x="8156122" y="369407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7" name="pg8527"/>
            <p:cNvSpPr/>
            <p:nvPr/>
          </p:nvSpPr>
          <p:spPr>
            <a:xfrm>
              <a:off x="8157369" y="368513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8" name="pg8528"/>
            <p:cNvSpPr/>
            <p:nvPr/>
          </p:nvSpPr>
          <p:spPr>
            <a:xfrm>
              <a:off x="8158578" y="367620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9" name="pg8529"/>
            <p:cNvSpPr/>
            <p:nvPr/>
          </p:nvSpPr>
          <p:spPr>
            <a:xfrm>
              <a:off x="8159749" y="366726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0" name="pg8530"/>
            <p:cNvSpPr/>
            <p:nvPr/>
          </p:nvSpPr>
          <p:spPr>
            <a:xfrm>
              <a:off x="8160881" y="365831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1" name="pg8531"/>
            <p:cNvSpPr/>
            <p:nvPr/>
          </p:nvSpPr>
          <p:spPr>
            <a:xfrm>
              <a:off x="8161976" y="364936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2" name="pg8532"/>
            <p:cNvSpPr/>
            <p:nvPr/>
          </p:nvSpPr>
          <p:spPr>
            <a:xfrm>
              <a:off x="8163032" y="364040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3" name="pg8533"/>
            <p:cNvSpPr/>
            <p:nvPr/>
          </p:nvSpPr>
          <p:spPr>
            <a:xfrm>
              <a:off x="8164050" y="363144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4" name="pg8534"/>
            <p:cNvSpPr/>
            <p:nvPr/>
          </p:nvSpPr>
          <p:spPr>
            <a:xfrm>
              <a:off x="8165029" y="362248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5" name="pg8535"/>
            <p:cNvSpPr/>
            <p:nvPr/>
          </p:nvSpPr>
          <p:spPr>
            <a:xfrm>
              <a:off x="8165971" y="361351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6" name="pg8536"/>
            <p:cNvSpPr/>
            <p:nvPr/>
          </p:nvSpPr>
          <p:spPr>
            <a:xfrm>
              <a:off x="8166874" y="360453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7" name="pg8537"/>
            <p:cNvSpPr/>
            <p:nvPr/>
          </p:nvSpPr>
          <p:spPr>
            <a:xfrm>
              <a:off x="8167739" y="359556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8" name="pg8538"/>
            <p:cNvSpPr/>
            <p:nvPr/>
          </p:nvSpPr>
          <p:spPr>
            <a:xfrm>
              <a:off x="8168565" y="358658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9" name="pg8539"/>
            <p:cNvSpPr/>
            <p:nvPr/>
          </p:nvSpPr>
          <p:spPr>
            <a:xfrm>
              <a:off x="8169353" y="357759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0" name="pg8540"/>
            <p:cNvSpPr/>
            <p:nvPr/>
          </p:nvSpPr>
          <p:spPr>
            <a:xfrm>
              <a:off x="8170103" y="356861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1" name="pg8541"/>
            <p:cNvSpPr/>
            <p:nvPr/>
          </p:nvSpPr>
          <p:spPr>
            <a:xfrm>
              <a:off x="8170814" y="355962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2" name="pg8542"/>
            <p:cNvSpPr/>
            <p:nvPr/>
          </p:nvSpPr>
          <p:spPr>
            <a:xfrm>
              <a:off x="8171487" y="355062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3" name="pg8543"/>
            <p:cNvSpPr/>
            <p:nvPr/>
          </p:nvSpPr>
          <p:spPr>
            <a:xfrm>
              <a:off x="8172122" y="354163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4" name="pg8544"/>
            <p:cNvSpPr/>
            <p:nvPr/>
          </p:nvSpPr>
          <p:spPr>
            <a:xfrm>
              <a:off x="8172718" y="353263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5" name="pg8545"/>
            <p:cNvSpPr/>
            <p:nvPr/>
          </p:nvSpPr>
          <p:spPr>
            <a:xfrm>
              <a:off x="8173276" y="352363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6" name="pg8546"/>
            <p:cNvSpPr/>
            <p:nvPr/>
          </p:nvSpPr>
          <p:spPr>
            <a:xfrm>
              <a:off x="8173795" y="351462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7" name="pg8547"/>
            <p:cNvSpPr/>
            <p:nvPr/>
          </p:nvSpPr>
          <p:spPr>
            <a:xfrm>
              <a:off x="8174276" y="350562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8" name="pg8548"/>
            <p:cNvSpPr/>
            <p:nvPr/>
          </p:nvSpPr>
          <p:spPr>
            <a:xfrm>
              <a:off x="8174719" y="349661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9" name="pg8549"/>
            <p:cNvSpPr/>
            <p:nvPr/>
          </p:nvSpPr>
          <p:spPr>
            <a:xfrm>
              <a:off x="8175123" y="348760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0" name="pg8550"/>
            <p:cNvSpPr/>
            <p:nvPr/>
          </p:nvSpPr>
          <p:spPr>
            <a:xfrm>
              <a:off x="8175488" y="347859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1" name="pg8551"/>
            <p:cNvSpPr/>
            <p:nvPr/>
          </p:nvSpPr>
          <p:spPr>
            <a:xfrm>
              <a:off x="8175816" y="346958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2" name="pg8552"/>
            <p:cNvSpPr/>
            <p:nvPr/>
          </p:nvSpPr>
          <p:spPr>
            <a:xfrm>
              <a:off x="8176104" y="346057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3" name="pg8553"/>
            <p:cNvSpPr/>
            <p:nvPr/>
          </p:nvSpPr>
          <p:spPr>
            <a:xfrm>
              <a:off x="8176354" y="345155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4" name="pg8554"/>
            <p:cNvSpPr/>
            <p:nvPr/>
          </p:nvSpPr>
          <p:spPr>
            <a:xfrm>
              <a:off x="8176566" y="344254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5" name="pg8555"/>
            <p:cNvSpPr/>
            <p:nvPr/>
          </p:nvSpPr>
          <p:spPr>
            <a:xfrm>
              <a:off x="8176739" y="343352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6" name="pg8556"/>
            <p:cNvSpPr/>
            <p:nvPr/>
          </p:nvSpPr>
          <p:spPr>
            <a:xfrm>
              <a:off x="8176874" y="342450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7" name="pg8557"/>
            <p:cNvSpPr/>
            <p:nvPr/>
          </p:nvSpPr>
          <p:spPr>
            <a:xfrm>
              <a:off x="8176970" y="341548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8" name="pg8558"/>
            <p:cNvSpPr/>
            <p:nvPr/>
          </p:nvSpPr>
          <p:spPr>
            <a:xfrm>
              <a:off x="8177028" y="340647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9" name="pg8559"/>
            <p:cNvSpPr/>
            <p:nvPr/>
          </p:nvSpPr>
          <p:spPr>
            <a:xfrm>
              <a:off x="7914671" y="441717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0" name="pg8560"/>
            <p:cNvSpPr/>
            <p:nvPr/>
          </p:nvSpPr>
          <p:spPr>
            <a:xfrm>
              <a:off x="7919007" y="440926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1" name="pg8561"/>
            <p:cNvSpPr/>
            <p:nvPr/>
          </p:nvSpPr>
          <p:spPr>
            <a:xfrm>
              <a:off x="7923309" y="440133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2" name="pg8562"/>
            <p:cNvSpPr/>
            <p:nvPr/>
          </p:nvSpPr>
          <p:spPr>
            <a:xfrm>
              <a:off x="7896991" y="444861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3" name="pg8563"/>
            <p:cNvSpPr/>
            <p:nvPr/>
          </p:nvSpPr>
          <p:spPr>
            <a:xfrm>
              <a:off x="7901462" y="444078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4" name="pg8564"/>
            <p:cNvSpPr/>
            <p:nvPr/>
          </p:nvSpPr>
          <p:spPr>
            <a:xfrm>
              <a:off x="7905898" y="443293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5" name="pg8565"/>
            <p:cNvSpPr/>
            <p:nvPr/>
          </p:nvSpPr>
          <p:spPr>
            <a:xfrm>
              <a:off x="7910301" y="442506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6" name="pg8566"/>
            <p:cNvSpPr/>
            <p:nvPr/>
          </p:nvSpPr>
          <p:spPr>
            <a:xfrm>
              <a:off x="7927577" y="439339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7" name="pg8567"/>
            <p:cNvSpPr/>
            <p:nvPr/>
          </p:nvSpPr>
          <p:spPr>
            <a:xfrm>
              <a:off x="7931811" y="438543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8" name="pg8568"/>
            <p:cNvSpPr/>
            <p:nvPr/>
          </p:nvSpPr>
          <p:spPr>
            <a:xfrm>
              <a:off x="7936011" y="437745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9" name="pg8569"/>
            <p:cNvSpPr/>
            <p:nvPr/>
          </p:nvSpPr>
          <p:spPr>
            <a:xfrm>
              <a:off x="7940177" y="436945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0" name="pg8570"/>
            <p:cNvSpPr/>
            <p:nvPr/>
          </p:nvSpPr>
          <p:spPr>
            <a:xfrm>
              <a:off x="7944309" y="436143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1" name="pg8571"/>
            <p:cNvSpPr/>
            <p:nvPr/>
          </p:nvSpPr>
          <p:spPr>
            <a:xfrm>
              <a:off x="7948407" y="435340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2" name="pg8572"/>
            <p:cNvSpPr/>
            <p:nvPr/>
          </p:nvSpPr>
          <p:spPr>
            <a:xfrm>
              <a:off x="7952470" y="434535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3" name="pg8573"/>
            <p:cNvSpPr/>
            <p:nvPr/>
          </p:nvSpPr>
          <p:spPr>
            <a:xfrm>
              <a:off x="7956499" y="433728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4" name="pg8574"/>
            <p:cNvSpPr/>
            <p:nvPr/>
          </p:nvSpPr>
          <p:spPr>
            <a:xfrm>
              <a:off x="7960493" y="432920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5" name="pg8575"/>
            <p:cNvSpPr/>
            <p:nvPr/>
          </p:nvSpPr>
          <p:spPr>
            <a:xfrm>
              <a:off x="7964453" y="432109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6" name="pg8576"/>
            <p:cNvSpPr/>
            <p:nvPr/>
          </p:nvSpPr>
          <p:spPr>
            <a:xfrm>
              <a:off x="7976124" y="429669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7" name="pg8577"/>
            <p:cNvSpPr/>
            <p:nvPr/>
          </p:nvSpPr>
          <p:spPr>
            <a:xfrm>
              <a:off x="7968378" y="431297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8" name="pg8578"/>
            <p:cNvSpPr/>
            <p:nvPr/>
          </p:nvSpPr>
          <p:spPr>
            <a:xfrm>
              <a:off x="7972269" y="430484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9" name="pg8579"/>
            <p:cNvSpPr/>
            <p:nvPr/>
          </p:nvSpPr>
          <p:spPr>
            <a:xfrm>
              <a:off x="7979945" y="428852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0" name="pg8580"/>
            <p:cNvSpPr/>
            <p:nvPr/>
          </p:nvSpPr>
          <p:spPr>
            <a:xfrm>
              <a:off x="7983731" y="428033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1" name="pg8581"/>
            <p:cNvSpPr/>
            <p:nvPr/>
          </p:nvSpPr>
          <p:spPr>
            <a:xfrm>
              <a:off x="7987482" y="427213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2" name="pg8582"/>
            <p:cNvSpPr/>
            <p:nvPr/>
          </p:nvSpPr>
          <p:spPr>
            <a:xfrm>
              <a:off x="7991198" y="426391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3" name="pg8583"/>
            <p:cNvSpPr/>
            <p:nvPr/>
          </p:nvSpPr>
          <p:spPr>
            <a:xfrm>
              <a:off x="7994879" y="425568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4" name="pg8584"/>
            <p:cNvSpPr/>
            <p:nvPr/>
          </p:nvSpPr>
          <p:spPr>
            <a:xfrm>
              <a:off x="7998525" y="424743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5" name="pg8585"/>
            <p:cNvSpPr/>
            <p:nvPr/>
          </p:nvSpPr>
          <p:spPr>
            <a:xfrm>
              <a:off x="8002136" y="423917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6" name="pg8586"/>
            <p:cNvSpPr/>
            <p:nvPr/>
          </p:nvSpPr>
          <p:spPr>
            <a:xfrm>
              <a:off x="8005711" y="423089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7" name="pg8587"/>
            <p:cNvSpPr/>
            <p:nvPr/>
          </p:nvSpPr>
          <p:spPr>
            <a:xfrm>
              <a:off x="8009251" y="422260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8" name="pg8588"/>
            <p:cNvSpPr/>
            <p:nvPr/>
          </p:nvSpPr>
          <p:spPr>
            <a:xfrm>
              <a:off x="8012755" y="421429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9" name="pg8589"/>
            <p:cNvSpPr/>
            <p:nvPr/>
          </p:nvSpPr>
          <p:spPr>
            <a:xfrm>
              <a:off x="8016224" y="420596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0" name="pg8590"/>
            <p:cNvSpPr/>
            <p:nvPr/>
          </p:nvSpPr>
          <p:spPr>
            <a:xfrm>
              <a:off x="8019657" y="419762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1" name="pg8591"/>
            <p:cNvSpPr/>
            <p:nvPr/>
          </p:nvSpPr>
          <p:spPr>
            <a:xfrm>
              <a:off x="8023055" y="418927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2" name="pg8592"/>
            <p:cNvSpPr/>
            <p:nvPr/>
          </p:nvSpPr>
          <p:spPr>
            <a:xfrm>
              <a:off x="8026417" y="418090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3" name="pg8593"/>
            <p:cNvSpPr/>
            <p:nvPr/>
          </p:nvSpPr>
          <p:spPr>
            <a:xfrm>
              <a:off x="8029743" y="417252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4" name="pg8594"/>
            <p:cNvSpPr/>
            <p:nvPr/>
          </p:nvSpPr>
          <p:spPr>
            <a:xfrm>
              <a:off x="8033034" y="416412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5" name="pg8595"/>
            <p:cNvSpPr/>
            <p:nvPr/>
          </p:nvSpPr>
          <p:spPr>
            <a:xfrm>
              <a:off x="8036288" y="415571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6" name="pg8596"/>
            <p:cNvSpPr/>
            <p:nvPr/>
          </p:nvSpPr>
          <p:spPr>
            <a:xfrm>
              <a:off x="8039507" y="414729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7" name="pg8597"/>
            <p:cNvSpPr/>
            <p:nvPr/>
          </p:nvSpPr>
          <p:spPr>
            <a:xfrm>
              <a:off x="8052021" y="411346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8" name="pg8598"/>
            <p:cNvSpPr/>
            <p:nvPr/>
          </p:nvSpPr>
          <p:spPr>
            <a:xfrm>
              <a:off x="8055059" y="410496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9" name="pg8599"/>
            <p:cNvSpPr/>
            <p:nvPr/>
          </p:nvSpPr>
          <p:spPr>
            <a:xfrm>
              <a:off x="8042690" y="413885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0" name="pg8600"/>
            <p:cNvSpPr/>
            <p:nvPr/>
          </p:nvSpPr>
          <p:spPr>
            <a:xfrm>
              <a:off x="8045836" y="413040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1" name="pg8601"/>
            <p:cNvSpPr/>
            <p:nvPr/>
          </p:nvSpPr>
          <p:spPr>
            <a:xfrm>
              <a:off x="8048947" y="412193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2" name="pg8602"/>
            <p:cNvSpPr/>
            <p:nvPr/>
          </p:nvSpPr>
          <p:spPr>
            <a:xfrm>
              <a:off x="8058061" y="409646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3" name="pg8603"/>
            <p:cNvSpPr/>
            <p:nvPr/>
          </p:nvSpPr>
          <p:spPr>
            <a:xfrm>
              <a:off x="8061027" y="408794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4" name="pg8604"/>
            <p:cNvSpPr/>
            <p:nvPr/>
          </p:nvSpPr>
          <p:spPr>
            <a:xfrm>
              <a:off x="8063956" y="407941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5" name="pg8605"/>
            <p:cNvSpPr/>
            <p:nvPr/>
          </p:nvSpPr>
          <p:spPr>
            <a:xfrm>
              <a:off x="8078054" y="403658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6" name="pg8606"/>
            <p:cNvSpPr/>
            <p:nvPr/>
          </p:nvSpPr>
          <p:spPr>
            <a:xfrm>
              <a:off x="8075307" y="404517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7" name="pg8607"/>
            <p:cNvSpPr/>
            <p:nvPr/>
          </p:nvSpPr>
          <p:spPr>
            <a:xfrm>
              <a:off x="8066848" y="407087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8" name="pg8608"/>
            <p:cNvSpPr/>
            <p:nvPr/>
          </p:nvSpPr>
          <p:spPr>
            <a:xfrm>
              <a:off x="8069705" y="4062323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9" name="pg8609"/>
            <p:cNvSpPr/>
            <p:nvPr/>
          </p:nvSpPr>
          <p:spPr>
            <a:xfrm>
              <a:off x="8072524" y="405375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0" name="pg8610"/>
            <p:cNvSpPr/>
            <p:nvPr/>
          </p:nvSpPr>
          <p:spPr>
            <a:xfrm>
              <a:off x="8080764" y="402798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1" name="pg8611"/>
            <p:cNvSpPr/>
            <p:nvPr/>
          </p:nvSpPr>
          <p:spPr>
            <a:xfrm>
              <a:off x="8083437" y="401937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2" name="pg8612"/>
            <p:cNvSpPr/>
            <p:nvPr/>
          </p:nvSpPr>
          <p:spPr>
            <a:xfrm>
              <a:off x="8086073" y="4010751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3" name="pg8613"/>
            <p:cNvSpPr/>
            <p:nvPr/>
          </p:nvSpPr>
          <p:spPr>
            <a:xfrm>
              <a:off x="8088672" y="400211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4" name="pg8614"/>
            <p:cNvSpPr/>
            <p:nvPr/>
          </p:nvSpPr>
          <p:spPr>
            <a:xfrm>
              <a:off x="8096249" y="3976144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5" name="pg8615"/>
            <p:cNvSpPr/>
            <p:nvPr/>
          </p:nvSpPr>
          <p:spPr>
            <a:xfrm>
              <a:off x="8091235" y="399346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6" name="pg8616"/>
            <p:cNvSpPr/>
            <p:nvPr/>
          </p:nvSpPr>
          <p:spPr>
            <a:xfrm>
              <a:off x="8093761" y="3984812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7" name="pg8617"/>
            <p:cNvSpPr/>
            <p:nvPr/>
          </p:nvSpPr>
          <p:spPr>
            <a:xfrm>
              <a:off x="8098701" y="3967465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8" name="pg8618"/>
            <p:cNvSpPr/>
            <p:nvPr/>
          </p:nvSpPr>
          <p:spPr>
            <a:xfrm>
              <a:off x="8101115" y="3958776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9" name="pg8619"/>
            <p:cNvSpPr/>
            <p:nvPr/>
          </p:nvSpPr>
          <p:spPr>
            <a:xfrm>
              <a:off x="8103493" y="3950077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0" name="pg8620"/>
            <p:cNvSpPr/>
            <p:nvPr/>
          </p:nvSpPr>
          <p:spPr>
            <a:xfrm>
              <a:off x="8105833" y="3941368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1" name="pg8621"/>
            <p:cNvSpPr/>
            <p:nvPr/>
          </p:nvSpPr>
          <p:spPr>
            <a:xfrm>
              <a:off x="8108136" y="3932649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2" name="pg8622"/>
            <p:cNvSpPr/>
            <p:nvPr/>
          </p:nvSpPr>
          <p:spPr>
            <a:xfrm>
              <a:off x="8110402" y="3923920"/>
              <a:ext cx="63093" cy="63093"/>
            </a:xfrm>
            <a:custGeom>
              <a:avLst/>
              <a:pathLst>
                <a:path w="63093" h="63093">
                  <a:moveTo>
                    <a:pt x="0" y="63093"/>
                  </a:moveTo>
                  <a:lnTo>
                    <a:pt x="63093" y="63093"/>
                  </a:lnTo>
                  <a:lnTo>
                    <a:pt x="6309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3" name="pt8623"/>
            <p:cNvSpPr/>
            <p:nvPr/>
          </p:nvSpPr>
          <p:spPr>
            <a:xfrm>
              <a:off x="5592351" y="3561650"/>
              <a:ext cx="176388" cy="176388"/>
            </a:xfrm>
            <a:prstGeom prst="ellipse">
              <a:avLst/>
            </a:prstGeom>
            <a:solidFill>
              <a:srgbClr val="F06A6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24" name="tx8624"/>
            <p:cNvSpPr/>
            <p:nvPr/>
          </p:nvSpPr>
          <p:spPr>
            <a:xfrm>
              <a:off x="5612809" y="3627222"/>
              <a:ext cx="135472" cy="42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6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8.3%</a:t>
              </a:r>
            </a:p>
          </p:txBody>
        </p:sp>
        <p:sp>
          <p:nvSpPr>
            <p:cNvPr id="8625" name="pt8625"/>
            <p:cNvSpPr/>
            <p:nvPr/>
          </p:nvSpPr>
          <p:spPr>
            <a:xfrm>
              <a:off x="5513565" y="3668425"/>
              <a:ext cx="215586" cy="215586"/>
            </a:xfrm>
            <a:prstGeom prst="ellipse">
              <a:avLst/>
            </a:prstGeom>
            <a:solidFill>
              <a:srgbClr val="FF1A1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26" name="tx8626"/>
            <p:cNvSpPr/>
            <p:nvPr/>
          </p:nvSpPr>
          <p:spPr>
            <a:xfrm>
              <a:off x="5521970" y="3749621"/>
              <a:ext cx="198776" cy="504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5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5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50.9%</a:t>
              </a:r>
            </a:p>
          </p:txBody>
        </p:sp>
        <p:sp>
          <p:nvSpPr>
            <p:cNvPr id="8627" name="pt8627"/>
            <p:cNvSpPr/>
            <p:nvPr/>
          </p:nvSpPr>
          <p:spPr>
            <a:xfrm>
              <a:off x="5600773" y="3917223"/>
              <a:ext cx="176388" cy="176388"/>
            </a:xfrm>
            <a:prstGeom prst="ellipse">
              <a:avLst/>
            </a:prstGeom>
            <a:solidFill>
              <a:srgbClr val="39D6D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28" name="tx8628"/>
            <p:cNvSpPr/>
            <p:nvPr/>
          </p:nvSpPr>
          <p:spPr>
            <a:xfrm>
              <a:off x="5604703" y="3982766"/>
              <a:ext cx="168527" cy="429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6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18.6%</a:t>
              </a:r>
            </a:p>
          </p:txBody>
        </p:sp>
        <p:sp>
          <p:nvSpPr>
            <p:cNvPr id="8629" name="pt8629"/>
            <p:cNvSpPr/>
            <p:nvPr/>
          </p:nvSpPr>
          <p:spPr>
            <a:xfrm>
              <a:off x="5619152" y="4061867"/>
              <a:ext cx="195987" cy="195987"/>
            </a:xfrm>
            <a:prstGeom prst="ellipse">
              <a:avLst/>
            </a:prstGeom>
            <a:solidFill>
              <a:srgbClr val="FFBF5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0" name="tx8630"/>
            <p:cNvSpPr/>
            <p:nvPr/>
          </p:nvSpPr>
          <p:spPr>
            <a:xfrm>
              <a:off x="5624239" y="4134918"/>
              <a:ext cx="185812" cy="472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34.8%</a:t>
              </a:r>
            </a:p>
          </p:txBody>
        </p:sp>
        <p:sp>
          <p:nvSpPr>
            <p:cNvPr id="8631" name="pt8631"/>
            <p:cNvSpPr/>
            <p:nvPr/>
          </p:nvSpPr>
          <p:spPr>
            <a:xfrm>
              <a:off x="5634141" y="4198592"/>
              <a:ext cx="195987" cy="195987"/>
            </a:xfrm>
            <a:prstGeom prst="ellipse">
              <a:avLst/>
            </a:prstGeom>
            <a:solidFill>
              <a:srgbClr val="F04E9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2" name="tx8632"/>
            <p:cNvSpPr/>
            <p:nvPr/>
          </p:nvSpPr>
          <p:spPr>
            <a:xfrm>
              <a:off x="5639228" y="4271772"/>
              <a:ext cx="185812" cy="471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33" name="pt8633"/>
            <p:cNvSpPr/>
            <p:nvPr/>
          </p:nvSpPr>
          <p:spPr>
            <a:xfrm>
              <a:off x="5924866" y="3795679"/>
              <a:ext cx="195987" cy="195987"/>
            </a:xfrm>
            <a:prstGeom prst="ellipse">
              <a:avLst/>
            </a:prstGeom>
            <a:solidFill>
              <a:srgbClr val="FF8C25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4" name="tx8634"/>
            <p:cNvSpPr/>
            <p:nvPr/>
          </p:nvSpPr>
          <p:spPr>
            <a:xfrm>
              <a:off x="5929954" y="3868826"/>
              <a:ext cx="185812" cy="47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34.4%</a:t>
              </a:r>
            </a:p>
          </p:txBody>
        </p:sp>
        <p:sp>
          <p:nvSpPr>
            <p:cNvPr id="8635" name="pt8635"/>
            <p:cNvSpPr/>
            <p:nvPr/>
          </p:nvSpPr>
          <p:spPr>
            <a:xfrm>
              <a:off x="5935421" y="3906809"/>
              <a:ext cx="215586" cy="215586"/>
            </a:xfrm>
            <a:prstGeom prst="ellipse">
              <a:avLst/>
            </a:prstGeom>
            <a:solidFill>
              <a:srgbClr val="FFF0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6" name="tx8636"/>
            <p:cNvSpPr/>
            <p:nvPr/>
          </p:nvSpPr>
          <p:spPr>
            <a:xfrm>
              <a:off x="5943826" y="3988005"/>
              <a:ext cx="198776" cy="505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5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5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42.3%</a:t>
              </a:r>
            </a:p>
          </p:txBody>
        </p:sp>
        <p:sp>
          <p:nvSpPr>
            <p:cNvPr id="8637" name="pt8637"/>
            <p:cNvSpPr/>
            <p:nvPr/>
          </p:nvSpPr>
          <p:spPr>
            <a:xfrm>
              <a:off x="5952710" y="4035116"/>
              <a:ext cx="195987" cy="195987"/>
            </a:xfrm>
            <a:prstGeom prst="ellipse">
              <a:avLst/>
            </a:prstGeom>
            <a:solidFill>
              <a:srgbClr val="7CC7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8" name="tx8638"/>
            <p:cNvSpPr/>
            <p:nvPr/>
          </p:nvSpPr>
          <p:spPr>
            <a:xfrm>
              <a:off x="5957797" y="4108231"/>
              <a:ext cx="185812" cy="472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26.3%</a:t>
              </a:r>
            </a:p>
          </p:txBody>
        </p:sp>
        <p:sp>
          <p:nvSpPr>
            <p:cNvPr id="8639" name="pt8639"/>
            <p:cNvSpPr/>
            <p:nvPr/>
          </p:nvSpPr>
          <p:spPr>
            <a:xfrm>
              <a:off x="6210137" y="4113830"/>
              <a:ext cx="215586" cy="215586"/>
            </a:xfrm>
            <a:prstGeom prst="ellipse">
              <a:avLst/>
            </a:prstGeom>
            <a:solidFill>
              <a:srgbClr val="13D7E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0" name="tx8640"/>
            <p:cNvSpPr/>
            <p:nvPr/>
          </p:nvSpPr>
          <p:spPr>
            <a:xfrm>
              <a:off x="6218542" y="4195266"/>
              <a:ext cx="198776" cy="501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5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5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51.7%</a:t>
              </a:r>
            </a:p>
          </p:txBody>
        </p:sp>
        <p:sp>
          <p:nvSpPr>
            <p:cNvPr id="8641" name="pt8641"/>
            <p:cNvSpPr/>
            <p:nvPr/>
          </p:nvSpPr>
          <p:spPr>
            <a:xfrm>
              <a:off x="6393899" y="4169901"/>
              <a:ext cx="215586" cy="215586"/>
            </a:xfrm>
            <a:prstGeom prst="ellipse">
              <a:avLst/>
            </a:prstGeom>
            <a:solidFill>
              <a:srgbClr val="FF8ED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2" name="tx8642"/>
            <p:cNvSpPr/>
            <p:nvPr/>
          </p:nvSpPr>
          <p:spPr>
            <a:xfrm>
              <a:off x="6402304" y="4251166"/>
              <a:ext cx="198776" cy="504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5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5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51.4%</a:t>
              </a:r>
            </a:p>
          </p:txBody>
        </p:sp>
        <p:sp>
          <p:nvSpPr>
            <p:cNvPr id="8643" name="pt8643"/>
            <p:cNvSpPr/>
            <p:nvPr/>
          </p:nvSpPr>
          <p:spPr>
            <a:xfrm>
              <a:off x="6216835" y="3732190"/>
              <a:ext cx="215586" cy="215586"/>
            </a:xfrm>
            <a:prstGeom prst="ellipse">
              <a:avLst/>
            </a:prstGeom>
            <a:solidFill>
              <a:srgbClr val="8E6AE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4" name="tx8644"/>
            <p:cNvSpPr/>
            <p:nvPr/>
          </p:nvSpPr>
          <p:spPr>
            <a:xfrm>
              <a:off x="6225240" y="3813420"/>
              <a:ext cx="198776" cy="505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5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5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46.2%</a:t>
              </a:r>
            </a:p>
          </p:txBody>
        </p:sp>
        <p:sp>
          <p:nvSpPr>
            <p:cNvPr id="8645" name="pt8645"/>
            <p:cNvSpPr/>
            <p:nvPr/>
          </p:nvSpPr>
          <p:spPr>
            <a:xfrm>
              <a:off x="6293550" y="3823573"/>
              <a:ext cx="215586" cy="215586"/>
            </a:xfrm>
            <a:prstGeom prst="ellipse">
              <a:avLst/>
            </a:prstGeom>
            <a:solidFill>
              <a:srgbClr val="A8D8F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6" name="tx8646"/>
            <p:cNvSpPr/>
            <p:nvPr/>
          </p:nvSpPr>
          <p:spPr>
            <a:xfrm>
              <a:off x="6301955" y="3905009"/>
              <a:ext cx="198776" cy="501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5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5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57.1%</a:t>
              </a:r>
            </a:p>
          </p:txBody>
        </p:sp>
        <p:sp>
          <p:nvSpPr>
            <p:cNvPr id="8647" name="pt8647"/>
            <p:cNvSpPr/>
            <p:nvPr/>
          </p:nvSpPr>
          <p:spPr>
            <a:xfrm>
              <a:off x="6405776" y="3872686"/>
              <a:ext cx="235185" cy="235185"/>
            </a:xfrm>
            <a:prstGeom prst="ellipse">
              <a:avLst/>
            </a:prstGeom>
            <a:solidFill>
              <a:srgbClr val="1EB2D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8" name="tx8648"/>
            <p:cNvSpPr/>
            <p:nvPr/>
          </p:nvSpPr>
          <p:spPr>
            <a:xfrm>
              <a:off x="6415338" y="3961462"/>
              <a:ext cx="216061" cy="5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75.0%</a:t>
              </a:r>
            </a:p>
          </p:txBody>
        </p:sp>
        <p:sp>
          <p:nvSpPr>
            <p:cNvPr id="8649" name="pt8649"/>
            <p:cNvSpPr/>
            <p:nvPr/>
          </p:nvSpPr>
          <p:spPr>
            <a:xfrm>
              <a:off x="6549952" y="3960067"/>
              <a:ext cx="176388" cy="176388"/>
            </a:xfrm>
            <a:prstGeom prst="ellipse">
              <a:avLst/>
            </a:prstGeom>
            <a:solidFill>
              <a:srgbClr val="8E7CD7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0" name="tx8650"/>
            <p:cNvSpPr/>
            <p:nvPr/>
          </p:nvSpPr>
          <p:spPr>
            <a:xfrm>
              <a:off x="6553882" y="4025624"/>
              <a:ext cx="168527" cy="428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6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18.2%</a:t>
              </a:r>
            </a:p>
          </p:txBody>
        </p:sp>
        <p:sp>
          <p:nvSpPr>
            <p:cNvPr id="8651" name="pt8651"/>
            <p:cNvSpPr/>
            <p:nvPr/>
          </p:nvSpPr>
          <p:spPr>
            <a:xfrm>
              <a:off x="6697586" y="3959787"/>
              <a:ext cx="195987" cy="195987"/>
            </a:xfrm>
            <a:prstGeom prst="ellipse">
              <a:avLst/>
            </a:prstGeom>
            <a:solidFill>
              <a:srgbClr val="9CCAE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2" name="tx8652"/>
            <p:cNvSpPr/>
            <p:nvPr/>
          </p:nvSpPr>
          <p:spPr>
            <a:xfrm>
              <a:off x="6702674" y="4032919"/>
              <a:ext cx="185812" cy="472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32.4%</a:t>
              </a:r>
            </a:p>
          </p:txBody>
        </p:sp>
        <p:sp>
          <p:nvSpPr>
            <p:cNvPr id="8653" name="pt8653"/>
            <p:cNvSpPr/>
            <p:nvPr/>
          </p:nvSpPr>
          <p:spPr>
            <a:xfrm>
              <a:off x="6371430" y="3616818"/>
              <a:ext cx="195987" cy="195987"/>
            </a:xfrm>
            <a:prstGeom prst="ellipse">
              <a:avLst/>
            </a:prstGeom>
            <a:solidFill>
              <a:srgbClr val="FF5CB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4" name="tx8654"/>
            <p:cNvSpPr/>
            <p:nvPr/>
          </p:nvSpPr>
          <p:spPr>
            <a:xfrm>
              <a:off x="6376518" y="3689997"/>
              <a:ext cx="185812" cy="471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55" name="pt8655"/>
            <p:cNvSpPr/>
            <p:nvPr/>
          </p:nvSpPr>
          <p:spPr>
            <a:xfrm>
              <a:off x="6481792" y="3664927"/>
              <a:ext cx="195987" cy="195987"/>
            </a:xfrm>
            <a:prstGeom prst="ellipse">
              <a:avLst/>
            </a:prstGeom>
            <a:solidFill>
              <a:srgbClr val="71BF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6" name="tx8656"/>
            <p:cNvSpPr/>
            <p:nvPr/>
          </p:nvSpPr>
          <p:spPr>
            <a:xfrm>
              <a:off x="6486880" y="3738059"/>
              <a:ext cx="185812" cy="472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20.0%</a:t>
              </a:r>
            </a:p>
          </p:txBody>
        </p:sp>
        <p:sp>
          <p:nvSpPr>
            <p:cNvPr id="8657" name="pt8657"/>
            <p:cNvSpPr/>
            <p:nvPr/>
          </p:nvSpPr>
          <p:spPr>
            <a:xfrm>
              <a:off x="6595968" y="3730283"/>
              <a:ext cx="176388" cy="176388"/>
            </a:xfrm>
            <a:prstGeom prst="ellipse">
              <a:avLst/>
            </a:prstGeom>
            <a:solidFill>
              <a:srgbClr val="B2E84D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8" name="tx8658"/>
            <p:cNvSpPr/>
            <p:nvPr/>
          </p:nvSpPr>
          <p:spPr>
            <a:xfrm>
              <a:off x="6599899" y="3795986"/>
              <a:ext cx="168527" cy="427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6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14.1%</a:t>
              </a:r>
            </a:p>
          </p:txBody>
        </p:sp>
        <p:sp>
          <p:nvSpPr>
            <p:cNvPr id="8659" name="pt8659"/>
            <p:cNvSpPr/>
            <p:nvPr/>
          </p:nvSpPr>
          <p:spPr>
            <a:xfrm>
              <a:off x="6697490" y="3764689"/>
              <a:ext cx="195987" cy="195987"/>
            </a:xfrm>
            <a:prstGeom prst="ellipse">
              <a:avLst/>
            </a:prstGeom>
            <a:solidFill>
              <a:srgbClr val="F4A1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0" name="tx8660"/>
            <p:cNvSpPr/>
            <p:nvPr/>
          </p:nvSpPr>
          <p:spPr>
            <a:xfrm>
              <a:off x="6702578" y="3837868"/>
              <a:ext cx="185812" cy="471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61" name="pt8661"/>
            <p:cNvSpPr/>
            <p:nvPr/>
          </p:nvSpPr>
          <p:spPr>
            <a:xfrm>
              <a:off x="6786185" y="3793321"/>
              <a:ext cx="235185" cy="235185"/>
            </a:xfrm>
            <a:prstGeom prst="ellipse">
              <a:avLst/>
            </a:prstGeom>
            <a:solidFill>
              <a:srgbClr val="7E57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2" name="tx8662"/>
            <p:cNvSpPr/>
            <p:nvPr/>
          </p:nvSpPr>
          <p:spPr>
            <a:xfrm>
              <a:off x="6795747" y="3881985"/>
              <a:ext cx="216061" cy="549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60.0%</a:t>
              </a:r>
            </a:p>
          </p:txBody>
        </p:sp>
        <p:sp>
          <p:nvSpPr>
            <p:cNvPr id="8663" name="pt8663"/>
            <p:cNvSpPr/>
            <p:nvPr/>
          </p:nvSpPr>
          <p:spPr>
            <a:xfrm>
              <a:off x="6385272" y="3547171"/>
              <a:ext cx="235185" cy="235185"/>
            </a:xfrm>
            <a:prstGeom prst="ellipse">
              <a:avLst/>
            </a:prstGeom>
            <a:solidFill>
              <a:srgbClr val="F4B5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4" name="tx8664"/>
            <p:cNvSpPr/>
            <p:nvPr/>
          </p:nvSpPr>
          <p:spPr>
            <a:xfrm>
              <a:off x="6373645" y="3635947"/>
              <a:ext cx="258440" cy="5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100.0%</a:t>
              </a:r>
            </a:p>
          </p:txBody>
        </p:sp>
        <p:sp>
          <p:nvSpPr>
            <p:cNvPr id="8665" name="pt8665"/>
            <p:cNvSpPr/>
            <p:nvPr/>
          </p:nvSpPr>
          <p:spPr>
            <a:xfrm>
              <a:off x="6571362" y="3395047"/>
              <a:ext cx="215586" cy="215586"/>
            </a:xfrm>
            <a:prstGeom prst="ellipse">
              <a:avLst/>
            </a:prstGeom>
            <a:solidFill>
              <a:srgbClr val="00E8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6" name="tx8666"/>
            <p:cNvSpPr/>
            <p:nvPr/>
          </p:nvSpPr>
          <p:spPr>
            <a:xfrm>
              <a:off x="6579767" y="3476329"/>
              <a:ext cx="198776" cy="503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5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52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50.0%</a:t>
              </a:r>
            </a:p>
          </p:txBody>
        </p:sp>
        <p:sp>
          <p:nvSpPr>
            <p:cNvPr id="8667" name="pt8667"/>
            <p:cNvSpPr/>
            <p:nvPr/>
          </p:nvSpPr>
          <p:spPr>
            <a:xfrm>
              <a:off x="6703407" y="3332511"/>
              <a:ext cx="195987" cy="195987"/>
            </a:xfrm>
            <a:prstGeom prst="ellipse">
              <a:avLst/>
            </a:prstGeom>
            <a:solidFill>
              <a:srgbClr val="19E51E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8" name="tx8668"/>
            <p:cNvSpPr/>
            <p:nvPr/>
          </p:nvSpPr>
          <p:spPr>
            <a:xfrm>
              <a:off x="6708495" y="3405627"/>
              <a:ext cx="185812" cy="472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33.6%</a:t>
              </a:r>
            </a:p>
          </p:txBody>
        </p:sp>
        <p:sp>
          <p:nvSpPr>
            <p:cNvPr id="8669" name="pl8669"/>
            <p:cNvSpPr/>
            <p:nvPr/>
          </p:nvSpPr>
          <p:spPr>
            <a:xfrm>
              <a:off x="2920847" y="1625913"/>
              <a:ext cx="1292297" cy="2804251"/>
            </a:xfrm>
            <a:custGeom>
              <a:avLst/>
              <a:pathLst>
                <a:path w="1292297" h="2804251">
                  <a:moveTo>
                    <a:pt x="1292297" y="2804251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0" name="pl8670"/>
            <p:cNvSpPr/>
            <p:nvPr/>
          </p:nvSpPr>
          <p:spPr>
            <a:xfrm>
              <a:off x="2705261" y="1625913"/>
              <a:ext cx="215586" cy="0"/>
            </a:xfrm>
            <a:custGeom>
              <a:avLst/>
              <a:pathLst>
                <a:path w="215586" h="0">
                  <a:moveTo>
                    <a:pt x="215586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1" name="tx8671"/>
            <p:cNvSpPr/>
            <p:nvPr/>
          </p:nvSpPr>
          <p:spPr>
            <a:xfrm>
              <a:off x="1950068" y="1602205"/>
              <a:ext cx="382815" cy="455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8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Falconiformes</a:t>
              </a:r>
            </a:p>
          </p:txBody>
        </p:sp>
        <p:pic>
          <p:nvPicPr>
            <p:cNvPr id="8672" name="pic867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13193" y="1563197"/>
              <a:ext cx="188148" cy="125432"/>
            </a:xfrm>
            <a:prstGeom prst="rect">
              <a:avLst/>
            </a:prstGeom>
          </p:spPr>
        </p:pic>
        <p:sp>
          <p:nvSpPr>
            <p:cNvPr id="8673" name="pl8673"/>
            <p:cNvSpPr/>
            <p:nvPr/>
          </p:nvSpPr>
          <p:spPr>
            <a:xfrm>
              <a:off x="2920847" y="2141081"/>
              <a:ext cx="1454186" cy="2547163"/>
            </a:xfrm>
            <a:custGeom>
              <a:avLst/>
              <a:pathLst>
                <a:path w="1454186" h="2547163">
                  <a:moveTo>
                    <a:pt x="1454186" y="2547163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4" name="pl8674"/>
            <p:cNvSpPr/>
            <p:nvPr/>
          </p:nvSpPr>
          <p:spPr>
            <a:xfrm>
              <a:off x="2705261" y="2141081"/>
              <a:ext cx="215586" cy="0"/>
            </a:xfrm>
            <a:custGeom>
              <a:avLst/>
              <a:pathLst>
                <a:path w="215586" h="0">
                  <a:moveTo>
                    <a:pt x="215586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5" name="tx8675"/>
            <p:cNvSpPr/>
            <p:nvPr/>
          </p:nvSpPr>
          <p:spPr>
            <a:xfrm>
              <a:off x="1963168" y="2108523"/>
              <a:ext cx="369715" cy="527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43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pic>
          <p:nvPicPr>
            <p:cNvPr id="8676" name="pic867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13193" y="2078365"/>
              <a:ext cx="188148" cy="125432"/>
            </a:xfrm>
            <a:prstGeom prst="rect">
              <a:avLst/>
            </a:prstGeom>
          </p:spPr>
        </p:pic>
        <p:sp>
          <p:nvSpPr>
            <p:cNvPr id="8677" name="pl8677"/>
            <p:cNvSpPr/>
            <p:nvPr/>
          </p:nvSpPr>
          <p:spPr>
            <a:xfrm>
              <a:off x="2920847" y="2656248"/>
              <a:ext cx="1945318" cy="2514813"/>
            </a:xfrm>
            <a:custGeom>
              <a:avLst/>
              <a:pathLst>
                <a:path w="1945318" h="2514813">
                  <a:moveTo>
                    <a:pt x="1945318" y="2514813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8" name="pl8678"/>
            <p:cNvSpPr/>
            <p:nvPr/>
          </p:nvSpPr>
          <p:spPr>
            <a:xfrm>
              <a:off x="2705261" y="2656248"/>
              <a:ext cx="215586" cy="0"/>
            </a:xfrm>
            <a:custGeom>
              <a:avLst/>
              <a:pathLst>
                <a:path w="215586" h="0">
                  <a:moveTo>
                    <a:pt x="215586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9" name="tx8679"/>
            <p:cNvSpPr/>
            <p:nvPr/>
          </p:nvSpPr>
          <p:spPr>
            <a:xfrm>
              <a:off x="2048355" y="2632540"/>
              <a:ext cx="284529" cy="455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8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pic>
          <p:nvPicPr>
            <p:cNvPr id="8680" name="pic868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513193" y="2593532"/>
              <a:ext cx="188148" cy="125432"/>
            </a:xfrm>
            <a:prstGeom prst="rect">
              <a:avLst/>
            </a:prstGeom>
          </p:spPr>
        </p:pic>
        <p:sp>
          <p:nvSpPr>
            <p:cNvPr id="8681" name="pl8681"/>
            <p:cNvSpPr/>
            <p:nvPr/>
          </p:nvSpPr>
          <p:spPr>
            <a:xfrm>
              <a:off x="2920847" y="3171416"/>
              <a:ext cx="2193982" cy="2150861"/>
            </a:xfrm>
            <a:custGeom>
              <a:avLst/>
              <a:pathLst>
                <a:path w="2193982" h="2150861">
                  <a:moveTo>
                    <a:pt x="2193982" y="2150861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2" name="pl8682"/>
            <p:cNvSpPr/>
            <p:nvPr/>
          </p:nvSpPr>
          <p:spPr>
            <a:xfrm>
              <a:off x="2705261" y="3171416"/>
              <a:ext cx="215586" cy="0"/>
            </a:xfrm>
            <a:custGeom>
              <a:avLst/>
              <a:pathLst>
                <a:path w="215586" h="0">
                  <a:moveTo>
                    <a:pt x="215586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3" name="tx8683"/>
            <p:cNvSpPr/>
            <p:nvPr/>
          </p:nvSpPr>
          <p:spPr>
            <a:xfrm>
              <a:off x="1956885" y="3147142"/>
              <a:ext cx="375999" cy="461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8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pic>
          <p:nvPicPr>
            <p:cNvPr id="8684" name="pic868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513193" y="3108700"/>
              <a:ext cx="188148" cy="125432"/>
            </a:xfrm>
            <a:prstGeom prst="rect">
              <a:avLst/>
            </a:prstGeom>
          </p:spPr>
        </p:pic>
        <p:sp>
          <p:nvSpPr>
            <p:cNvPr id="8685" name="pl8685"/>
            <p:cNvSpPr/>
            <p:nvPr/>
          </p:nvSpPr>
          <p:spPr>
            <a:xfrm>
              <a:off x="2920847" y="3686583"/>
              <a:ext cx="2350585" cy="1708945"/>
            </a:xfrm>
            <a:custGeom>
              <a:avLst/>
              <a:pathLst>
                <a:path w="2350585" h="1708945">
                  <a:moveTo>
                    <a:pt x="2350585" y="1708945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6" name="pl8686"/>
            <p:cNvSpPr/>
            <p:nvPr/>
          </p:nvSpPr>
          <p:spPr>
            <a:xfrm>
              <a:off x="2705261" y="3686583"/>
              <a:ext cx="215586" cy="0"/>
            </a:xfrm>
            <a:custGeom>
              <a:avLst/>
              <a:pathLst>
                <a:path w="215586" h="0">
                  <a:moveTo>
                    <a:pt x="215586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7" name="tx8687"/>
            <p:cNvSpPr/>
            <p:nvPr/>
          </p:nvSpPr>
          <p:spPr>
            <a:xfrm>
              <a:off x="1939889" y="3650612"/>
              <a:ext cx="392995" cy="578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8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Trogoniformes</a:t>
              </a:r>
            </a:p>
          </p:txBody>
        </p:sp>
        <p:pic>
          <p:nvPicPr>
            <p:cNvPr id="8688" name="pic868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513193" y="3623867"/>
              <a:ext cx="188148" cy="125432"/>
            </a:xfrm>
            <a:prstGeom prst="rect">
              <a:avLst/>
            </a:prstGeom>
          </p:spPr>
        </p:pic>
        <p:sp>
          <p:nvSpPr>
            <p:cNvPr id="8689" name="pl8689"/>
            <p:cNvSpPr/>
            <p:nvPr/>
          </p:nvSpPr>
          <p:spPr>
            <a:xfrm>
              <a:off x="2920847" y="4201751"/>
              <a:ext cx="2844124" cy="1333767"/>
            </a:xfrm>
            <a:custGeom>
              <a:avLst/>
              <a:pathLst>
                <a:path w="2844124" h="1333767">
                  <a:moveTo>
                    <a:pt x="2844124" y="1333767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0" name="pl8690"/>
            <p:cNvSpPr/>
            <p:nvPr/>
          </p:nvSpPr>
          <p:spPr>
            <a:xfrm>
              <a:off x="2705261" y="4201751"/>
              <a:ext cx="215586" cy="0"/>
            </a:xfrm>
            <a:custGeom>
              <a:avLst/>
              <a:pathLst>
                <a:path w="215586" h="0">
                  <a:moveTo>
                    <a:pt x="215586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1" name="tx8691"/>
            <p:cNvSpPr/>
            <p:nvPr/>
          </p:nvSpPr>
          <p:spPr>
            <a:xfrm>
              <a:off x="2007695" y="4165214"/>
              <a:ext cx="325189" cy="584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8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pic>
          <p:nvPicPr>
            <p:cNvPr id="8692" name="pic869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513193" y="4139035"/>
              <a:ext cx="188148" cy="125432"/>
            </a:xfrm>
            <a:prstGeom prst="rect">
              <a:avLst/>
            </a:prstGeom>
          </p:spPr>
        </p:pic>
        <p:sp>
          <p:nvSpPr>
            <p:cNvPr id="8693" name="pl8693"/>
            <p:cNvSpPr/>
            <p:nvPr/>
          </p:nvSpPr>
          <p:spPr>
            <a:xfrm>
              <a:off x="2920847" y="4716918"/>
              <a:ext cx="2984117" cy="835865"/>
            </a:xfrm>
            <a:custGeom>
              <a:avLst/>
              <a:pathLst>
                <a:path w="2984117" h="835865">
                  <a:moveTo>
                    <a:pt x="2984117" y="835865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4" name="pl8694"/>
            <p:cNvSpPr/>
            <p:nvPr/>
          </p:nvSpPr>
          <p:spPr>
            <a:xfrm>
              <a:off x="2705261" y="4716918"/>
              <a:ext cx="215586" cy="0"/>
            </a:xfrm>
            <a:custGeom>
              <a:avLst/>
              <a:pathLst>
                <a:path w="215586" h="0">
                  <a:moveTo>
                    <a:pt x="215586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5" name="tx8695"/>
            <p:cNvSpPr/>
            <p:nvPr/>
          </p:nvSpPr>
          <p:spPr>
            <a:xfrm>
              <a:off x="1931780" y="4694465"/>
              <a:ext cx="401103" cy="426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43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pic>
          <p:nvPicPr>
            <p:cNvPr id="8696" name="pic869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513193" y="4654202"/>
              <a:ext cx="188148" cy="125432"/>
            </a:xfrm>
            <a:prstGeom prst="rect">
              <a:avLst/>
            </a:prstGeom>
          </p:spPr>
        </p:pic>
        <p:sp>
          <p:nvSpPr>
            <p:cNvPr id="8697" name="pl8697"/>
            <p:cNvSpPr/>
            <p:nvPr/>
          </p:nvSpPr>
          <p:spPr>
            <a:xfrm>
              <a:off x="2920847" y="5232086"/>
              <a:ext cx="3038565" cy="324890"/>
            </a:xfrm>
            <a:custGeom>
              <a:avLst/>
              <a:pathLst>
                <a:path w="3038565" h="324890">
                  <a:moveTo>
                    <a:pt x="3038565" y="32489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8" name="pl8698"/>
            <p:cNvSpPr/>
            <p:nvPr/>
          </p:nvSpPr>
          <p:spPr>
            <a:xfrm>
              <a:off x="2705261" y="5232086"/>
              <a:ext cx="215586" cy="0"/>
            </a:xfrm>
            <a:custGeom>
              <a:avLst/>
              <a:pathLst>
                <a:path w="215586" h="0">
                  <a:moveTo>
                    <a:pt x="215586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9" name="tx8699"/>
            <p:cNvSpPr/>
            <p:nvPr/>
          </p:nvSpPr>
          <p:spPr>
            <a:xfrm>
              <a:off x="1913003" y="5210156"/>
              <a:ext cx="419881" cy="4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43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pic>
          <p:nvPicPr>
            <p:cNvPr id="8700" name="pic8700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513193" y="5169370"/>
              <a:ext cx="188148" cy="125432"/>
            </a:xfrm>
            <a:prstGeom prst="rect">
              <a:avLst/>
            </a:prstGeom>
          </p:spPr>
        </p:pic>
        <p:sp>
          <p:nvSpPr>
            <p:cNvPr id="8701" name="pl8701"/>
            <p:cNvSpPr/>
            <p:nvPr/>
          </p:nvSpPr>
          <p:spPr>
            <a:xfrm>
              <a:off x="6671147" y="5232086"/>
              <a:ext cx="2599700" cy="250186"/>
            </a:xfrm>
            <a:custGeom>
              <a:avLst/>
              <a:pathLst>
                <a:path w="2599700" h="250186">
                  <a:moveTo>
                    <a:pt x="0" y="250186"/>
                  </a:moveTo>
                  <a:lnTo>
                    <a:pt x="259970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2" name="pl8702"/>
            <p:cNvSpPr/>
            <p:nvPr/>
          </p:nvSpPr>
          <p:spPr>
            <a:xfrm>
              <a:off x="9270847" y="5232086"/>
              <a:ext cx="215586" cy="0"/>
            </a:xfrm>
            <a:custGeom>
              <a:avLst/>
              <a:pathLst>
                <a:path w="215586" h="0">
                  <a:moveTo>
                    <a:pt x="0" y="0"/>
                  </a:moveTo>
                  <a:lnTo>
                    <a:pt x="215586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3" name="tx8703"/>
            <p:cNvSpPr/>
            <p:nvPr/>
          </p:nvSpPr>
          <p:spPr>
            <a:xfrm>
              <a:off x="9858810" y="5207812"/>
              <a:ext cx="301466" cy="461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8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pic>
          <p:nvPicPr>
            <p:cNvPr id="8704" name="pic8704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9490353" y="5169370"/>
              <a:ext cx="188148" cy="125432"/>
            </a:xfrm>
            <a:prstGeom prst="rect">
              <a:avLst/>
            </a:prstGeom>
          </p:spPr>
        </p:pic>
        <p:sp>
          <p:nvSpPr>
            <p:cNvPr id="8705" name="pl8705"/>
            <p:cNvSpPr/>
            <p:nvPr/>
          </p:nvSpPr>
          <p:spPr>
            <a:xfrm>
              <a:off x="7015762" y="4974502"/>
              <a:ext cx="2255085" cy="378205"/>
            </a:xfrm>
            <a:custGeom>
              <a:avLst/>
              <a:pathLst>
                <a:path w="2255085" h="378205">
                  <a:moveTo>
                    <a:pt x="0" y="378205"/>
                  </a:moveTo>
                  <a:lnTo>
                    <a:pt x="2255085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6" name="pl8706"/>
            <p:cNvSpPr/>
            <p:nvPr/>
          </p:nvSpPr>
          <p:spPr>
            <a:xfrm>
              <a:off x="9270847" y="4974502"/>
              <a:ext cx="215586" cy="0"/>
            </a:xfrm>
            <a:custGeom>
              <a:avLst/>
              <a:pathLst>
                <a:path w="215586" h="0">
                  <a:moveTo>
                    <a:pt x="0" y="0"/>
                  </a:moveTo>
                  <a:lnTo>
                    <a:pt x="215586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7" name="tx8707"/>
            <p:cNvSpPr/>
            <p:nvPr/>
          </p:nvSpPr>
          <p:spPr>
            <a:xfrm>
              <a:off x="9858810" y="4952572"/>
              <a:ext cx="388631" cy="4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43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pic>
          <p:nvPicPr>
            <p:cNvPr id="8708" name="pic8708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9490353" y="4911786"/>
              <a:ext cx="188148" cy="125432"/>
            </a:xfrm>
            <a:prstGeom prst="rect">
              <a:avLst/>
            </a:prstGeom>
          </p:spPr>
        </p:pic>
        <p:sp>
          <p:nvSpPr>
            <p:cNvPr id="8709" name="pl8709"/>
            <p:cNvSpPr/>
            <p:nvPr/>
          </p:nvSpPr>
          <p:spPr>
            <a:xfrm>
              <a:off x="7132988" y="4716918"/>
              <a:ext cx="2137858" cy="575206"/>
            </a:xfrm>
            <a:custGeom>
              <a:avLst/>
              <a:pathLst>
                <a:path w="2137858" h="575206">
                  <a:moveTo>
                    <a:pt x="0" y="575206"/>
                  </a:moveTo>
                  <a:lnTo>
                    <a:pt x="2137858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l8710"/>
            <p:cNvSpPr/>
            <p:nvPr/>
          </p:nvSpPr>
          <p:spPr>
            <a:xfrm>
              <a:off x="9270847" y="4716918"/>
              <a:ext cx="215586" cy="0"/>
            </a:xfrm>
            <a:custGeom>
              <a:avLst/>
              <a:pathLst>
                <a:path w="215586" h="0">
                  <a:moveTo>
                    <a:pt x="0" y="0"/>
                  </a:moveTo>
                  <a:lnTo>
                    <a:pt x="215586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tx8711"/>
            <p:cNvSpPr/>
            <p:nvPr/>
          </p:nvSpPr>
          <p:spPr>
            <a:xfrm>
              <a:off x="9858810" y="4692585"/>
              <a:ext cx="287952" cy="461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8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pic>
          <p:nvPicPr>
            <p:cNvPr id="8712" name="pic8712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9490353" y="4654202"/>
              <a:ext cx="188148" cy="125432"/>
            </a:xfrm>
            <a:prstGeom prst="rect">
              <a:avLst/>
            </a:prstGeom>
          </p:spPr>
        </p:pic>
        <p:sp>
          <p:nvSpPr>
            <p:cNvPr id="8713" name="pl8713"/>
            <p:cNvSpPr/>
            <p:nvPr/>
          </p:nvSpPr>
          <p:spPr>
            <a:xfrm>
              <a:off x="7203780" y="4459335"/>
              <a:ext cx="2067067" cy="791582"/>
            </a:xfrm>
            <a:custGeom>
              <a:avLst/>
              <a:pathLst>
                <a:path w="2067067" h="791582">
                  <a:moveTo>
                    <a:pt x="0" y="791582"/>
                  </a:moveTo>
                  <a:lnTo>
                    <a:pt x="2067067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pl8714"/>
            <p:cNvSpPr/>
            <p:nvPr/>
          </p:nvSpPr>
          <p:spPr>
            <a:xfrm>
              <a:off x="9270847" y="4459335"/>
              <a:ext cx="215586" cy="0"/>
            </a:xfrm>
            <a:custGeom>
              <a:avLst/>
              <a:pathLst>
                <a:path w="215586" h="0">
                  <a:moveTo>
                    <a:pt x="0" y="0"/>
                  </a:moveTo>
                  <a:lnTo>
                    <a:pt x="215586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tx8715"/>
            <p:cNvSpPr/>
            <p:nvPr/>
          </p:nvSpPr>
          <p:spPr>
            <a:xfrm>
              <a:off x="9858810" y="4435061"/>
              <a:ext cx="369242" cy="461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8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pic>
          <p:nvPicPr>
            <p:cNvPr id="8716" name="pic8716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9490353" y="4396619"/>
              <a:ext cx="188148" cy="125432"/>
            </a:xfrm>
            <a:prstGeom prst="rect">
              <a:avLst/>
            </a:prstGeom>
          </p:spPr>
        </p:pic>
        <p:sp>
          <p:nvSpPr>
            <p:cNvPr id="8717" name="pl8717"/>
            <p:cNvSpPr/>
            <p:nvPr/>
          </p:nvSpPr>
          <p:spPr>
            <a:xfrm>
              <a:off x="7387911" y="4201751"/>
              <a:ext cx="1882935" cy="923558"/>
            </a:xfrm>
            <a:custGeom>
              <a:avLst/>
              <a:pathLst>
                <a:path w="1882935" h="923558">
                  <a:moveTo>
                    <a:pt x="0" y="923558"/>
                  </a:moveTo>
                  <a:lnTo>
                    <a:pt x="1882935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pl8718"/>
            <p:cNvSpPr/>
            <p:nvPr/>
          </p:nvSpPr>
          <p:spPr>
            <a:xfrm>
              <a:off x="9270847" y="4201751"/>
              <a:ext cx="215586" cy="0"/>
            </a:xfrm>
            <a:custGeom>
              <a:avLst/>
              <a:pathLst>
                <a:path w="215586" h="0">
                  <a:moveTo>
                    <a:pt x="0" y="0"/>
                  </a:moveTo>
                  <a:lnTo>
                    <a:pt x="215586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9" name="tx8719"/>
            <p:cNvSpPr/>
            <p:nvPr/>
          </p:nvSpPr>
          <p:spPr>
            <a:xfrm>
              <a:off x="9858810" y="4177477"/>
              <a:ext cx="325189" cy="461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8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pic>
          <p:nvPicPr>
            <p:cNvPr id="8720" name="pic8720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9490353" y="4139035"/>
              <a:ext cx="188148" cy="125432"/>
            </a:xfrm>
            <a:prstGeom prst="rect">
              <a:avLst/>
            </a:prstGeom>
          </p:spPr>
        </p:pic>
        <p:sp>
          <p:nvSpPr>
            <p:cNvPr id="8721" name="pl8721"/>
            <p:cNvSpPr/>
            <p:nvPr/>
          </p:nvSpPr>
          <p:spPr>
            <a:xfrm>
              <a:off x="7500659" y="3944167"/>
              <a:ext cx="1770187" cy="1089014"/>
            </a:xfrm>
            <a:custGeom>
              <a:avLst/>
              <a:pathLst>
                <a:path w="1770187" h="1089014">
                  <a:moveTo>
                    <a:pt x="0" y="1089014"/>
                  </a:moveTo>
                  <a:lnTo>
                    <a:pt x="1770187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pl8722"/>
            <p:cNvSpPr/>
            <p:nvPr/>
          </p:nvSpPr>
          <p:spPr>
            <a:xfrm>
              <a:off x="9270847" y="3944167"/>
              <a:ext cx="215586" cy="0"/>
            </a:xfrm>
            <a:custGeom>
              <a:avLst/>
              <a:pathLst>
                <a:path w="215586" h="0">
                  <a:moveTo>
                    <a:pt x="0" y="0"/>
                  </a:moveTo>
                  <a:lnTo>
                    <a:pt x="215586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3" name="tx8723"/>
            <p:cNvSpPr/>
            <p:nvPr/>
          </p:nvSpPr>
          <p:spPr>
            <a:xfrm>
              <a:off x="9858810" y="3910370"/>
              <a:ext cx="441825" cy="540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43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Caprimulgiformes</a:t>
              </a:r>
            </a:p>
          </p:txBody>
        </p:sp>
        <p:pic>
          <p:nvPicPr>
            <p:cNvPr id="8724" name="pic8724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9490353" y="3881451"/>
              <a:ext cx="188148" cy="125432"/>
            </a:xfrm>
            <a:prstGeom prst="rect">
              <a:avLst/>
            </a:prstGeom>
          </p:spPr>
        </p:pic>
        <p:sp>
          <p:nvSpPr>
            <p:cNvPr id="8725" name="pl8725"/>
            <p:cNvSpPr/>
            <p:nvPr/>
          </p:nvSpPr>
          <p:spPr>
            <a:xfrm>
              <a:off x="7681909" y="3686583"/>
              <a:ext cx="1588938" cy="1167655"/>
            </a:xfrm>
            <a:custGeom>
              <a:avLst/>
              <a:pathLst>
                <a:path w="1588938" h="1167655">
                  <a:moveTo>
                    <a:pt x="0" y="1167655"/>
                  </a:moveTo>
                  <a:lnTo>
                    <a:pt x="1588938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l8726"/>
            <p:cNvSpPr/>
            <p:nvPr/>
          </p:nvSpPr>
          <p:spPr>
            <a:xfrm>
              <a:off x="9270847" y="3686583"/>
              <a:ext cx="215586" cy="0"/>
            </a:xfrm>
            <a:custGeom>
              <a:avLst/>
              <a:pathLst>
                <a:path w="215586" h="0">
                  <a:moveTo>
                    <a:pt x="0" y="0"/>
                  </a:moveTo>
                  <a:lnTo>
                    <a:pt x="215586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tx8727"/>
            <p:cNvSpPr/>
            <p:nvPr/>
          </p:nvSpPr>
          <p:spPr>
            <a:xfrm>
              <a:off x="9858810" y="3662309"/>
              <a:ext cx="409902" cy="461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8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pic>
          <p:nvPicPr>
            <p:cNvPr id="8728" name="pic8728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9490353" y="3623867"/>
              <a:ext cx="188148" cy="125432"/>
            </a:xfrm>
            <a:prstGeom prst="rect">
              <a:avLst/>
            </a:prstGeom>
          </p:spPr>
        </p:pic>
        <p:sp>
          <p:nvSpPr>
            <p:cNvPr id="8729" name="pl8729"/>
            <p:cNvSpPr/>
            <p:nvPr/>
          </p:nvSpPr>
          <p:spPr>
            <a:xfrm>
              <a:off x="7789396" y="3428999"/>
              <a:ext cx="1481451" cy="1295681"/>
            </a:xfrm>
            <a:custGeom>
              <a:avLst/>
              <a:pathLst>
                <a:path w="1481451" h="1295681">
                  <a:moveTo>
                    <a:pt x="0" y="1295681"/>
                  </a:moveTo>
                  <a:lnTo>
                    <a:pt x="1481451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l8730"/>
            <p:cNvSpPr/>
            <p:nvPr/>
          </p:nvSpPr>
          <p:spPr>
            <a:xfrm>
              <a:off x="9270847" y="3428999"/>
              <a:ext cx="215586" cy="0"/>
            </a:xfrm>
            <a:custGeom>
              <a:avLst/>
              <a:pathLst>
                <a:path w="215586" h="0">
                  <a:moveTo>
                    <a:pt x="0" y="0"/>
                  </a:moveTo>
                  <a:lnTo>
                    <a:pt x="215586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tx8731"/>
            <p:cNvSpPr/>
            <p:nvPr/>
          </p:nvSpPr>
          <p:spPr>
            <a:xfrm>
              <a:off x="9858810" y="3407069"/>
              <a:ext cx="360354" cy="4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43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Pterocliformes</a:t>
              </a:r>
            </a:p>
          </p:txBody>
        </p:sp>
        <p:pic>
          <p:nvPicPr>
            <p:cNvPr id="8732" name="pic8732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9490353" y="3366283"/>
              <a:ext cx="188148" cy="125432"/>
            </a:xfrm>
            <a:prstGeom prst="rect">
              <a:avLst/>
            </a:prstGeom>
          </p:spPr>
        </p:pic>
        <p:sp>
          <p:nvSpPr>
            <p:cNvPr id="8733" name="pl8733"/>
            <p:cNvSpPr/>
            <p:nvPr/>
          </p:nvSpPr>
          <p:spPr>
            <a:xfrm>
              <a:off x="7850932" y="3171416"/>
              <a:ext cx="1419915" cy="1468606"/>
            </a:xfrm>
            <a:custGeom>
              <a:avLst/>
              <a:pathLst>
                <a:path w="1419915" h="1468606">
                  <a:moveTo>
                    <a:pt x="0" y="1468606"/>
                  </a:moveTo>
                  <a:lnTo>
                    <a:pt x="1419915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pl8734"/>
            <p:cNvSpPr/>
            <p:nvPr/>
          </p:nvSpPr>
          <p:spPr>
            <a:xfrm>
              <a:off x="9270847" y="3171416"/>
              <a:ext cx="215586" cy="0"/>
            </a:xfrm>
            <a:custGeom>
              <a:avLst/>
              <a:pathLst>
                <a:path w="215586" h="0">
                  <a:moveTo>
                    <a:pt x="0" y="0"/>
                  </a:moveTo>
                  <a:lnTo>
                    <a:pt x="215586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tx8735"/>
            <p:cNvSpPr/>
            <p:nvPr/>
          </p:nvSpPr>
          <p:spPr>
            <a:xfrm>
              <a:off x="9858810" y="3147142"/>
              <a:ext cx="355699" cy="461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8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pic>
          <p:nvPicPr>
            <p:cNvPr id="8736" name="pic8736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9490353" y="3108700"/>
              <a:ext cx="188148" cy="125432"/>
            </a:xfrm>
            <a:prstGeom prst="rect">
              <a:avLst/>
            </a:prstGeom>
          </p:spPr>
        </p:pic>
        <p:sp>
          <p:nvSpPr>
            <p:cNvPr id="8737" name="pl8737"/>
            <p:cNvSpPr/>
            <p:nvPr/>
          </p:nvSpPr>
          <p:spPr>
            <a:xfrm>
              <a:off x="7873868" y="2913832"/>
              <a:ext cx="1396978" cy="1692256"/>
            </a:xfrm>
            <a:custGeom>
              <a:avLst/>
              <a:pathLst>
                <a:path w="1396978" h="1692256">
                  <a:moveTo>
                    <a:pt x="0" y="1692256"/>
                  </a:moveTo>
                  <a:lnTo>
                    <a:pt x="1396978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pl8738"/>
            <p:cNvSpPr/>
            <p:nvPr/>
          </p:nvSpPr>
          <p:spPr>
            <a:xfrm>
              <a:off x="9270847" y="2913832"/>
              <a:ext cx="215586" cy="0"/>
            </a:xfrm>
            <a:custGeom>
              <a:avLst/>
              <a:pathLst>
                <a:path w="215586" h="0">
                  <a:moveTo>
                    <a:pt x="0" y="0"/>
                  </a:moveTo>
                  <a:lnTo>
                    <a:pt x="215586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9" name="tx8739"/>
            <p:cNvSpPr/>
            <p:nvPr/>
          </p:nvSpPr>
          <p:spPr>
            <a:xfrm>
              <a:off x="9858810" y="2889558"/>
              <a:ext cx="308252" cy="461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8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pic>
          <p:nvPicPr>
            <p:cNvPr id="8740" name="pic8740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490353" y="2851116"/>
              <a:ext cx="188148" cy="125432"/>
            </a:xfrm>
            <a:prstGeom prst="rect">
              <a:avLst/>
            </a:prstGeom>
          </p:spPr>
        </p:pic>
        <p:sp>
          <p:nvSpPr>
            <p:cNvPr id="8741" name="pl8741"/>
            <p:cNvSpPr/>
            <p:nvPr/>
          </p:nvSpPr>
          <p:spPr>
            <a:xfrm>
              <a:off x="7908240" y="2656248"/>
              <a:ext cx="1362607" cy="1896196"/>
            </a:xfrm>
            <a:custGeom>
              <a:avLst/>
              <a:pathLst>
                <a:path w="1362607" h="1896196">
                  <a:moveTo>
                    <a:pt x="0" y="1896196"/>
                  </a:moveTo>
                  <a:lnTo>
                    <a:pt x="1362607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pl8742"/>
            <p:cNvSpPr/>
            <p:nvPr/>
          </p:nvSpPr>
          <p:spPr>
            <a:xfrm>
              <a:off x="9270847" y="2656248"/>
              <a:ext cx="215586" cy="0"/>
            </a:xfrm>
            <a:custGeom>
              <a:avLst/>
              <a:pathLst>
                <a:path w="215586" h="0">
                  <a:moveTo>
                    <a:pt x="0" y="0"/>
                  </a:moveTo>
                  <a:lnTo>
                    <a:pt x="215586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3" name="tx8743"/>
            <p:cNvSpPr/>
            <p:nvPr/>
          </p:nvSpPr>
          <p:spPr>
            <a:xfrm>
              <a:off x="9858810" y="2631915"/>
              <a:ext cx="311646" cy="461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8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Otidiformes</a:t>
              </a:r>
            </a:p>
          </p:txBody>
        </p:sp>
        <p:pic>
          <p:nvPicPr>
            <p:cNvPr id="8744" name="pic8744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490353" y="2593532"/>
              <a:ext cx="188148" cy="125432"/>
            </a:xfrm>
            <a:prstGeom prst="rect">
              <a:avLst/>
            </a:prstGeom>
          </p:spPr>
        </p:pic>
        <p:sp>
          <p:nvSpPr>
            <p:cNvPr id="8745" name="pl8745"/>
            <p:cNvSpPr/>
            <p:nvPr/>
          </p:nvSpPr>
          <p:spPr>
            <a:xfrm>
              <a:off x="7927156" y="2398664"/>
              <a:ext cx="1343690" cy="2122673"/>
            </a:xfrm>
            <a:custGeom>
              <a:avLst/>
              <a:pathLst>
                <a:path w="1343690" h="2122673">
                  <a:moveTo>
                    <a:pt x="0" y="2122673"/>
                  </a:moveTo>
                  <a:lnTo>
                    <a:pt x="134369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l8746"/>
            <p:cNvSpPr/>
            <p:nvPr/>
          </p:nvSpPr>
          <p:spPr>
            <a:xfrm>
              <a:off x="9270847" y="2398664"/>
              <a:ext cx="215586" cy="0"/>
            </a:xfrm>
            <a:custGeom>
              <a:avLst/>
              <a:pathLst>
                <a:path w="215586" h="0">
                  <a:moveTo>
                    <a:pt x="0" y="0"/>
                  </a:moveTo>
                  <a:lnTo>
                    <a:pt x="215586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tx8747"/>
            <p:cNvSpPr/>
            <p:nvPr/>
          </p:nvSpPr>
          <p:spPr>
            <a:xfrm>
              <a:off x="9858810" y="2366106"/>
              <a:ext cx="432519" cy="527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43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Podicipediformes</a:t>
              </a:r>
            </a:p>
          </p:txBody>
        </p:sp>
        <p:pic>
          <p:nvPicPr>
            <p:cNvPr id="8748" name="pic8748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9490353" y="2335948"/>
              <a:ext cx="188148" cy="125432"/>
            </a:xfrm>
            <a:prstGeom prst="rect">
              <a:avLst/>
            </a:prstGeom>
          </p:spPr>
        </p:pic>
        <p:sp>
          <p:nvSpPr>
            <p:cNvPr id="8749" name="pl8749"/>
            <p:cNvSpPr/>
            <p:nvPr/>
          </p:nvSpPr>
          <p:spPr>
            <a:xfrm>
              <a:off x="7940994" y="2141081"/>
              <a:ext cx="1329853" cy="2356718"/>
            </a:xfrm>
            <a:custGeom>
              <a:avLst/>
              <a:pathLst>
                <a:path w="1329853" h="2356718">
                  <a:moveTo>
                    <a:pt x="0" y="2356718"/>
                  </a:moveTo>
                  <a:lnTo>
                    <a:pt x="1329853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l8750"/>
            <p:cNvSpPr/>
            <p:nvPr/>
          </p:nvSpPr>
          <p:spPr>
            <a:xfrm>
              <a:off x="9270847" y="2141081"/>
              <a:ext cx="215586" cy="0"/>
            </a:xfrm>
            <a:custGeom>
              <a:avLst/>
              <a:pathLst>
                <a:path w="215586" h="0">
                  <a:moveTo>
                    <a:pt x="0" y="0"/>
                  </a:moveTo>
                  <a:lnTo>
                    <a:pt x="215586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tx8751"/>
            <p:cNvSpPr/>
            <p:nvPr/>
          </p:nvSpPr>
          <p:spPr>
            <a:xfrm>
              <a:off x="9858810" y="2111162"/>
              <a:ext cx="475224" cy="485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8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Phoenicopteriformes</a:t>
              </a:r>
            </a:p>
          </p:txBody>
        </p:sp>
        <p:pic>
          <p:nvPicPr>
            <p:cNvPr id="8752" name="pic8752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9490353" y="2078365"/>
              <a:ext cx="188148" cy="125432"/>
            </a:xfrm>
            <a:prstGeom prst="rect">
              <a:avLst/>
            </a:prstGeom>
          </p:spPr>
        </p:pic>
        <p:sp>
          <p:nvSpPr>
            <p:cNvPr id="8753" name="pl8753"/>
            <p:cNvSpPr/>
            <p:nvPr/>
          </p:nvSpPr>
          <p:spPr>
            <a:xfrm>
              <a:off x="8211310" y="1883497"/>
              <a:ext cx="1059537" cy="1813298"/>
            </a:xfrm>
            <a:custGeom>
              <a:avLst/>
              <a:pathLst>
                <a:path w="1059537" h="1813298">
                  <a:moveTo>
                    <a:pt x="0" y="1813298"/>
                  </a:moveTo>
                  <a:lnTo>
                    <a:pt x="1059537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pl8754"/>
            <p:cNvSpPr/>
            <p:nvPr/>
          </p:nvSpPr>
          <p:spPr>
            <a:xfrm>
              <a:off x="9270847" y="1883497"/>
              <a:ext cx="215586" cy="0"/>
            </a:xfrm>
            <a:custGeom>
              <a:avLst/>
              <a:pathLst>
                <a:path w="215586" h="0">
                  <a:moveTo>
                    <a:pt x="0" y="0"/>
                  </a:moveTo>
                  <a:lnTo>
                    <a:pt x="215586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tx8755"/>
            <p:cNvSpPr/>
            <p:nvPr/>
          </p:nvSpPr>
          <p:spPr>
            <a:xfrm>
              <a:off x="9858810" y="1859789"/>
              <a:ext cx="359092" cy="455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8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pic>
          <p:nvPicPr>
            <p:cNvPr id="8756" name="pic8756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9490353" y="1820781"/>
              <a:ext cx="188148" cy="125432"/>
            </a:xfrm>
            <a:prstGeom prst="rect">
              <a:avLst/>
            </a:prstGeom>
          </p:spPr>
        </p:pic>
        <p:sp>
          <p:nvSpPr>
            <p:cNvPr id="8757" name="pl8757"/>
            <p:cNvSpPr/>
            <p:nvPr/>
          </p:nvSpPr>
          <p:spPr>
            <a:xfrm>
              <a:off x="8228188" y="1625913"/>
              <a:ext cx="1042659" cy="1807637"/>
            </a:xfrm>
            <a:custGeom>
              <a:avLst/>
              <a:pathLst>
                <a:path w="1042659" h="1807637">
                  <a:moveTo>
                    <a:pt x="0" y="1807637"/>
                  </a:moveTo>
                  <a:lnTo>
                    <a:pt x="104265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pl8758"/>
            <p:cNvSpPr/>
            <p:nvPr/>
          </p:nvSpPr>
          <p:spPr>
            <a:xfrm>
              <a:off x="9270847" y="1625913"/>
              <a:ext cx="215586" cy="0"/>
            </a:xfrm>
            <a:custGeom>
              <a:avLst/>
              <a:pathLst>
                <a:path w="215586" h="0">
                  <a:moveTo>
                    <a:pt x="0" y="0"/>
                  </a:moveTo>
                  <a:lnTo>
                    <a:pt x="215586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9" name="tx8759"/>
            <p:cNvSpPr/>
            <p:nvPr/>
          </p:nvSpPr>
          <p:spPr>
            <a:xfrm>
              <a:off x="9858810" y="1602205"/>
              <a:ext cx="389572" cy="455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8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pic>
          <p:nvPicPr>
            <p:cNvPr id="8760" name="pic8760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9490353" y="1563197"/>
              <a:ext cx="188148" cy="125432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2026-04-17T21:40:49Z</dcterms:modified>
  <cp:category/>
</cp:coreProperties>
</file>