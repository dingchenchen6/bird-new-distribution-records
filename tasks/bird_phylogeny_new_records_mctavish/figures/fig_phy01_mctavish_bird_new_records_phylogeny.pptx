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1756b11d2c2b08ff2c6455ba91983e50a392fa82.png"/>
<Relationship Id="rId5" Type="http://schemas.openxmlformats.org/officeDocument/2006/relationships/image" Target="../media/f6e8d9cbe909b71d6d7bc31db15659bca1a7afb4.png"/>
<Relationship Id="rId6" Type="http://schemas.openxmlformats.org/officeDocument/2006/relationships/image" Target="../media/de7e174a25296aa7d5f78405092530e6e891a926.png"/>
<Relationship Id="rId7" Type="http://schemas.openxmlformats.org/officeDocument/2006/relationships/image" Target="../media/4b2023e4ae9dd99cbfcd530fd63f70ccc8d736b9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611732a38956872aa25221e9e1157ece57f76bbe.png"/>
<Relationship Id="rId10" Type="http://schemas.openxmlformats.org/officeDocument/2006/relationships/image" Target="../media/b4e19efb8409260df25701b79bb4a9727ca1e25e.png"/>
<Relationship Id="rId11" Type="http://schemas.openxmlformats.org/officeDocument/2006/relationships/image" Target="../media/8e504936a0d060f4ffcc8d8be7209b9008b55cb5.png"/>
<Relationship Id="rId12" Type="http://schemas.openxmlformats.org/officeDocument/2006/relationships/image" Target="../media/704065eeff6371c2ac8b0df42ba692d6314ca5ed.png"/>
<Relationship Id="rId13" Type="http://schemas.openxmlformats.org/officeDocument/2006/relationships/image" Target="../media/4c087c90bdd26394dabddcc29277bb527b86c2b4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7238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7238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7238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7238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7238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7238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7238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7238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7441095" y="3980677"/>
              <a:ext cx="798834" cy="1206658"/>
            </a:xfrm>
            <a:custGeom>
              <a:avLst/>
              <a:pathLst>
                <a:path w="798834" h="1206658">
                  <a:moveTo>
                    <a:pt x="0" y="1206658"/>
                  </a:moveTo>
                  <a:lnTo>
                    <a:pt x="4697" y="1203054"/>
                  </a:lnTo>
                  <a:lnTo>
                    <a:pt x="9385" y="1199438"/>
                  </a:lnTo>
                  <a:lnTo>
                    <a:pt x="14063" y="1195809"/>
                  </a:lnTo>
                  <a:lnTo>
                    <a:pt x="18731" y="1192167"/>
                  </a:lnTo>
                  <a:lnTo>
                    <a:pt x="23389" y="1188514"/>
                  </a:lnTo>
                  <a:lnTo>
                    <a:pt x="28038" y="1184847"/>
                  </a:lnTo>
                  <a:lnTo>
                    <a:pt x="32677" y="1181169"/>
                  </a:lnTo>
                  <a:lnTo>
                    <a:pt x="37306" y="1177478"/>
                  </a:lnTo>
                  <a:lnTo>
                    <a:pt x="41925" y="1173774"/>
                  </a:lnTo>
                  <a:lnTo>
                    <a:pt x="46535" y="1170058"/>
                  </a:lnTo>
                  <a:lnTo>
                    <a:pt x="51134" y="1166330"/>
                  </a:lnTo>
                  <a:lnTo>
                    <a:pt x="55723" y="1162590"/>
                  </a:lnTo>
                  <a:lnTo>
                    <a:pt x="60303" y="1158837"/>
                  </a:lnTo>
                  <a:lnTo>
                    <a:pt x="64872" y="1155072"/>
                  </a:lnTo>
                  <a:lnTo>
                    <a:pt x="69431" y="1151295"/>
                  </a:lnTo>
                  <a:lnTo>
                    <a:pt x="73980" y="1147506"/>
                  </a:lnTo>
                  <a:lnTo>
                    <a:pt x="78519" y="1143705"/>
                  </a:lnTo>
                  <a:lnTo>
                    <a:pt x="83048" y="1139891"/>
                  </a:lnTo>
                  <a:lnTo>
                    <a:pt x="87566" y="1136066"/>
                  </a:lnTo>
                  <a:lnTo>
                    <a:pt x="92075" y="1132228"/>
                  </a:lnTo>
                  <a:lnTo>
                    <a:pt x="96573" y="1128378"/>
                  </a:lnTo>
                  <a:lnTo>
                    <a:pt x="101060" y="1124516"/>
                  </a:lnTo>
                  <a:lnTo>
                    <a:pt x="105538" y="1120643"/>
                  </a:lnTo>
                  <a:lnTo>
                    <a:pt x="110005" y="1116757"/>
                  </a:lnTo>
                  <a:lnTo>
                    <a:pt x="114461" y="1112859"/>
                  </a:lnTo>
                  <a:lnTo>
                    <a:pt x="118907" y="1108950"/>
                  </a:lnTo>
                  <a:lnTo>
                    <a:pt x="123343" y="1105028"/>
                  </a:lnTo>
                  <a:lnTo>
                    <a:pt x="127768" y="1101095"/>
                  </a:lnTo>
                  <a:lnTo>
                    <a:pt x="132183" y="1097150"/>
                  </a:lnTo>
                  <a:lnTo>
                    <a:pt x="136587" y="1093193"/>
                  </a:lnTo>
                  <a:lnTo>
                    <a:pt x="140980" y="1089225"/>
                  </a:lnTo>
                  <a:lnTo>
                    <a:pt x="145363" y="1085244"/>
                  </a:lnTo>
                  <a:lnTo>
                    <a:pt x="149735" y="1081252"/>
                  </a:lnTo>
                  <a:lnTo>
                    <a:pt x="154097" y="1077248"/>
                  </a:lnTo>
                  <a:lnTo>
                    <a:pt x="158447" y="1073233"/>
                  </a:lnTo>
                  <a:lnTo>
                    <a:pt x="162787" y="1069206"/>
                  </a:lnTo>
                  <a:lnTo>
                    <a:pt x="167117" y="1065167"/>
                  </a:lnTo>
                  <a:lnTo>
                    <a:pt x="171435" y="1061117"/>
                  </a:lnTo>
                  <a:lnTo>
                    <a:pt x="175742" y="1057055"/>
                  </a:lnTo>
                  <a:lnTo>
                    <a:pt x="180039" y="1052982"/>
                  </a:lnTo>
                  <a:lnTo>
                    <a:pt x="184325" y="1048898"/>
                  </a:lnTo>
                  <a:lnTo>
                    <a:pt x="188600" y="1044801"/>
                  </a:lnTo>
                  <a:lnTo>
                    <a:pt x="192864" y="1040694"/>
                  </a:lnTo>
                  <a:lnTo>
                    <a:pt x="197116" y="1036575"/>
                  </a:lnTo>
                  <a:lnTo>
                    <a:pt x="201358" y="1032445"/>
                  </a:lnTo>
                  <a:lnTo>
                    <a:pt x="205589" y="1028303"/>
                  </a:lnTo>
                  <a:lnTo>
                    <a:pt x="209809" y="1024150"/>
                  </a:lnTo>
                  <a:lnTo>
                    <a:pt x="214017" y="1019986"/>
                  </a:lnTo>
                  <a:lnTo>
                    <a:pt x="218215" y="1015810"/>
                  </a:lnTo>
                  <a:lnTo>
                    <a:pt x="222401" y="1011624"/>
                  </a:lnTo>
                  <a:lnTo>
                    <a:pt x="226576" y="1007426"/>
                  </a:lnTo>
                  <a:lnTo>
                    <a:pt x="230740" y="1003217"/>
                  </a:lnTo>
                  <a:lnTo>
                    <a:pt x="234892" y="998997"/>
                  </a:lnTo>
                  <a:lnTo>
                    <a:pt x="239033" y="994766"/>
                  </a:lnTo>
                  <a:lnTo>
                    <a:pt x="243163" y="990523"/>
                  </a:lnTo>
                  <a:lnTo>
                    <a:pt x="247282" y="986270"/>
                  </a:lnTo>
                  <a:lnTo>
                    <a:pt x="251389" y="982006"/>
                  </a:lnTo>
                  <a:lnTo>
                    <a:pt x="255484" y="977731"/>
                  </a:lnTo>
                  <a:lnTo>
                    <a:pt x="259569" y="973445"/>
                  </a:lnTo>
                  <a:lnTo>
                    <a:pt x="263641" y="969147"/>
                  </a:lnTo>
                  <a:lnTo>
                    <a:pt x="267703" y="964839"/>
                  </a:lnTo>
                  <a:lnTo>
                    <a:pt x="271752" y="960521"/>
                  </a:lnTo>
                  <a:lnTo>
                    <a:pt x="275791" y="956191"/>
                  </a:lnTo>
                  <a:lnTo>
                    <a:pt x="279817" y="951851"/>
                  </a:lnTo>
                  <a:lnTo>
                    <a:pt x="283832" y="947499"/>
                  </a:lnTo>
                  <a:lnTo>
                    <a:pt x="287835" y="943138"/>
                  </a:lnTo>
                  <a:lnTo>
                    <a:pt x="291827" y="938765"/>
                  </a:lnTo>
                  <a:lnTo>
                    <a:pt x="295807" y="934382"/>
                  </a:lnTo>
                  <a:lnTo>
                    <a:pt x="299775" y="929988"/>
                  </a:lnTo>
                  <a:lnTo>
                    <a:pt x="303732" y="925584"/>
                  </a:lnTo>
                  <a:lnTo>
                    <a:pt x="307676" y="921168"/>
                  </a:lnTo>
                  <a:lnTo>
                    <a:pt x="311609" y="916743"/>
                  </a:lnTo>
                  <a:lnTo>
                    <a:pt x="315530" y="912307"/>
                  </a:lnTo>
                  <a:lnTo>
                    <a:pt x="319439" y="907860"/>
                  </a:lnTo>
                  <a:lnTo>
                    <a:pt x="323336" y="903403"/>
                  </a:lnTo>
                  <a:lnTo>
                    <a:pt x="327221" y="898936"/>
                  </a:lnTo>
                  <a:lnTo>
                    <a:pt x="331095" y="894458"/>
                  </a:lnTo>
                  <a:lnTo>
                    <a:pt x="334956" y="889970"/>
                  </a:lnTo>
                  <a:lnTo>
                    <a:pt x="338805" y="885472"/>
                  </a:lnTo>
                  <a:lnTo>
                    <a:pt x="342643" y="880963"/>
                  </a:lnTo>
                  <a:lnTo>
                    <a:pt x="346468" y="876444"/>
                  </a:lnTo>
                  <a:lnTo>
                    <a:pt x="350281" y="871915"/>
                  </a:lnTo>
                  <a:lnTo>
                    <a:pt x="354082" y="867376"/>
                  </a:lnTo>
                  <a:lnTo>
                    <a:pt x="357870" y="862826"/>
                  </a:lnTo>
                  <a:lnTo>
                    <a:pt x="361647" y="858267"/>
                  </a:lnTo>
                  <a:lnTo>
                    <a:pt x="365411" y="853697"/>
                  </a:lnTo>
                  <a:lnTo>
                    <a:pt x="369164" y="849117"/>
                  </a:lnTo>
                  <a:lnTo>
                    <a:pt x="372904" y="844528"/>
                  </a:lnTo>
                  <a:lnTo>
                    <a:pt x="376631" y="839928"/>
                  </a:lnTo>
                  <a:lnTo>
                    <a:pt x="380346" y="835318"/>
                  </a:lnTo>
                  <a:lnTo>
                    <a:pt x="384049" y="830699"/>
                  </a:lnTo>
                  <a:lnTo>
                    <a:pt x="387740" y="826069"/>
                  </a:lnTo>
                  <a:lnTo>
                    <a:pt x="391418" y="821430"/>
                  </a:lnTo>
                  <a:lnTo>
                    <a:pt x="395084" y="816781"/>
                  </a:lnTo>
                  <a:lnTo>
                    <a:pt x="398737" y="812122"/>
                  </a:lnTo>
                  <a:lnTo>
                    <a:pt x="402378" y="807453"/>
                  </a:lnTo>
                  <a:lnTo>
                    <a:pt x="406007" y="802775"/>
                  </a:lnTo>
                  <a:lnTo>
                    <a:pt x="409622" y="798087"/>
                  </a:lnTo>
                  <a:lnTo>
                    <a:pt x="413226" y="793389"/>
                  </a:lnTo>
                  <a:lnTo>
                    <a:pt x="416816" y="788682"/>
                  </a:lnTo>
                  <a:lnTo>
                    <a:pt x="420394" y="783965"/>
                  </a:lnTo>
                  <a:lnTo>
                    <a:pt x="423960" y="779238"/>
                  </a:lnTo>
                  <a:lnTo>
                    <a:pt x="427513" y="774502"/>
                  </a:lnTo>
                  <a:lnTo>
                    <a:pt x="431053" y="769757"/>
                  </a:lnTo>
                  <a:lnTo>
                    <a:pt x="434580" y="765002"/>
                  </a:lnTo>
                  <a:lnTo>
                    <a:pt x="438095" y="760238"/>
                  </a:lnTo>
                  <a:lnTo>
                    <a:pt x="441597" y="755464"/>
                  </a:lnTo>
                  <a:lnTo>
                    <a:pt x="445086" y="750681"/>
                  </a:lnTo>
                  <a:lnTo>
                    <a:pt x="448563" y="745888"/>
                  </a:lnTo>
                  <a:lnTo>
                    <a:pt x="452026" y="741087"/>
                  </a:lnTo>
                  <a:lnTo>
                    <a:pt x="455477" y="736276"/>
                  </a:lnTo>
                  <a:lnTo>
                    <a:pt x="458915" y="731456"/>
                  </a:lnTo>
                  <a:lnTo>
                    <a:pt x="462340" y="726626"/>
                  </a:lnTo>
                  <a:lnTo>
                    <a:pt x="465752" y="721788"/>
                  </a:lnTo>
                  <a:lnTo>
                    <a:pt x="469151" y="716940"/>
                  </a:lnTo>
                  <a:lnTo>
                    <a:pt x="472537" y="712084"/>
                  </a:lnTo>
                  <a:lnTo>
                    <a:pt x="475910" y="707218"/>
                  </a:lnTo>
                  <a:lnTo>
                    <a:pt x="479270" y="702343"/>
                  </a:lnTo>
                  <a:lnTo>
                    <a:pt x="482617" y="697460"/>
                  </a:lnTo>
                  <a:lnTo>
                    <a:pt x="485951" y="692567"/>
                  </a:lnTo>
                  <a:lnTo>
                    <a:pt x="489272" y="687666"/>
                  </a:lnTo>
                  <a:lnTo>
                    <a:pt x="492579" y="682755"/>
                  </a:lnTo>
                  <a:lnTo>
                    <a:pt x="495874" y="677836"/>
                  </a:lnTo>
                  <a:lnTo>
                    <a:pt x="499155" y="672908"/>
                  </a:lnTo>
                  <a:lnTo>
                    <a:pt x="502424" y="667971"/>
                  </a:lnTo>
                  <a:lnTo>
                    <a:pt x="505679" y="663026"/>
                  </a:lnTo>
                  <a:lnTo>
                    <a:pt x="508920" y="658072"/>
                  </a:lnTo>
                  <a:lnTo>
                    <a:pt x="512149" y="653109"/>
                  </a:lnTo>
                  <a:lnTo>
                    <a:pt x="515364" y="648138"/>
                  </a:lnTo>
                  <a:lnTo>
                    <a:pt x="518566" y="643158"/>
                  </a:lnTo>
                  <a:lnTo>
                    <a:pt x="521755" y="638169"/>
                  </a:lnTo>
                  <a:lnTo>
                    <a:pt x="524930" y="633172"/>
                  </a:lnTo>
                  <a:lnTo>
                    <a:pt x="528092" y="628167"/>
                  </a:lnTo>
                  <a:lnTo>
                    <a:pt x="531240" y="623153"/>
                  </a:lnTo>
                  <a:lnTo>
                    <a:pt x="534375" y="618130"/>
                  </a:lnTo>
                  <a:lnTo>
                    <a:pt x="537497" y="613100"/>
                  </a:lnTo>
                  <a:lnTo>
                    <a:pt x="540605" y="608061"/>
                  </a:lnTo>
                  <a:lnTo>
                    <a:pt x="543700" y="603013"/>
                  </a:lnTo>
                  <a:lnTo>
                    <a:pt x="546781" y="597958"/>
                  </a:lnTo>
                  <a:lnTo>
                    <a:pt x="549848" y="592894"/>
                  </a:lnTo>
                  <a:lnTo>
                    <a:pt x="552902" y="587822"/>
                  </a:lnTo>
                  <a:lnTo>
                    <a:pt x="555943" y="582742"/>
                  </a:lnTo>
                  <a:lnTo>
                    <a:pt x="558970" y="577653"/>
                  </a:lnTo>
                  <a:lnTo>
                    <a:pt x="561983" y="572557"/>
                  </a:lnTo>
                  <a:lnTo>
                    <a:pt x="564983" y="567453"/>
                  </a:lnTo>
                  <a:lnTo>
                    <a:pt x="567969" y="562340"/>
                  </a:lnTo>
                  <a:lnTo>
                    <a:pt x="570941" y="557220"/>
                  </a:lnTo>
                  <a:lnTo>
                    <a:pt x="573900" y="552092"/>
                  </a:lnTo>
                  <a:lnTo>
                    <a:pt x="576844" y="546956"/>
                  </a:lnTo>
                  <a:lnTo>
                    <a:pt x="579776" y="541812"/>
                  </a:lnTo>
                  <a:lnTo>
                    <a:pt x="582693" y="536660"/>
                  </a:lnTo>
                  <a:lnTo>
                    <a:pt x="585596" y="531500"/>
                  </a:lnTo>
                  <a:lnTo>
                    <a:pt x="588486" y="526333"/>
                  </a:lnTo>
                  <a:lnTo>
                    <a:pt x="591362" y="521158"/>
                  </a:lnTo>
                  <a:lnTo>
                    <a:pt x="594224" y="515975"/>
                  </a:lnTo>
                  <a:lnTo>
                    <a:pt x="597072" y="510784"/>
                  </a:lnTo>
                  <a:lnTo>
                    <a:pt x="599907" y="505586"/>
                  </a:lnTo>
                  <a:lnTo>
                    <a:pt x="602727" y="500381"/>
                  </a:lnTo>
                  <a:lnTo>
                    <a:pt x="605534" y="495168"/>
                  </a:lnTo>
                  <a:lnTo>
                    <a:pt x="608326" y="489947"/>
                  </a:lnTo>
                  <a:lnTo>
                    <a:pt x="611105" y="484719"/>
                  </a:lnTo>
                  <a:lnTo>
                    <a:pt x="613869" y="479484"/>
                  </a:lnTo>
                  <a:lnTo>
                    <a:pt x="616620" y="474241"/>
                  </a:lnTo>
                  <a:lnTo>
                    <a:pt x="619356" y="468991"/>
                  </a:lnTo>
                  <a:lnTo>
                    <a:pt x="622079" y="463734"/>
                  </a:lnTo>
                  <a:lnTo>
                    <a:pt x="624787" y="458469"/>
                  </a:lnTo>
                  <a:lnTo>
                    <a:pt x="627481" y="453197"/>
                  </a:lnTo>
                  <a:lnTo>
                    <a:pt x="630162" y="447918"/>
                  </a:lnTo>
                  <a:lnTo>
                    <a:pt x="632828" y="442632"/>
                  </a:lnTo>
                  <a:lnTo>
                    <a:pt x="635480" y="437338"/>
                  </a:lnTo>
                  <a:lnTo>
                    <a:pt x="638117" y="432038"/>
                  </a:lnTo>
                  <a:lnTo>
                    <a:pt x="640741" y="426730"/>
                  </a:lnTo>
                  <a:lnTo>
                    <a:pt x="643350" y="421416"/>
                  </a:lnTo>
                  <a:lnTo>
                    <a:pt x="645945" y="416094"/>
                  </a:lnTo>
                  <a:lnTo>
                    <a:pt x="648526" y="410766"/>
                  </a:lnTo>
                  <a:lnTo>
                    <a:pt x="651093" y="405431"/>
                  </a:lnTo>
                  <a:lnTo>
                    <a:pt x="653645" y="400089"/>
                  </a:lnTo>
                  <a:lnTo>
                    <a:pt x="656184" y="394740"/>
                  </a:lnTo>
                  <a:lnTo>
                    <a:pt x="658707" y="389384"/>
                  </a:lnTo>
                  <a:lnTo>
                    <a:pt x="661217" y="384022"/>
                  </a:lnTo>
                  <a:lnTo>
                    <a:pt x="663712" y="378653"/>
                  </a:lnTo>
                  <a:lnTo>
                    <a:pt x="666193" y="373277"/>
                  </a:lnTo>
                  <a:lnTo>
                    <a:pt x="668659" y="367895"/>
                  </a:lnTo>
                  <a:lnTo>
                    <a:pt x="671111" y="362506"/>
                  </a:lnTo>
                  <a:lnTo>
                    <a:pt x="673548" y="357110"/>
                  </a:lnTo>
                  <a:lnTo>
                    <a:pt x="675971" y="351708"/>
                  </a:lnTo>
                  <a:lnTo>
                    <a:pt x="678380" y="346300"/>
                  </a:lnTo>
                  <a:lnTo>
                    <a:pt x="680774" y="340885"/>
                  </a:lnTo>
                  <a:lnTo>
                    <a:pt x="683154" y="335464"/>
                  </a:lnTo>
                  <a:lnTo>
                    <a:pt x="685519" y="330036"/>
                  </a:lnTo>
                  <a:lnTo>
                    <a:pt x="687870" y="324602"/>
                  </a:lnTo>
                  <a:lnTo>
                    <a:pt x="690206" y="319162"/>
                  </a:lnTo>
                  <a:lnTo>
                    <a:pt x="692527" y="313716"/>
                  </a:lnTo>
                  <a:lnTo>
                    <a:pt x="694834" y="308263"/>
                  </a:lnTo>
                  <a:lnTo>
                    <a:pt x="697127" y="302805"/>
                  </a:lnTo>
                  <a:lnTo>
                    <a:pt x="699404" y="297340"/>
                  </a:lnTo>
                  <a:lnTo>
                    <a:pt x="701668" y="291869"/>
                  </a:lnTo>
                  <a:lnTo>
                    <a:pt x="703916" y="286392"/>
                  </a:lnTo>
                  <a:lnTo>
                    <a:pt x="706150" y="280909"/>
                  </a:lnTo>
                  <a:lnTo>
                    <a:pt x="708369" y="275420"/>
                  </a:lnTo>
                  <a:lnTo>
                    <a:pt x="710574" y="269926"/>
                  </a:lnTo>
                  <a:lnTo>
                    <a:pt x="712763" y="264425"/>
                  </a:lnTo>
                  <a:lnTo>
                    <a:pt x="714938" y="258918"/>
                  </a:lnTo>
                  <a:lnTo>
                    <a:pt x="717099" y="253406"/>
                  </a:lnTo>
                  <a:lnTo>
                    <a:pt x="719244" y="247888"/>
                  </a:lnTo>
                  <a:lnTo>
                    <a:pt x="721375" y="242364"/>
                  </a:lnTo>
                  <a:lnTo>
                    <a:pt x="723491" y="236835"/>
                  </a:lnTo>
                  <a:lnTo>
                    <a:pt x="725593" y="231300"/>
                  </a:lnTo>
                  <a:lnTo>
                    <a:pt x="727679" y="225759"/>
                  </a:lnTo>
                  <a:lnTo>
                    <a:pt x="729751" y="220213"/>
                  </a:lnTo>
                  <a:lnTo>
                    <a:pt x="731807" y="214661"/>
                  </a:lnTo>
                  <a:lnTo>
                    <a:pt x="733849" y="209104"/>
                  </a:lnTo>
                  <a:lnTo>
                    <a:pt x="735876" y="203541"/>
                  </a:lnTo>
                  <a:lnTo>
                    <a:pt x="737889" y="197973"/>
                  </a:lnTo>
                  <a:lnTo>
                    <a:pt x="739886" y="192400"/>
                  </a:lnTo>
                  <a:lnTo>
                    <a:pt x="741868" y="186821"/>
                  </a:lnTo>
                  <a:lnTo>
                    <a:pt x="743836" y="181237"/>
                  </a:lnTo>
                  <a:lnTo>
                    <a:pt x="745788" y="175648"/>
                  </a:lnTo>
                  <a:lnTo>
                    <a:pt x="747726" y="170053"/>
                  </a:lnTo>
                  <a:lnTo>
                    <a:pt x="749648" y="164453"/>
                  </a:lnTo>
                  <a:lnTo>
                    <a:pt x="751556" y="158849"/>
                  </a:lnTo>
                  <a:lnTo>
                    <a:pt x="753449" y="153239"/>
                  </a:lnTo>
                  <a:lnTo>
                    <a:pt x="755326" y="147624"/>
                  </a:lnTo>
                  <a:lnTo>
                    <a:pt x="757189" y="142004"/>
                  </a:lnTo>
                  <a:lnTo>
                    <a:pt x="759036" y="136379"/>
                  </a:lnTo>
                  <a:lnTo>
                    <a:pt x="760869" y="130749"/>
                  </a:lnTo>
                  <a:lnTo>
                    <a:pt x="762686" y="125115"/>
                  </a:lnTo>
                  <a:lnTo>
                    <a:pt x="764488" y="119475"/>
                  </a:lnTo>
                  <a:lnTo>
                    <a:pt x="766276" y="113831"/>
                  </a:lnTo>
                  <a:lnTo>
                    <a:pt x="768048" y="108182"/>
                  </a:lnTo>
                  <a:lnTo>
                    <a:pt x="769805" y="102528"/>
                  </a:lnTo>
                  <a:lnTo>
                    <a:pt x="771547" y="96870"/>
                  </a:lnTo>
                  <a:lnTo>
                    <a:pt x="773274" y="91207"/>
                  </a:lnTo>
                  <a:lnTo>
                    <a:pt x="774985" y="85539"/>
                  </a:lnTo>
                  <a:lnTo>
                    <a:pt x="776682" y="79867"/>
                  </a:lnTo>
                  <a:lnTo>
                    <a:pt x="778363" y="74190"/>
                  </a:lnTo>
                  <a:lnTo>
                    <a:pt x="780029" y="68509"/>
                  </a:lnTo>
                  <a:lnTo>
                    <a:pt x="781680" y="62823"/>
                  </a:lnTo>
                  <a:lnTo>
                    <a:pt x="783316" y="57133"/>
                  </a:lnTo>
                  <a:lnTo>
                    <a:pt x="784936" y="51438"/>
                  </a:lnTo>
                  <a:lnTo>
                    <a:pt x="786542" y="45740"/>
                  </a:lnTo>
                  <a:lnTo>
                    <a:pt x="788132" y="40037"/>
                  </a:lnTo>
                  <a:lnTo>
                    <a:pt x="789706" y="34330"/>
                  </a:lnTo>
                  <a:lnTo>
                    <a:pt x="791266" y="28618"/>
                  </a:lnTo>
                  <a:lnTo>
                    <a:pt x="792810" y="22903"/>
                  </a:lnTo>
                  <a:lnTo>
                    <a:pt x="794339" y="17183"/>
                  </a:lnTo>
                  <a:lnTo>
                    <a:pt x="795853" y="11459"/>
                  </a:lnTo>
                  <a:lnTo>
                    <a:pt x="797351" y="5731"/>
                  </a:lnTo>
                  <a:lnTo>
                    <a:pt x="798834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7238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7238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7238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7238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6828332" y="5310726"/>
              <a:ext cx="433938" cy="207508"/>
            </a:xfrm>
            <a:custGeom>
              <a:avLst/>
              <a:pathLst>
                <a:path w="433938" h="207508">
                  <a:moveTo>
                    <a:pt x="0" y="207508"/>
                  </a:moveTo>
                  <a:lnTo>
                    <a:pt x="1826" y="206867"/>
                  </a:lnTo>
                  <a:lnTo>
                    <a:pt x="3651" y="206224"/>
                  </a:lnTo>
                  <a:lnTo>
                    <a:pt x="5477" y="205580"/>
                  </a:lnTo>
                  <a:lnTo>
                    <a:pt x="7301" y="204934"/>
                  </a:lnTo>
                  <a:lnTo>
                    <a:pt x="9125" y="204286"/>
                  </a:lnTo>
                  <a:lnTo>
                    <a:pt x="10949" y="203637"/>
                  </a:lnTo>
                  <a:lnTo>
                    <a:pt x="12772" y="202986"/>
                  </a:lnTo>
                  <a:lnTo>
                    <a:pt x="14594" y="202334"/>
                  </a:lnTo>
                  <a:lnTo>
                    <a:pt x="16416" y="201680"/>
                  </a:lnTo>
                  <a:lnTo>
                    <a:pt x="18237" y="201024"/>
                  </a:lnTo>
                  <a:lnTo>
                    <a:pt x="20057" y="200367"/>
                  </a:lnTo>
                  <a:lnTo>
                    <a:pt x="21877" y="199709"/>
                  </a:lnTo>
                  <a:lnTo>
                    <a:pt x="23697" y="199048"/>
                  </a:lnTo>
                  <a:lnTo>
                    <a:pt x="25516" y="198386"/>
                  </a:lnTo>
                  <a:lnTo>
                    <a:pt x="27334" y="197723"/>
                  </a:lnTo>
                  <a:lnTo>
                    <a:pt x="29152" y="197058"/>
                  </a:lnTo>
                  <a:lnTo>
                    <a:pt x="30969" y="196391"/>
                  </a:lnTo>
                  <a:lnTo>
                    <a:pt x="32785" y="195723"/>
                  </a:lnTo>
                  <a:lnTo>
                    <a:pt x="34601" y="195053"/>
                  </a:lnTo>
                  <a:lnTo>
                    <a:pt x="36417" y="194382"/>
                  </a:lnTo>
                  <a:lnTo>
                    <a:pt x="38231" y="193709"/>
                  </a:lnTo>
                  <a:lnTo>
                    <a:pt x="40046" y="193034"/>
                  </a:lnTo>
                  <a:lnTo>
                    <a:pt x="41859" y="192358"/>
                  </a:lnTo>
                  <a:lnTo>
                    <a:pt x="43672" y="191680"/>
                  </a:lnTo>
                  <a:lnTo>
                    <a:pt x="45485" y="191001"/>
                  </a:lnTo>
                  <a:lnTo>
                    <a:pt x="47296" y="190320"/>
                  </a:lnTo>
                  <a:lnTo>
                    <a:pt x="49108" y="189637"/>
                  </a:lnTo>
                  <a:lnTo>
                    <a:pt x="50918" y="188953"/>
                  </a:lnTo>
                  <a:lnTo>
                    <a:pt x="52728" y="188267"/>
                  </a:lnTo>
                  <a:lnTo>
                    <a:pt x="54538" y="187580"/>
                  </a:lnTo>
                  <a:lnTo>
                    <a:pt x="56346" y="186891"/>
                  </a:lnTo>
                  <a:lnTo>
                    <a:pt x="58155" y="186201"/>
                  </a:lnTo>
                  <a:lnTo>
                    <a:pt x="59962" y="185509"/>
                  </a:lnTo>
                  <a:lnTo>
                    <a:pt x="61769" y="184815"/>
                  </a:lnTo>
                  <a:lnTo>
                    <a:pt x="63576" y="184120"/>
                  </a:lnTo>
                  <a:lnTo>
                    <a:pt x="65381" y="183423"/>
                  </a:lnTo>
                  <a:lnTo>
                    <a:pt x="67187" y="182725"/>
                  </a:lnTo>
                  <a:lnTo>
                    <a:pt x="68991" y="182025"/>
                  </a:lnTo>
                  <a:lnTo>
                    <a:pt x="70795" y="181324"/>
                  </a:lnTo>
                  <a:lnTo>
                    <a:pt x="72599" y="180621"/>
                  </a:lnTo>
                  <a:lnTo>
                    <a:pt x="74401" y="179916"/>
                  </a:lnTo>
                  <a:lnTo>
                    <a:pt x="76203" y="179210"/>
                  </a:lnTo>
                  <a:lnTo>
                    <a:pt x="78005" y="178502"/>
                  </a:lnTo>
                  <a:lnTo>
                    <a:pt x="79806" y="177792"/>
                  </a:lnTo>
                  <a:lnTo>
                    <a:pt x="81606" y="177082"/>
                  </a:lnTo>
                  <a:lnTo>
                    <a:pt x="83406" y="176369"/>
                  </a:lnTo>
                  <a:lnTo>
                    <a:pt x="85205" y="175655"/>
                  </a:lnTo>
                  <a:lnTo>
                    <a:pt x="87003" y="174939"/>
                  </a:lnTo>
                  <a:lnTo>
                    <a:pt x="88801" y="174222"/>
                  </a:lnTo>
                  <a:lnTo>
                    <a:pt x="90598" y="173503"/>
                  </a:lnTo>
                  <a:lnTo>
                    <a:pt x="92394" y="172783"/>
                  </a:lnTo>
                  <a:lnTo>
                    <a:pt x="94190" y="172061"/>
                  </a:lnTo>
                  <a:lnTo>
                    <a:pt x="95986" y="171337"/>
                  </a:lnTo>
                  <a:lnTo>
                    <a:pt x="97780" y="170612"/>
                  </a:lnTo>
                  <a:lnTo>
                    <a:pt x="99574" y="169886"/>
                  </a:lnTo>
                  <a:lnTo>
                    <a:pt x="101367" y="169157"/>
                  </a:lnTo>
                  <a:lnTo>
                    <a:pt x="103160" y="168428"/>
                  </a:lnTo>
                  <a:lnTo>
                    <a:pt x="104952" y="167696"/>
                  </a:lnTo>
                  <a:lnTo>
                    <a:pt x="106744" y="166963"/>
                  </a:lnTo>
                  <a:lnTo>
                    <a:pt x="108534" y="166229"/>
                  </a:lnTo>
                  <a:lnTo>
                    <a:pt x="110324" y="165493"/>
                  </a:lnTo>
                  <a:lnTo>
                    <a:pt x="112114" y="164755"/>
                  </a:lnTo>
                  <a:lnTo>
                    <a:pt x="113903" y="164016"/>
                  </a:lnTo>
                  <a:lnTo>
                    <a:pt x="115691" y="163275"/>
                  </a:lnTo>
                  <a:lnTo>
                    <a:pt x="117479" y="162533"/>
                  </a:lnTo>
                  <a:lnTo>
                    <a:pt x="119265" y="161789"/>
                  </a:lnTo>
                  <a:lnTo>
                    <a:pt x="121052" y="161044"/>
                  </a:lnTo>
                  <a:lnTo>
                    <a:pt x="122837" y="160297"/>
                  </a:lnTo>
                  <a:lnTo>
                    <a:pt x="124622" y="159548"/>
                  </a:lnTo>
                  <a:lnTo>
                    <a:pt x="126407" y="158798"/>
                  </a:lnTo>
                  <a:lnTo>
                    <a:pt x="128190" y="158046"/>
                  </a:lnTo>
                  <a:lnTo>
                    <a:pt x="129973" y="157293"/>
                  </a:lnTo>
                  <a:lnTo>
                    <a:pt x="131755" y="156538"/>
                  </a:lnTo>
                  <a:lnTo>
                    <a:pt x="133537" y="155782"/>
                  </a:lnTo>
                  <a:lnTo>
                    <a:pt x="135318" y="155024"/>
                  </a:lnTo>
                  <a:lnTo>
                    <a:pt x="137098" y="154264"/>
                  </a:lnTo>
                  <a:lnTo>
                    <a:pt x="138878" y="153503"/>
                  </a:lnTo>
                  <a:lnTo>
                    <a:pt x="140657" y="152741"/>
                  </a:lnTo>
                  <a:lnTo>
                    <a:pt x="142435" y="151977"/>
                  </a:lnTo>
                  <a:lnTo>
                    <a:pt x="144213" y="151211"/>
                  </a:lnTo>
                  <a:lnTo>
                    <a:pt x="145990" y="150444"/>
                  </a:lnTo>
                  <a:lnTo>
                    <a:pt x="147766" y="149675"/>
                  </a:lnTo>
                  <a:lnTo>
                    <a:pt x="149542" y="148905"/>
                  </a:lnTo>
                  <a:lnTo>
                    <a:pt x="151317" y="148133"/>
                  </a:lnTo>
                  <a:lnTo>
                    <a:pt x="153091" y="147359"/>
                  </a:lnTo>
                  <a:lnTo>
                    <a:pt x="154865" y="146584"/>
                  </a:lnTo>
                  <a:lnTo>
                    <a:pt x="156638" y="145808"/>
                  </a:lnTo>
                  <a:lnTo>
                    <a:pt x="158410" y="145030"/>
                  </a:lnTo>
                  <a:lnTo>
                    <a:pt x="160182" y="144250"/>
                  </a:lnTo>
                  <a:lnTo>
                    <a:pt x="161953" y="143469"/>
                  </a:lnTo>
                  <a:lnTo>
                    <a:pt x="163723" y="142686"/>
                  </a:lnTo>
                  <a:lnTo>
                    <a:pt x="165492" y="141902"/>
                  </a:lnTo>
                  <a:lnTo>
                    <a:pt x="167261" y="141116"/>
                  </a:lnTo>
                  <a:lnTo>
                    <a:pt x="169029" y="140329"/>
                  </a:lnTo>
                  <a:lnTo>
                    <a:pt x="170797" y="139540"/>
                  </a:lnTo>
                  <a:lnTo>
                    <a:pt x="172564" y="138749"/>
                  </a:lnTo>
                  <a:lnTo>
                    <a:pt x="174330" y="137957"/>
                  </a:lnTo>
                  <a:lnTo>
                    <a:pt x="176095" y="137163"/>
                  </a:lnTo>
                  <a:lnTo>
                    <a:pt x="177860" y="136368"/>
                  </a:lnTo>
                  <a:lnTo>
                    <a:pt x="179624" y="135572"/>
                  </a:lnTo>
                  <a:lnTo>
                    <a:pt x="181387" y="134774"/>
                  </a:lnTo>
                  <a:lnTo>
                    <a:pt x="183150" y="133974"/>
                  </a:lnTo>
                  <a:lnTo>
                    <a:pt x="184912" y="133173"/>
                  </a:lnTo>
                  <a:lnTo>
                    <a:pt x="186673" y="132370"/>
                  </a:lnTo>
                  <a:lnTo>
                    <a:pt x="188433" y="131565"/>
                  </a:lnTo>
                  <a:lnTo>
                    <a:pt x="190193" y="130759"/>
                  </a:lnTo>
                  <a:lnTo>
                    <a:pt x="191952" y="129952"/>
                  </a:lnTo>
                  <a:lnTo>
                    <a:pt x="193711" y="129143"/>
                  </a:lnTo>
                  <a:lnTo>
                    <a:pt x="195468" y="128333"/>
                  </a:lnTo>
                  <a:lnTo>
                    <a:pt x="197225" y="127520"/>
                  </a:lnTo>
                  <a:lnTo>
                    <a:pt x="198981" y="126707"/>
                  </a:lnTo>
                  <a:lnTo>
                    <a:pt x="200737" y="125892"/>
                  </a:lnTo>
                  <a:lnTo>
                    <a:pt x="202492" y="125075"/>
                  </a:lnTo>
                  <a:lnTo>
                    <a:pt x="204246" y="124257"/>
                  </a:lnTo>
                  <a:lnTo>
                    <a:pt x="205999" y="123437"/>
                  </a:lnTo>
                  <a:lnTo>
                    <a:pt x="207752" y="122616"/>
                  </a:lnTo>
                  <a:lnTo>
                    <a:pt x="209504" y="121793"/>
                  </a:lnTo>
                  <a:lnTo>
                    <a:pt x="211255" y="120969"/>
                  </a:lnTo>
                  <a:lnTo>
                    <a:pt x="213006" y="120143"/>
                  </a:lnTo>
                  <a:lnTo>
                    <a:pt x="214756" y="119316"/>
                  </a:lnTo>
                  <a:lnTo>
                    <a:pt x="216505" y="118487"/>
                  </a:lnTo>
                  <a:lnTo>
                    <a:pt x="218253" y="117656"/>
                  </a:lnTo>
                  <a:lnTo>
                    <a:pt x="220001" y="116824"/>
                  </a:lnTo>
                  <a:lnTo>
                    <a:pt x="221748" y="115991"/>
                  </a:lnTo>
                  <a:lnTo>
                    <a:pt x="223494" y="115156"/>
                  </a:lnTo>
                  <a:lnTo>
                    <a:pt x="225239" y="114319"/>
                  </a:lnTo>
                  <a:lnTo>
                    <a:pt x="226984" y="113481"/>
                  </a:lnTo>
                  <a:lnTo>
                    <a:pt x="228728" y="112642"/>
                  </a:lnTo>
                  <a:lnTo>
                    <a:pt x="230471" y="111801"/>
                  </a:lnTo>
                  <a:lnTo>
                    <a:pt x="232214" y="110958"/>
                  </a:lnTo>
                  <a:lnTo>
                    <a:pt x="233955" y="110114"/>
                  </a:lnTo>
                  <a:lnTo>
                    <a:pt x="235696" y="109268"/>
                  </a:lnTo>
                  <a:lnTo>
                    <a:pt x="237437" y="108421"/>
                  </a:lnTo>
                  <a:lnTo>
                    <a:pt x="239176" y="107572"/>
                  </a:lnTo>
                  <a:lnTo>
                    <a:pt x="240915" y="106722"/>
                  </a:lnTo>
                  <a:lnTo>
                    <a:pt x="242653" y="105870"/>
                  </a:lnTo>
                  <a:lnTo>
                    <a:pt x="244390" y="105017"/>
                  </a:lnTo>
                  <a:lnTo>
                    <a:pt x="246127" y="104162"/>
                  </a:lnTo>
                  <a:lnTo>
                    <a:pt x="247863" y="103306"/>
                  </a:lnTo>
                  <a:lnTo>
                    <a:pt x="249598" y="102448"/>
                  </a:lnTo>
                  <a:lnTo>
                    <a:pt x="251332" y="101588"/>
                  </a:lnTo>
                  <a:lnTo>
                    <a:pt x="253066" y="100728"/>
                  </a:lnTo>
                  <a:lnTo>
                    <a:pt x="254799" y="99865"/>
                  </a:lnTo>
                  <a:lnTo>
                    <a:pt x="256531" y="99001"/>
                  </a:lnTo>
                  <a:lnTo>
                    <a:pt x="258262" y="98136"/>
                  </a:lnTo>
                  <a:lnTo>
                    <a:pt x="259992" y="97269"/>
                  </a:lnTo>
                  <a:lnTo>
                    <a:pt x="261722" y="96401"/>
                  </a:lnTo>
                  <a:lnTo>
                    <a:pt x="263451" y="95531"/>
                  </a:lnTo>
                  <a:lnTo>
                    <a:pt x="265180" y="94659"/>
                  </a:lnTo>
                  <a:lnTo>
                    <a:pt x="266907" y="93786"/>
                  </a:lnTo>
                  <a:lnTo>
                    <a:pt x="268634" y="92912"/>
                  </a:lnTo>
                  <a:lnTo>
                    <a:pt x="270360" y="92036"/>
                  </a:lnTo>
                  <a:lnTo>
                    <a:pt x="272085" y="91158"/>
                  </a:lnTo>
                  <a:lnTo>
                    <a:pt x="273809" y="90279"/>
                  </a:lnTo>
                  <a:lnTo>
                    <a:pt x="275533" y="89399"/>
                  </a:lnTo>
                  <a:lnTo>
                    <a:pt x="277256" y="88517"/>
                  </a:lnTo>
                  <a:lnTo>
                    <a:pt x="278978" y="87633"/>
                  </a:lnTo>
                  <a:lnTo>
                    <a:pt x="280699" y="86748"/>
                  </a:lnTo>
                  <a:lnTo>
                    <a:pt x="282420" y="85861"/>
                  </a:lnTo>
                  <a:lnTo>
                    <a:pt x="284140" y="84973"/>
                  </a:lnTo>
                  <a:lnTo>
                    <a:pt x="285859" y="84084"/>
                  </a:lnTo>
                  <a:lnTo>
                    <a:pt x="287577" y="83193"/>
                  </a:lnTo>
                  <a:lnTo>
                    <a:pt x="289295" y="82300"/>
                  </a:lnTo>
                  <a:lnTo>
                    <a:pt x="291011" y="81406"/>
                  </a:lnTo>
                  <a:lnTo>
                    <a:pt x="292727" y="80511"/>
                  </a:lnTo>
                  <a:lnTo>
                    <a:pt x="294442" y="79614"/>
                  </a:lnTo>
                  <a:lnTo>
                    <a:pt x="296157" y="78715"/>
                  </a:lnTo>
                  <a:lnTo>
                    <a:pt x="297870" y="77815"/>
                  </a:lnTo>
                  <a:lnTo>
                    <a:pt x="299583" y="76913"/>
                  </a:lnTo>
                  <a:lnTo>
                    <a:pt x="301295" y="76010"/>
                  </a:lnTo>
                  <a:lnTo>
                    <a:pt x="303006" y="75106"/>
                  </a:lnTo>
                  <a:lnTo>
                    <a:pt x="304716" y="74200"/>
                  </a:lnTo>
                  <a:lnTo>
                    <a:pt x="306426" y="73292"/>
                  </a:lnTo>
                  <a:lnTo>
                    <a:pt x="308135" y="72383"/>
                  </a:lnTo>
                  <a:lnTo>
                    <a:pt x="309843" y="71473"/>
                  </a:lnTo>
                  <a:lnTo>
                    <a:pt x="311550" y="70561"/>
                  </a:lnTo>
                  <a:lnTo>
                    <a:pt x="313257" y="69647"/>
                  </a:lnTo>
                  <a:lnTo>
                    <a:pt x="314962" y="68732"/>
                  </a:lnTo>
                  <a:lnTo>
                    <a:pt x="316667" y="67816"/>
                  </a:lnTo>
                  <a:lnTo>
                    <a:pt x="318371" y="66898"/>
                  </a:lnTo>
                  <a:lnTo>
                    <a:pt x="320074" y="65978"/>
                  </a:lnTo>
                  <a:lnTo>
                    <a:pt x="321777" y="65057"/>
                  </a:lnTo>
                  <a:lnTo>
                    <a:pt x="323478" y="64135"/>
                  </a:lnTo>
                  <a:lnTo>
                    <a:pt x="325179" y="63211"/>
                  </a:lnTo>
                  <a:lnTo>
                    <a:pt x="326879" y="62285"/>
                  </a:lnTo>
                  <a:lnTo>
                    <a:pt x="328578" y="61359"/>
                  </a:lnTo>
                  <a:lnTo>
                    <a:pt x="330277" y="60430"/>
                  </a:lnTo>
                  <a:lnTo>
                    <a:pt x="331974" y="59500"/>
                  </a:lnTo>
                  <a:lnTo>
                    <a:pt x="333671" y="58569"/>
                  </a:lnTo>
                  <a:lnTo>
                    <a:pt x="335367" y="57636"/>
                  </a:lnTo>
                  <a:lnTo>
                    <a:pt x="337062" y="56702"/>
                  </a:lnTo>
                  <a:lnTo>
                    <a:pt x="338756" y="55766"/>
                  </a:lnTo>
                  <a:lnTo>
                    <a:pt x="340450" y="54829"/>
                  </a:lnTo>
                  <a:lnTo>
                    <a:pt x="342142" y="53890"/>
                  </a:lnTo>
                  <a:lnTo>
                    <a:pt x="343834" y="52950"/>
                  </a:lnTo>
                  <a:lnTo>
                    <a:pt x="345525" y="52008"/>
                  </a:lnTo>
                  <a:lnTo>
                    <a:pt x="347215" y="51065"/>
                  </a:lnTo>
                  <a:lnTo>
                    <a:pt x="348905" y="50120"/>
                  </a:lnTo>
                  <a:lnTo>
                    <a:pt x="350593" y="49174"/>
                  </a:lnTo>
                  <a:lnTo>
                    <a:pt x="352281" y="48226"/>
                  </a:lnTo>
                  <a:lnTo>
                    <a:pt x="353968" y="47277"/>
                  </a:lnTo>
                  <a:lnTo>
                    <a:pt x="355654" y="46326"/>
                  </a:lnTo>
                  <a:lnTo>
                    <a:pt x="357339" y="45374"/>
                  </a:lnTo>
                  <a:lnTo>
                    <a:pt x="359023" y="44421"/>
                  </a:lnTo>
                  <a:lnTo>
                    <a:pt x="360707" y="43466"/>
                  </a:lnTo>
                  <a:lnTo>
                    <a:pt x="362390" y="42509"/>
                  </a:lnTo>
                  <a:lnTo>
                    <a:pt x="364072" y="41551"/>
                  </a:lnTo>
                  <a:lnTo>
                    <a:pt x="365753" y="40592"/>
                  </a:lnTo>
                  <a:lnTo>
                    <a:pt x="367433" y="39631"/>
                  </a:lnTo>
                  <a:lnTo>
                    <a:pt x="369112" y="38669"/>
                  </a:lnTo>
                  <a:lnTo>
                    <a:pt x="370791" y="37705"/>
                  </a:lnTo>
                  <a:lnTo>
                    <a:pt x="372468" y="36740"/>
                  </a:lnTo>
                  <a:lnTo>
                    <a:pt x="374145" y="35773"/>
                  </a:lnTo>
                  <a:lnTo>
                    <a:pt x="375821" y="34805"/>
                  </a:lnTo>
                  <a:lnTo>
                    <a:pt x="377496" y="33835"/>
                  </a:lnTo>
                  <a:lnTo>
                    <a:pt x="379170" y="32864"/>
                  </a:lnTo>
                  <a:lnTo>
                    <a:pt x="380844" y="31891"/>
                  </a:lnTo>
                  <a:lnTo>
                    <a:pt x="382517" y="30917"/>
                  </a:lnTo>
                  <a:lnTo>
                    <a:pt x="384188" y="29942"/>
                  </a:lnTo>
                  <a:lnTo>
                    <a:pt x="385859" y="28965"/>
                  </a:lnTo>
                  <a:lnTo>
                    <a:pt x="387529" y="27986"/>
                  </a:lnTo>
                  <a:lnTo>
                    <a:pt x="389198" y="27006"/>
                  </a:lnTo>
                  <a:lnTo>
                    <a:pt x="390867" y="26025"/>
                  </a:lnTo>
                  <a:lnTo>
                    <a:pt x="392534" y="25042"/>
                  </a:lnTo>
                  <a:lnTo>
                    <a:pt x="394201" y="24058"/>
                  </a:lnTo>
                  <a:lnTo>
                    <a:pt x="395866" y="23072"/>
                  </a:lnTo>
                  <a:lnTo>
                    <a:pt x="397531" y="22085"/>
                  </a:lnTo>
                  <a:lnTo>
                    <a:pt x="399195" y="21096"/>
                  </a:lnTo>
                  <a:lnTo>
                    <a:pt x="400858" y="20106"/>
                  </a:lnTo>
                  <a:lnTo>
                    <a:pt x="402521" y="19114"/>
                  </a:lnTo>
                  <a:lnTo>
                    <a:pt x="404182" y="18121"/>
                  </a:lnTo>
                  <a:lnTo>
                    <a:pt x="405843" y="17127"/>
                  </a:lnTo>
                  <a:lnTo>
                    <a:pt x="407502" y="16131"/>
                  </a:lnTo>
                  <a:lnTo>
                    <a:pt x="409161" y="15134"/>
                  </a:lnTo>
                  <a:lnTo>
                    <a:pt x="410819" y="14135"/>
                  </a:lnTo>
                  <a:lnTo>
                    <a:pt x="412476" y="13135"/>
                  </a:lnTo>
                  <a:lnTo>
                    <a:pt x="414132" y="12133"/>
                  </a:lnTo>
                  <a:lnTo>
                    <a:pt x="415787" y="11130"/>
                  </a:lnTo>
                  <a:lnTo>
                    <a:pt x="417442" y="10125"/>
                  </a:lnTo>
                  <a:lnTo>
                    <a:pt x="419095" y="9119"/>
                  </a:lnTo>
                  <a:lnTo>
                    <a:pt x="420748" y="8112"/>
                  </a:lnTo>
                  <a:lnTo>
                    <a:pt x="422400" y="7103"/>
                  </a:lnTo>
                  <a:lnTo>
                    <a:pt x="424051" y="6092"/>
                  </a:lnTo>
                  <a:lnTo>
                    <a:pt x="425701" y="5080"/>
                  </a:lnTo>
                  <a:lnTo>
                    <a:pt x="427350" y="4067"/>
                  </a:lnTo>
                  <a:lnTo>
                    <a:pt x="428998" y="3052"/>
                  </a:lnTo>
                  <a:lnTo>
                    <a:pt x="430646" y="2036"/>
                  </a:lnTo>
                  <a:lnTo>
                    <a:pt x="432292" y="1019"/>
                  </a:lnTo>
                  <a:lnTo>
                    <a:pt x="433938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7238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7238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4557326" y="5020976"/>
              <a:ext cx="2861143" cy="621941"/>
            </a:xfrm>
            <a:custGeom>
              <a:avLst/>
              <a:pathLst>
                <a:path w="2861143" h="621941">
                  <a:moveTo>
                    <a:pt x="0" y="0"/>
                  </a:moveTo>
                  <a:lnTo>
                    <a:pt x="9030" y="8677"/>
                  </a:lnTo>
                  <a:lnTo>
                    <a:pt x="18109" y="17304"/>
                  </a:lnTo>
                  <a:lnTo>
                    <a:pt x="27237" y="25879"/>
                  </a:lnTo>
                  <a:lnTo>
                    <a:pt x="36414" y="34403"/>
                  </a:lnTo>
                  <a:lnTo>
                    <a:pt x="45638" y="42874"/>
                  </a:lnTo>
                  <a:lnTo>
                    <a:pt x="54910" y="51293"/>
                  </a:lnTo>
                  <a:lnTo>
                    <a:pt x="64230" y="59660"/>
                  </a:lnTo>
                  <a:lnTo>
                    <a:pt x="73597" y="67973"/>
                  </a:lnTo>
                  <a:lnTo>
                    <a:pt x="83010" y="76234"/>
                  </a:lnTo>
                  <a:lnTo>
                    <a:pt x="92471" y="84441"/>
                  </a:lnTo>
                  <a:lnTo>
                    <a:pt x="101977" y="92594"/>
                  </a:lnTo>
                  <a:lnTo>
                    <a:pt x="111530" y="100694"/>
                  </a:lnTo>
                  <a:lnTo>
                    <a:pt x="121128" y="108739"/>
                  </a:lnTo>
                  <a:lnTo>
                    <a:pt x="130772" y="116730"/>
                  </a:lnTo>
                  <a:lnTo>
                    <a:pt x="140460" y="124666"/>
                  </a:lnTo>
                  <a:lnTo>
                    <a:pt x="150194" y="132548"/>
                  </a:lnTo>
                  <a:lnTo>
                    <a:pt x="159972" y="140374"/>
                  </a:lnTo>
                  <a:lnTo>
                    <a:pt x="169794" y="148144"/>
                  </a:lnTo>
                  <a:lnTo>
                    <a:pt x="179659" y="155859"/>
                  </a:lnTo>
                  <a:lnTo>
                    <a:pt x="189568" y="163519"/>
                  </a:lnTo>
                  <a:lnTo>
                    <a:pt x="199521" y="171121"/>
                  </a:lnTo>
                  <a:lnTo>
                    <a:pt x="209516" y="178668"/>
                  </a:lnTo>
                  <a:lnTo>
                    <a:pt x="219554" y="186158"/>
                  </a:lnTo>
                  <a:lnTo>
                    <a:pt x="229634" y="193591"/>
                  </a:lnTo>
                  <a:lnTo>
                    <a:pt x="239756" y="200966"/>
                  </a:lnTo>
                  <a:lnTo>
                    <a:pt x="249919" y="208285"/>
                  </a:lnTo>
                  <a:lnTo>
                    <a:pt x="260124" y="215546"/>
                  </a:lnTo>
                  <a:lnTo>
                    <a:pt x="270369" y="222749"/>
                  </a:lnTo>
                  <a:lnTo>
                    <a:pt x="280655" y="229893"/>
                  </a:lnTo>
                  <a:lnTo>
                    <a:pt x="290982" y="236980"/>
                  </a:lnTo>
                  <a:lnTo>
                    <a:pt x="301348" y="244008"/>
                  </a:lnTo>
                  <a:lnTo>
                    <a:pt x="311754" y="250977"/>
                  </a:lnTo>
                  <a:lnTo>
                    <a:pt x="322199" y="257888"/>
                  </a:lnTo>
                  <a:lnTo>
                    <a:pt x="332683" y="264739"/>
                  </a:lnTo>
                  <a:lnTo>
                    <a:pt x="343206" y="271530"/>
                  </a:lnTo>
                  <a:lnTo>
                    <a:pt x="353767" y="278262"/>
                  </a:lnTo>
                  <a:lnTo>
                    <a:pt x="364366" y="284935"/>
                  </a:lnTo>
                  <a:lnTo>
                    <a:pt x="375002" y="291547"/>
                  </a:lnTo>
                  <a:lnTo>
                    <a:pt x="385676" y="298099"/>
                  </a:lnTo>
                  <a:lnTo>
                    <a:pt x="396386" y="304590"/>
                  </a:lnTo>
                  <a:lnTo>
                    <a:pt x="407134" y="311021"/>
                  </a:lnTo>
                  <a:lnTo>
                    <a:pt x="417917" y="317390"/>
                  </a:lnTo>
                  <a:lnTo>
                    <a:pt x="428736" y="323699"/>
                  </a:lnTo>
                  <a:lnTo>
                    <a:pt x="439591" y="329947"/>
                  </a:lnTo>
                  <a:lnTo>
                    <a:pt x="450481" y="336132"/>
                  </a:lnTo>
                  <a:lnTo>
                    <a:pt x="461405" y="342257"/>
                  </a:lnTo>
                  <a:lnTo>
                    <a:pt x="472364" y="348319"/>
                  </a:lnTo>
                  <a:lnTo>
                    <a:pt x="483358" y="354319"/>
                  </a:lnTo>
                  <a:lnTo>
                    <a:pt x="494385" y="360257"/>
                  </a:lnTo>
                  <a:lnTo>
                    <a:pt x="505445" y="366132"/>
                  </a:lnTo>
                  <a:lnTo>
                    <a:pt x="516539" y="371945"/>
                  </a:lnTo>
                  <a:lnTo>
                    <a:pt x="527665" y="377695"/>
                  </a:lnTo>
                  <a:lnTo>
                    <a:pt x="538823" y="383382"/>
                  </a:lnTo>
                  <a:lnTo>
                    <a:pt x="550014" y="389005"/>
                  </a:lnTo>
                  <a:lnTo>
                    <a:pt x="561236" y="394566"/>
                  </a:lnTo>
                  <a:lnTo>
                    <a:pt x="572490" y="400062"/>
                  </a:lnTo>
                  <a:lnTo>
                    <a:pt x="583774" y="405495"/>
                  </a:lnTo>
                  <a:lnTo>
                    <a:pt x="595089" y="410864"/>
                  </a:lnTo>
                  <a:lnTo>
                    <a:pt x="606434" y="416169"/>
                  </a:lnTo>
                  <a:lnTo>
                    <a:pt x="617809" y="421410"/>
                  </a:lnTo>
                  <a:lnTo>
                    <a:pt x="629213" y="426586"/>
                  </a:lnTo>
                  <a:lnTo>
                    <a:pt x="640647" y="431698"/>
                  </a:lnTo>
                  <a:lnTo>
                    <a:pt x="652109" y="436745"/>
                  </a:lnTo>
                  <a:lnTo>
                    <a:pt x="663600" y="441727"/>
                  </a:lnTo>
                  <a:lnTo>
                    <a:pt x="675118" y="446644"/>
                  </a:lnTo>
                  <a:lnTo>
                    <a:pt x="686665" y="451495"/>
                  </a:lnTo>
                  <a:lnTo>
                    <a:pt x="698238" y="456281"/>
                  </a:lnTo>
                  <a:lnTo>
                    <a:pt x="709839" y="461002"/>
                  </a:lnTo>
                  <a:lnTo>
                    <a:pt x="721466" y="465657"/>
                  </a:lnTo>
                  <a:lnTo>
                    <a:pt x="733119" y="470246"/>
                  </a:lnTo>
                  <a:lnTo>
                    <a:pt x="744797" y="474769"/>
                  </a:lnTo>
                  <a:lnTo>
                    <a:pt x="756502" y="479226"/>
                  </a:lnTo>
                  <a:lnTo>
                    <a:pt x="768231" y="483617"/>
                  </a:lnTo>
                  <a:lnTo>
                    <a:pt x="779985" y="487941"/>
                  </a:lnTo>
                  <a:lnTo>
                    <a:pt x="791763" y="492199"/>
                  </a:lnTo>
                  <a:lnTo>
                    <a:pt x="803565" y="496390"/>
                  </a:lnTo>
                  <a:lnTo>
                    <a:pt x="815391" y="500514"/>
                  </a:lnTo>
                  <a:lnTo>
                    <a:pt x="827239" y="504572"/>
                  </a:lnTo>
                  <a:lnTo>
                    <a:pt x="839111" y="508562"/>
                  </a:lnTo>
                  <a:lnTo>
                    <a:pt x="851005" y="512485"/>
                  </a:lnTo>
                  <a:lnTo>
                    <a:pt x="862921" y="516340"/>
                  </a:lnTo>
                  <a:lnTo>
                    <a:pt x="874858" y="520128"/>
                  </a:lnTo>
                  <a:lnTo>
                    <a:pt x="886817" y="523849"/>
                  </a:lnTo>
                  <a:lnTo>
                    <a:pt x="898797" y="527502"/>
                  </a:lnTo>
                  <a:lnTo>
                    <a:pt x="910797" y="531087"/>
                  </a:lnTo>
                  <a:lnTo>
                    <a:pt x="922817" y="534604"/>
                  </a:lnTo>
                  <a:lnTo>
                    <a:pt x="934857" y="538053"/>
                  </a:lnTo>
                  <a:lnTo>
                    <a:pt x="946916" y="541434"/>
                  </a:lnTo>
                  <a:lnTo>
                    <a:pt x="958994" y="544746"/>
                  </a:lnTo>
                  <a:lnTo>
                    <a:pt x="971091" y="547990"/>
                  </a:lnTo>
                  <a:lnTo>
                    <a:pt x="983205" y="551166"/>
                  </a:lnTo>
                  <a:lnTo>
                    <a:pt x="995338" y="554273"/>
                  </a:lnTo>
                  <a:lnTo>
                    <a:pt x="1007488" y="557312"/>
                  </a:lnTo>
                  <a:lnTo>
                    <a:pt x="1019655" y="560281"/>
                  </a:lnTo>
                  <a:lnTo>
                    <a:pt x="1031839" y="563182"/>
                  </a:lnTo>
                  <a:lnTo>
                    <a:pt x="1044038" y="566014"/>
                  </a:lnTo>
                  <a:lnTo>
                    <a:pt x="1056254" y="568777"/>
                  </a:lnTo>
                  <a:lnTo>
                    <a:pt x="1068485" y="571470"/>
                  </a:lnTo>
                  <a:lnTo>
                    <a:pt x="1080731" y="574095"/>
                  </a:lnTo>
                  <a:lnTo>
                    <a:pt x="1092992" y="576650"/>
                  </a:lnTo>
                  <a:lnTo>
                    <a:pt x="1105267" y="579135"/>
                  </a:lnTo>
                  <a:lnTo>
                    <a:pt x="1117556" y="581551"/>
                  </a:lnTo>
                  <a:lnTo>
                    <a:pt x="1129858" y="583898"/>
                  </a:lnTo>
                  <a:lnTo>
                    <a:pt x="1142173" y="586175"/>
                  </a:lnTo>
                  <a:lnTo>
                    <a:pt x="1154502" y="588382"/>
                  </a:lnTo>
                  <a:lnTo>
                    <a:pt x="1166842" y="590520"/>
                  </a:lnTo>
                  <a:lnTo>
                    <a:pt x="1179194" y="592587"/>
                  </a:lnTo>
                  <a:lnTo>
                    <a:pt x="1191558" y="594585"/>
                  </a:lnTo>
                  <a:lnTo>
                    <a:pt x="1203933" y="596513"/>
                  </a:lnTo>
                  <a:lnTo>
                    <a:pt x="1216318" y="598371"/>
                  </a:lnTo>
                  <a:lnTo>
                    <a:pt x="1228714" y="600158"/>
                  </a:lnTo>
                  <a:lnTo>
                    <a:pt x="1241120" y="601876"/>
                  </a:lnTo>
                  <a:lnTo>
                    <a:pt x="1253536" y="603523"/>
                  </a:lnTo>
                  <a:lnTo>
                    <a:pt x="1265960" y="605100"/>
                  </a:lnTo>
                  <a:lnTo>
                    <a:pt x="1278393" y="606607"/>
                  </a:lnTo>
                  <a:lnTo>
                    <a:pt x="1290835" y="608043"/>
                  </a:lnTo>
                  <a:lnTo>
                    <a:pt x="1303284" y="609409"/>
                  </a:lnTo>
                  <a:lnTo>
                    <a:pt x="1315741" y="610705"/>
                  </a:lnTo>
                  <a:lnTo>
                    <a:pt x="1328205" y="611930"/>
                  </a:lnTo>
                  <a:lnTo>
                    <a:pt x="1340676" y="613084"/>
                  </a:lnTo>
                  <a:lnTo>
                    <a:pt x="1353153" y="614168"/>
                  </a:lnTo>
                  <a:lnTo>
                    <a:pt x="1365636" y="615181"/>
                  </a:lnTo>
                  <a:lnTo>
                    <a:pt x="1378125" y="616124"/>
                  </a:lnTo>
                  <a:lnTo>
                    <a:pt x="1390618" y="616996"/>
                  </a:lnTo>
                  <a:lnTo>
                    <a:pt x="1403117" y="617798"/>
                  </a:lnTo>
                  <a:lnTo>
                    <a:pt x="1415620" y="618528"/>
                  </a:lnTo>
                  <a:lnTo>
                    <a:pt x="1428126" y="619188"/>
                  </a:lnTo>
                  <a:lnTo>
                    <a:pt x="1440637" y="619777"/>
                  </a:lnTo>
                  <a:lnTo>
                    <a:pt x="1453150" y="620295"/>
                  </a:lnTo>
                  <a:lnTo>
                    <a:pt x="1465666" y="620743"/>
                  </a:lnTo>
                  <a:lnTo>
                    <a:pt x="1478185" y="621120"/>
                  </a:lnTo>
                  <a:lnTo>
                    <a:pt x="1490705" y="621426"/>
                  </a:lnTo>
                  <a:lnTo>
                    <a:pt x="1503227" y="621661"/>
                  </a:lnTo>
                  <a:lnTo>
                    <a:pt x="1515750" y="621825"/>
                  </a:lnTo>
                  <a:lnTo>
                    <a:pt x="1528274" y="621918"/>
                  </a:lnTo>
                  <a:lnTo>
                    <a:pt x="1540798" y="621941"/>
                  </a:lnTo>
                  <a:lnTo>
                    <a:pt x="1553322" y="621893"/>
                  </a:lnTo>
                  <a:lnTo>
                    <a:pt x="1565846" y="621773"/>
                  </a:lnTo>
                  <a:lnTo>
                    <a:pt x="1578368" y="621583"/>
                  </a:lnTo>
                  <a:lnTo>
                    <a:pt x="1590890" y="621323"/>
                  </a:lnTo>
                  <a:lnTo>
                    <a:pt x="1603410" y="620991"/>
                  </a:lnTo>
                  <a:lnTo>
                    <a:pt x="1615927" y="620588"/>
                  </a:lnTo>
                  <a:lnTo>
                    <a:pt x="1628442" y="620115"/>
                  </a:lnTo>
                  <a:lnTo>
                    <a:pt x="1640955" y="619571"/>
                  </a:lnTo>
                  <a:lnTo>
                    <a:pt x="1653464" y="618956"/>
                  </a:lnTo>
                  <a:lnTo>
                    <a:pt x="1665969" y="618271"/>
                  </a:lnTo>
                  <a:lnTo>
                    <a:pt x="1678470" y="617514"/>
                  </a:lnTo>
                  <a:lnTo>
                    <a:pt x="1690967" y="616687"/>
                  </a:lnTo>
                  <a:lnTo>
                    <a:pt x="1703459" y="615790"/>
                  </a:lnTo>
                  <a:lnTo>
                    <a:pt x="1715946" y="614821"/>
                  </a:lnTo>
                  <a:lnTo>
                    <a:pt x="1728427" y="613782"/>
                  </a:lnTo>
                  <a:lnTo>
                    <a:pt x="1740902" y="612673"/>
                  </a:lnTo>
                  <a:lnTo>
                    <a:pt x="1753370" y="611492"/>
                  </a:lnTo>
                  <a:lnTo>
                    <a:pt x="1765832" y="610242"/>
                  </a:lnTo>
                  <a:lnTo>
                    <a:pt x="1778286" y="608921"/>
                  </a:lnTo>
                  <a:lnTo>
                    <a:pt x="1790732" y="607529"/>
                  </a:lnTo>
                  <a:lnTo>
                    <a:pt x="1803171" y="606067"/>
                  </a:lnTo>
                  <a:lnTo>
                    <a:pt x="1815601" y="604535"/>
                  </a:lnTo>
                  <a:lnTo>
                    <a:pt x="1828022" y="602932"/>
                  </a:lnTo>
                  <a:lnTo>
                    <a:pt x="1840434" y="601259"/>
                  </a:lnTo>
                  <a:lnTo>
                    <a:pt x="1852836" y="599516"/>
                  </a:lnTo>
                  <a:lnTo>
                    <a:pt x="1865228" y="597703"/>
                  </a:lnTo>
                  <a:lnTo>
                    <a:pt x="1877610" y="595820"/>
                  </a:lnTo>
                  <a:lnTo>
                    <a:pt x="1889981" y="593867"/>
                  </a:lnTo>
                  <a:lnTo>
                    <a:pt x="1902341" y="591844"/>
                  </a:lnTo>
                  <a:lnTo>
                    <a:pt x="1914689" y="589751"/>
                  </a:lnTo>
                  <a:lnTo>
                    <a:pt x="1927025" y="587588"/>
                  </a:lnTo>
                  <a:lnTo>
                    <a:pt x="1939348" y="585355"/>
                  </a:lnTo>
                  <a:lnTo>
                    <a:pt x="1951659" y="583053"/>
                  </a:lnTo>
                  <a:lnTo>
                    <a:pt x="1963956" y="580681"/>
                  </a:lnTo>
                  <a:lnTo>
                    <a:pt x="1976240" y="578239"/>
                  </a:lnTo>
                  <a:lnTo>
                    <a:pt x="1988510" y="575729"/>
                  </a:lnTo>
                  <a:lnTo>
                    <a:pt x="2000766" y="573148"/>
                  </a:lnTo>
                  <a:lnTo>
                    <a:pt x="2013006" y="570499"/>
                  </a:lnTo>
                  <a:lnTo>
                    <a:pt x="2025232" y="567780"/>
                  </a:lnTo>
                  <a:lnTo>
                    <a:pt x="2037442" y="564992"/>
                  </a:lnTo>
                  <a:lnTo>
                    <a:pt x="2049636" y="562135"/>
                  </a:lnTo>
                  <a:lnTo>
                    <a:pt x="2061813" y="559209"/>
                  </a:lnTo>
                  <a:lnTo>
                    <a:pt x="2073974" y="556215"/>
                  </a:lnTo>
                  <a:lnTo>
                    <a:pt x="2086118" y="553151"/>
                  </a:lnTo>
                  <a:lnTo>
                    <a:pt x="2098244" y="550019"/>
                  </a:lnTo>
                  <a:lnTo>
                    <a:pt x="2110352" y="546819"/>
                  </a:lnTo>
                  <a:lnTo>
                    <a:pt x="2122442" y="543550"/>
                  </a:lnTo>
                  <a:lnTo>
                    <a:pt x="2134513" y="540212"/>
                  </a:lnTo>
                  <a:lnTo>
                    <a:pt x="2146566" y="536807"/>
                  </a:lnTo>
                  <a:lnTo>
                    <a:pt x="2158598" y="533333"/>
                  </a:lnTo>
                  <a:lnTo>
                    <a:pt x="2170611" y="529791"/>
                  </a:lnTo>
                  <a:lnTo>
                    <a:pt x="2182604" y="526181"/>
                  </a:lnTo>
                  <a:lnTo>
                    <a:pt x="2194576" y="522504"/>
                  </a:lnTo>
                  <a:lnTo>
                    <a:pt x="2206527" y="518759"/>
                  </a:lnTo>
                  <a:lnTo>
                    <a:pt x="2218457" y="514946"/>
                  </a:lnTo>
                  <a:lnTo>
                    <a:pt x="2230365" y="511066"/>
                  </a:lnTo>
                  <a:lnTo>
                    <a:pt x="2242250" y="507119"/>
                  </a:lnTo>
                  <a:lnTo>
                    <a:pt x="2254114" y="503104"/>
                  </a:lnTo>
                  <a:lnTo>
                    <a:pt x="2265954" y="499022"/>
                  </a:lnTo>
                  <a:lnTo>
                    <a:pt x="2277771" y="494874"/>
                  </a:lnTo>
                  <a:lnTo>
                    <a:pt x="2289565" y="490659"/>
                  </a:lnTo>
                  <a:lnTo>
                    <a:pt x="2301334" y="486377"/>
                  </a:lnTo>
                  <a:lnTo>
                    <a:pt x="2313079" y="482028"/>
                  </a:lnTo>
                  <a:lnTo>
                    <a:pt x="2324799" y="477613"/>
                  </a:lnTo>
                  <a:lnTo>
                    <a:pt x="2336494" y="473132"/>
                  </a:lnTo>
                  <a:lnTo>
                    <a:pt x="2348164" y="468585"/>
                  </a:lnTo>
                  <a:lnTo>
                    <a:pt x="2359807" y="463972"/>
                  </a:lnTo>
                  <a:lnTo>
                    <a:pt x="2371425" y="459293"/>
                  </a:lnTo>
                  <a:lnTo>
                    <a:pt x="2383015" y="454549"/>
                  </a:lnTo>
                  <a:lnTo>
                    <a:pt x="2394579" y="449738"/>
                  </a:lnTo>
                  <a:lnTo>
                    <a:pt x="2406115" y="444863"/>
                  </a:lnTo>
                  <a:lnTo>
                    <a:pt x="2417624" y="439923"/>
                  </a:lnTo>
                  <a:lnTo>
                    <a:pt x="2429104" y="434917"/>
                  </a:lnTo>
                  <a:lnTo>
                    <a:pt x="2440556" y="429847"/>
                  </a:lnTo>
                  <a:lnTo>
                    <a:pt x="2451979" y="424711"/>
                  </a:lnTo>
                  <a:lnTo>
                    <a:pt x="2463373" y="419512"/>
                  </a:lnTo>
                  <a:lnTo>
                    <a:pt x="2474737" y="414248"/>
                  </a:lnTo>
                  <a:lnTo>
                    <a:pt x="2486071" y="408919"/>
                  </a:lnTo>
                  <a:lnTo>
                    <a:pt x="2497375" y="403527"/>
                  </a:lnTo>
                  <a:lnTo>
                    <a:pt x="2508648" y="398071"/>
                  </a:lnTo>
                  <a:lnTo>
                    <a:pt x="2519890" y="392551"/>
                  </a:lnTo>
                  <a:lnTo>
                    <a:pt x="2531101" y="386968"/>
                  </a:lnTo>
                  <a:lnTo>
                    <a:pt x="2542280" y="381321"/>
                  </a:lnTo>
                  <a:lnTo>
                    <a:pt x="2553427" y="375611"/>
                  </a:lnTo>
                  <a:lnTo>
                    <a:pt x="2564541" y="369839"/>
                  </a:lnTo>
                  <a:lnTo>
                    <a:pt x="2575623" y="364003"/>
                  </a:lnTo>
                  <a:lnTo>
                    <a:pt x="2586671" y="358105"/>
                  </a:lnTo>
                  <a:lnTo>
                    <a:pt x="2597686" y="352144"/>
                  </a:lnTo>
                  <a:lnTo>
                    <a:pt x="2608667" y="346122"/>
                  </a:lnTo>
                  <a:lnTo>
                    <a:pt x="2619613" y="340037"/>
                  </a:lnTo>
                  <a:lnTo>
                    <a:pt x="2630525" y="333890"/>
                  </a:lnTo>
                  <a:lnTo>
                    <a:pt x="2641402" y="327682"/>
                  </a:lnTo>
                  <a:lnTo>
                    <a:pt x="2652244" y="321412"/>
                  </a:lnTo>
                  <a:lnTo>
                    <a:pt x="2663050" y="315081"/>
                  </a:lnTo>
                  <a:lnTo>
                    <a:pt x="2673821" y="308689"/>
                  </a:lnTo>
                  <a:lnTo>
                    <a:pt x="2684554" y="302237"/>
                  </a:lnTo>
                  <a:lnTo>
                    <a:pt x="2695252" y="295723"/>
                  </a:lnTo>
                  <a:lnTo>
                    <a:pt x="2705912" y="289149"/>
                  </a:lnTo>
                  <a:lnTo>
                    <a:pt x="2716535" y="282515"/>
                  </a:lnTo>
                  <a:lnTo>
                    <a:pt x="2727120" y="275821"/>
                  </a:lnTo>
                  <a:lnTo>
                    <a:pt x="2737667" y="269068"/>
                  </a:lnTo>
                  <a:lnTo>
                    <a:pt x="2748175" y="262254"/>
                  </a:lnTo>
                  <a:lnTo>
                    <a:pt x="2758645" y="255382"/>
                  </a:lnTo>
                  <a:lnTo>
                    <a:pt x="2769076" y="248450"/>
                  </a:lnTo>
                  <a:lnTo>
                    <a:pt x="2779468" y="241459"/>
                  </a:lnTo>
                  <a:lnTo>
                    <a:pt x="2789820" y="234410"/>
                  </a:lnTo>
                  <a:lnTo>
                    <a:pt x="2800132" y="227302"/>
                  </a:lnTo>
                  <a:lnTo>
                    <a:pt x="2810403" y="220136"/>
                  </a:lnTo>
                  <a:lnTo>
                    <a:pt x="2820634" y="212912"/>
                  </a:lnTo>
                  <a:lnTo>
                    <a:pt x="2830823" y="205630"/>
                  </a:lnTo>
                  <a:lnTo>
                    <a:pt x="2840972" y="198291"/>
                  </a:lnTo>
                  <a:lnTo>
                    <a:pt x="2851078" y="190894"/>
                  </a:lnTo>
                  <a:lnTo>
                    <a:pt x="2861143" y="183441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7238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4477836" y="4940117"/>
              <a:ext cx="2694828" cy="702799"/>
            </a:xfrm>
            <a:custGeom>
              <a:avLst/>
              <a:pathLst>
                <a:path w="2694828" h="702799">
                  <a:moveTo>
                    <a:pt x="0" y="0"/>
                  </a:moveTo>
                  <a:lnTo>
                    <a:pt x="8079" y="8604"/>
                  </a:lnTo>
                  <a:lnTo>
                    <a:pt x="16204" y="17165"/>
                  </a:lnTo>
                  <a:lnTo>
                    <a:pt x="24374" y="25683"/>
                  </a:lnTo>
                  <a:lnTo>
                    <a:pt x="32590" y="34158"/>
                  </a:lnTo>
                  <a:lnTo>
                    <a:pt x="40851" y="42588"/>
                  </a:lnTo>
                  <a:lnTo>
                    <a:pt x="49156" y="50974"/>
                  </a:lnTo>
                  <a:lnTo>
                    <a:pt x="57507" y="59316"/>
                  </a:lnTo>
                  <a:lnTo>
                    <a:pt x="65901" y="67613"/>
                  </a:lnTo>
                  <a:lnTo>
                    <a:pt x="74340" y="75866"/>
                  </a:lnTo>
                  <a:lnTo>
                    <a:pt x="82822" y="84073"/>
                  </a:lnTo>
                  <a:lnTo>
                    <a:pt x="91349" y="92235"/>
                  </a:lnTo>
                  <a:lnTo>
                    <a:pt x="99918" y="100351"/>
                  </a:lnTo>
                  <a:lnTo>
                    <a:pt x="108531" y="108421"/>
                  </a:lnTo>
                  <a:lnTo>
                    <a:pt x="117187" y="116446"/>
                  </a:lnTo>
                  <a:lnTo>
                    <a:pt x="125885" y="124424"/>
                  </a:lnTo>
                  <a:lnTo>
                    <a:pt x="134626" y="132356"/>
                  </a:lnTo>
                  <a:lnTo>
                    <a:pt x="143409" y="140241"/>
                  </a:lnTo>
                  <a:lnTo>
                    <a:pt x="152233" y="148079"/>
                  </a:lnTo>
                  <a:lnTo>
                    <a:pt x="161100" y="155869"/>
                  </a:lnTo>
                  <a:lnTo>
                    <a:pt x="170008" y="163613"/>
                  </a:lnTo>
                  <a:lnTo>
                    <a:pt x="178957" y="171309"/>
                  </a:lnTo>
                  <a:lnTo>
                    <a:pt x="187947" y="178957"/>
                  </a:lnTo>
                  <a:lnTo>
                    <a:pt x="196977" y="186557"/>
                  </a:lnTo>
                  <a:lnTo>
                    <a:pt x="206048" y="194109"/>
                  </a:lnTo>
                  <a:lnTo>
                    <a:pt x="215159" y="201612"/>
                  </a:lnTo>
                  <a:lnTo>
                    <a:pt x="224310" y="209067"/>
                  </a:lnTo>
                  <a:lnTo>
                    <a:pt x="233501" y="216473"/>
                  </a:lnTo>
                  <a:lnTo>
                    <a:pt x="242731" y="223829"/>
                  </a:lnTo>
                  <a:lnTo>
                    <a:pt x="252000" y="231137"/>
                  </a:lnTo>
                  <a:lnTo>
                    <a:pt x="261308" y="238394"/>
                  </a:lnTo>
                  <a:lnTo>
                    <a:pt x="270654" y="245602"/>
                  </a:lnTo>
                  <a:lnTo>
                    <a:pt x="280039" y="252761"/>
                  </a:lnTo>
                  <a:lnTo>
                    <a:pt x="289462" y="259869"/>
                  </a:lnTo>
                  <a:lnTo>
                    <a:pt x="298922" y="266926"/>
                  </a:lnTo>
                  <a:lnTo>
                    <a:pt x="308420" y="273934"/>
                  </a:lnTo>
                  <a:lnTo>
                    <a:pt x="317955" y="280890"/>
                  </a:lnTo>
                  <a:lnTo>
                    <a:pt x="327527" y="287795"/>
                  </a:lnTo>
                  <a:lnTo>
                    <a:pt x="337136" y="294650"/>
                  </a:lnTo>
                  <a:lnTo>
                    <a:pt x="346781" y="301453"/>
                  </a:lnTo>
                  <a:lnTo>
                    <a:pt x="356463" y="308204"/>
                  </a:lnTo>
                  <a:lnTo>
                    <a:pt x="366180" y="314904"/>
                  </a:lnTo>
                  <a:lnTo>
                    <a:pt x="375933" y="321552"/>
                  </a:lnTo>
                  <a:lnTo>
                    <a:pt x="385721" y="328148"/>
                  </a:lnTo>
                  <a:lnTo>
                    <a:pt x="395544" y="334691"/>
                  </a:lnTo>
                  <a:lnTo>
                    <a:pt x="405402" y="341182"/>
                  </a:lnTo>
                  <a:lnTo>
                    <a:pt x="415294" y="347621"/>
                  </a:lnTo>
                  <a:lnTo>
                    <a:pt x="425221" y="354006"/>
                  </a:lnTo>
                  <a:lnTo>
                    <a:pt x="435181" y="360339"/>
                  </a:lnTo>
                  <a:lnTo>
                    <a:pt x="445175" y="366618"/>
                  </a:lnTo>
                  <a:lnTo>
                    <a:pt x="455203" y="372844"/>
                  </a:lnTo>
                  <a:lnTo>
                    <a:pt x="465263" y="379017"/>
                  </a:lnTo>
                  <a:lnTo>
                    <a:pt x="475356" y="385136"/>
                  </a:lnTo>
                  <a:lnTo>
                    <a:pt x="485482" y="391201"/>
                  </a:lnTo>
                  <a:lnTo>
                    <a:pt x="495640" y="397211"/>
                  </a:lnTo>
                  <a:lnTo>
                    <a:pt x="505830" y="403168"/>
                  </a:lnTo>
                  <a:lnTo>
                    <a:pt x="516051" y="409070"/>
                  </a:lnTo>
                  <a:lnTo>
                    <a:pt x="526304" y="414918"/>
                  </a:lnTo>
                  <a:lnTo>
                    <a:pt x="536588" y="420710"/>
                  </a:lnTo>
                  <a:lnTo>
                    <a:pt x="546902" y="426448"/>
                  </a:lnTo>
                  <a:lnTo>
                    <a:pt x="557247" y="432131"/>
                  </a:lnTo>
                  <a:lnTo>
                    <a:pt x="567622" y="437759"/>
                  </a:lnTo>
                  <a:lnTo>
                    <a:pt x="578027" y="443331"/>
                  </a:lnTo>
                  <a:lnTo>
                    <a:pt x="588462" y="448848"/>
                  </a:lnTo>
                  <a:lnTo>
                    <a:pt x="598925" y="454309"/>
                  </a:lnTo>
                  <a:lnTo>
                    <a:pt x="609418" y="459714"/>
                  </a:lnTo>
                  <a:lnTo>
                    <a:pt x="619939" y="465063"/>
                  </a:lnTo>
                  <a:lnTo>
                    <a:pt x="630489" y="470356"/>
                  </a:lnTo>
                  <a:lnTo>
                    <a:pt x="641067" y="475592"/>
                  </a:lnTo>
                  <a:lnTo>
                    <a:pt x="651672" y="480772"/>
                  </a:lnTo>
                  <a:lnTo>
                    <a:pt x="662306" y="485896"/>
                  </a:lnTo>
                  <a:lnTo>
                    <a:pt x="672966" y="490963"/>
                  </a:lnTo>
                  <a:lnTo>
                    <a:pt x="683653" y="495973"/>
                  </a:lnTo>
                  <a:lnTo>
                    <a:pt x="694366" y="500925"/>
                  </a:lnTo>
                  <a:lnTo>
                    <a:pt x="705106" y="505821"/>
                  </a:lnTo>
                  <a:lnTo>
                    <a:pt x="715872" y="510659"/>
                  </a:lnTo>
                  <a:lnTo>
                    <a:pt x="726664" y="515440"/>
                  </a:lnTo>
                  <a:lnTo>
                    <a:pt x="737480" y="520163"/>
                  </a:lnTo>
                  <a:lnTo>
                    <a:pt x="748322" y="524829"/>
                  </a:lnTo>
                  <a:lnTo>
                    <a:pt x="759189" y="529436"/>
                  </a:lnTo>
                  <a:lnTo>
                    <a:pt x="770080" y="533986"/>
                  </a:lnTo>
                  <a:lnTo>
                    <a:pt x="780995" y="538477"/>
                  </a:lnTo>
                  <a:lnTo>
                    <a:pt x="791934" y="542911"/>
                  </a:lnTo>
                  <a:lnTo>
                    <a:pt x="802896" y="547286"/>
                  </a:lnTo>
                  <a:lnTo>
                    <a:pt x="813882" y="551602"/>
                  </a:lnTo>
                  <a:lnTo>
                    <a:pt x="824890" y="555860"/>
                  </a:lnTo>
                  <a:lnTo>
                    <a:pt x="835921" y="560059"/>
                  </a:lnTo>
                  <a:lnTo>
                    <a:pt x="846974" y="564199"/>
                  </a:lnTo>
                  <a:lnTo>
                    <a:pt x="858049" y="568280"/>
                  </a:lnTo>
                  <a:lnTo>
                    <a:pt x="869146" y="572302"/>
                  </a:lnTo>
                  <a:lnTo>
                    <a:pt x="880263" y="576265"/>
                  </a:lnTo>
                  <a:lnTo>
                    <a:pt x="891402" y="580168"/>
                  </a:lnTo>
                  <a:lnTo>
                    <a:pt x="902562" y="584012"/>
                  </a:lnTo>
                  <a:lnTo>
                    <a:pt x="913742" y="587797"/>
                  </a:lnTo>
                  <a:lnTo>
                    <a:pt x="924942" y="591521"/>
                  </a:lnTo>
                  <a:lnTo>
                    <a:pt x="936161" y="595186"/>
                  </a:lnTo>
                  <a:lnTo>
                    <a:pt x="947400" y="598792"/>
                  </a:lnTo>
                  <a:lnTo>
                    <a:pt x="958658" y="602337"/>
                  </a:lnTo>
                  <a:lnTo>
                    <a:pt x="969935" y="605822"/>
                  </a:lnTo>
                  <a:lnTo>
                    <a:pt x="981230" y="609247"/>
                  </a:lnTo>
                  <a:lnTo>
                    <a:pt x="992544" y="612612"/>
                  </a:lnTo>
                  <a:lnTo>
                    <a:pt x="1003875" y="615916"/>
                  </a:lnTo>
                  <a:lnTo>
                    <a:pt x="1015223" y="619160"/>
                  </a:lnTo>
                  <a:lnTo>
                    <a:pt x="1026589" y="622343"/>
                  </a:lnTo>
                  <a:lnTo>
                    <a:pt x="1037971" y="625466"/>
                  </a:lnTo>
                  <a:lnTo>
                    <a:pt x="1049370" y="628528"/>
                  </a:lnTo>
                  <a:lnTo>
                    <a:pt x="1060785" y="631529"/>
                  </a:lnTo>
                  <a:lnTo>
                    <a:pt x="1072216" y="634470"/>
                  </a:lnTo>
                  <a:lnTo>
                    <a:pt x="1083663" y="637349"/>
                  </a:lnTo>
                  <a:lnTo>
                    <a:pt x="1095124" y="640167"/>
                  </a:lnTo>
                  <a:lnTo>
                    <a:pt x="1106601" y="642924"/>
                  </a:lnTo>
                  <a:lnTo>
                    <a:pt x="1118092" y="645620"/>
                  </a:lnTo>
                  <a:lnTo>
                    <a:pt x="1129597" y="648255"/>
                  </a:lnTo>
                  <a:lnTo>
                    <a:pt x="1141116" y="650828"/>
                  </a:lnTo>
                  <a:lnTo>
                    <a:pt x="1152649" y="653339"/>
                  </a:lnTo>
                  <a:lnTo>
                    <a:pt x="1164195" y="655790"/>
                  </a:lnTo>
                  <a:lnTo>
                    <a:pt x="1175754" y="658178"/>
                  </a:lnTo>
                  <a:lnTo>
                    <a:pt x="1187325" y="660505"/>
                  </a:lnTo>
                  <a:lnTo>
                    <a:pt x="1198909" y="662770"/>
                  </a:lnTo>
                  <a:lnTo>
                    <a:pt x="1210505" y="664974"/>
                  </a:lnTo>
                  <a:lnTo>
                    <a:pt x="1222112" y="667116"/>
                  </a:lnTo>
                  <a:lnTo>
                    <a:pt x="1233730" y="669195"/>
                  </a:lnTo>
                  <a:lnTo>
                    <a:pt x="1245359" y="671213"/>
                  </a:lnTo>
                  <a:lnTo>
                    <a:pt x="1256999" y="673169"/>
                  </a:lnTo>
                  <a:lnTo>
                    <a:pt x="1268649" y="675062"/>
                  </a:lnTo>
                  <a:lnTo>
                    <a:pt x="1280310" y="676894"/>
                  </a:lnTo>
                  <a:lnTo>
                    <a:pt x="1291979" y="678663"/>
                  </a:lnTo>
                  <a:lnTo>
                    <a:pt x="1303658" y="680370"/>
                  </a:lnTo>
                  <a:lnTo>
                    <a:pt x="1315346" y="682015"/>
                  </a:lnTo>
                  <a:lnTo>
                    <a:pt x="1327043" y="683597"/>
                  </a:lnTo>
                  <a:lnTo>
                    <a:pt x="1338747" y="685117"/>
                  </a:lnTo>
                  <a:lnTo>
                    <a:pt x="1350460" y="686575"/>
                  </a:lnTo>
                  <a:lnTo>
                    <a:pt x="1362180" y="687970"/>
                  </a:lnTo>
                  <a:lnTo>
                    <a:pt x="1373908" y="689303"/>
                  </a:lnTo>
                  <a:lnTo>
                    <a:pt x="1385642" y="690573"/>
                  </a:lnTo>
                  <a:lnTo>
                    <a:pt x="1397384" y="691780"/>
                  </a:lnTo>
                  <a:lnTo>
                    <a:pt x="1409131" y="692925"/>
                  </a:lnTo>
                  <a:lnTo>
                    <a:pt x="1420884" y="694008"/>
                  </a:lnTo>
                  <a:lnTo>
                    <a:pt x="1432643" y="695027"/>
                  </a:lnTo>
                  <a:lnTo>
                    <a:pt x="1444407" y="695984"/>
                  </a:lnTo>
                  <a:lnTo>
                    <a:pt x="1456176" y="696878"/>
                  </a:lnTo>
                  <a:lnTo>
                    <a:pt x="1467950" y="697710"/>
                  </a:lnTo>
                  <a:lnTo>
                    <a:pt x="1479728" y="698478"/>
                  </a:lnTo>
                  <a:lnTo>
                    <a:pt x="1491510" y="699184"/>
                  </a:lnTo>
                  <a:lnTo>
                    <a:pt x="1503296" y="699827"/>
                  </a:lnTo>
                  <a:lnTo>
                    <a:pt x="1515084" y="700407"/>
                  </a:lnTo>
                  <a:lnTo>
                    <a:pt x="1526876" y="700925"/>
                  </a:lnTo>
                  <a:lnTo>
                    <a:pt x="1538670" y="701379"/>
                  </a:lnTo>
                  <a:lnTo>
                    <a:pt x="1550467" y="701771"/>
                  </a:lnTo>
                  <a:lnTo>
                    <a:pt x="1562266" y="702099"/>
                  </a:lnTo>
                  <a:lnTo>
                    <a:pt x="1574066" y="702365"/>
                  </a:lnTo>
                  <a:lnTo>
                    <a:pt x="1585867" y="702568"/>
                  </a:lnTo>
                  <a:lnTo>
                    <a:pt x="1597669" y="702708"/>
                  </a:lnTo>
                  <a:lnTo>
                    <a:pt x="1609472" y="702785"/>
                  </a:lnTo>
                  <a:lnTo>
                    <a:pt x="1621275" y="702799"/>
                  </a:lnTo>
                  <a:lnTo>
                    <a:pt x="1633078" y="702750"/>
                  </a:lnTo>
                  <a:lnTo>
                    <a:pt x="1644880" y="702638"/>
                  </a:lnTo>
                  <a:lnTo>
                    <a:pt x="1656682" y="702463"/>
                  </a:lnTo>
                  <a:lnTo>
                    <a:pt x="1668483" y="702226"/>
                  </a:lnTo>
                  <a:lnTo>
                    <a:pt x="1680282" y="701925"/>
                  </a:lnTo>
                  <a:lnTo>
                    <a:pt x="1692080" y="701562"/>
                  </a:lnTo>
                  <a:lnTo>
                    <a:pt x="1703875" y="701135"/>
                  </a:lnTo>
                  <a:lnTo>
                    <a:pt x="1715668" y="700646"/>
                  </a:lnTo>
                  <a:lnTo>
                    <a:pt x="1727458" y="700094"/>
                  </a:lnTo>
                  <a:lnTo>
                    <a:pt x="1739245" y="699479"/>
                  </a:lnTo>
                  <a:lnTo>
                    <a:pt x="1751028" y="698801"/>
                  </a:lnTo>
                  <a:lnTo>
                    <a:pt x="1762808" y="698061"/>
                  </a:lnTo>
                  <a:lnTo>
                    <a:pt x="1774584" y="697258"/>
                  </a:lnTo>
                  <a:lnTo>
                    <a:pt x="1786355" y="696391"/>
                  </a:lnTo>
                  <a:lnTo>
                    <a:pt x="1798122" y="695463"/>
                  </a:lnTo>
                  <a:lnTo>
                    <a:pt x="1809883" y="694471"/>
                  </a:lnTo>
                  <a:lnTo>
                    <a:pt x="1821639" y="693417"/>
                  </a:lnTo>
                  <a:lnTo>
                    <a:pt x="1833389" y="692300"/>
                  </a:lnTo>
                  <a:lnTo>
                    <a:pt x="1845133" y="691120"/>
                  </a:lnTo>
                  <a:lnTo>
                    <a:pt x="1856870" y="689878"/>
                  </a:lnTo>
                  <a:lnTo>
                    <a:pt x="1868601" y="688573"/>
                  </a:lnTo>
                  <a:lnTo>
                    <a:pt x="1880325" y="687206"/>
                  </a:lnTo>
                  <a:lnTo>
                    <a:pt x="1892041" y="685777"/>
                  </a:lnTo>
                  <a:lnTo>
                    <a:pt x="1903749" y="684284"/>
                  </a:lnTo>
                  <a:lnTo>
                    <a:pt x="1915449" y="682730"/>
                  </a:lnTo>
                  <a:lnTo>
                    <a:pt x="1927141" y="681113"/>
                  </a:lnTo>
                  <a:lnTo>
                    <a:pt x="1938824" y="679434"/>
                  </a:lnTo>
                  <a:lnTo>
                    <a:pt x="1950498" y="677692"/>
                  </a:lnTo>
                  <a:lnTo>
                    <a:pt x="1962163" y="675889"/>
                  </a:lnTo>
                  <a:lnTo>
                    <a:pt x="1973817" y="674023"/>
                  </a:lnTo>
                  <a:lnTo>
                    <a:pt x="1985462" y="672095"/>
                  </a:lnTo>
                  <a:lnTo>
                    <a:pt x="1997096" y="670105"/>
                  </a:lnTo>
                  <a:lnTo>
                    <a:pt x="2008719" y="668053"/>
                  </a:lnTo>
                  <a:lnTo>
                    <a:pt x="2020331" y="665939"/>
                  </a:lnTo>
                  <a:lnTo>
                    <a:pt x="2031932" y="663763"/>
                  </a:lnTo>
                  <a:lnTo>
                    <a:pt x="2043521" y="661525"/>
                  </a:lnTo>
                  <a:lnTo>
                    <a:pt x="2055098" y="659226"/>
                  </a:lnTo>
                  <a:lnTo>
                    <a:pt x="2066662" y="656865"/>
                  </a:lnTo>
                  <a:lnTo>
                    <a:pt x="2078214" y="654442"/>
                  </a:lnTo>
                  <a:lnTo>
                    <a:pt x="2089753" y="651958"/>
                  </a:lnTo>
                  <a:lnTo>
                    <a:pt x="2101278" y="649412"/>
                  </a:lnTo>
                  <a:lnTo>
                    <a:pt x="2112790" y="646805"/>
                  </a:lnTo>
                  <a:lnTo>
                    <a:pt x="2124287" y="644137"/>
                  </a:lnTo>
                  <a:lnTo>
                    <a:pt x="2135770" y="641407"/>
                  </a:lnTo>
                  <a:lnTo>
                    <a:pt x="2147238" y="638616"/>
                  </a:lnTo>
                  <a:lnTo>
                    <a:pt x="2158692" y="635764"/>
                  </a:lnTo>
                  <a:lnTo>
                    <a:pt x="2170130" y="632851"/>
                  </a:lnTo>
                  <a:lnTo>
                    <a:pt x="2181552" y="629877"/>
                  </a:lnTo>
                  <a:lnTo>
                    <a:pt x="2192958" y="626842"/>
                  </a:lnTo>
                  <a:lnTo>
                    <a:pt x="2204348" y="623747"/>
                  </a:lnTo>
                  <a:lnTo>
                    <a:pt x="2215721" y="620590"/>
                  </a:lnTo>
                  <a:lnTo>
                    <a:pt x="2227077" y="617373"/>
                  </a:lnTo>
                  <a:lnTo>
                    <a:pt x="2238416" y="614096"/>
                  </a:lnTo>
                  <a:lnTo>
                    <a:pt x="2249738" y="610758"/>
                  </a:lnTo>
                  <a:lnTo>
                    <a:pt x="2261041" y="607360"/>
                  </a:lnTo>
                  <a:lnTo>
                    <a:pt x="2272326" y="603902"/>
                  </a:lnTo>
                  <a:lnTo>
                    <a:pt x="2283592" y="600384"/>
                  </a:lnTo>
                  <a:lnTo>
                    <a:pt x="2294840" y="596805"/>
                  </a:lnTo>
                  <a:lnTo>
                    <a:pt x="2306068" y="593167"/>
                  </a:lnTo>
                  <a:lnTo>
                    <a:pt x="2317277" y="589469"/>
                  </a:lnTo>
                  <a:lnTo>
                    <a:pt x="2328466" y="585711"/>
                  </a:lnTo>
                  <a:lnTo>
                    <a:pt x="2339635" y="581894"/>
                  </a:lnTo>
                  <a:lnTo>
                    <a:pt x="2350783" y="578017"/>
                  </a:lnTo>
                  <a:lnTo>
                    <a:pt x="2361910" y="574080"/>
                  </a:lnTo>
                  <a:lnTo>
                    <a:pt x="2373016" y="570085"/>
                  </a:lnTo>
                  <a:lnTo>
                    <a:pt x="2384101" y="566030"/>
                  </a:lnTo>
                  <a:lnTo>
                    <a:pt x="2395164" y="561916"/>
                  </a:lnTo>
                  <a:lnTo>
                    <a:pt x="2406205" y="557744"/>
                  </a:lnTo>
                  <a:lnTo>
                    <a:pt x="2417223" y="553512"/>
                  </a:lnTo>
                  <a:lnTo>
                    <a:pt x="2428219" y="549222"/>
                  </a:lnTo>
                  <a:lnTo>
                    <a:pt x="2439192" y="544873"/>
                  </a:lnTo>
                  <a:lnTo>
                    <a:pt x="2450141" y="540466"/>
                  </a:lnTo>
                  <a:lnTo>
                    <a:pt x="2461067" y="536001"/>
                  </a:lnTo>
                  <a:lnTo>
                    <a:pt x="2471969" y="531477"/>
                  </a:lnTo>
                  <a:lnTo>
                    <a:pt x="2482846" y="526895"/>
                  </a:lnTo>
                  <a:lnTo>
                    <a:pt x="2493699" y="522256"/>
                  </a:lnTo>
                  <a:lnTo>
                    <a:pt x="2504527" y="517558"/>
                  </a:lnTo>
                  <a:lnTo>
                    <a:pt x="2515330" y="512803"/>
                  </a:lnTo>
                  <a:lnTo>
                    <a:pt x="2526107" y="507990"/>
                  </a:lnTo>
                  <a:lnTo>
                    <a:pt x="2536859" y="503120"/>
                  </a:lnTo>
                  <a:lnTo>
                    <a:pt x="2547584" y="498193"/>
                  </a:lnTo>
                  <a:lnTo>
                    <a:pt x="2558283" y="493209"/>
                  </a:lnTo>
                  <a:lnTo>
                    <a:pt x="2568955" y="488168"/>
                  </a:lnTo>
                  <a:lnTo>
                    <a:pt x="2579601" y="483069"/>
                  </a:lnTo>
                  <a:lnTo>
                    <a:pt x="2590219" y="477915"/>
                  </a:lnTo>
                  <a:lnTo>
                    <a:pt x="2600809" y="472703"/>
                  </a:lnTo>
                  <a:lnTo>
                    <a:pt x="2611371" y="467435"/>
                  </a:lnTo>
                  <a:lnTo>
                    <a:pt x="2621905" y="462111"/>
                  </a:lnTo>
                  <a:lnTo>
                    <a:pt x="2632411" y="456731"/>
                  </a:lnTo>
                  <a:lnTo>
                    <a:pt x="2642887" y="451295"/>
                  </a:lnTo>
                  <a:lnTo>
                    <a:pt x="2653335" y="445804"/>
                  </a:lnTo>
                  <a:lnTo>
                    <a:pt x="2663753" y="440256"/>
                  </a:lnTo>
                  <a:lnTo>
                    <a:pt x="2674142" y="434653"/>
                  </a:lnTo>
                  <a:lnTo>
                    <a:pt x="2684500" y="428995"/>
                  </a:lnTo>
                  <a:lnTo>
                    <a:pt x="2694828" y="423282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131138" y="5339978"/>
              <a:ext cx="82562" cy="45960"/>
            </a:xfrm>
            <a:custGeom>
              <a:avLst/>
              <a:pathLst>
                <a:path w="82562" h="45960">
                  <a:moveTo>
                    <a:pt x="0" y="45960"/>
                  </a:moveTo>
                  <a:lnTo>
                    <a:pt x="335" y="45782"/>
                  </a:lnTo>
                  <a:lnTo>
                    <a:pt x="670" y="45605"/>
                  </a:lnTo>
                  <a:lnTo>
                    <a:pt x="1006" y="45427"/>
                  </a:lnTo>
                  <a:lnTo>
                    <a:pt x="1341" y="45249"/>
                  </a:lnTo>
                  <a:lnTo>
                    <a:pt x="1676" y="45072"/>
                  </a:lnTo>
                  <a:lnTo>
                    <a:pt x="2012" y="44894"/>
                  </a:lnTo>
                  <a:lnTo>
                    <a:pt x="2347" y="44716"/>
                  </a:lnTo>
                  <a:lnTo>
                    <a:pt x="2682" y="44538"/>
                  </a:lnTo>
                  <a:lnTo>
                    <a:pt x="3017" y="44360"/>
                  </a:lnTo>
                  <a:lnTo>
                    <a:pt x="3353" y="44182"/>
                  </a:lnTo>
                  <a:lnTo>
                    <a:pt x="3688" y="44004"/>
                  </a:lnTo>
                  <a:lnTo>
                    <a:pt x="4023" y="43826"/>
                  </a:lnTo>
                  <a:lnTo>
                    <a:pt x="4358" y="43648"/>
                  </a:lnTo>
                  <a:lnTo>
                    <a:pt x="4693" y="43469"/>
                  </a:lnTo>
                  <a:lnTo>
                    <a:pt x="5028" y="43291"/>
                  </a:lnTo>
                  <a:lnTo>
                    <a:pt x="5363" y="43113"/>
                  </a:lnTo>
                  <a:lnTo>
                    <a:pt x="5698" y="42934"/>
                  </a:lnTo>
                  <a:lnTo>
                    <a:pt x="6033" y="42756"/>
                  </a:lnTo>
                  <a:lnTo>
                    <a:pt x="6368" y="42577"/>
                  </a:lnTo>
                  <a:lnTo>
                    <a:pt x="6703" y="42399"/>
                  </a:lnTo>
                  <a:lnTo>
                    <a:pt x="7038" y="42220"/>
                  </a:lnTo>
                  <a:lnTo>
                    <a:pt x="7372" y="42041"/>
                  </a:lnTo>
                  <a:lnTo>
                    <a:pt x="7707" y="41863"/>
                  </a:lnTo>
                  <a:lnTo>
                    <a:pt x="8042" y="41684"/>
                  </a:lnTo>
                  <a:lnTo>
                    <a:pt x="8377" y="41505"/>
                  </a:lnTo>
                  <a:lnTo>
                    <a:pt x="8711" y="41326"/>
                  </a:lnTo>
                  <a:lnTo>
                    <a:pt x="9046" y="41147"/>
                  </a:lnTo>
                  <a:lnTo>
                    <a:pt x="9381" y="40968"/>
                  </a:lnTo>
                  <a:lnTo>
                    <a:pt x="9715" y="40789"/>
                  </a:lnTo>
                  <a:lnTo>
                    <a:pt x="10050" y="40610"/>
                  </a:lnTo>
                  <a:lnTo>
                    <a:pt x="10384" y="40430"/>
                  </a:lnTo>
                  <a:lnTo>
                    <a:pt x="10719" y="40251"/>
                  </a:lnTo>
                  <a:lnTo>
                    <a:pt x="11053" y="40072"/>
                  </a:lnTo>
                  <a:lnTo>
                    <a:pt x="11388" y="39892"/>
                  </a:lnTo>
                  <a:lnTo>
                    <a:pt x="11722" y="39713"/>
                  </a:lnTo>
                  <a:lnTo>
                    <a:pt x="12057" y="39533"/>
                  </a:lnTo>
                  <a:lnTo>
                    <a:pt x="12391" y="39354"/>
                  </a:lnTo>
                  <a:lnTo>
                    <a:pt x="12725" y="39174"/>
                  </a:lnTo>
                  <a:lnTo>
                    <a:pt x="13059" y="38994"/>
                  </a:lnTo>
                  <a:lnTo>
                    <a:pt x="13394" y="38815"/>
                  </a:lnTo>
                  <a:lnTo>
                    <a:pt x="13728" y="38635"/>
                  </a:lnTo>
                  <a:lnTo>
                    <a:pt x="14062" y="38455"/>
                  </a:lnTo>
                  <a:lnTo>
                    <a:pt x="14396" y="38275"/>
                  </a:lnTo>
                  <a:lnTo>
                    <a:pt x="14730" y="38095"/>
                  </a:lnTo>
                  <a:lnTo>
                    <a:pt x="15065" y="37915"/>
                  </a:lnTo>
                  <a:lnTo>
                    <a:pt x="15399" y="37735"/>
                  </a:lnTo>
                  <a:lnTo>
                    <a:pt x="15733" y="37555"/>
                  </a:lnTo>
                  <a:lnTo>
                    <a:pt x="16067" y="37375"/>
                  </a:lnTo>
                  <a:lnTo>
                    <a:pt x="16401" y="37194"/>
                  </a:lnTo>
                  <a:lnTo>
                    <a:pt x="16735" y="37014"/>
                  </a:lnTo>
                  <a:lnTo>
                    <a:pt x="17069" y="36834"/>
                  </a:lnTo>
                  <a:lnTo>
                    <a:pt x="17402" y="36653"/>
                  </a:lnTo>
                  <a:lnTo>
                    <a:pt x="17736" y="36473"/>
                  </a:lnTo>
                  <a:lnTo>
                    <a:pt x="18070" y="36292"/>
                  </a:lnTo>
                  <a:lnTo>
                    <a:pt x="18404" y="36112"/>
                  </a:lnTo>
                  <a:lnTo>
                    <a:pt x="18738" y="35931"/>
                  </a:lnTo>
                  <a:lnTo>
                    <a:pt x="19071" y="35750"/>
                  </a:lnTo>
                  <a:lnTo>
                    <a:pt x="19405" y="35570"/>
                  </a:lnTo>
                  <a:lnTo>
                    <a:pt x="19739" y="35389"/>
                  </a:lnTo>
                  <a:lnTo>
                    <a:pt x="20072" y="35208"/>
                  </a:lnTo>
                  <a:lnTo>
                    <a:pt x="20406" y="35027"/>
                  </a:lnTo>
                  <a:lnTo>
                    <a:pt x="20740" y="34846"/>
                  </a:lnTo>
                  <a:lnTo>
                    <a:pt x="21073" y="34665"/>
                  </a:lnTo>
                  <a:lnTo>
                    <a:pt x="21407" y="34484"/>
                  </a:lnTo>
                  <a:lnTo>
                    <a:pt x="21740" y="34303"/>
                  </a:lnTo>
                  <a:lnTo>
                    <a:pt x="22074" y="34121"/>
                  </a:lnTo>
                  <a:lnTo>
                    <a:pt x="22407" y="33940"/>
                  </a:lnTo>
                  <a:lnTo>
                    <a:pt x="22740" y="33759"/>
                  </a:lnTo>
                  <a:lnTo>
                    <a:pt x="23074" y="33577"/>
                  </a:lnTo>
                  <a:lnTo>
                    <a:pt x="23407" y="33396"/>
                  </a:lnTo>
                  <a:lnTo>
                    <a:pt x="23740" y="33214"/>
                  </a:lnTo>
                  <a:lnTo>
                    <a:pt x="24074" y="33033"/>
                  </a:lnTo>
                  <a:lnTo>
                    <a:pt x="24407" y="32851"/>
                  </a:lnTo>
                  <a:lnTo>
                    <a:pt x="24740" y="32669"/>
                  </a:lnTo>
                  <a:lnTo>
                    <a:pt x="25073" y="32488"/>
                  </a:lnTo>
                  <a:lnTo>
                    <a:pt x="25406" y="32306"/>
                  </a:lnTo>
                  <a:lnTo>
                    <a:pt x="25740" y="32124"/>
                  </a:lnTo>
                  <a:lnTo>
                    <a:pt x="26073" y="31942"/>
                  </a:lnTo>
                  <a:lnTo>
                    <a:pt x="26406" y="31760"/>
                  </a:lnTo>
                  <a:lnTo>
                    <a:pt x="26739" y="31578"/>
                  </a:lnTo>
                  <a:lnTo>
                    <a:pt x="27072" y="31396"/>
                  </a:lnTo>
                  <a:lnTo>
                    <a:pt x="27405" y="31214"/>
                  </a:lnTo>
                  <a:lnTo>
                    <a:pt x="27738" y="31032"/>
                  </a:lnTo>
                  <a:lnTo>
                    <a:pt x="28070" y="30849"/>
                  </a:lnTo>
                  <a:lnTo>
                    <a:pt x="28403" y="30667"/>
                  </a:lnTo>
                  <a:lnTo>
                    <a:pt x="28736" y="30485"/>
                  </a:lnTo>
                  <a:lnTo>
                    <a:pt x="29069" y="30302"/>
                  </a:lnTo>
                  <a:lnTo>
                    <a:pt x="29402" y="30120"/>
                  </a:lnTo>
                  <a:lnTo>
                    <a:pt x="29734" y="29937"/>
                  </a:lnTo>
                  <a:lnTo>
                    <a:pt x="30067" y="29755"/>
                  </a:lnTo>
                  <a:lnTo>
                    <a:pt x="30400" y="29572"/>
                  </a:lnTo>
                  <a:lnTo>
                    <a:pt x="30732" y="29389"/>
                  </a:lnTo>
                  <a:lnTo>
                    <a:pt x="31065" y="29207"/>
                  </a:lnTo>
                  <a:lnTo>
                    <a:pt x="31398" y="29024"/>
                  </a:lnTo>
                  <a:lnTo>
                    <a:pt x="31730" y="28841"/>
                  </a:lnTo>
                  <a:lnTo>
                    <a:pt x="32063" y="28658"/>
                  </a:lnTo>
                  <a:lnTo>
                    <a:pt x="32395" y="28475"/>
                  </a:lnTo>
                  <a:lnTo>
                    <a:pt x="32728" y="28292"/>
                  </a:lnTo>
                  <a:lnTo>
                    <a:pt x="33060" y="28109"/>
                  </a:lnTo>
                  <a:lnTo>
                    <a:pt x="33392" y="27926"/>
                  </a:lnTo>
                  <a:lnTo>
                    <a:pt x="33725" y="27742"/>
                  </a:lnTo>
                  <a:lnTo>
                    <a:pt x="34057" y="27559"/>
                  </a:lnTo>
                  <a:lnTo>
                    <a:pt x="34389" y="27376"/>
                  </a:lnTo>
                  <a:lnTo>
                    <a:pt x="34722" y="27192"/>
                  </a:lnTo>
                  <a:lnTo>
                    <a:pt x="35054" y="27009"/>
                  </a:lnTo>
                  <a:lnTo>
                    <a:pt x="35386" y="26825"/>
                  </a:lnTo>
                  <a:lnTo>
                    <a:pt x="35718" y="26642"/>
                  </a:lnTo>
                  <a:lnTo>
                    <a:pt x="36050" y="26458"/>
                  </a:lnTo>
                  <a:lnTo>
                    <a:pt x="36383" y="26274"/>
                  </a:lnTo>
                  <a:lnTo>
                    <a:pt x="36715" y="26091"/>
                  </a:lnTo>
                  <a:lnTo>
                    <a:pt x="37047" y="25907"/>
                  </a:lnTo>
                  <a:lnTo>
                    <a:pt x="37379" y="25723"/>
                  </a:lnTo>
                  <a:lnTo>
                    <a:pt x="37711" y="25539"/>
                  </a:lnTo>
                  <a:lnTo>
                    <a:pt x="38043" y="25355"/>
                  </a:lnTo>
                  <a:lnTo>
                    <a:pt x="38375" y="25171"/>
                  </a:lnTo>
                  <a:lnTo>
                    <a:pt x="38706" y="24987"/>
                  </a:lnTo>
                  <a:lnTo>
                    <a:pt x="39038" y="24803"/>
                  </a:lnTo>
                  <a:lnTo>
                    <a:pt x="39370" y="24619"/>
                  </a:lnTo>
                  <a:lnTo>
                    <a:pt x="39702" y="24434"/>
                  </a:lnTo>
                  <a:lnTo>
                    <a:pt x="40034" y="24250"/>
                  </a:lnTo>
                  <a:lnTo>
                    <a:pt x="40365" y="24066"/>
                  </a:lnTo>
                  <a:lnTo>
                    <a:pt x="40697" y="23881"/>
                  </a:lnTo>
                  <a:lnTo>
                    <a:pt x="41029" y="23697"/>
                  </a:lnTo>
                  <a:lnTo>
                    <a:pt x="41360" y="23512"/>
                  </a:lnTo>
                  <a:lnTo>
                    <a:pt x="41692" y="23328"/>
                  </a:lnTo>
                  <a:lnTo>
                    <a:pt x="42024" y="23143"/>
                  </a:lnTo>
                  <a:lnTo>
                    <a:pt x="42355" y="22958"/>
                  </a:lnTo>
                  <a:lnTo>
                    <a:pt x="42687" y="22774"/>
                  </a:lnTo>
                  <a:lnTo>
                    <a:pt x="43018" y="22589"/>
                  </a:lnTo>
                  <a:lnTo>
                    <a:pt x="43350" y="22404"/>
                  </a:lnTo>
                  <a:lnTo>
                    <a:pt x="43681" y="22219"/>
                  </a:lnTo>
                  <a:lnTo>
                    <a:pt x="44012" y="22034"/>
                  </a:lnTo>
                  <a:lnTo>
                    <a:pt x="44344" y="21849"/>
                  </a:lnTo>
                  <a:lnTo>
                    <a:pt x="44675" y="21664"/>
                  </a:lnTo>
                  <a:lnTo>
                    <a:pt x="45006" y="21479"/>
                  </a:lnTo>
                  <a:lnTo>
                    <a:pt x="45338" y="21294"/>
                  </a:lnTo>
                  <a:lnTo>
                    <a:pt x="45669" y="21108"/>
                  </a:lnTo>
                  <a:lnTo>
                    <a:pt x="46000" y="20923"/>
                  </a:lnTo>
                  <a:lnTo>
                    <a:pt x="46331" y="20738"/>
                  </a:lnTo>
                  <a:lnTo>
                    <a:pt x="46662" y="20552"/>
                  </a:lnTo>
                  <a:lnTo>
                    <a:pt x="46993" y="20367"/>
                  </a:lnTo>
                  <a:lnTo>
                    <a:pt x="47324" y="20181"/>
                  </a:lnTo>
                  <a:lnTo>
                    <a:pt x="47655" y="19995"/>
                  </a:lnTo>
                  <a:lnTo>
                    <a:pt x="47986" y="19810"/>
                  </a:lnTo>
                  <a:lnTo>
                    <a:pt x="48317" y="19624"/>
                  </a:lnTo>
                  <a:lnTo>
                    <a:pt x="48648" y="19438"/>
                  </a:lnTo>
                  <a:lnTo>
                    <a:pt x="48979" y="19252"/>
                  </a:lnTo>
                  <a:lnTo>
                    <a:pt x="49310" y="19066"/>
                  </a:lnTo>
                  <a:lnTo>
                    <a:pt x="49641" y="18881"/>
                  </a:lnTo>
                  <a:lnTo>
                    <a:pt x="49972" y="18695"/>
                  </a:lnTo>
                  <a:lnTo>
                    <a:pt x="50303" y="18508"/>
                  </a:lnTo>
                  <a:lnTo>
                    <a:pt x="50633" y="18322"/>
                  </a:lnTo>
                  <a:lnTo>
                    <a:pt x="50964" y="18136"/>
                  </a:lnTo>
                  <a:lnTo>
                    <a:pt x="51295" y="17950"/>
                  </a:lnTo>
                  <a:lnTo>
                    <a:pt x="51625" y="17764"/>
                  </a:lnTo>
                  <a:lnTo>
                    <a:pt x="51956" y="17577"/>
                  </a:lnTo>
                  <a:lnTo>
                    <a:pt x="52287" y="17391"/>
                  </a:lnTo>
                  <a:lnTo>
                    <a:pt x="52617" y="17204"/>
                  </a:lnTo>
                  <a:lnTo>
                    <a:pt x="52948" y="17018"/>
                  </a:lnTo>
                  <a:lnTo>
                    <a:pt x="53278" y="16831"/>
                  </a:lnTo>
                  <a:lnTo>
                    <a:pt x="53609" y="16645"/>
                  </a:lnTo>
                  <a:lnTo>
                    <a:pt x="53939" y="16458"/>
                  </a:lnTo>
                  <a:lnTo>
                    <a:pt x="54269" y="16271"/>
                  </a:lnTo>
                  <a:lnTo>
                    <a:pt x="54600" y="16084"/>
                  </a:lnTo>
                  <a:lnTo>
                    <a:pt x="54930" y="15898"/>
                  </a:lnTo>
                  <a:lnTo>
                    <a:pt x="55260" y="15711"/>
                  </a:lnTo>
                  <a:lnTo>
                    <a:pt x="55591" y="15524"/>
                  </a:lnTo>
                  <a:lnTo>
                    <a:pt x="55921" y="15337"/>
                  </a:lnTo>
                  <a:lnTo>
                    <a:pt x="56251" y="15150"/>
                  </a:lnTo>
                  <a:lnTo>
                    <a:pt x="56581" y="14962"/>
                  </a:lnTo>
                  <a:lnTo>
                    <a:pt x="56911" y="14775"/>
                  </a:lnTo>
                  <a:lnTo>
                    <a:pt x="57242" y="14588"/>
                  </a:lnTo>
                  <a:lnTo>
                    <a:pt x="57572" y="14401"/>
                  </a:lnTo>
                  <a:lnTo>
                    <a:pt x="57902" y="14213"/>
                  </a:lnTo>
                  <a:lnTo>
                    <a:pt x="58232" y="14026"/>
                  </a:lnTo>
                  <a:lnTo>
                    <a:pt x="58562" y="13838"/>
                  </a:lnTo>
                  <a:lnTo>
                    <a:pt x="58892" y="13651"/>
                  </a:lnTo>
                  <a:lnTo>
                    <a:pt x="59221" y="13463"/>
                  </a:lnTo>
                  <a:lnTo>
                    <a:pt x="59551" y="13276"/>
                  </a:lnTo>
                  <a:lnTo>
                    <a:pt x="59881" y="13088"/>
                  </a:lnTo>
                  <a:lnTo>
                    <a:pt x="60211" y="12900"/>
                  </a:lnTo>
                  <a:lnTo>
                    <a:pt x="60541" y="12712"/>
                  </a:lnTo>
                  <a:lnTo>
                    <a:pt x="60871" y="12524"/>
                  </a:lnTo>
                  <a:lnTo>
                    <a:pt x="61200" y="12336"/>
                  </a:lnTo>
                  <a:lnTo>
                    <a:pt x="61530" y="12148"/>
                  </a:lnTo>
                  <a:lnTo>
                    <a:pt x="61860" y="11960"/>
                  </a:lnTo>
                  <a:lnTo>
                    <a:pt x="62189" y="11772"/>
                  </a:lnTo>
                  <a:lnTo>
                    <a:pt x="62519" y="11584"/>
                  </a:lnTo>
                  <a:lnTo>
                    <a:pt x="62848" y="11396"/>
                  </a:lnTo>
                  <a:lnTo>
                    <a:pt x="63178" y="11208"/>
                  </a:lnTo>
                  <a:lnTo>
                    <a:pt x="63507" y="11019"/>
                  </a:lnTo>
                  <a:lnTo>
                    <a:pt x="63837" y="10831"/>
                  </a:lnTo>
                  <a:lnTo>
                    <a:pt x="64166" y="10642"/>
                  </a:lnTo>
                  <a:lnTo>
                    <a:pt x="64496" y="10454"/>
                  </a:lnTo>
                  <a:lnTo>
                    <a:pt x="64825" y="10265"/>
                  </a:lnTo>
                  <a:lnTo>
                    <a:pt x="65154" y="10077"/>
                  </a:lnTo>
                  <a:lnTo>
                    <a:pt x="65484" y="9888"/>
                  </a:lnTo>
                  <a:lnTo>
                    <a:pt x="65813" y="9699"/>
                  </a:lnTo>
                  <a:lnTo>
                    <a:pt x="66142" y="9511"/>
                  </a:lnTo>
                  <a:lnTo>
                    <a:pt x="66471" y="9322"/>
                  </a:lnTo>
                  <a:lnTo>
                    <a:pt x="66801" y="9133"/>
                  </a:lnTo>
                  <a:lnTo>
                    <a:pt x="67130" y="8944"/>
                  </a:lnTo>
                  <a:lnTo>
                    <a:pt x="67459" y="8755"/>
                  </a:lnTo>
                  <a:lnTo>
                    <a:pt x="67788" y="8566"/>
                  </a:lnTo>
                  <a:lnTo>
                    <a:pt x="68117" y="8377"/>
                  </a:lnTo>
                  <a:lnTo>
                    <a:pt x="68446" y="8187"/>
                  </a:lnTo>
                  <a:lnTo>
                    <a:pt x="68775" y="7998"/>
                  </a:lnTo>
                  <a:lnTo>
                    <a:pt x="69104" y="7809"/>
                  </a:lnTo>
                  <a:lnTo>
                    <a:pt x="69433" y="7620"/>
                  </a:lnTo>
                  <a:lnTo>
                    <a:pt x="69762" y="7430"/>
                  </a:lnTo>
                  <a:lnTo>
                    <a:pt x="70090" y="7241"/>
                  </a:lnTo>
                  <a:lnTo>
                    <a:pt x="70419" y="7051"/>
                  </a:lnTo>
                  <a:lnTo>
                    <a:pt x="70748" y="6862"/>
                  </a:lnTo>
                  <a:lnTo>
                    <a:pt x="71077" y="6672"/>
                  </a:lnTo>
                  <a:lnTo>
                    <a:pt x="71406" y="6482"/>
                  </a:lnTo>
                  <a:lnTo>
                    <a:pt x="71734" y="6293"/>
                  </a:lnTo>
                  <a:lnTo>
                    <a:pt x="72063" y="6103"/>
                  </a:lnTo>
                  <a:lnTo>
                    <a:pt x="72391" y="5913"/>
                  </a:lnTo>
                  <a:lnTo>
                    <a:pt x="72720" y="5723"/>
                  </a:lnTo>
                  <a:lnTo>
                    <a:pt x="73049" y="5533"/>
                  </a:lnTo>
                  <a:lnTo>
                    <a:pt x="73377" y="5343"/>
                  </a:lnTo>
                  <a:lnTo>
                    <a:pt x="73706" y="5153"/>
                  </a:lnTo>
                  <a:lnTo>
                    <a:pt x="74034" y="4963"/>
                  </a:lnTo>
                  <a:lnTo>
                    <a:pt x="74363" y="4773"/>
                  </a:lnTo>
                  <a:lnTo>
                    <a:pt x="74691" y="4582"/>
                  </a:lnTo>
                  <a:lnTo>
                    <a:pt x="75019" y="4392"/>
                  </a:lnTo>
                  <a:lnTo>
                    <a:pt x="75348" y="4202"/>
                  </a:lnTo>
                  <a:lnTo>
                    <a:pt x="75676" y="4011"/>
                  </a:lnTo>
                  <a:lnTo>
                    <a:pt x="76004" y="3821"/>
                  </a:lnTo>
                  <a:lnTo>
                    <a:pt x="76332" y="3630"/>
                  </a:lnTo>
                  <a:lnTo>
                    <a:pt x="76661" y="3440"/>
                  </a:lnTo>
                  <a:lnTo>
                    <a:pt x="76989" y="3249"/>
                  </a:lnTo>
                  <a:lnTo>
                    <a:pt x="77317" y="3058"/>
                  </a:lnTo>
                  <a:lnTo>
                    <a:pt x="77645" y="2868"/>
                  </a:lnTo>
                  <a:lnTo>
                    <a:pt x="77973" y="2677"/>
                  </a:lnTo>
                  <a:lnTo>
                    <a:pt x="78301" y="2486"/>
                  </a:lnTo>
                  <a:lnTo>
                    <a:pt x="78629" y="2295"/>
                  </a:lnTo>
                  <a:lnTo>
                    <a:pt x="78957" y="2104"/>
                  </a:lnTo>
                  <a:lnTo>
                    <a:pt x="79285" y="1913"/>
                  </a:lnTo>
                  <a:lnTo>
                    <a:pt x="79613" y="1722"/>
                  </a:lnTo>
                  <a:lnTo>
                    <a:pt x="79941" y="1531"/>
                  </a:lnTo>
                  <a:lnTo>
                    <a:pt x="80269" y="1340"/>
                  </a:lnTo>
                  <a:lnTo>
                    <a:pt x="80596" y="1148"/>
                  </a:lnTo>
                  <a:lnTo>
                    <a:pt x="80924" y="957"/>
                  </a:lnTo>
                  <a:lnTo>
                    <a:pt x="81252" y="766"/>
                  </a:lnTo>
                  <a:lnTo>
                    <a:pt x="81580" y="574"/>
                  </a:lnTo>
                  <a:lnTo>
                    <a:pt x="81907" y="383"/>
                  </a:lnTo>
                  <a:lnTo>
                    <a:pt x="82235" y="191"/>
                  </a:lnTo>
                  <a:lnTo>
                    <a:pt x="82562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7238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g7151"/>
            <p:cNvSpPr/>
            <p:nvPr/>
          </p:nvSpPr>
          <p:spPr>
            <a:xfrm>
              <a:off x="3897319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2" name="pg7152"/>
            <p:cNvSpPr/>
            <p:nvPr/>
          </p:nvSpPr>
          <p:spPr>
            <a:xfrm>
              <a:off x="3894109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3" name="pg7153"/>
            <p:cNvSpPr/>
            <p:nvPr/>
          </p:nvSpPr>
          <p:spPr>
            <a:xfrm>
              <a:off x="4007251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4" name="pg7154"/>
            <p:cNvSpPr/>
            <p:nvPr/>
          </p:nvSpPr>
          <p:spPr>
            <a:xfrm>
              <a:off x="4002927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5" name="pg7155"/>
            <p:cNvSpPr/>
            <p:nvPr/>
          </p:nvSpPr>
          <p:spPr>
            <a:xfrm>
              <a:off x="402044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6" name="pg7156"/>
            <p:cNvSpPr/>
            <p:nvPr/>
          </p:nvSpPr>
          <p:spPr>
            <a:xfrm>
              <a:off x="401601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7" name="pg7157"/>
            <p:cNvSpPr/>
            <p:nvPr/>
          </p:nvSpPr>
          <p:spPr>
            <a:xfrm>
              <a:off x="4011612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8" name="pg7158"/>
            <p:cNvSpPr/>
            <p:nvPr/>
          </p:nvSpPr>
          <p:spPr>
            <a:xfrm>
              <a:off x="3998641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g7159"/>
            <p:cNvSpPr/>
            <p:nvPr/>
          </p:nvSpPr>
          <p:spPr>
            <a:xfrm>
              <a:off x="3994392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g7160"/>
            <p:cNvSpPr/>
            <p:nvPr/>
          </p:nvSpPr>
          <p:spPr>
            <a:xfrm>
              <a:off x="3990181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g7161"/>
            <p:cNvSpPr/>
            <p:nvPr/>
          </p:nvSpPr>
          <p:spPr>
            <a:xfrm>
              <a:off x="3986008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g7162"/>
            <p:cNvSpPr/>
            <p:nvPr/>
          </p:nvSpPr>
          <p:spPr>
            <a:xfrm>
              <a:off x="3981872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g7163"/>
            <p:cNvSpPr/>
            <p:nvPr/>
          </p:nvSpPr>
          <p:spPr>
            <a:xfrm>
              <a:off x="3977774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g7164"/>
            <p:cNvSpPr/>
            <p:nvPr/>
          </p:nvSpPr>
          <p:spPr>
            <a:xfrm>
              <a:off x="3973714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g7165"/>
            <p:cNvSpPr/>
            <p:nvPr/>
          </p:nvSpPr>
          <p:spPr>
            <a:xfrm>
              <a:off x="3969691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g7166"/>
            <p:cNvSpPr/>
            <p:nvPr/>
          </p:nvSpPr>
          <p:spPr>
            <a:xfrm>
              <a:off x="3965707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g7167"/>
            <p:cNvSpPr/>
            <p:nvPr/>
          </p:nvSpPr>
          <p:spPr>
            <a:xfrm>
              <a:off x="3961761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g7168"/>
            <p:cNvSpPr/>
            <p:nvPr/>
          </p:nvSpPr>
          <p:spPr>
            <a:xfrm>
              <a:off x="3957853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g7169"/>
            <p:cNvSpPr/>
            <p:nvPr/>
          </p:nvSpPr>
          <p:spPr>
            <a:xfrm>
              <a:off x="3953983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g7170"/>
            <p:cNvSpPr/>
            <p:nvPr/>
          </p:nvSpPr>
          <p:spPr>
            <a:xfrm>
              <a:off x="3950151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g7171"/>
            <p:cNvSpPr/>
            <p:nvPr/>
          </p:nvSpPr>
          <p:spPr>
            <a:xfrm>
              <a:off x="3946358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g7172"/>
            <p:cNvSpPr/>
            <p:nvPr/>
          </p:nvSpPr>
          <p:spPr>
            <a:xfrm>
              <a:off x="3942604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g7173"/>
            <p:cNvSpPr/>
            <p:nvPr/>
          </p:nvSpPr>
          <p:spPr>
            <a:xfrm>
              <a:off x="3938887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g7174"/>
            <p:cNvSpPr/>
            <p:nvPr/>
          </p:nvSpPr>
          <p:spPr>
            <a:xfrm>
              <a:off x="393521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g7175"/>
            <p:cNvSpPr/>
            <p:nvPr/>
          </p:nvSpPr>
          <p:spPr>
            <a:xfrm>
              <a:off x="3931570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g7176"/>
            <p:cNvSpPr/>
            <p:nvPr/>
          </p:nvSpPr>
          <p:spPr>
            <a:xfrm>
              <a:off x="392797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924408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920886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3917402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3913957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3910551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3907184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3903856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00568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4325351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4318983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4312646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4306342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4364216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4357661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4351137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4344643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338181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33175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300069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293828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28762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4281443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4275299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4269187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4263108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4257062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4251048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4245067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4239119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423320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4227323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422147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421566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4209879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204131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198417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192737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116824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111664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106539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101449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09639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091377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086394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081447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076537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071662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187091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181479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175900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170357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164847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159372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153932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148526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14315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137819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132518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127251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12202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066823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062021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05725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052526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047832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043176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038556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33973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29427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24917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381836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3816359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3814393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3812468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3810584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383588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3833549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3831258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3829008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3826798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3824629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382250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3820412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3890938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3887807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3884715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3881663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3878651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3875678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387274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3869852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3866998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3864184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3861411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3858677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3855983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5333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50716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48143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4561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43117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40664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38252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03458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01779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08741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06939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05178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00141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798544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796988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795473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784840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783697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79400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792568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791177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789827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788518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787251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78602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782596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7815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780516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779539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778603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772609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772047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775273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77454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777708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77685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776043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773858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73213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71526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71047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7061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70214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6986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69548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69277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69048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6886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68714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4943091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4934572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4926074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4917596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4909139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4900703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4892288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4883894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4985986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4977367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4968769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4960189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495163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5038101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5029368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5020654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5011958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5003281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4994624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4875521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486717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4858841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4850533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4842247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4833984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4825742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817523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809327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801153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793002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78487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77677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768689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760631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752596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744586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736599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728636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5542433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5580557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5571013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5561477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5551951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5637998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562840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5618819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5609241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5599671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559011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5504459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5494991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5532925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5523427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513938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485532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476084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466646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457219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5447803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5438398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5429004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5419622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5410251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5400892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39154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38221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372887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363577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354279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344994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335723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326464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317218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792411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782716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821521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811813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80211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879853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870122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860394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85067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84095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831234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967554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957801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948049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93830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928552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6045624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6035862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6026102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6016341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6006582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996823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987065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977309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918807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909064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899324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889587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724662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715006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705357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743991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734323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773027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763343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753664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695713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686077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676447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666824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657208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647599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289563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307986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298767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280372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189268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180242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171232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144298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162238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15326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135353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12642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198311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216441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207368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271195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262033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252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243752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234633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22553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064411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055623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046853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090883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082041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117514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10862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099743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073217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4720698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4712783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4681372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4704894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4697028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4689188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4673582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4665817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4658077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4650362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4642673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463501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4627373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4619761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4612176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4604617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45970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4589579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458210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4574648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4567222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454511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4559824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4552453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4537794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4404191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452195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445249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438332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431444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424586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417758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41096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530505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52324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516012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508807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501631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494483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487363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480272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473209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466176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459171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397453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39074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384067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377419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370802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376861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3768548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8039108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805351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8048749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8043946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8034233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8019393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8029322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8024376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801437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8009321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8004231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7999106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7993945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8315296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8313782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8312226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8310629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8308991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8307312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8305592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8303831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8302029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8300186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8298302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8296377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8294411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29240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290358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28827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286141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283972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281762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279512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277221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27489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272518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270106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8267653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826516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262627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260054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252093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25744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254786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340556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34016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339723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339244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338723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338161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337557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336912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342243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42222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4216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42056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4191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41722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41493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41222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4091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3622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335496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334726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33391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333062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332167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331231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330254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3292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28174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27073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25929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2474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23519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22252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20943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19593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18202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1677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49359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46585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3802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43772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240918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235092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232119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229106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219832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226054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222963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216661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213451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210202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206913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203586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200219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196813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193368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189884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186361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18280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179199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17556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171883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168166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164412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160618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156787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152917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149009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145063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141079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137056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132996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120589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128898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124762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116378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112129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107843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09032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03519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099158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09476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085852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081343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076797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072214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067594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062937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058244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7940413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7934869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7929291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798875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7983518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7978252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7972951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796761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7962244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7956838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7951397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7945923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7923679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7918033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7912353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7906639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7900891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789511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788929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7883447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787756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7871650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7865703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7859722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7853708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7829327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82315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847661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841582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835471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816941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726703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72002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713317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706579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69981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693012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686183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679325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672438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772589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785419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77902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810701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804428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798123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791787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766127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759633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753109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746553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739967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733350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665521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658574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651599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644594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637560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630498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623407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616287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09139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01962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594758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58752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580264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572976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56566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558316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550946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543547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536122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52867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521191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5136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506152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498593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491008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483397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47576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468097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460408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452693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444953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437188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429397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421582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413741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405876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397986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390072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382134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374171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366184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358174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350139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342081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33400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32589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317767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309617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301443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293246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251929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24360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285027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276786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268523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260237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235249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226876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218482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210067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201631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193174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184696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176197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167679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15914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150580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142001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133402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124784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116146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107488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098812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090116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081402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072669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011027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00215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6993256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698434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6975417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046359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063917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055147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037553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028728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019887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6966472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695751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6948532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6939538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6930528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6921501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6912459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6737882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672856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671922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6709878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6700519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6691148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6681766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6672372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6662967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6653551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644124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634686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625238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6615779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6606310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6596832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6747193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6903402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6894328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88524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876136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867018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857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848737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839574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830398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821207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812002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802784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793552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784306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775047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765775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756490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491951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48236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511099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501529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568336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587343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577844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558819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549293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539757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530213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52066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328053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424693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415056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472772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463170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453562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443946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434323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405413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395764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386108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376446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337743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366779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357105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347427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318359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30866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298957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289248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279536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26982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26010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250375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240648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230917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221183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17247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162721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152969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211446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201706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191963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182218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143216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104188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133461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123704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113947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094429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084668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074907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065146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055385" y="11016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3768714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376886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3768527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3768548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376861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3769048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3769277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3769548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376986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3770214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377061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3771047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3771526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3772047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3772609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3773213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3773858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377454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3775273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3776043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377685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3777708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3778603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3779539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3780516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37815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82596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83697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84840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8602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87251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88518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89827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91177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92568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9400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95473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96988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98544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800141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801779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803458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808741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805178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806939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810584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81836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812468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814393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816359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820412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826798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82250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824629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829008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831258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833549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83588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838252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840664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843117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84561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848143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850716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85333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855983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58677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61411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78651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64184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66998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69852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7274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75678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81663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84715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87807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90938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94109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931570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924408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92797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97319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900568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903856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907184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910551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913957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917402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920886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953983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957853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961761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93521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938887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942604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946358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950151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965707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969691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4007251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973714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977774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981872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986008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90181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94392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998641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4002927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4011612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401601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402044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4024917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4029427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4043176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4033973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4038556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4047832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4052526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405725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4062021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4066823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4071662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4076537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4081447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4086394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91377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409639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4101449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4106539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4127251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4132518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412202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4111664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116824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137819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14315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148526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153932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159372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164847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170357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175900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181479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187091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192737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198417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204131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209879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21566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22147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227323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23320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239119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245067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251048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257062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263108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269187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275299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318983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325351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281443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28762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293828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300069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306342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312646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33175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338181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344643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351137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357661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364216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370802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377419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52324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508807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516012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530505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537794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54511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552453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559824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501631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487363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494483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459171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466176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473209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480272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417758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424586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431444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438332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384067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39074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397453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404191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41096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445249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452195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567222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574648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752596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760631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697028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704894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712783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720698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728636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736599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744586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768689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77677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78487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793002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627373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612176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8210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89579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970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604617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619761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63501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642673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650362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658077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665817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673582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681372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689188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801153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809327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817523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825742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850533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833984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842247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858841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86717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875521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883894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892288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900703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5046853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5011958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5020654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5029368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5038101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5055623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5064411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5099743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5090883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5073217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5082041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909139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917596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926074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934572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943091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95163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960189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968769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977367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985986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994624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5003281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510862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5117514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512642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5135353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5144298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515326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162238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171232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180242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7543547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7550946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75136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7521191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7483397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7491008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7498593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7506152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752867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7536122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7558316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756566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7572976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7580264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758752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7594758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7601962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7609139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7616287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7623407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7630498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7637560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7309617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7317767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7276786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7285027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293246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301443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32589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33400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342081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350139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358174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366184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374171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382134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390072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397986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421582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405876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413741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6812002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6821207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6830398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6839574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6848737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6857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6867018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6876136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688524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6894328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6903402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6912459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6921501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6930528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6939538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6948532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695751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6966472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6975417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698434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037553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019887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028728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6993256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00215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011027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046359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055147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063917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116146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072669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081402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090116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098812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107488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124784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133402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142001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150580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15914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7167679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7176197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7184696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7193174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7201631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7210067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251929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260237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268523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7218482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226876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235249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24360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444953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429397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437188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452693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460408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468097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47576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5189268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5198311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5207368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5216441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522553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5234633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5243752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5252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5262033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5271195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5280372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5289563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5298767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5307986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5317218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5326464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5335723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5344994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5354279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5363577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5372887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538221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5410251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539154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5400892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5419622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429004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438398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447803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457219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466646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476084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485532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494991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504459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513938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523427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532925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542433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551951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561477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571013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580557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59011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599671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609241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618819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62840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637998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647599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657208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666824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676447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686077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695713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705357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715006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743991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724662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734323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753664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763343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773027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782716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792411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80211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811813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821521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831234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84095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85067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860394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870122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879853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889587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899324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909064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918807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928552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93830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948049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957801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967554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977309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987065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996823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6006582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6016341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6026102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6035862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6045624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6055385" y="5675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6065146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6074907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6084668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6143216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6123704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6133461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6094429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6104188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6113947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6152969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6162721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617247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6182218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6191963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6201706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6211446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6221183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6230917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6240648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6250375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26010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26982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328053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337743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279536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289248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298957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30866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318359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347427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357105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366779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376446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386108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395764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405413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415056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424693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434323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443946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453562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463170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472772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48236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491951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501529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511099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52066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530213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681766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691148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700519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709878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644124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653551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662967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672372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634686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615779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625238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587343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596832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606310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568336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577844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539757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549293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558819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71922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72856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737882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747193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756490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765775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775047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784306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793552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802784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7847661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7835471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7841582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7791787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777902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7785419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7798123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7804428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782315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7810701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7816941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7829327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7853708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7859722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7686183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7693012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769981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7706579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7713317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7644594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7651599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7658574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7665521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7672438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7679325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772002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726703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753109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733350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739967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746553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772589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59633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766127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87756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865703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871650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883447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88929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89511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900891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906639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912353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918033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923679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929291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934869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940413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945923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951397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956838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962244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978252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96761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972951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983518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98875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993945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999106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8004231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8024376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8009321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801437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8019393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8029322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8034233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8272518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827489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8277221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8279512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8281762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8283972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8286141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828827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8290358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829240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8294411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8296377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8298302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8300186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8305592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8302029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8303831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8307312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8308991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310629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312226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313782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315296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31677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318202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319593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320943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322252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323519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32474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325929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327073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328174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3292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330254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331231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332167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333062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33391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334726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35496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3622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36912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37557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38161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38723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39244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39723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4016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40556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4091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41222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41493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41722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4191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42056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4216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42222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058244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062937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067594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039108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043946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048749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05351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072214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076797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081343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085852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09032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09476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099158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103519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107843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112129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124762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116378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120589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128898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132996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137056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141079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145063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149009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152917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156787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160618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164412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168166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171883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17556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179199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18280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186361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189884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193368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206913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210202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96813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200219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203586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213451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216661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219832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235092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232119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222963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226054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229106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23802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240918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243772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246585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254786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249359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252093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25744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260054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262627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26516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267653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270106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4" name="tx862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25" name="pt8625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6" name="tx8626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27" name="pt8627"/>
            <p:cNvSpPr/>
            <p:nvPr/>
          </p:nvSpPr>
          <p:spPr>
            <a:xfrm>
              <a:off x="5516528" y="3933922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8" name="tx8628"/>
            <p:cNvSpPr/>
            <p:nvPr/>
          </p:nvSpPr>
          <p:spPr>
            <a:xfrm>
              <a:off x="5526595" y="4011921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29" name="pt8629"/>
            <p:cNvSpPr/>
            <p:nvPr/>
          </p:nvSpPr>
          <p:spPr>
            <a:xfrm>
              <a:off x="5744588" y="3889023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0" name="tx8630"/>
            <p:cNvSpPr/>
            <p:nvPr/>
          </p:nvSpPr>
          <p:spPr>
            <a:xfrm>
              <a:off x="5756724" y="3977025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31" name="pt8631"/>
            <p:cNvSpPr/>
            <p:nvPr/>
          </p:nvSpPr>
          <p:spPr>
            <a:xfrm>
              <a:off x="5618607" y="399567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2" name="tx8632"/>
            <p:cNvSpPr/>
            <p:nvPr/>
          </p:nvSpPr>
          <p:spPr>
            <a:xfrm>
              <a:off x="5630743" y="408382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33" name="pt8633"/>
            <p:cNvSpPr/>
            <p:nvPr/>
          </p:nvSpPr>
          <p:spPr>
            <a:xfrm>
              <a:off x="5936237" y="4535175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4" name="tx8634"/>
            <p:cNvSpPr/>
            <p:nvPr/>
          </p:nvSpPr>
          <p:spPr>
            <a:xfrm>
              <a:off x="5948372" y="4623284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35" name="pt8635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6" name="tx8636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37" name="pt8637"/>
            <p:cNvSpPr/>
            <p:nvPr/>
          </p:nvSpPr>
          <p:spPr>
            <a:xfrm>
              <a:off x="5967063" y="423553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8" name="tx8638"/>
            <p:cNvSpPr/>
            <p:nvPr/>
          </p:nvSpPr>
          <p:spPr>
            <a:xfrm>
              <a:off x="5979199" y="432360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39" name="pt8639"/>
            <p:cNvSpPr/>
            <p:nvPr/>
          </p:nvSpPr>
          <p:spPr>
            <a:xfrm>
              <a:off x="6138066" y="4053426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0" name="tx8640"/>
            <p:cNvSpPr/>
            <p:nvPr/>
          </p:nvSpPr>
          <p:spPr>
            <a:xfrm>
              <a:off x="6154431" y="415234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41" name="pt8641"/>
            <p:cNvSpPr/>
            <p:nvPr/>
          </p:nvSpPr>
          <p:spPr>
            <a:xfrm>
              <a:off x="6284882" y="383514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2" name="tx8642"/>
            <p:cNvSpPr/>
            <p:nvPr/>
          </p:nvSpPr>
          <p:spPr>
            <a:xfrm>
              <a:off x="6301246" y="393387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43" name="pt8643"/>
            <p:cNvSpPr/>
            <p:nvPr/>
          </p:nvSpPr>
          <p:spPr>
            <a:xfrm>
              <a:off x="6280595" y="4006104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4" name="tx8644"/>
            <p:cNvSpPr/>
            <p:nvPr/>
          </p:nvSpPr>
          <p:spPr>
            <a:xfrm>
              <a:off x="6296960" y="4104793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45" name="pt8645"/>
            <p:cNvSpPr/>
            <p:nvPr/>
          </p:nvSpPr>
          <p:spPr>
            <a:xfrm>
              <a:off x="6722985" y="4261498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6" name="tx8646"/>
            <p:cNvSpPr/>
            <p:nvPr/>
          </p:nvSpPr>
          <p:spPr>
            <a:xfrm>
              <a:off x="6739349" y="4360419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47" name="pt8647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8" name="tx8648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49" name="pt8649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0" name="tx8650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51" name="pt8651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2" name="tx8652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53" name="pt8653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4" name="tx8654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55" name="pt8655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6" name="tx8656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57" name="pt8657"/>
            <p:cNvSpPr/>
            <p:nvPr/>
          </p:nvSpPr>
          <p:spPr>
            <a:xfrm>
              <a:off x="7085963" y="387411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8" name="tx8658"/>
            <p:cNvSpPr/>
            <p:nvPr/>
          </p:nvSpPr>
          <p:spPr>
            <a:xfrm>
              <a:off x="7096030" y="395229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59" name="pt8659"/>
            <p:cNvSpPr/>
            <p:nvPr/>
          </p:nvSpPr>
          <p:spPr>
            <a:xfrm>
              <a:off x="6381146" y="3561811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0" name="tx8660"/>
            <p:cNvSpPr/>
            <p:nvPr/>
          </p:nvSpPr>
          <p:spPr>
            <a:xfrm>
              <a:off x="6393281" y="364995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1" name="pt8661"/>
            <p:cNvSpPr/>
            <p:nvPr/>
          </p:nvSpPr>
          <p:spPr>
            <a:xfrm>
              <a:off x="6769123" y="3719778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2" name="tx8662"/>
            <p:cNvSpPr/>
            <p:nvPr/>
          </p:nvSpPr>
          <p:spPr>
            <a:xfrm>
              <a:off x="6785395" y="3827809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63" name="pt8663"/>
            <p:cNvSpPr/>
            <p:nvPr/>
          </p:nvSpPr>
          <p:spPr>
            <a:xfrm>
              <a:off x="6476337" y="3625758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6468030" y="3733918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69" name="pl8669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l8670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tx8671"/>
            <p:cNvSpPr/>
            <p:nvPr/>
          </p:nvSpPr>
          <p:spPr>
            <a:xfrm>
              <a:off x="1353239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72" name="pic867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673" name="pl8673"/>
            <p:cNvSpPr/>
            <p:nvPr/>
          </p:nvSpPr>
          <p:spPr>
            <a:xfrm>
              <a:off x="3092469" y="1957957"/>
              <a:ext cx="1140559" cy="2834202"/>
            </a:xfrm>
            <a:custGeom>
              <a:avLst/>
              <a:pathLst>
                <a:path w="1140559" h="2834202">
                  <a:moveTo>
                    <a:pt x="1140559" y="283420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l8674"/>
            <p:cNvSpPr/>
            <p:nvPr/>
          </p:nvSpPr>
          <p:spPr>
            <a:xfrm>
              <a:off x="2899394" y="195795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tx8675"/>
            <p:cNvSpPr/>
            <p:nvPr/>
          </p:nvSpPr>
          <p:spPr>
            <a:xfrm>
              <a:off x="1376773" y="1867323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676" name="pic867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842112"/>
              <a:ext cx="343243" cy="231689"/>
            </a:xfrm>
            <a:prstGeom prst="rect">
              <a:avLst/>
            </a:prstGeom>
          </p:spPr>
        </p:pic>
        <p:sp>
          <p:nvSpPr>
            <p:cNvPr id="8677" name="pl8677"/>
            <p:cNvSpPr/>
            <p:nvPr/>
          </p:nvSpPr>
          <p:spPr>
            <a:xfrm>
              <a:off x="3092469" y="2546374"/>
              <a:ext cx="1672220" cy="2768445"/>
            </a:xfrm>
            <a:custGeom>
              <a:avLst/>
              <a:pathLst>
                <a:path w="1672220" h="2768445">
                  <a:moveTo>
                    <a:pt x="1672220" y="2768445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l8678"/>
            <p:cNvSpPr/>
            <p:nvPr/>
          </p:nvSpPr>
          <p:spPr>
            <a:xfrm>
              <a:off x="2899394" y="2546374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tx8679"/>
            <p:cNvSpPr/>
            <p:nvPr/>
          </p:nvSpPr>
          <p:spPr>
            <a:xfrm>
              <a:off x="1623526" y="2481176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680" name="pic868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430529"/>
              <a:ext cx="343243" cy="231689"/>
            </a:xfrm>
            <a:prstGeom prst="rect">
              <a:avLst/>
            </a:prstGeom>
          </p:spPr>
        </p:pic>
        <p:sp>
          <p:nvSpPr>
            <p:cNvPr id="8681" name="pl8681"/>
            <p:cNvSpPr/>
            <p:nvPr/>
          </p:nvSpPr>
          <p:spPr>
            <a:xfrm>
              <a:off x="3092469" y="3134791"/>
              <a:ext cx="1941405" cy="2343723"/>
            </a:xfrm>
            <a:custGeom>
              <a:avLst/>
              <a:pathLst>
                <a:path w="1941405" h="2343723">
                  <a:moveTo>
                    <a:pt x="1941405" y="234372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l8682"/>
            <p:cNvSpPr/>
            <p:nvPr/>
          </p:nvSpPr>
          <p:spPr>
            <a:xfrm>
              <a:off x="2899394" y="3134791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tx8683"/>
            <p:cNvSpPr/>
            <p:nvPr/>
          </p:nvSpPr>
          <p:spPr>
            <a:xfrm>
              <a:off x="1371984" y="3068038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684" name="pic868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018946"/>
              <a:ext cx="343243" cy="231689"/>
            </a:xfrm>
            <a:prstGeom prst="rect">
              <a:avLst/>
            </a:prstGeom>
          </p:spPr>
        </p:pic>
        <p:sp>
          <p:nvSpPr>
            <p:cNvPr id="8685" name="pl8685"/>
            <p:cNvSpPr/>
            <p:nvPr/>
          </p:nvSpPr>
          <p:spPr>
            <a:xfrm>
              <a:off x="3092469" y="3723208"/>
              <a:ext cx="2110931" cy="1834602"/>
            </a:xfrm>
            <a:custGeom>
              <a:avLst/>
              <a:pathLst>
                <a:path w="2110931" h="1834602">
                  <a:moveTo>
                    <a:pt x="2110931" y="183460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l8686"/>
            <p:cNvSpPr/>
            <p:nvPr/>
          </p:nvSpPr>
          <p:spPr>
            <a:xfrm>
              <a:off x="2899394" y="3723208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tx8687"/>
            <p:cNvSpPr/>
            <p:nvPr/>
          </p:nvSpPr>
          <p:spPr>
            <a:xfrm>
              <a:off x="1325244" y="3624286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688" name="pic868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607363"/>
              <a:ext cx="343243" cy="231689"/>
            </a:xfrm>
            <a:prstGeom prst="rect">
              <a:avLst/>
            </a:prstGeom>
          </p:spPr>
        </p:pic>
        <p:sp>
          <p:nvSpPr>
            <p:cNvPr id="8689" name="pl8689"/>
            <p:cNvSpPr/>
            <p:nvPr/>
          </p:nvSpPr>
          <p:spPr>
            <a:xfrm>
              <a:off x="3092469" y="4311625"/>
              <a:ext cx="2645198" cy="1397726"/>
            </a:xfrm>
            <a:custGeom>
              <a:avLst/>
              <a:pathLst>
                <a:path w="2645198" h="1397726">
                  <a:moveTo>
                    <a:pt x="2645198" y="1397726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l8690"/>
            <p:cNvSpPr/>
            <p:nvPr/>
          </p:nvSpPr>
          <p:spPr>
            <a:xfrm>
              <a:off x="2899394" y="4311625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tx8691"/>
            <p:cNvSpPr/>
            <p:nvPr/>
          </p:nvSpPr>
          <p:spPr>
            <a:xfrm>
              <a:off x="1511711" y="4211147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692" name="pic869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195780"/>
              <a:ext cx="343243" cy="231689"/>
            </a:xfrm>
            <a:prstGeom prst="rect">
              <a:avLst/>
            </a:prstGeom>
          </p:spPr>
        </p:pic>
        <p:sp>
          <p:nvSpPr>
            <p:cNvPr id="8693" name="pl8693"/>
            <p:cNvSpPr/>
            <p:nvPr/>
          </p:nvSpPr>
          <p:spPr>
            <a:xfrm>
              <a:off x="3092469" y="4900042"/>
              <a:ext cx="2796743" cy="828000"/>
            </a:xfrm>
            <a:custGeom>
              <a:avLst/>
              <a:pathLst>
                <a:path w="2796743" h="828000">
                  <a:moveTo>
                    <a:pt x="2796743" y="82800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l8694"/>
            <p:cNvSpPr/>
            <p:nvPr/>
          </p:nvSpPr>
          <p:spPr>
            <a:xfrm>
              <a:off x="2899394" y="490004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tx8695"/>
            <p:cNvSpPr/>
            <p:nvPr/>
          </p:nvSpPr>
          <p:spPr>
            <a:xfrm>
              <a:off x="1289396" y="4837537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696" name="pic869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4784197"/>
              <a:ext cx="343243" cy="231689"/>
            </a:xfrm>
            <a:prstGeom prst="rect">
              <a:avLst/>
            </a:prstGeom>
          </p:spPr>
        </p:pic>
        <p:sp>
          <p:nvSpPr>
            <p:cNvPr id="8697" name="pl8697"/>
            <p:cNvSpPr/>
            <p:nvPr/>
          </p:nvSpPr>
          <p:spPr>
            <a:xfrm>
              <a:off x="3092469" y="5488459"/>
              <a:ext cx="2855685" cy="244121"/>
            </a:xfrm>
            <a:custGeom>
              <a:avLst/>
              <a:pathLst>
                <a:path w="2855685" h="244121">
                  <a:moveTo>
                    <a:pt x="2855685" y="244121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l8698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tx8699"/>
            <p:cNvSpPr/>
            <p:nvPr/>
          </p:nvSpPr>
          <p:spPr>
            <a:xfrm>
              <a:off x="1237123" y="5427410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00" name="pic870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01" name="pl8701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l8702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tx8703"/>
            <p:cNvSpPr/>
            <p:nvPr/>
          </p:nvSpPr>
          <p:spPr>
            <a:xfrm>
              <a:off x="9785712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04" name="pic870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05" name="pl8705"/>
            <p:cNvSpPr/>
            <p:nvPr/>
          </p:nvSpPr>
          <p:spPr>
            <a:xfrm>
              <a:off x="7091675" y="5194250"/>
              <a:ext cx="2007550" cy="317205"/>
            </a:xfrm>
            <a:custGeom>
              <a:avLst/>
              <a:pathLst>
                <a:path w="2007550" h="317205">
                  <a:moveTo>
                    <a:pt x="0" y="317205"/>
                  </a:moveTo>
                  <a:lnTo>
                    <a:pt x="200755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l8706"/>
            <p:cNvSpPr/>
            <p:nvPr/>
          </p:nvSpPr>
          <p:spPr>
            <a:xfrm>
              <a:off x="9099225" y="519425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tx8707"/>
            <p:cNvSpPr/>
            <p:nvPr/>
          </p:nvSpPr>
          <p:spPr>
            <a:xfrm>
              <a:off x="9785712" y="5133202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08" name="pic870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5078406"/>
              <a:ext cx="343243" cy="231689"/>
            </a:xfrm>
            <a:prstGeom prst="rect">
              <a:avLst/>
            </a:prstGeom>
          </p:spPr>
        </p:pic>
        <p:sp>
          <p:nvSpPr>
            <p:cNvPr id="8709" name="pl8709"/>
            <p:cNvSpPr/>
            <p:nvPr/>
          </p:nvSpPr>
          <p:spPr>
            <a:xfrm>
              <a:off x="7218575" y="4900042"/>
              <a:ext cx="1880650" cy="545831"/>
            </a:xfrm>
            <a:custGeom>
              <a:avLst/>
              <a:pathLst>
                <a:path w="1880650" h="545831">
                  <a:moveTo>
                    <a:pt x="0" y="545831"/>
                  </a:moveTo>
                  <a:lnTo>
                    <a:pt x="188065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9099225" y="490004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9785712" y="4833125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784197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7295208" y="4605833"/>
              <a:ext cx="1804017" cy="795431"/>
            </a:xfrm>
            <a:custGeom>
              <a:avLst/>
              <a:pathLst>
                <a:path w="1804017" h="795431">
                  <a:moveTo>
                    <a:pt x="0" y="795431"/>
                  </a:moveTo>
                  <a:lnTo>
                    <a:pt x="180401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9099225" y="460583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9785712" y="4539080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489989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7494535" y="4311625"/>
              <a:ext cx="1604690" cy="953667"/>
            </a:xfrm>
            <a:custGeom>
              <a:avLst/>
              <a:pathLst>
                <a:path w="1604690" h="953667">
                  <a:moveTo>
                    <a:pt x="0" y="953667"/>
                  </a:moveTo>
                  <a:lnTo>
                    <a:pt x="160469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9099225" y="431162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9785712" y="4244872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4195780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7616587" y="4017416"/>
              <a:ext cx="1482638" cy="1148145"/>
            </a:xfrm>
            <a:custGeom>
              <a:avLst/>
              <a:pathLst>
                <a:path w="1482638" h="1148145">
                  <a:moveTo>
                    <a:pt x="0" y="1148145"/>
                  </a:moveTo>
                  <a:lnTo>
                    <a:pt x="148263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9099225" y="401741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9785712" y="3923333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901572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7812794" y="3723208"/>
              <a:ext cx="1286431" cy="1248643"/>
            </a:xfrm>
            <a:custGeom>
              <a:avLst/>
              <a:pathLst>
                <a:path w="1286431" h="1248643">
                  <a:moveTo>
                    <a:pt x="0" y="1248643"/>
                  </a:moveTo>
                  <a:lnTo>
                    <a:pt x="128643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9099225" y="37232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9785712" y="3656455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607363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7929151" y="3429000"/>
              <a:ext cx="1170074" cy="1402603"/>
            </a:xfrm>
            <a:custGeom>
              <a:avLst/>
              <a:pathLst>
                <a:path w="1170074" h="1402603">
                  <a:moveTo>
                    <a:pt x="0" y="1402603"/>
                  </a:moveTo>
                  <a:lnTo>
                    <a:pt x="1170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9099225" y="342900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9785712" y="3367951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313155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7995765" y="3134791"/>
              <a:ext cx="1103460" cy="1605166"/>
            </a:xfrm>
            <a:custGeom>
              <a:avLst/>
              <a:pathLst>
                <a:path w="1103460" h="1605166">
                  <a:moveTo>
                    <a:pt x="0" y="1605166"/>
                  </a:moveTo>
                  <a:lnTo>
                    <a:pt x="110346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9099225" y="31347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9785712" y="3068038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3018946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8020594" y="2840583"/>
              <a:ext cx="1078631" cy="1862641"/>
            </a:xfrm>
            <a:custGeom>
              <a:avLst/>
              <a:pathLst>
                <a:path w="1078631" h="1862641">
                  <a:moveTo>
                    <a:pt x="0" y="1862641"/>
                  </a:moveTo>
                  <a:lnTo>
                    <a:pt x="107863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99225" y="284058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785712" y="2773829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724738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8057802" y="2546374"/>
              <a:ext cx="1041423" cy="2098779"/>
            </a:xfrm>
            <a:custGeom>
              <a:avLst/>
              <a:pathLst>
                <a:path w="1041423" h="2098779">
                  <a:moveTo>
                    <a:pt x="0" y="2098779"/>
                  </a:moveTo>
                  <a:lnTo>
                    <a:pt x="104142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99225" y="254637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785712" y="2479457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430529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8078280" y="2252166"/>
              <a:ext cx="1020945" cy="2359314"/>
            </a:xfrm>
            <a:custGeom>
              <a:avLst/>
              <a:pathLst>
                <a:path w="1020945" h="2359314">
                  <a:moveTo>
                    <a:pt x="0" y="2359314"/>
                  </a:moveTo>
                  <a:lnTo>
                    <a:pt x="102094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99225" y="225216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785712" y="2161531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136321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8093259" y="1957957"/>
              <a:ext cx="1005966" cy="2628041"/>
            </a:xfrm>
            <a:custGeom>
              <a:avLst/>
              <a:pathLst>
                <a:path w="1005966" h="2628041">
                  <a:moveTo>
                    <a:pt x="0" y="2628041"/>
                  </a:moveTo>
                  <a:lnTo>
                    <a:pt x="100596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99225" y="195795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785712" y="1873482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1842112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8385882" y="1663749"/>
              <a:ext cx="713343" cy="2055145"/>
            </a:xfrm>
            <a:custGeom>
              <a:avLst/>
              <a:pathLst>
                <a:path w="713343" h="2055145">
                  <a:moveTo>
                    <a:pt x="0" y="2055145"/>
                  </a:moveTo>
                  <a:lnTo>
                    <a:pt x="71334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99225" y="166374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785712" y="1598551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47904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785712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2026-04-19T17:53:42Z</dcterms:modified>
  <cp:category/>
</cp:coreProperties>
</file>