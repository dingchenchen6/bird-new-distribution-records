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f9b9d26866a8eafe36299a79d01a9e2bf980488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2026-04-21T10:33:12Z</dcterms:modified>
  <cp:category/>
</cp:coreProperties>
</file>