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ffeec31ad67926c31330e0d9898128d9620a90e.emf"/>
<Relationship Id="rId3" Type="http://schemas.openxmlformats.org/officeDocument/2006/relationships/image" Target="../media/df82972e5ea97ec30e024218d6f604edd5f18bef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2026-03-19T11:02:09Z</dcterms:modified>
  <cp:category/>
</cp:coreProperties>
</file>