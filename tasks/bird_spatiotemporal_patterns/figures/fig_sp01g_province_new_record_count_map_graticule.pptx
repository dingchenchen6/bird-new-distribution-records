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83393f704cf05d74a32112f27c66c7270e44c288.emf"/>
<Relationship Id="rId3" Type="http://schemas.openxmlformats.org/officeDocument/2006/relationships/image" Target="../media/17ce41f9b48096e4838fd0243a410b56a2773a8b.emf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7818120" y="5362956"/>
            <a:ext cx="1307592" cy="1488186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2026-03-19T10:22:35Z</dcterms:modified>
  <cp:category/>
</cp:coreProperties>
</file>