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b4a0ece0ce026ed6e7b602077c3bcaadf11ff5ef.emf"/>
<Relationship Id="rId3" Type="http://schemas.openxmlformats.org/officeDocument/2006/relationships/image" Target="../media/ea029f90a922f1040a7e95a63f51ba1a4d6269f4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818120" y="5362956"/>
            <a:ext cx="1307592" cy="1488186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2026-03-19T10:22:36Z</dcterms:modified>
  <cp:category/>
</cp:coreProperties>
</file>