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Relationship Id="rId2" Type="http://schemas.openxmlformats.org/officeDocument/2006/relationships/image" Target="../media/30cdfe6634c19f63ba62594286aae4f6852f2c1f.emf"/>
<Relationship Id="rId3" Type="http://schemas.openxmlformats.org/officeDocument/2006/relationships/image" Target="../media/031f2e192548339cf46cf635787b0de588582ca7.emf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" descr=""/>
          <p:cNvPicPr>
            <a:picLocks noGrp="1"/>
          </p:cNvPicPr>
          <p:nvPr>
            <p:ph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" descr=""/>
          <p:cNvPicPr>
            <a:picLocks noGrp="1"/>
          </p:cNvPicPr>
          <p:nvPr>
            <p:ph/>
          </p:nvPr>
        </p:nvPicPr>
        <p:blipFill>
          <a:blip r:embed="rId3"/>
          <a:stretch>
            <a:fillRect/>
          </a:stretch>
        </p:blipFill>
        <p:spPr>
          <a:xfrm>
            <a:off x="7699248" y="5266944"/>
            <a:ext cx="1426464" cy="1587627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dingchenchen</cp:lastModifiedBy>
  <cp:revision>3</cp:revision>
  <dcterms:created xsi:type="dcterms:W3CDTF">2017-02-13T16:18:36Z</dcterms:created>
  <dcterms:modified xsi:type="dcterms:W3CDTF">2026-03-19T11:02:11Z</dcterms:modified>
  <cp:category/>
</cp:coreProperties>
</file>