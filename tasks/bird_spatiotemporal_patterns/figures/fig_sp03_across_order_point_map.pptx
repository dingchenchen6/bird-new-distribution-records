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c42889cf796a47cdb0030093d2ab329191289a7.emf"/>
<Relationship Id="rId3" Type="http://schemas.openxmlformats.org/officeDocument/2006/relationships/image" Target="../media/ebfcf423289fdb3ecdbadff11f2c0a6bd0c6814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2026-03-19T10:22:33Z</dcterms:modified>
  <cp:category/>
</cp:coreProperties>
</file>