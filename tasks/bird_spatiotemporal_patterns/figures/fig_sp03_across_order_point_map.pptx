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bce088684731acde867ae625ca3768854ea8c6f.emf"/>
<Relationship Id="rId3" Type="http://schemas.openxmlformats.org/officeDocument/2006/relationships/image" Target="../media/3d058abb2b1fa29ecacbc14a79750a02968bbb2d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2026-04-21T10:33:12Z</dcterms:modified>
  <cp:category/>
</cp:coreProperties>
</file>