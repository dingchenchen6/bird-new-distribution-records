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10af0d4a3863186a3fd52ed093fba7d34c3db8b2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2026-03-19T05:50:29Z</dcterms:modified>
  <cp:category/>
</cp:coreProperties>
</file>