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72a9a0d3b590029cb41254d66cb62e90d48b6b2.emf"/>
<Relationship Id="rId3" Type="http://schemas.openxmlformats.org/officeDocument/2006/relationships/image" Target="../media/28e63196d76e76626ea0474f56173e5362682620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315200" y="4732020"/>
            <a:ext cx="1783080" cy="19888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2026-03-19T08:23:56Z</dcterms:modified>
  <cp:category/>
</cp:coreProperties>
</file>