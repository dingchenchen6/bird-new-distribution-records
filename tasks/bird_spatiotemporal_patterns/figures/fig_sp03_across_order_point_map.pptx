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20d1b5e15c10d91ad178524e9a2321b9b6d6fc41.emf"/>
<Relationship Id="rId3" Type="http://schemas.openxmlformats.org/officeDocument/2006/relationships/image" Target="../media/28e63196d76e76626ea0474f56173e536268262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2026-03-19T07:00:53Z</dcterms:modified>
  <cp:category/>
</cp:coreProperties>
</file>