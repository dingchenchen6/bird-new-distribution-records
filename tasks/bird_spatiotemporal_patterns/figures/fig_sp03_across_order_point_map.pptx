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7920e3062716de9b57df0f52c4a56e0418571e7b.emf"/>
<Relationship Id="rId3" Type="http://schemas.openxmlformats.org/officeDocument/2006/relationships/image" Target="../media/cce84101ddab21614871e86cf23ecc88a118f91d.emf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7543800" y="5225796"/>
            <a:ext cx="1554480" cy="1611630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2026-03-19T09:58:58Z</dcterms:modified>
  <cp:category/>
</cp:coreProperties>
</file>