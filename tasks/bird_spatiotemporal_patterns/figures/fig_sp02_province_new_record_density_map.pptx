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57940074b1b6919f234af05d83899e5ed6e61f34.emf"/>
<Relationship Id="rId3" Type="http://schemas.openxmlformats.org/officeDocument/2006/relationships/image" Target="../media/afe8de4023f59dd3e2c31ba1d90f40d220c3e8a0.emf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7315200" y="4732020"/>
            <a:ext cx="1783080" cy="198882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2026-03-19T08:23:55Z</dcterms:modified>
  <cp:category/>
</cp:coreProperties>
</file>