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337a3c87cfe0ce3b3bf01ee7bf6cec2b50eafe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2026-03-19T05:50:28Z</dcterms:modified>
  <cp:category/>
</cp:coreProperties>
</file>