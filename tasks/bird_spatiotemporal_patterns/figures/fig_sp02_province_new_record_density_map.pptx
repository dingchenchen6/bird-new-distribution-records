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4ab4cbb5d74cc0de56bf2d7f648ede3a87e3aedf.emf"/>
<Relationship Id="rId3" Type="http://schemas.openxmlformats.org/officeDocument/2006/relationships/image" Target="../media/587cc02e3dda137fec5dfae4ad08bf6e75c6b2e5.emf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7543800" y="5225796"/>
            <a:ext cx="1554480" cy="161163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2026-03-19T09:58:57Z</dcterms:modified>
  <cp:category/>
</cp:coreProperties>
</file>