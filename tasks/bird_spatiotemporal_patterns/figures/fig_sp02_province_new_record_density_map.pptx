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2b3b1a38c8779a96175759ae32e2bc9f51c4068.emf"/>
<Relationship Id="rId3" Type="http://schemas.openxmlformats.org/officeDocument/2006/relationships/image" Target="../media/ea029f90a922f1040a7e95a63f51ba1a4d6269f4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2026-03-19T10:22:32Z</dcterms:modified>
  <cp:category/>
</cp:coreProperties>
</file>