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44700" y="1034744"/>
              <a:ext cx="7882677" cy="45601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44700" y="4253680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4700" y="2912456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4700" y="157123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982943" y="4521924"/>
              <a:ext cx="165951" cy="2682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982943" y="4320741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82943" y="3985435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982943" y="5192536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982943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982943" y="4991353"/>
              <a:ext cx="165951" cy="2011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982943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82943" y="2644212"/>
              <a:ext cx="165951" cy="1341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982943" y="4790169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982943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982943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362208" y="5058414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6362208" y="4991353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6362208" y="4924291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6362208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6362208" y="5326658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6362208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6362208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362208" y="4387802"/>
              <a:ext cx="165951" cy="5364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62208" y="5192536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362208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362208" y="5393720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7284159" y="5460781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284159" y="5393720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7284159" y="5259597"/>
              <a:ext cx="165951" cy="13412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284159" y="552784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284159" y="552784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84159" y="4790169"/>
              <a:ext cx="165951" cy="46942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284159" y="552784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284159" y="5527842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6592696" y="5058414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6592696" y="4991353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6592696" y="4656047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592696" y="5192536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92696" y="5192536"/>
              <a:ext cx="165951" cy="13412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592696" y="5125475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6592696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6592696" y="4521924"/>
              <a:ext cx="165951" cy="13412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592696" y="5125475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592696" y="5192536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592696" y="5326658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521968" y="4186619"/>
              <a:ext cx="165951" cy="67061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521968" y="3985435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521968" y="3650129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521968" y="5125475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521968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521968" y="4991353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21968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21968" y="2040661"/>
              <a:ext cx="165951" cy="16094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521968" y="4857230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21968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21968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823183" y="4991353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6823183" y="4924291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823183" y="4924291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823183" y="5259597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823183" y="539372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823183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6823183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823183" y="4656047"/>
              <a:ext cx="165951" cy="26824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823183" y="5058414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823183" y="5393720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823183" y="5393720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674406" y="4857230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674406" y="4790169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674406" y="4521924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674406" y="51254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674406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674406" y="5125475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674406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674406" y="3046579"/>
              <a:ext cx="165951" cy="14753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2674406" y="4991353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2674406" y="5125475"/>
              <a:ext cx="165951" cy="2011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2674406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826844" y="5125475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826844" y="4790169"/>
              <a:ext cx="165951" cy="335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6844" y="4454863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826844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826844" y="3247762"/>
              <a:ext cx="165951" cy="12071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826844" y="5192536"/>
              <a:ext cx="165951" cy="2682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4748795" y="5326658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4748795" y="5192536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4748795" y="4521924"/>
              <a:ext cx="165951" cy="67061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4748795" y="552784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4748795" y="552784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4748795" y="3516007"/>
              <a:ext cx="165951" cy="10059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4748795" y="5393720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4748795" y="5527842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053671" y="5125475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053671" y="5058414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053671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053671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053671" y="4723108"/>
              <a:ext cx="165951" cy="3353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053671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053671" y="5326658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131721" y="5192536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131721" y="5125475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131721" y="5058414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131721" y="5460781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131721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131721" y="5393720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131721" y="5527842"/>
              <a:ext cx="165951" cy="6706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131721" y="4119557"/>
              <a:ext cx="165951" cy="93885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131721" y="5326658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31721" y="5527842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131721" y="5527842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43918" y="4991353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443918" y="4723108"/>
              <a:ext cx="165951" cy="2682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443918" y="4521924"/>
              <a:ext cx="165951" cy="2011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443918" y="5259597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443918" y="5393720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443918" y="525959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2443918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2443918" y="3046579"/>
              <a:ext cx="165951" cy="14753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2443918" y="5192536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2443918" y="5326658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443918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745134" y="5527842"/>
              <a:ext cx="165951" cy="6706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3365869" y="5527842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3365869" y="5393720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365869" y="4924291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365869" y="3247762"/>
              <a:ext cx="165951" cy="1676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365869" y="5527842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060993" y="4723108"/>
              <a:ext cx="165951" cy="40236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1060993" y="4656047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060993" y="4320741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060993" y="5259597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060993" y="539372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060993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060993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060993" y="1437111"/>
              <a:ext cx="165951" cy="288363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060993" y="5125475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060993" y="5326658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060993" y="5393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2904894" y="4857230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2904894" y="4790169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2904894" y="4521924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2904894" y="5192536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2904894" y="5393720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2904894" y="4991353"/>
              <a:ext cx="165951" cy="2011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2904894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2904894" y="3180701"/>
              <a:ext cx="165951" cy="1341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2904894" y="499135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2904894" y="5326658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2904894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1752455" y="4723108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752455" y="4588986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752455" y="4186619"/>
              <a:ext cx="165951" cy="40236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752455" y="5192536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752455" y="5259597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752455" y="5192536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752455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752455" y="2241845"/>
              <a:ext cx="165951" cy="194477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752455" y="4924291"/>
              <a:ext cx="165951" cy="2682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52455" y="525959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52455" y="5326658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4287819" y="5125475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4287819" y="5058414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4287819" y="4857230"/>
              <a:ext cx="165951" cy="2011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4287819" y="5326658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4287819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4287819" y="5192536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4287819" y="3516007"/>
              <a:ext cx="165951" cy="1341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4287819" y="5125475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4287819" y="5460781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4287819" y="5527842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209770" y="5192536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209770" y="4723108"/>
              <a:ext cx="165951" cy="46942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209770" y="4253680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209770" y="5460781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209770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209770" y="5259597"/>
              <a:ext cx="165951" cy="2011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209770" y="5527842"/>
              <a:ext cx="165951" cy="6706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209770" y="3717190"/>
              <a:ext cx="165951" cy="5364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209770" y="5192536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209770" y="5527842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209770" y="5527842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3135381" y="4588986"/>
              <a:ext cx="165951" cy="2682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3135381" y="4387802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3135381" y="3918374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3135381" y="5058414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3135381" y="5058414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3135381" y="4991353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3135381" y="5259597"/>
              <a:ext cx="165951" cy="335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3135381" y="3247762"/>
              <a:ext cx="165951" cy="6706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3135381" y="4857230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135381" y="5058414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3135381" y="5125475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5901233" y="5125475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5901233" y="5058414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5901233" y="4790169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5901233" y="5326658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5901233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5901233" y="3985435"/>
              <a:ext cx="165951" cy="80473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5901233" y="5326658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4979282" y="4991353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4979282" y="499135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4979282" y="4924291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4979282" y="5192536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4979282" y="5192536"/>
              <a:ext cx="165951" cy="13412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4979282" y="5125475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4979282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4979282" y="3516007"/>
              <a:ext cx="165951" cy="140828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4979282" y="5058414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4979282" y="5192536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4979282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291480" y="4387802"/>
              <a:ext cx="165951" cy="33530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291480" y="4119557"/>
              <a:ext cx="165951" cy="2682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291480" y="3381885"/>
              <a:ext cx="165951" cy="73767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291480" y="492429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291480" y="4924291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291480" y="4857230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291480" y="5058414"/>
              <a:ext cx="165951" cy="53648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291480" y="1638294"/>
              <a:ext cx="165951" cy="17435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291480" y="4723108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291480" y="492429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291480" y="4991353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4518307" y="4991353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4518307" y="4723108"/>
              <a:ext cx="165951" cy="2682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4518307" y="4454863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4518307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4518307" y="5259597"/>
              <a:ext cx="165951" cy="13412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4518307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4518307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4518307" y="3516007"/>
              <a:ext cx="165951" cy="93885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4518307" y="5058414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4518307" y="525959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4518307" y="5393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5670745" y="5326658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670745" y="5192536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670745" y="5058414"/>
              <a:ext cx="165951" cy="13412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5670745" y="5393720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5670745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5670745" y="3918374"/>
              <a:ext cx="165951" cy="11400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5670745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7514646" y="5192536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7514646" y="5192536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7514646" y="5125475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7514646" y="5393720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7514646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7514646" y="5326658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7514646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7514646" y="4857230"/>
              <a:ext cx="165951" cy="26824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7514646" y="5259597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7514646" y="5393720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7514646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3596357" y="4924291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3596357" y="4790169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3596357" y="4320741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3596357" y="5125475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3596357" y="5259597"/>
              <a:ext cx="165951" cy="335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3596357" y="3247762"/>
              <a:ext cx="165951" cy="107297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3596357" y="4991353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7975622" y="5527842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440258" y="4924291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440258" y="4857230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440258" y="4588986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440258" y="5326658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440258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440258" y="3851313"/>
              <a:ext cx="165951" cy="73767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440258" y="5125475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4057332" y="5125475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4057332" y="4924291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4057332" y="4454863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4057332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4057332" y="3247762"/>
              <a:ext cx="165951" cy="12071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4057332" y="5326658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600017" y="4253680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600017" y="4052496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600017" y="3650129"/>
              <a:ext cx="165951" cy="40236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600017" y="4588986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600017" y="4723108"/>
              <a:ext cx="165951" cy="2682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600017" y="4588986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600017" y="4991353"/>
              <a:ext cx="165951" cy="60355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600017" y="1034744"/>
              <a:ext cx="165951" cy="261538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600017" y="4387802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600017" y="465604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600017" y="499135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830505" y="3851313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830505" y="3516007"/>
              <a:ext cx="165951" cy="335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830505" y="2174784"/>
              <a:ext cx="165951" cy="134122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830505" y="4656047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830505" y="485723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830505" y="4186619"/>
              <a:ext cx="165951" cy="46942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830505" y="4924291"/>
              <a:ext cx="165951" cy="67061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830505" y="1370050"/>
              <a:ext cx="165951" cy="80473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830505" y="3985435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830505" y="4790169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830505" y="4857230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2213431" y="4723108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2213431" y="4656047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213431" y="4186619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2213431" y="4790169"/>
              <a:ext cx="165951" cy="2011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2213431" y="51254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2213431" y="4790169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2213431" y="5259597"/>
              <a:ext cx="165951" cy="335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2213431" y="3046579"/>
              <a:ext cx="165951" cy="11400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2213431" y="4790169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2213431" y="4991353"/>
              <a:ext cx="165951" cy="13412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2213431" y="5125475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682993" y="1411835"/>
              <a:ext cx="7606091" cy="4183068"/>
            </a:xfrm>
            <a:custGeom>
              <a:avLst/>
              <a:pathLst>
                <a:path w="7606091" h="4183068">
                  <a:moveTo>
                    <a:pt x="0" y="0"/>
                  </a:moveTo>
                  <a:lnTo>
                    <a:pt x="230487" y="307578"/>
                  </a:lnTo>
                  <a:lnTo>
                    <a:pt x="460975" y="369094"/>
                  </a:lnTo>
                  <a:lnTo>
                    <a:pt x="691462" y="553641"/>
                  </a:lnTo>
                  <a:lnTo>
                    <a:pt x="921950" y="922735"/>
                  </a:lnTo>
                  <a:lnTo>
                    <a:pt x="1152438" y="1107282"/>
                  </a:lnTo>
                  <a:lnTo>
                    <a:pt x="1382925" y="1476377"/>
                  </a:lnTo>
                  <a:lnTo>
                    <a:pt x="1613413" y="1845471"/>
                  </a:lnTo>
                  <a:lnTo>
                    <a:pt x="1843901" y="1845471"/>
                  </a:lnTo>
                  <a:lnTo>
                    <a:pt x="2074388" y="1845471"/>
                  </a:lnTo>
                  <a:lnTo>
                    <a:pt x="2304876" y="1968502"/>
                  </a:lnTo>
                  <a:lnTo>
                    <a:pt x="2535363" y="2030018"/>
                  </a:lnTo>
                  <a:lnTo>
                    <a:pt x="2765851" y="2030018"/>
                  </a:lnTo>
                  <a:lnTo>
                    <a:pt x="2996339" y="2030018"/>
                  </a:lnTo>
                  <a:lnTo>
                    <a:pt x="3226826" y="2030018"/>
                  </a:lnTo>
                  <a:lnTo>
                    <a:pt x="3457314" y="2030018"/>
                  </a:lnTo>
                  <a:lnTo>
                    <a:pt x="3687802" y="2276081"/>
                  </a:lnTo>
                  <a:lnTo>
                    <a:pt x="3918289" y="2276081"/>
                  </a:lnTo>
                  <a:lnTo>
                    <a:pt x="4148777" y="2276081"/>
                  </a:lnTo>
                  <a:lnTo>
                    <a:pt x="4379265" y="2276081"/>
                  </a:lnTo>
                  <a:lnTo>
                    <a:pt x="4609752" y="2460628"/>
                  </a:lnTo>
                  <a:lnTo>
                    <a:pt x="4840240" y="2583659"/>
                  </a:lnTo>
                  <a:lnTo>
                    <a:pt x="5070727" y="2645175"/>
                  </a:lnTo>
                  <a:lnTo>
                    <a:pt x="5301215" y="2706691"/>
                  </a:lnTo>
                  <a:lnTo>
                    <a:pt x="5531703" y="2829722"/>
                  </a:lnTo>
                  <a:lnTo>
                    <a:pt x="5762190" y="3075785"/>
                  </a:lnTo>
                  <a:lnTo>
                    <a:pt x="5992678" y="3198816"/>
                  </a:lnTo>
                  <a:lnTo>
                    <a:pt x="6223166" y="3321848"/>
                  </a:lnTo>
                  <a:lnTo>
                    <a:pt x="6453653" y="3383363"/>
                  </a:lnTo>
                  <a:lnTo>
                    <a:pt x="6684141" y="3444879"/>
                  </a:lnTo>
                  <a:lnTo>
                    <a:pt x="6914629" y="3506395"/>
                  </a:lnTo>
                  <a:lnTo>
                    <a:pt x="7145116" y="4121552"/>
                  </a:lnTo>
                  <a:lnTo>
                    <a:pt x="7375604" y="4121552"/>
                  </a:lnTo>
                  <a:lnTo>
                    <a:pt x="7606091" y="4183068"/>
                  </a:lnTo>
                  <a:lnTo>
                    <a:pt x="7606091" y="4183068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30789" y="285308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6410054" y="44524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7332005" y="48215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640542" y="45755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1569814" y="229944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6871029" y="469855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722252" y="322217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874690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796641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7101517" y="476006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6179567" y="420642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91764" y="322217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7792980" y="549825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13715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1108839" y="174580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952740" y="334520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800301" y="248398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335665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257616" y="383733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183227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8253955" y="5559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949079" y="408339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027128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339326" y="193034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566153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718591" y="402188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7562492" y="48831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644203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8023468" y="549825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488104" y="39603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05178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647863" y="13767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878351" y="16842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261277" y="322217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544700" y="1034744"/>
              <a:ext cx="0" cy="4560159"/>
            </a:xfrm>
            <a:custGeom>
              <a:avLst/>
              <a:pathLst>
                <a:path w="0" h="4560159">
                  <a:moveTo>
                    <a:pt x="0" y="456015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388750" y="554192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06818" y="4200341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06818" y="2859190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06818" y="1517822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424" name="pl424"/>
            <p:cNvSpPr/>
            <p:nvPr/>
          </p:nvSpPr>
          <p:spPr>
            <a:xfrm>
              <a:off x="503579" y="55949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503579" y="4253680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503579" y="291245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503579" y="157123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8427377" y="1034744"/>
              <a:ext cx="0" cy="4560159"/>
            </a:xfrm>
            <a:custGeom>
              <a:avLst/>
              <a:pathLst>
                <a:path w="0" h="4560159">
                  <a:moveTo>
                    <a:pt x="0" y="456015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8427377" y="559490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8427377" y="4292000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8427377" y="2989098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8427377" y="168619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tx433"/>
            <p:cNvSpPr/>
            <p:nvPr/>
          </p:nvSpPr>
          <p:spPr>
            <a:xfrm>
              <a:off x="8501395" y="554192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8501395" y="4238662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8501395" y="2935831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8501395" y="1632784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437" name="pl437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68299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91348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114396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137445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160494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183543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206591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229640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252689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275738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298786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321835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344884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367933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390982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414030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437079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460128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483177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506225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529274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552323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575372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598420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621469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644518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67567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690615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13664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36713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59762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82811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805859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828908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 rot="-5400000">
              <a:off x="445640" y="5822325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473" name="tx473"/>
            <p:cNvSpPr/>
            <p:nvPr/>
          </p:nvSpPr>
          <p:spPr>
            <a:xfrm rot="-5400000">
              <a:off x="662625" y="5865307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474" name="tx474"/>
            <p:cNvSpPr/>
            <p:nvPr/>
          </p:nvSpPr>
          <p:spPr>
            <a:xfrm rot="-5400000">
              <a:off x="929378" y="5829041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1109921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476" name="tx476"/>
            <p:cNvSpPr/>
            <p:nvPr/>
          </p:nvSpPr>
          <p:spPr>
            <a:xfrm rot="-5400000">
              <a:off x="1388798" y="5827415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477" name="tx477"/>
            <p:cNvSpPr/>
            <p:nvPr/>
          </p:nvSpPr>
          <p:spPr>
            <a:xfrm rot="-5400000">
              <a:off x="1569907" y="5850496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478" name="tx478"/>
            <p:cNvSpPr/>
            <p:nvPr/>
          </p:nvSpPr>
          <p:spPr>
            <a:xfrm rot="-5400000">
              <a:off x="1879571" y="5800940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479" name="tx479"/>
            <p:cNvSpPr/>
            <p:nvPr/>
          </p:nvSpPr>
          <p:spPr>
            <a:xfrm rot="-5400000">
              <a:off x="2002534" y="5878491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480" name="tx480"/>
            <p:cNvSpPr/>
            <p:nvPr/>
          </p:nvSpPr>
          <p:spPr>
            <a:xfrm rot="-5400000">
              <a:off x="2312234" y="5828970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481" name="tx481"/>
            <p:cNvSpPr/>
            <p:nvPr/>
          </p:nvSpPr>
          <p:spPr>
            <a:xfrm rot="-5400000">
              <a:off x="2470331" y="5869195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482" name="tx482"/>
            <p:cNvSpPr/>
            <p:nvPr/>
          </p:nvSpPr>
          <p:spPr>
            <a:xfrm rot="-5400000">
              <a:off x="2601636" y="5971205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483" name="tx483"/>
            <p:cNvSpPr/>
            <p:nvPr/>
          </p:nvSpPr>
          <p:spPr>
            <a:xfrm rot="-5400000">
              <a:off x="2928620" y="5874709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484" name="tx484"/>
            <p:cNvSpPr/>
            <p:nvPr/>
          </p:nvSpPr>
          <p:spPr>
            <a:xfrm rot="-5400000">
              <a:off x="3258185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485" name="tx485"/>
            <p:cNvSpPr/>
            <p:nvPr/>
          </p:nvSpPr>
          <p:spPr>
            <a:xfrm rot="-5400000">
              <a:off x="3414798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486" name="tx486"/>
            <p:cNvSpPr/>
            <p:nvPr/>
          </p:nvSpPr>
          <p:spPr>
            <a:xfrm rot="-5400000">
              <a:off x="3637403" y="5883828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487" name="tx487"/>
            <p:cNvSpPr/>
            <p:nvPr/>
          </p:nvSpPr>
          <p:spPr>
            <a:xfrm rot="-5400000">
              <a:off x="3866724" y="5858556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488" name="tx488"/>
            <p:cNvSpPr/>
            <p:nvPr/>
          </p:nvSpPr>
          <p:spPr>
            <a:xfrm rot="-5400000">
              <a:off x="4129448" y="5826319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489" name="tx489"/>
            <p:cNvSpPr/>
            <p:nvPr/>
          </p:nvSpPr>
          <p:spPr>
            <a:xfrm rot="-5400000">
              <a:off x="4253754" y="5929673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490" name="tx490"/>
            <p:cNvSpPr/>
            <p:nvPr/>
          </p:nvSpPr>
          <p:spPr>
            <a:xfrm rot="-5400000">
              <a:off x="4601098" y="5845124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491" name="tx491"/>
            <p:cNvSpPr/>
            <p:nvPr/>
          </p:nvSpPr>
          <p:spPr>
            <a:xfrm rot="-5400000">
              <a:off x="4795320" y="5849083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492" name="tx492"/>
            <p:cNvSpPr/>
            <p:nvPr/>
          </p:nvSpPr>
          <p:spPr>
            <a:xfrm rot="-5400000">
              <a:off x="5166664" y="5740321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493" name="tx493"/>
            <p:cNvSpPr/>
            <p:nvPr/>
          </p:nvSpPr>
          <p:spPr>
            <a:xfrm rot="-5400000">
              <a:off x="5294717" y="5814973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5430369" y="5905496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495" name="tx495"/>
            <p:cNvSpPr/>
            <p:nvPr/>
          </p:nvSpPr>
          <p:spPr>
            <a:xfrm rot="-5400000">
              <a:off x="5726779" y="5842402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5800256" y="5999412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497" name="tx497"/>
            <p:cNvSpPr/>
            <p:nvPr/>
          </p:nvSpPr>
          <p:spPr>
            <a:xfrm rot="-5400000">
              <a:off x="6211860" y="5818296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498" name="tx498"/>
            <p:cNvSpPr/>
            <p:nvPr/>
          </p:nvSpPr>
          <p:spPr>
            <a:xfrm rot="-5400000">
              <a:off x="6463238" y="5798890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499" name="tx499"/>
            <p:cNvSpPr/>
            <p:nvPr/>
          </p:nvSpPr>
          <p:spPr>
            <a:xfrm rot="-5400000">
              <a:off x="6510347" y="5977957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500" name="tx500"/>
            <p:cNvSpPr/>
            <p:nvPr/>
          </p:nvSpPr>
          <p:spPr>
            <a:xfrm rot="-5400000">
              <a:off x="6945987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501" name="tx501"/>
            <p:cNvSpPr/>
            <p:nvPr/>
          </p:nvSpPr>
          <p:spPr>
            <a:xfrm rot="-5400000">
              <a:off x="6999529" y="5949750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502" name="tx502"/>
            <p:cNvSpPr/>
            <p:nvPr/>
          </p:nvSpPr>
          <p:spPr>
            <a:xfrm rot="-5400000">
              <a:off x="7373347" y="5835403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503" name="tx503"/>
            <p:cNvSpPr/>
            <p:nvPr/>
          </p:nvSpPr>
          <p:spPr>
            <a:xfrm rot="-5400000">
              <a:off x="7449865" y="5963217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504" name="tx504"/>
            <p:cNvSpPr/>
            <p:nvPr/>
          </p:nvSpPr>
          <p:spPr>
            <a:xfrm rot="-5400000">
              <a:off x="7823966" y="5849083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505" name="tx505"/>
            <p:cNvSpPr/>
            <p:nvPr/>
          </p:nvSpPr>
          <p:spPr>
            <a:xfrm rot="-5400000">
              <a:off x="8070536" y="5833000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4145103" y="6588964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507" name="tx507"/>
            <p:cNvSpPr/>
            <p:nvPr/>
          </p:nvSpPr>
          <p:spPr>
            <a:xfrm rot="-5400000">
              <a:off x="-749321" y="3249315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508" name="tx508"/>
            <p:cNvSpPr/>
            <p:nvPr/>
          </p:nvSpPr>
          <p:spPr>
            <a:xfrm rot="5400000">
              <a:off x="8551101" y="3232585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509" name="rc509"/>
            <p:cNvSpPr/>
            <p:nvPr/>
          </p:nvSpPr>
          <p:spPr>
            <a:xfrm>
              <a:off x="774180" y="126525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856421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867058" y="219403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685802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696438" y="219403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4596827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4607464" y="219403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6368733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6379369" y="219403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856421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867058" y="439901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2685802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2696438" y="439901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4596827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4607464" y="439901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6368733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6379369" y="439901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856421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867058" y="660399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2685802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2696438" y="660399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4596827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4607464" y="660399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tx532"/>
            <p:cNvSpPr/>
            <p:nvPr/>
          </p:nvSpPr>
          <p:spPr>
            <a:xfrm>
              <a:off x="1244663" y="219089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3074044" y="219089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4985069" y="219089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6756975" y="219089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244663" y="439587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3074044" y="439587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4985069" y="439587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6756975" y="439587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244663" y="660085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3074044" y="660085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4985069" y="660085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2026-03-19T08:23:59Z</dcterms:modified>
  <cp:category/>
</cp:coreProperties>
</file>