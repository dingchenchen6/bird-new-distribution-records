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051560" y="1188562"/>
            <a:ext cx="12984480" cy="8321040"/>
            <a:chOff x="1051560" y="1188562"/>
            <a:chExt cx="12984480" cy="8321040"/>
          </a:xfrm>
        </p:grpSpPr>
        <p:sp>
          <p:nvSpPr>
            <p:cNvPr id="3" name="rc3"/>
            <p:cNvSpPr/>
            <p:nvPr/>
          </p:nvSpPr>
          <p:spPr>
            <a:xfrm>
              <a:off x="1051560" y="1188561"/>
              <a:ext cx="12984480" cy="83210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051560" y="1188561"/>
              <a:ext cx="12984480" cy="83210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596260" y="2223305"/>
              <a:ext cx="11723157" cy="60231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596260" y="8246505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96260" y="6474975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6260" y="4703446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96260" y="2931917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735222" y="6829281"/>
              <a:ext cx="246803" cy="35430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735222" y="6563552"/>
              <a:ext cx="246803" cy="265729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3735222" y="6120670"/>
              <a:ext cx="246803" cy="44288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3735222" y="7715046"/>
              <a:ext cx="246803" cy="88576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3735222" y="7892199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3735222" y="7449316"/>
              <a:ext cx="246803" cy="265729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3735222" y="7892199"/>
              <a:ext cx="246803" cy="35430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3735222" y="4349140"/>
              <a:ext cx="246803" cy="177152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3735222" y="7183587"/>
              <a:ext cx="246803" cy="265729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3735222" y="7803622"/>
              <a:ext cx="246803" cy="88576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3735222" y="7892199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0248087" y="7537893"/>
              <a:ext cx="246803" cy="17715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0248087" y="7449316"/>
              <a:ext cx="246803" cy="8857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0248087" y="7360740"/>
              <a:ext cx="246803" cy="88576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0248087" y="7803622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0248087" y="7892199"/>
              <a:ext cx="246803" cy="88576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0248087" y="7715046"/>
              <a:ext cx="246803" cy="88576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0248087" y="8069352"/>
              <a:ext cx="246803" cy="17715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0248087" y="6652128"/>
              <a:ext cx="246803" cy="70861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10248087" y="7715046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10248087" y="7803622"/>
              <a:ext cx="246803" cy="88576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10248087" y="7980775"/>
              <a:ext cx="246803" cy="88576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11619217" y="8069352"/>
              <a:ext cx="246803" cy="8857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11619217" y="7980775"/>
              <a:ext cx="246803" cy="8857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11619217" y="7803622"/>
              <a:ext cx="246803" cy="17715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11619217" y="8157928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1619217" y="8157928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1619217" y="7183587"/>
              <a:ext cx="246803" cy="62003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1619217" y="8157928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1619217" y="8157928"/>
              <a:ext cx="246803" cy="88576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10590870" y="7537893"/>
              <a:ext cx="246803" cy="8857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0590870" y="7449316"/>
              <a:ext cx="246803" cy="8857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0590870" y="7006434"/>
              <a:ext cx="246803" cy="44288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0590870" y="7715046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0590870" y="7715046"/>
              <a:ext cx="246803" cy="177152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0590870" y="7626469"/>
              <a:ext cx="246803" cy="88576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0590870" y="8069352"/>
              <a:ext cx="246803" cy="17715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0590870" y="6829281"/>
              <a:ext cx="246803" cy="17715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0590870" y="7626469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10590870" y="7715046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10590870" y="7892199"/>
              <a:ext cx="246803" cy="17715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049658" y="6386399"/>
              <a:ext cx="246803" cy="88576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049658" y="6120670"/>
              <a:ext cx="246803" cy="265729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049658" y="5677787"/>
              <a:ext cx="246803" cy="44288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049658" y="7626469"/>
              <a:ext cx="246803" cy="17715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049658" y="7892199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3049658" y="7449316"/>
              <a:ext cx="246803" cy="17715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3049658" y="7892199"/>
              <a:ext cx="246803" cy="35430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49658" y="3551952"/>
              <a:ext cx="246803" cy="212583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049658" y="7272164"/>
              <a:ext cx="246803" cy="17715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049658" y="7803622"/>
              <a:ext cx="246803" cy="88576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049658" y="7892199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0933652" y="7449316"/>
              <a:ext cx="246803" cy="8857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0933652" y="7360740"/>
              <a:ext cx="246803" cy="8857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10933652" y="7360740"/>
              <a:ext cx="24680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10933652" y="7803622"/>
              <a:ext cx="246803" cy="17715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10933652" y="7980775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10933652" y="7715046"/>
              <a:ext cx="246803" cy="88576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0933652" y="8069352"/>
              <a:ext cx="246803" cy="17715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0933652" y="7006434"/>
              <a:ext cx="246803" cy="35430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0933652" y="7537893"/>
              <a:ext cx="246803" cy="17715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0933652" y="7980775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0933652" y="7980775"/>
              <a:ext cx="246803" cy="88576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763569" y="7272164"/>
              <a:ext cx="246803" cy="17715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63569" y="7183587"/>
              <a:ext cx="246803" cy="8857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763569" y="6829281"/>
              <a:ext cx="246803" cy="35430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763569" y="7626469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4763569" y="7892199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763569" y="7626469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763569" y="7892199"/>
              <a:ext cx="246803" cy="35430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763569" y="4880599"/>
              <a:ext cx="246803" cy="194868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763569" y="7449316"/>
              <a:ext cx="246803" cy="17715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763569" y="7626469"/>
              <a:ext cx="246803" cy="265729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763569" y="7892199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6477481" y="7626469"/>
              <a:ext cx="246803" cy="8857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6477481" y="7183587"/>
              <a:ext cx="246803" cy="44288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6477481" y="6740705"/>
              <a:ext cx="246803" cy="44288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477481" y="8069352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477481" y="8069352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477481" y="8069352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477481" y="8069352"/>
              <a:ext cx="246803" cy="17715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7481" y="5146328"/>
              <a:ext cx="246803" cy="159437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477481" y="7715046"/>
              <a:ext cx="246803" cy="35430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477481" y="8069352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477481" y="806935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7848611" y="7892199"/>
              <a:ext cx="246803" cy="8857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7848611" y="7715046"/>
              <a:ext cx="246803" cy="17715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848611" y="6829281"/>
              <a:ext cx="246803" cy="88576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848611" y="8157928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848611" y="8157928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848611" y="5500634"/>
              <a:ext cx="246803" cy="132864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848611" y="7980775"/>
              <a:ext cx="246803" cy="17715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48611" y="8157928"/>
              <a:ext cx="246803" cy="88576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11276434" y="7803622"/>
              <a:ext cx="24680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11276434" y="7626469"/>
              <a:ext cx="246803" cy="17715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1276434" y="7537893"/>
              <a:ext cx="246803" cy="88576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1276434" y="7803622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1276434" y="7892199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1276434" y="7803622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1276434" y="7980775"/>
              <a:ext cx="246803" cy="265729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1276434" y="7095011"/>
              <a:ext cx="246803" cy="44288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1276434" y="7803622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1276434" y="7803622"/>
              <a:ext cx="246803" cy="88576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11276434" y="7892199"/>
              <a:ext cx="246803" cy="88576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9905305" y="7715046"/>
              <a:ext cx="246803" cy="17715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9905305" y="7626469"/>
              <a:ext cx="246803" cy="8857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9905305" y="7537893"/>
              <a:ext cx="246803" cy="88576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9905305" y="8069352"/>
              <a:ext cx="246803" cy="88576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9905305" y="8157928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9905305" y="7980775"/>
              <a:ext cx="246803" cy="88576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9905305" y="8157928"/>
              <a:ext cx="246803" cy="88576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9905305" y="6297822"/>
              <a:ext cx="246803" cy="124007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9905305" y="7892199"/>
              <a:ext cx="246803" cy="88576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9905305" y="8157928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9905305" y="8157928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4420787" y="7449316"/>
              <a:ext cx="246803" cy="26572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4420787" y="7095011"/>
              <a:ext cx="246803" cy="35430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4420787" y="6829281"/>
              <a:ext cx="246803" cy="26572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4420787" y="7803622"/>
              <a:ext cx="246803" cy="88576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4420787" y="7980775"/>
              <a:ext cx="246803" cy="88576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4420787" y="7803622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4420787" y="8069352"/>
              <a:ext cx="246803" cy="17715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420787" y="4880599"/>
              <a:ext cx="246803" cy="194868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420787" y="7715046"/>
              <a:ext cx="246803" cy="88576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420787" y="7892199"/>
              <a:ext cx="246803" cy="88576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420787" y="806935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12304782" y="8157928"/>
              <a:ext cx="246803" cy="8857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791917" y="8157928"/>
              <a:ext cx="24680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91917" y="7980775"/>
              <a:ext cx="246803" cy="17715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791917" y="7360740"/>
              <a:ext cx="246803" cy="62003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5791917" y="5146328"/>
              <a:ext cx="246803" cy="221441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5791917" y="8157928"/>
              <a:ext cx="246803" cy="88576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2364093" y="7095011"/>
              <a:ext cx="246803" cy="531458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2364093" y="7006434"/>
              <a:ext cx="246803" cy="8857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2364093" y="6563552"/>
              <a:ext cx="246803" cy="44288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2364093" y="7803622"/>
              <a:ext cx="246803" cy="88576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2364093" y="7980775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2364093" y="7715046"/>
              <a:ext cx="246803" cy="88576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2364093" y="7980775"/>
              <a:ext cx="246803" cy="265729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2364093" y="2754764"/>
              <a:ext cx="246803" cy="380878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2364093" y="7626469"/>
              <a:ext cx="246803" cy="88576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2364093" y="7892199"/>
              <a:ext cx="246803" cy="88576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2364093" y="7980775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5106352" y="7272164"/>
              <a:ext cx="246803" cy="17715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5106352" y="7183587"/>
              <a:ext cx="246803" cy="8857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5106352" y="6829281"/>
              <a:ext cx="246803" cy="35430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5106352" y="7715046"/>
              <a:ext cx="246803" cy="17715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5106352" y="7980775"/>
              <a:ext cx="246803" cy="88576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5106352" y="7449316"/>
              <a:ext cx="246803" cy="265729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5106352" y="8069352"/>
              <a:ext cx="246803" cy="17715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5106352" y="5057752"/>
              <a:ext cx="246803" cy="177152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5106352" y="7449316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5106352" y="7892199"/>
              <a:ext cx="246803" cy="88576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5106352" y="806935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3392440" y="7095011"/>
              <a:ext cx="246803" cy="26572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3392440" y="6917858"/>
              <a:ext cx="246803" cy="17715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3392440" y="6386399"/>
              <a:ext cx="246803" cy="53145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3392440" y="7715046"/>
              <a:ext cx="246803" cy="88576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3392440" y="7803622"/>
              <a:ext cx="246803" cy="88576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3392440" y="7715046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3392440" y="8069352"/>
              <a:ext cx="246803" cy="17715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3392440" y="3817682"/>
              <a:ext cx="246803" cy="256871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3392440" y="7360740"/>
              <a:ext cx="246803" cy="35430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3392440" y="7803622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3392440" y="7892199"/>
              <a:ext cx="246803" cy="17715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7163046" y="7626469"/>
              <a:ext cx="24680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7163046" y="7537893"/>
              <a:ext cx="246803" cy="8857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7163046" y="7272164"/>
              <a:ext cx="246803" cy="26572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7163046" y="7892199"/>
              <a:ext cx="246803" cy="17715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rc201"/>
            <p:cNvSpPr/>
            <p:nvPr/>
          </p:nvSpPr>
          <p:spPr>
            <a:xfrm>
              <a:off x="7163046" y="8157928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7163046" y="7715046"/>
              <a:ext cx="246803" cy="17715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rc203"/>
            <p:cNvSpPr/>
            <p:nvPr/>
          </p:nvSpPr>
          <p:spPr>
            <a:xfrm>
              <a:off x="7163046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7163046" y="5500634"/>
              <a:ext cx="246803" cy="177152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7163046" y="7626469"/>
              <a:ext cx="246803" cy="88576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rc206"/>
            <p:cNvSpPr/>
            <p:nvPr/>
          </p:nvSpPr>
          <p:spPr>
            <a:xfrm>
              <a:off x="7163046" y="8069352"/>
              <a:ext cx="246803" cy="88576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7163046" y="8157928"/>
              <a:ext cx="246803" cy="88576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rc208"/>
            <p:cNvSpPr/>
            <p:nvPr/>
          </p:nvSpPr>
          <p:spPr>
            <a:xfrm>
              <a:off x="8534176" y="7715046"/>
              <a:ext cx="24680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rc209"/>
            <p:cNvSpPr/>
            <p:nvPr/>
          </p:nvSpPr>
          <p:spPr>
            <a:xfrm>
              <a:off x="8534176" y="7095011"/>
              <a:ext cx="246803" cy="62003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rc210"/>
            <p:cNvSpPr/>
            <p:nvPr/>
          </p:nvSpPr>
          <p:spPr>
            <a:xfrm>
              <a:off x="8534176" y="6474975"/>
              <a:ext cx="246803" cy="62003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rc211"/>
            <p:cNvSpPr/>
            <p:nvPr/>
          </p:nvSpPr>
          <p:spPr>
            <a:xfrm>
              <a:off x="8534176" y="8069352"/>
              <a:ext cx="246803" cy="88576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8534176" y="8157928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8534176" y="7803622"/>
              <a:ext cx="246803" cy="265729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8534176" y="8157928"/>
              <a:ext cx="246803" cy="88576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8534176" y="5766364"/>
              <a:ext cx="246803" cy="70861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rc216"/>
            <p:cNvSpPr/>
            <p:nvPr/>
          </p:nvSpPr>
          <p:spPr>
            <a:xfrm>
              <a:off x="8534176" y="7715046"/>
              <a:ext cx="246803" cy="88576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rc217"/>
            <p:cNvSpPr/>
            <p:nvPr/>
          </p:nvSpPr>
          <p:spPr>
            <a:xfrm>
              <a:off x="8534176" y="8157928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rc218"/>
            <p:cNvSpPr/>
            <p:nvPr/>
          </p:nvSpPr>
          <p:spPr>
            <a:xfrm>
              <a:off x="8534176" y="8157928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rc219"/>
            <p:cNvSpPr/>
            <p:nvPr/>
          </p:nvSpPr>
          <p:spPr>
            <a:xfrm>
              <a:off x="5449134" y="6917858"/>
              <a:ext cx="246803" cy="35430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rc220"/>
            <p:cNvSpPr/>
            <p:nvPr/>
          </p:nvSpPr>
          <p:spPr>
            <a:xfrm>
              <a:off x="5449134" y="6652128"/>
              <a:ext cx="246803" cy="265729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rc221"/>
            <p:cNvSpPr/>
            <p:nvPr/>
          </p:nvSpPr>
          <p:spPr>
            <a:xfrm>
              <a:off x="5449134" y="6032093"/>
              <a:ext cx="246803" cy="62003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rc222"/>
            <p:cNvSpPr/>
            <p:nvPr/>
          </p:nvSpPr>
          <p:spPr>
            <a:xfrm>
              <a:off x="5449134" y="7537893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rc223"/>
            <p:cNvSpPr/>
            <p:nvPr/>
          </p:nvSpPr>
          <p:spPr>
            <a:xfrm>
              <a:off x="5449134" y="7537893"/>
              <a:ext cx="246803" cy="88576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rc224"/>
            <p:cNvSpPr/>
            <p:nvPr/>
          </p:nvSpPr>
          <p:spPr>
            <a:xfrm>
              <a:off x="5449134" y="7449316"/>
              <a:ext cx="246803" cy="88576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rc225"/>
            <p:cNvSpPr/>
            <p:nvPr/>
          </p:nvSpPr>
          <p:spPr>
            <a:xfrm>
              <a:off x="5449134" y="7803622"/>
              <a:ext cx="246803" cy="44288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5449134" y="5146328"/>
              <a:ext cx="246803" cy="88576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5449134" y="7272164"/>
              <a:ext cx="246803" cy="17715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rc228"/>
            <p:cNvSpPr/>
            <p:nvPr/>
          </p:nvSpPr>
          <p:spPr>
            <a:xfrm>
              <a:off x="5449134" y="7537893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rc229"/>
            <p:cNvSpPr/>
            <p:nvPr/>
          </p:nvSpPr>
          <p:spPr>
            <a:xfrm>
              <a:off x="5449134" y="7626469"/>
              <a:ext cx="246803" cy="17715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rc230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rc231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rc232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rc233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rc236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rc237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rc238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rc239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rc240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rc241"/>
            <p:cNvSpPr/>
            <p:nvPr/>
          </p:nvSpPr>
          <p:spPr>
            <a:xfrm>
              <a:off x="9562523" y="7626469"/>
              <a:ext cx="246803" cy="26572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rc242"/>
            <p:cNvSpPr/>
            <p:nvPr/>
          </p:nvSpPr>
          <p:spPr>
            <a:xfrm>
              <a:off x="9562523" y="7537893"/>
              <a:ext cx="246803" cy="8857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rc243"/>
            <p:cNvSpPr/>
            <p:nvPr/>
          </p:nvSpPr>
          <p:spPr>
            <a:xfrm>
              <a:off x="9562523" y="7183587"/>
              <a:ext cx="246803" cy="35430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rc244"/>
            <p:cNvSpPr/>
            <p:nvPr/>
          </p:nvSpPr>
          <p:spPr>
            <a:xfrm>
              <a:off x="9562523" y="8069352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rc245"/>
            <p:cNvSpPr/>
            <p:nvPr/>
          </p:nvSpPr>
          <p:spPr>
            <a:xfrm>
              <a:off x="9562523" y="8069352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rc246"/>
            <p:cNvSpPr/>
            <p:nvPr/>
          </p:nvSpPr>
          <p:spPr>
            <a:xfrm>
              <a:off x="9562523" y="7892199"/>
              <a:ext cx="246803" cy="17715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rc247"/>
            <p:cNvSpPr/>
            <p:nvPr/>
          </p:nvSpPr>
          <p:spPr>
            <a:xfrm>
              <a:off x="9562523" y="8069352"/>
              <a:ext cx="246803" cy="17715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rc248"/>
            <p:cNvSpPr/>
            <p:nvPr/>
          </p:nvSpPr>
          <p:spPr>
            <a:xfrm>
              <a:off x="9562523" y="6120670"/>
              <a:ext cx="246803" cy="106291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rc249"/>
            <p:cNvSpPr/>
            <p:nvPr/>
          </p:nvSpPr>
          <p:spPr>
            <a:xfrm>
              <a:off x="9562523" y="7892199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rc250"/>
            <p:cNvSpPr/>
            <p:nvPr/>
          </p:nvSpPr>
          <p:spPr>
            <a:xfrm>
              <a:off x="9562523" y="8069352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rc251"/>
            <p:cNvSpPr/>
            <p:nvPr/>
          </p:nvSpPr>
          <p:spPr>
            <a:xfrm>
              <a:off x="9562523" y="806935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rc252"/>
            <p:cNvSpPr/>
            <p:nvPr/>
          </p:nvSpPr>
          <p:spPr>
            <a:xfrm>
              <a:off x="8191393" y="7449316"/>
              <a:ext cx="246803" cy="8857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rc253"/>
            <p:cNvSpPr/>
            <p:nvPr/>
          </p:nvSpPr>
          <p:spPr>
            <a:xfrm>
              <a:off x="8191393" y="7449316"/>
              <a:ext cx="24680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rc254"/>
            <p:cNvSpPr/>
            <p:nvPr/>
          </p:nvSpPr>
          <p:spPr>
            <a:xfrm>
              <a:off x="8191393" y="7360740"/>
              <a:ext cx="246803" cy="88576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rc255"/>
            <p:cNvSpPr/>
            <p:nvPr/>
          </p:nvSpPr>
          <p:spPr>
            <a:xfrm>
              <a:off x="8191393" y="7715046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rc256"/>
            <p:cNvSpPr/>
            <p:nvPr/>
          </p:nvSpPr>
          <p:spPr>
            <a:xfrm>
              <a:off x="8191393" y="7715046"/>
              <a:ext cx="246803" cy="177152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rc257"/>
            <p:cNvSpPr/>
            <p:nvPr/>
          </p:nvSpPr>
          <p:spPr>
            <a:xfrm>
              <a:off x="8191393" y="7626469"/>
              <a:ext cx="246803" cy="88576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rc258"/>
            <p:cNvSpPr/>
            <p:nvPr/>
          </p:nvSpPr>
          <p:spPr>
            <a:xfrm>
              <a:off x="8191393" y="7892199"/>
              <a:ext cx="246803" cy="35430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rc259"/>
            <p:cNvSpPr/>
            <p:nvPr/>
          </p:nvSpPr>
          <p:spPr>
            <a:xfrm>
              <a:off x="8191393" y="5500634"/>
              <a:ext cx="246803" cy="186010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rc260"/>
            <p:cNvSpPr/>
            <p:nvPr/>
          </p:nvSpPr>
          <p:spPr>
            <a:xfrm>
              <a:off x="8191393" y="7537893"/>
              <a:ext cx="246803" cy="88576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rc261"/>
            <p:cNvSpPr/>
            <p:nvPr/>
          </p:nvSpPr>
          <p:spPr>
            <a:xfrm>
              <a:off x="8191393" y="7715046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rc262"/>
            <p:cNvSpPr/>
            <p:nvPr/>
          </p:nvSpPr>
          <p:spPr>
            <a:xfrm>
              <a:off x="8191393" y="7892199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rc263"/>
            <p:cNvSpPr/>
            <p:nvPr/>
          </p:nvSpPr>
          <p:spPr>
            <a:xfrm>
              <a:off x="2706875" y="6652128"/>
              <a:ext cx="246803" cy="44288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rc264"/>
            <p:cNvSpPr/>
            <p:nvPr/>
          </p:nvSpPr>
          <p:spPr>
            <a:xfrm>
              <a:off x="2706875" y="6297822"/>
              <a:ext cx="246803" cy="35430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rc265"/>
            <p:cNvSpPr/>
            <p:nvPr/>
          </p:nvSpPr>
          <p:spPr>
            <a:xfrm>
              <a:off x="2706875" y="5323481"/>
              <a:ext cx="246803" cy="97434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rc266"/>
            <p:cNvSpPr/>
            <p:nvPr/>
          </p:nvSpPr>
          <p:spPr>
            <a:xfrm>
              <a:off x="2706875" y="7360740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rc267"/>
            <p:cNvSpPr/>
            <p:nvPr/>
          </p:nvSpPr>
          <p:spPr>
            <a:xfrm>
              <a:off x="2706875" y="7360740"/>
              <a:ext cx="246803" cy="88576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rc268"/>
            <p:cNvSpPr/>
            <p:nvPr/>
          </p:nvSpPr>
          <p:spPr>
            <a:xfrm>
              <a:off x="2706875" y="7272164"/>
              <a:ext cx="246803" cy="88576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rc269"/>
            <p:cNvSpPr/>
            <p:nvPr/>
          </p:nvSpPr>
          <p:spPr>
            <a:xfrm>
              <a:off x="2706875" y="7537893"/>
              <a:ext cx="246803" cy="708611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2706875" y="3020493"/>
              <a:ext cx="246803" cy="230298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rc271"/>
            <p:cNvSpPr/>
            <p:nvPr/>
          </p:nvSpPr>
          <p:spPr>
            <a:xfrm>
              <a:off x="2706875" y="7095011"/>
              <a:ext cx="246803" cy="17715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rc272"/>
            <p:cNvSpPr/>
            <p:nvPr/>
          </p:nvSpPr>
          <p:spPr>
            <a:xfrm>
              <a:off x="2706875" y="7360740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rc273"/>
            <p:cNvSpPr/>
            <p:nvPr/>
          </p:nvSpPr>
          <p:spPr>
            <a:xfrm>
              <a:off x="2706875" y="7449316"/>
              <a:ext cx="246803" cy="88576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rc274"/>
            <p:cNvSpPr/>
            <p:nvPr/>
          </p:nvSpPr>
          <p:spPr>
            <a:xfrm>
              <a:off x="7505828" y="7449316"/>
              <a:ext cx="246803" cy="8857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rc275"/>
            <p:cNvSpPr/>
            <p:nvPr/>
          </p:nvSpPr>
          <p:spPr>
            <a:xfrm>
              <a:off x="7505828" y="7095011"/>
              <a:ext cx="246803" cy="35430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rc276"/>
            <p:cNvSpPr/>
            <p:nvPr/>
          </p:nvSpPr>
          <p:spPr>
            <a:xfrm>
              <a:off x="7505828" y="6740705"/>
              <a:ext cx="246803" cy="35430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rc277"/>
            <p:cNvSpPr/>
            <p:nvPr/>
          </p:nvSpPr>
          <p:spPr>
            <a:xfrm>
              <a:off x="7505828" y="7803622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rc278"/>
            <p:cNvSpPr/>
            <p:nvPr/>
          </p:nvSpPr>
          <p:spPr>
            <a:xfrm>
              <a:off x="7505828" y="7803622"/>
              <a:ext cx="246803" cy="177152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rc279"/>
            <p:cNvSpPr/>
            <p:nvPr/>
          </p:nvSpPr>
          <p:spPr>
            <a:xfrm>
              <a:off x="7505828" y="7715046"/>
              <a:ext cx="246803" cy="88576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rc280"/>
            <p:cNvSpPr/>
            <p:nvPr/>
          </p:nvSpPr>
          <p:spPr>
            <a:xfrm>
              <a:off x="7505828" y="7980775"/>
              <a:ext cx="246803" cy="265729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rc281"/>
            <p:cNvSpPr/>
            <p:nvPr/>
          </p:nvSpPr>
          <p:spPr>
            <a:xfrm>
              <a:off x="7505828" y="5500634"/>
              <a:ext cx="246803" cy="124007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rc282"/>
            <p:cNvSpPr/>
            <p:nvPr/>
          </p:nvSpPr>
          <p:spPr>
            <a:xfrm>
              <a:off x="7505828" y="7537893"/>
              <a:ext cx="246803" cy="17715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rc283"/>
            <p:cNvSpPr/>
            <p:nvPr/>
          </p:nvSpPr>
          <p:spPr>
            <a:xfrm>
              <a:off x="7505828" y="7803622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rc284"/>
            <p:cNvSpPr/>
            <p:nvPr/>
          </p:nvSpPr>
          <p:spPr>
            <a:xfrm>
              <a:off x="7505828" y="7980775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rc285"/>
            <p:cNvSpPr/>
            <p:nvPr/>
          </p:nvSpPr>
          <p:spPr>
            <a:xfrm>
              <a:off x="9219740" y="7892199"/>
              <a:ext cx="246803" cy="8857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rc286"/>
            <p:cNvSpPr/>
            <p:nvPr/>
          </p:nvSpPr>
          <p:spPr>
            <a:xfrm>
              <a:off x="9219740" y="7715046"/>
              <a:ext cx="246803" cy="17715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rc287"/>
            <p:cNvSpPr/>
            <p:nvPr/>
          </p:nvSpPr>
          <p:spPr>
            <a:xfrm>
              <a:off x="9219740" y="7537893"/>
              <a:ext cx="246803" cy="17715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rc288"/>
            <p:cNvSpPr/>
            <p:nvPr/>
          </p:nvSpPr>
          <p:spPr>
            <a:xfrm>
              <a:off x="9219740" y="7980775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rc289"/>
            <p:cNvSpPr/>
            <p:nvPr/>
          </p:nvSpPr>
          <p:spPr>
            <a:xfrm>
              <a:off x="9219740" y="7980775"/>
              <a:ext cx="246803" cy="88576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rc290"/>
            <p:cNvSpPr/>
            <p:nvPr/>
          </p:nvSpPr>
          <p:spPr>
            <a:xfrm>
              <a:off x="9219740" y="7980775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rc291"/>
            <p:cNvSpPr/>
            <p:nvPr/>
          </p:nvSpPr>
          <p:spPr>
            <a:xfrm>
              <a:off x="9219740" y="8069352"/>
              <a:ext cx="246803" cy="17715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rc292"/>
            <p:cNvSpPr/>
            <p:nvPr/>
          </p:nvSpPr>
          <p:spPr>
            <a:xfrm>
              <a:off x="9219740" y="6032093"/>
              <a:ext cx="246803" cy="150579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rc293"/>
            <p:cNvSpPr/>
            <p:nvPr/>
          </p:nvSpPr>
          <p:spPr>
            <a:xfrm>
              <a:off x="9219740" y="7980775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rc294"/>
            <p:cNvSpPr/>
            <p:nvPr/>
          </p:nvSpPr>
          <p:spPr>
            <a:xfrm>
              <a:off x="9219740" y="7980775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rc295"/>
            <p:cNvSpPr/>
            <p:nvPr/>
          </p:nvSpPr>
          <p:spPr>
            <a:xfrm>
              <a:off x="9219740" y="806935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rc296"/>
            <p:cNvSpPr/>
            <p:nvPr/>
          </p:nvSpPr>
          <p:spPr>
            <a:xfrm>
              <a:off x="11961999" y="7715046"/>
              <a:ext cx="246803" cy="8857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rc297"/>
            <p:cNvSpPr/>
            <p:nvPr/>
          </p:nvSpPr>
          <p:spPr>
            <a:xfrm>
              <a:off x="11961999" y="7715046"/>
              <a:ext cx="24680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rc298"/>
            <p:cNvSpPr/>
            <p:nvPr/>
          </p:nvSpPr>
          <p:spPr>
            <a:xfrm>
              <a:off x="11961999" y="7626469"/>
              <a:ext cx="246803" cy="88576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rc299"/>
            <p:cNvSpPr/>
            <p:nvPr/>
          </p:nvSpPr>
          <p:spPr>
            <a:xfrm>
              <a:off x="11961999" y="7980775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rc300"/>
            <p:cNvSpPr/>
            <p:nvPr/>
          </p:nvSpPr>
          <p:spPr>
            <a:xfrm>
              <a:off x="11961999" y="8069352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rc301"/>
            <p:cNvSpPr/>
            <p:nvPr/>
          </p:nvSpPr>
          <p:spPr>
            <a:xfrm>
              <a:off x="11961999" y="7892199"/>
              <a:ext cx="246803" cy="88576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rc302"/>
            <p:cNvSpPr/>
            <p:nvPr/>
          </p:nvSpPr>
          <p:spPr>
            <a:xfrm>
              <a:off x="11961999" y="8069352"/>
              <a:ext cx="246803" cy="17715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rc303"/>
            <p:cNvSpPr/>
            <p:nvPr/>
          </p:nvSpPr>
          <p:spPr>
            <a:xfrm>
              <a:off x="11961999" y="7272164"/>
              <a:ext cx="246803" cy="35430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rc304"/>
            <p:cNvSpPr/>
            <p:nvPr/>
          </p:nvSpPr>
          <p:spPr>
            <a:xfrm>
              <a:off x="11961999" y="7803622"/>
              <a:ext cx="246803" cy="88576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rc305"/>
            <p:cNvSpPr/>
            <p:nvPr/>
          </p:nvSpPr>
          <p:spPr>
            <a:xfrm>
              <a:off x="11961999" y="7980775"/>
              <a:ext cx="246803" cy="88576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rc306"/>
            <p:cNvSpPr/>
            <p:nvPr/>
          </p:nvSpPr>
          <p:spPr>
            <a:xfrm>
              <a:off x="11961999" y="806935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rc307"/>
            <p:cNvSpPr/>
            <p:nvPr/>
          </p:nvSpPr>
          <p:spPr>
            <a:xfrm>
              <a:off x="6134699" y="7360740"/>
              <a:ext cx="246803" cy="8857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rc308"/>
            <p:cNvSpPr/>
            <p:nvPr/>
          </p:nvSpPr>
          <p:spPr>
            <a:xfrm>
              <a:off x="6134699" y="7183587"/>
              <a:ext cx="246803" cy="17715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rc309"/>
            <p:cNvSpPr/>
            <p:nvPr/>
          </p:nvSpPr>
          <p:spPr>
            <a:xfrm>
              <a:off x="6134699" y="6563552"/>
              <a:ext cx="246803" cy="62003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rc310"/>
            <p:cNvSpPr/>
            <p:nvPr/>
          </p:nvSpPr>
          <p:spPr>
            <a:xfrm>
              <a:off x="6134699" y="7803622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rc311"/>
            <p:cNvSpPr/>
            <p:nvPr/>
          </p:nvSpPr>
          <p:spPr>
            <a:xfrm>
              <a:off x="6134699" y="7803622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rc312"/>
            <p:cNvSpPr/>
            <p:nvPr/>
          </p:nvSpPr>
          <p:spPr>
            <a:xfrm>
              <a:off x="6134699" y="7626469"/>
              <a:ext cx="246803" cy="17715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rc313"/>
            <p:cNvSpPr/>
            <p:nvPr/>
          </p:nvSpPr>
          <p:spPr>
            <a:xfrm>
              <a:off x="6134699" y="7803622"/>
              <a:ext cx="246803" cy="44288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rc314"/>
            <p:cNvSpPr/>
            <p:nvPr/>
          </p:nvSpPr>
          <p:spPr>
            <a:xfrm>
              <a:off x="6134699" y="5146328"/>
              <a:ext cx="246803" cy="141722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rc315"/>
            <p:cNvSpPr/>
            <p:nvPr/>
          </p:nvSpPr>
          <p:spPr>
            <a:xfrm>
              <a:off x="6134699" y="7449316"/>
              <a:ext cx="246803" cy="17715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rc316"/>
            <p:cNvSpPr/>
            <p:nvPr/>
          </p:nvSpPr>
          <p:spPr>
            <a:xfrm>
              <a:off x="6134699" y="7803622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rc317"/>
            <p:cNvSpPr/>
            <p:nvPr/>
          </p:nvSpPr>
          <p:spPr>
            <a:xfrm>
              <a:off x="6134699" y="780362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rc318"/>
            <p:cNvSpPr/>
            <p:nvPr/>
          </p:nvSpPr>
          <p:spPr>
            <a:xfrm>
              <a:off x="12647564" y="8157928"/>
              <a:ext cx="24680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rc319"/>
            <p:cNvSpPr/>
            <p:nvPr/>
          </p:nvSpPr>
          <p:spPr>
            <a:xfrm>
              <a:off x="12647564" y="8157928"/>
              <a:ext cx="24680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rc320"/>
            <p:cNvSpPr/>
            <p:nvPr/>
          </p:nvSpPr>
          <p:spPr>
            <a:xfrm>
              <a:off x="12647564" y="8157928"/>
              <a:ext cx="24680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rc321"/>
            <p:cNvSpPr/>
            <p:nvPr/>
          </p:nvSpPr>
          <p:spPr>
            <a:xfrm>
              <a:off x="12647564" y="8157928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rc322"/>
            <p:cNvSpPr/>
            <p:nvPr/>
          </p:nvSpPr>
          <p:spPr>
            <a:xfrm>
              <a:off x="12647564" y="8157928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rc323"/>
            <p:cNvSpPr/>
            <p:nvPr/>
          </p:nvSpPr>
          <p:spPr>
            <a:xfrm>
              <a:off x="12647564" y="8157928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rc324"/>
            <p:cNvSpPr/>
            <p:nvPr/>
          </p:nvSpPr>
          <p:spPr>
            <a:xfrm>
              <a:off x="12647564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rc325"/>
            <p:cNvSpPr/>
            <p:nvPr/>
          </p:nvSpPr>
          <p:spPr>
            <a:xfrm>
              <a:off x="12647564" y="8157928"/>
              <a:ext cx="246803" cy="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rc326"/>
            <p:cNvSpPr/>
            <p:nvPr/>
          </p:nvSpPr>
          <p:spPr>
            <a:xfrm>
              <a:off x="12647564" y="8157928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rc327"/>
            <p:cNvSpPr/>
            <p:nvPr/>
          </p:nvSpPr>
          <p:spPr>
            <a:xfrm>
              <a:off x="12647564" y="8157928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rc328"/>
            <p:cNvSpPr/>
            <p:nvPr/>
          </p:nvSpPr>
          <p:spPr>
            <a:xfrm>
              <a:off x="12647564" y="8157928"/>
              <a:ext cx="246803" cy="88576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rc329"/>
            <p:cNvSpPr/>
            <p:nvPr/>
          </p:nvSpPr>
          <p:spPr>
            <a:xfrm>
              <a:off x="8876958" y="7360740"/>
              <a:ext cx="246803" cy="26572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rc330"/>
            <p:cNvSpPr/>
            <p:nvPr/>
          </p:nvSpPr>
          <p:spPr>
            <a:xfrm>
              <a:off x="8876958" y="7272164"/>
              <a:ext cx="246803" cy="8857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rc331"/>
            <p:cNvSpPr/>
            <p:nvPr/>
          </p:nvSpPr>
          <p:spPr>
            <a:xfrm>
              <a:off x="8876958" y="6917858"/>
              <a:ext cx="246803" cy="35430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rc332"/>
            <p:cNvSpPr/>
            <p:nvPr/>
          </p:nvSpPr>
          <p:spPr>
            <a:xfrm>
              <a:off x="8876958" y="7980775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rc333"/>
            <p:cNvSpPr/>
            <p:nvPr/>
          </p:nvSpPr>
          <p:spPr>
            <a:xfrm>
              <a:off x="8876958" y="7980775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rc334"/>
            <p:cNvSpPr/>
            <p:nvPr/>
          </p:nvSpPr>
          <p:spPr>
            <a:xfrm>
              <a:off x="8876958" y="7892199"/>
              <a:ext cx="246803" cy="88576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rc335"/>
            <p:cNvSpPr/>
            <p:nvPr/>
          </p:nvSpPr>
          <p:spPr>
            <a:xfrm>
              <a:off x="8876958" y="7980775"/>
              <a:ext cx="246803" cy="265729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rc336"/>
            <p:cNvSpPr/>
            <p:nvPr/>
          </p:nvSpPr>
          <p:spPr>
            <a:xfrm>
              <a:off x="8876958" y="5943517"/>
              <a:ext cx="246803" cy="97434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rc337"/>
            <p:cNvSpPr/>
            <p:nvPr/>
          </p:nvSpPr>
          <p:spPr>
            <a:xfrm>
              <a:off x="8876958" y="7626469"/>
              <a:ext cx="246803" cy="265729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rc338"/>
            <p:cNvSpPr/>
            <p:nvPr/>
          </p:nvSpPr>
          <p:spPr>
            <a:xfrm>
              <a:off x="8876958" y="7980775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rc339"/>
            <p:cNvSpPr/>
            <p:nvPr/>
          </p:nvSpPr>
          <p:spPr>
            <a:xfrm>
              <a:off x="8876958" y="7980775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rc340"/>
            <p:cNvSpPr/>
            <p:nvPr/>
          </p:nvSpPr>
          <p:spPr>
            <a:xfrm>
              <a:off x="6820264" y="7626469"/>
              <a:ext cx="246803" cy="26572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rc341"/>
            <p:cNvSpPr/>
            <p:nvPr/>
          </p:nvSpPr>
          <p:spPr>
            <a:xfrm>
              <a:off x="6820264" y="7360740"/>
              <a:ext cx="246803" cy="265729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rc342"/>
            <p:cNvSpPr/>
            <p:nvPr/>
          </p:nvSpPr>
          <p:spPr>
            <a:xfrm>
              <a:off x="6820264" y="6740705"/>
              <a:ext cx="246803" cy="62003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rc343"/>
            <p:cNvSpPr/>
            <p:nvPr/>
          </p:nvSpPr>
          <p:spPr>
            <a:xfrm>
              <a:off x="6820264" y="8069352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rc344"/>
            <p:cNvSpPr/>
            <p:nvPr/>
          </p:nvSpPr>
          <p:spPr>
            <a:xfrm>
              <a:off x="6820264" y="8069352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rc345"/>
            <p:cNvSpPr/>
            <p:nvPr/>
          </p:nvSpPr>
          <p:spPr>
            <a:xfrm>
              <a:off x="6820264" y="8069352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rc346"/>
            <p:cNvSpPr/>
            <p:nvPr/>
          </p:nvSpPr>
          <p:spPr>
            <a:xfrm>
              <a:off x="6820264" y="8069352"/>
              <a:ext cx="246803" cy="17715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rc347"/>
            <p:cNvSpPr/>
            <p:nvPr/>
          </p:nvSpPr>
          <p:spPr>
            <a:xfrm>
              <a:off x="6820264" y="5146328"/>
              <a:ext cx="246803" cy="159437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rc348"/>
            <p:cNvSpPr/>
            <p:nvPr/>
          </p:nvSpPr>
          <p:spPr>
            <a:xfrm>
              <a:off x="6820264" y="7892199"/>
              <a:ext cx="246803" cy="17715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rc349"/>
            <p:cNvSpPr/>
            <p:nvPr/>
          </p:nvSpPr>
          <p:spPr>
            <a:xfrm>
              <a:off x="6820264" y="8069352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rc350"/>
            <p:cNvSpPr/>
            <p:nvPr/>
          </p:nvSpPr>
          <p:spPr>
            <a:xfrm>
              <a:off x="6820264" y="806935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rc351"/>
            <p:cNvSpPr/>
            <p:nvPr/>
          </p:nvSpPr>
          <p:spPr>
            <a:xfrm>
              <a:off x="1678528" y="6474975"/>
              <a:ext cx="246803" cy="17715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rc352"/>
            <p:cNvSpPr/>
            <p:nvPr/>
          </p:nvSpPr>
          <p:spPr>
            <a:xfrm>
              <a:off x="1678528" y="6209246"/>
              <a:ext cx="246803" cy="265729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rc353"/>
            <p:cNvSpPr/>
            <p:nvPr/>
          </p:nvSpPr>
          <p:spPr>
            <a:xfrm>
              <a:off x="1678528" y="5677787"/>
              <a:ext cx="246803" cy="53145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rc354"/>
            <p:cNvSpPr/>
            <p:nvPr/>
          </p:nvSpPr>
          <p:spPr>
            <a:xfrm>
              <a:off x="1678528" y="6917858"/>
              <a:ext cx="246803" cy="88576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rc355"/>
            <p:cNvSpPr/>
            <p:nvPr/>
          </p:nvSpPr>
          <p:spPr>
            <a:xfrm>
              <a:off x="1678528" y="7095011"/>
              <a:ext cx="246803" cy="354305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rc356"/>
            <p:cNvSpPr/>
            <p:nvPr/>
          </p:nvSpPr>
          <p:spPr>
            <a:xfrm>
              <a:off x="1678528" y="6917858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rc357"/>
            <p:cNvSpPr/>
            <p:nvPr/>
          </p:nvSpPr>
          <p:spPr>
            <a:xfrm>
              <a:off x="1678528" y="7449316"/>
              <a:ext cx="246803" cy="797188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rc358"/>
            <p:cNvSpPr/>
            <p:nvPr/>
          </p:nvSpPr>
          <p:spPr>
            <a:xfrm>
              <a:off x="1678528" y="2223305"/>
              <a:ext cx="246803" cy="345448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rc359"/>
            <p:cNvSpPr/>
            <p:nvPr/>
          </p:nvSpPr>
          <p:spPr>
            <a:xfrm>
              <a:off x="1678528" y="6652128"/>
              <a:ext cx="246803" cy="265729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rc360"/>
            <p:cNvSpPr/>
            <p:nvPr/>
          </p:nvSpPr>
          <p:spPr>
            <a:xfrm>
              <a:off x="1678528" y="7006434"/>
              <a:ext cx="246803" cy="88576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rc361"/>
            <p:cNvSpPr/>
            <p:nvPr/>
          </p:nvSpPr>
          <p:spPr>
            <a:xfrm>
              <a:off x="1678528" y="7449316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rc362"/>
            <p:cNvSpPr/>
            <p:nvPr/>
          </p:nvSpPr>
          <p:spPr>
            <a:xfrm>
              <a:off x="2021310" y="5943517"/>
              <a:ext cx="246803" cy="17715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rc363"/>
            <p:cNvSpPr/>
            <p:nvPr/>
          </p:nvSpPr>
          <p:spPr>
            <a:xfrm>
              <a:off x="2021310" y="5500634"/>
              <a:ext cx="246803" cy="44288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rc364"/>
            <p:cNvSpPr/>
            <p:nvPr/>
          </p:nvSpPr>
          <p:spPr>
            <a:xfrm>
              <a:off x="2021310" y="3729105"/>
              <a:ext cx="246803" cy="177152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rc365"/>
            <p:cNvSpPr/>
            <p:nvPr/>
          </p:nvSpPr>
          <p:spPr>
            <a:xfrm>
              <a:off x="2021310" y="7006434"/>
              <a:ext cx="246803" cy="17715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rc366"/>
            <p:cNvSpPr/>
            <p:nvPr/>
          </p:nvSpPr>
          <p:spPr>
            <a:xfrm>
              <a:off x="2021310" y="7272164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2021310" y="6386399"/>
              <a:ext cx="246803" cy="62003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rc368"/>
            <p:cNvSpPr/>
            <p:nvPr/>
          </p:nvSpPr>
          <p:spPr>
            <a:xfrm>
              <a:off x="2021310" y="7360740"/>
              <a:ext cx="246803" cy="885764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rc369"/>
            <p:cNvSpPr/>
            <p:nvPr/>
          </p:nvSpPr>
          <p:spPr>
            <a:xfrm>
              <a:off x="2021310" y="2666188"/>
              <a:ext cx="246803" cy="106291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2021310" y="6120670"/>
              <a:ext cx="246803" cy="265729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rc371"/>
            <p:cNvSpPr/>
            <p:nvPr/>
          </p:nvSpPr>
          <p:spPr>
            <a:xfrm>
              <a:off x="2021310" y="7183587"/>
              <a:ext cx="246803" cy="88576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rc372"/>
            <p:cNvSpPr/>
            <p:nvPr/>
          </p:nvSpPr>
          <p:spPr>
            <a:xfrm>
              <a:off x="2021310" y="7272164"/>
              <a:ext cx="246803" cy="88576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rc373"/>
            <p:cNvSpPr/>
            <p:nvPr/>
          </p:nvSpPr>
          <p:spPr>
            <a:xfrm>
              <a:off x="4078005" y="7095011"/>
              <a:ext cx="246803" cy="8857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rc374"/>
            <p:cNvSpPr/>
            <p:nvPr/>
          </p:nvSpPr>
          <p:spPr>
            <a:xfrm>
              <a:off x="4078005" y="7006434"/>
              <a:ext cx="246803" cy="8857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rc375"/>
            <p:cNvSpPr/>
            <p:nvPr/>
          </p:nvSpPr>
          <p:spPr>
            <a:xfrm>
              <a:off x="4078005" y="6386399"/>
              <a:ext cx="246803" cy="62003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rc376"/>
            <p:cNvSpPr/>
            <p:nvPr/>
          </p:nvSpPr>
          <p:spPr>
            <a:xfrm>
              <a:off x="4078005" y="7183587"/>
              <a:ext cx="246803" cy="265729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rc377"/>
            <p:cNvSpPr/>
            <p:nvPr/>
          </p:nvSpPr>
          <p:spPr>
            <a:xfrm>
              <a:off x="4078005" y="7626469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rc378"/>
            <p:cNvSpPr/>
            <p:nvPr/>
          </p:nvSpPr>
          <p:spPr>
            <a:xfrm>
              <a:off x="4078005" y="7183587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rc379"/>
            <p:cNvSpPr/>
            <p:nvPr/>
          </p:nvSpPr>
          <p:spPr>
            <a:xfrm>
              <a:off x="4078005" y="7803622"/>
              <a:ext cx="246803" cy="44288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rc380"/>
            <p:cNvSpPr/>
            <p:nvPr/>
          </p:nvSpPr>
          <p:spPr>
            <a:xfrm>
              <a:off x="4078005" y="4880599"/>
              <a:ext cx="246803" cy="150579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rc381"/>
            <p:cNvSpPr/>
            <p:nvPr/>
          </p:nvSpPr>
          <p:spPr>
            <a:xfrm>
              <a:off x="4078005" y="7183587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rc382"/>
            <p:cNvSpPr/>
            <p:nvPr/>
          </p:nvSpPr>
          <p:spPr>
            <a:xfrm>
              <a:off x="4078005" y="7449316"/>
              <a:ext cx="246803" cy="177152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rc383"/>
            <p:cNvSpPr/>
            <p:nvPr/>
          </p:nvSpPr>
          <p:spPr>
            <a:xfrm>
              <a:off x="4078005" y="7626469"/>
              <a:ext cx="246803" cy="17715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1801930" y="2721379"/>
              <a:ext cx="11311818" cy="5525125"/>
            </a:xfrm>
            <a:custGeom>
              <a:avLst/>
              <a:pathLst>
                <a:path w="11311818" h="5525125">
                  <a:moveTo>
                    <a:pt x="0" y="0"/>
                  </a:moveTo>
                  <a:lnTo>
                    <a:pt x="342782" y="406259"/>
                  </a:lnTo>
                  <a:lnTo>
                    <a:pt x="685564" y="487511"/>
                  </a:lnTo>
                  <a:lnTo>
                    <a:pt x="1028347" y="731266"/>
                  </a:lnTo>
                  <a:lnTo>
                    <a:pt x="1371129" y="1218777"/>
                  </a:lnTo>
                  <a:lnTo>
                    <a:pt x="1713911" y="1462533"/>
                  </a:lnTo>
                  <a:lnTo>
                    <a:pt x="2056694" y="1950044"/>
                  </a:lnTo>
                  <a:lnTo>
                    <a:pt x="2399476" y="2437555"/>
                  </a:lnTo>
                  <a:lnTo>
                    <a:pt x="2742258" y="2437555"/>
                  </a:lnTo>
                  <a:lnTo>
                    <a:pt x="3085041" y="2437555"/>
                  </a:lnTo>
                  <a:lnTo>
                    <a:pt x="3427823" y="2600059"/>
                  </a:lnTo>
                  <a:lnTo>
                    <a:pt x="3770606" y="2681310"/>
                  </a:lnTo>
                  <a:lnTo>
                    <a:pt x="4113388" y="2681310"/>
                  </a:lnTo>
                  <a:lnTo>
                    <a:pt x="4456170" y="2681310"/>
                  </a:lnTo>
                  <a:lnTo>
                    <a:pt x="4798953" y="2681310"/>
                  </a:lnTo>
                  <a:lnTo>
                    <a:pt x="5141735" y="2681310"/>
                  </a:lnTo>
                  <a:lnTo>
                    <a:pt x="5484517" y="3006318"/>
                  </a:lnTo>
                  <a:lnTo>
                    <a:pt x="5827300" y="3006318"/>
                  </a:lnTo>
                  <a:lnTo>
                    <a:pt x="6170082" y="3006318"/>
                  </a:lnTo>
                  <a:lnTo>
                    <a:pt x="6512865" y="3006318"/>
                  </a:lnTo>
                  <a:lnTo>
                    <a:pt x="6855647" y="3250073"/>
                  </a:lnTo>
                  <a:lnTo>
                    <a:pt x="7198429" y="3412577"/>
                  </a:lnTo>
                  <a:lnTo>
                    <a:pt x="7541212" y="3493829"/>
                  </a:lnTo>
                  <a:lnTo>
                    <a:pt x="7883994" y="3575081"/>
                  </a:lnTo>
                  <a:lnTo>
                    <a:pt x="8226776" y="3737584"/>
                  </a:lnTo>
                  <a:lnTo>
                    <a:pt x="8569559" y="4062592"/>
                  </a:lnTo>
                  <a:lnTo>
                    <a:pt x="8912341" y="4225096"/>
                  </a:lnTo>
                  <a:lnTo>
                    <a:pt x="9255124" y="4387599"/>
                  </a:lnTo>
                  <a:lnTo>
                    <a:pt x="9597906" y="4468851"/>
                  </a:lnTo>
                  <a:lnTo>
                    <a:pt x="9940688" y="4550103"/>
                  </a:lnTo>
                  <a:lnTo>
                    <a:pt x="10283471" y="4631355"/>
                  </a:lnTo>
                  <a:lnTo>
                    <a:pt x="10626253" y="5443873"/>
                  </a:lnTo>
                  <a:lnTo>
                    <a:pt x="10969035" y="5443873"/>
                  </a:lnTo>
                  <a:lnTo>
                    <a:pt x="11311818" y="5525125"/>
                  </a:lnTo>
                  <a:lnTo>
                    <a:pt x="11311818" y="5525125"/>
                  </a:lnTo>
                </a:path>
              </a:pathLst>
            </a:custGeom>
            <a:ln w="19512" cap="flat">
              <a:solidFill>
                <a:srgbClr val="000000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823494" y="463629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10336359" y="674884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11707489" y="723635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10679142" y="691134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137930" y="390502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1021924" y="707384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4851842" y="512380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565753" y="536756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7936883" y="569256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11364707" y="715510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9993577" y="642383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509059" y="512380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12393054" y="813012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5880189" y="536756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452365" y="317376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194624" y="528630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3480712" y="414878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7251318" y="569256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8622448" y="593632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5537406" y="536756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13078618" y="821137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9650795" y="626133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8279665" y="569256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2795147" y="341751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594100" y="569256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9308012" y="618007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12050271" y="731760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6222971" y="536756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12735836" y="813012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8965230" y="609882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6908536" y="536756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766800" y="268624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09583" y="309250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166277" y="512380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1596260" y="2223305"/>
              <a:ext cx="0" cy="6023199"/>
            </a:xfrm>
            <a:custGeom>
              <a:avLst/>
              <a:pathLst>
                <a:path w="0" h="6023199">
                  <a:moveTo>
                    <a:pt x="0" y="6023199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tx420"/>
            <p:cNvSpPr/>
            <p:nvPr/>
          </p:nvSpPr>
          <p:spPr>
            <a:xfrm>
              <a:off x="1440310" y="8193526"/>
              <a:ext cx="81932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1358378" y="6421637"/>
              <a:ext cx="163864" cy="106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22" name="tx422"/>
            <p:cNvSpPr/>
            <p:nvPr/>
          </p:nvSpPr>
          <p:spPr>
            <a:xfrm>
              <a:off x="1358378" y="4650179"/>
              <a:ext cx="163864" cy="1061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3" name="tx423"/>
            <p:cNvSpPr/>
            <p:nvPr/>
          </p:nvSpPr>
          <p:spPr>
            <a:xfrm>
              <a:off x="1358378" y="2878506"/>
              <a:ext cx="163864" cy="106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424" name="pl424"/>
            <p:cNvSpPr/>
            <p:nvPr/>
          </p:nvSpPr>
          <p:spPr>
            <a:xfrm>
              <a:off x="1555139" y="8246505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1555139" y="6474975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1555139" y="4703446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1555139" y="2931917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13319417" y="2223305"/>
              <a:ext cx="0" cy="6023199"/>
            </a:xfrm>
            <a:custGeom>
              <a:avLst/>
              <a:pathLst>
                <a:path w="0" h="6023199">
                  <a:moveTo>
                    <a:pt x="0" y="6023199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13319417" y="8246505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13319417" y="6525591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13319417" y="4804676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13319417" y="3083762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tx433"/>
            <p:cNvSpPr/>
            <p:nvPr/>
          </p:nvSpPr>
          <p:spPr>
            <a:xfrm>
              <a:off x="13393435" y="8193526"/>
              <a:ext cx="335786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0.0%</a:t>
              </a:r>
            </a:p>
          </p:txBody>
        </p:sp>
        <p:sp>
          <p:nvSpPr>
            <p:cNvPr id="434" name="tx434"/>
            <p:cNvSpPr/>
            <p:nvPr/>
          </p:nvSpPr>
          <p:spPr>
            <a:xfrm>
              <a:off x="13393435" y="6472252"/>
              <a:ext cx="335786" cy="106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2.0%</a:t>
              </a:r>
            </a:p>
          </p:txBody>
        </p:sp>
        <p:sp>
          <p:nvSpPr>
            <p:cNvPr id="435" name="tx435"/>
            <p:cNvSpPr/>
            <p:nvPr/>
          </p:nvSpPr>
          <p:spPr>
            <a:xfrm>
              <a:off x="13393435" y="4751410"/>
              <a:ext cx="335786" cy="1061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4.0%</a:t>
              </a:r>
            </a:p>
          </p:txBody>
        </p:sp>
        <p:sp>
          <p:nvSpPr>
            <p:cNvPr id="436" name="tx436"/>
            <p:cNvSpPr/>
            <p:nvPr/>
          </p:nvSpPr>
          <p:spPr>
            <a:xfrm>
              <a:off x="13393435" y="3030352"/>
              <a:ext cx="335786" cy="106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6.0%</a:t>
              </a:r>
            </a:p>
          </p:txBody>
        </p:sp>
        <p:sp>
          <p:nvSpPr>
            <p:cNvPr id="437" name="pl437"/>
            <p:cNvSpPr/>
            <p:nvPr/>
          </p:nvSpPr>
          <p:spPr>
            <a:xfrm>
              <a:off x="1596260" y="8246505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l438"/>
            <p:cNvSpPr/>
            <p:nvPr/>
          </p:nvSpPr>
          <p:spPr>
            <a:xfrm>
              <a:off x="1801930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l439"/>
            <p:cNvSpPr/>
            <p:nvPr/>
          </p:nvSpPr>
          <p:spPr>
            <a:xfrm>
              <a:off x="2144712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2487494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2830277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3173059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3515842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3858624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4201406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4544189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4886971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5229753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5572536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5915318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6258101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6600883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6943665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7286448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7629230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7972012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8314795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8657577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9000360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9343142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9685924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10028707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10371489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10714271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11057054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11399836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11742619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12085401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12428183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12770966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13113748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tx472"/>
            <p:cNvSpPr/>
            <p:nvPr/>
          </p:nvSpPr>
          <p:spPr>
            <a:xfrm rot="-5400000">
              <a:off x="1564577" y="8473927"/>
              <a:ext cx="442681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Xizang</a:t>
              </a:r>
            </a:p>
          </p:txBody>
        </p:sp>
        <p:sp>
          <p:nvSpPr>
            <p:cNvPr id="473" name="tx473"/>
            <p:cNvSpPr/>
            <p:nvPr/>
          </p:nvSpPr>
          <p:spPr>
            <a:xfrm rot="-5400000">
              <a:off x="1893857" y="8516908"/>
              <a:ext cx="499165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Yunnan</a:t>
              </a:r>
            </a:p>
          </p:txBody>
        </p:sp>
        <p:sp>
          <p:nvSpPr>
            <p:cNvPr id="474" name="tx474"/>
            <p:cNvSpPr/>
            <p:nvPr/>
          </p:nvSpPr>
          <p:spPr>
            <a:xfrm rot="-5400000">
              <a:off x="2272905" y="8480643"/>
              <a:ext cx="426634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Hunan</a:t>
              </a:r>
            </a:p>
          </p:txBody>
        </p:sp>
        <p:sp>
          <p:nvSpPr>
            <p:cNvPr id="475" name="tx475"/>
            <p:cNvSpPr/>
            <p:nvPr/>
          </p:nvSpPr>
          <p:spPr>
            <a:xfrm rot="-5400000">
              <a:off x="2565742" y="8527265"/>
              <a:ext cx="523201" cy="109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Shaanxi</a:t>
              </a:r>
            </a:p>
          </p:txBody>
        </p:sp>
        <p:sp>
          <p:nvSpPr>
            <p:cNvPr id="476" name="tx476"/>
            <p:cNvSpPr/>
            <p:nvPr/>
          </p:nvSpPr>
          <p:spPr>
            <a:xfrm rot="-5400000">
              <a:off x="2956914" y="8479017"/>
              <a:ext cx="426563" cy="1095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Gansu</a:t>
              </a:r>
            </a:p>
          </p:txBody>
        </p:sp>
        <p:sp>
          <p:nvSpPr>
            <p:cNvPr id="477" name="tx477"/>
            <p:cNvSpPr/>
            <p:nvPr/>
          </p:nvSpPr>
          <p:spPr>
            <a:xfrm rot="-5400000">
              <a:off x="3250317" y="8502098"/>
              <a:ext cx="499024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Jiangsu</a:t>
              </a:r>
            </a:p>
          </p:txBody>
        </p:sp>
        <p:sp>
          <p:nvSpPr>
            <p:cNvPr id="478" name="tx478"/>
            <p:cNvSpPr/>
            <p:nvPr/>
          </p:nvSpPr>
          <p:spPr>
            <a:xfrm rot="-5400000">
              <a:off x="3672276" y="8452542"/>
              <a:ext cx="370291" cy="1062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Anhui</a:t>
              </a:r>
            </a:p>
          </p:txBody>
        </p:sp>
        <p:sp>
          <p:nvSpPr>
            <p:cNvPr id="479" name="tx479"/>
            <p:cNvSpPr/>
            <p:nvPr/>
          </p:nvSpPr>
          <p:spPr>
            <a:xfrm rot="-5400000">
              <a:off x="3907534" y="8530093"/>
              <a:ext cx="555367" cy="1362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Zhejiang</a:t>
              </a:r>
            </a:p>
          </p:txBody>
        </p:sp>
        <p:sp>
          <p:nvSpPr>
            <p:cNvPr id="480" name="tx480"/>
            <p:cNvSpPr/>
            <p:nvPr/>
          </p:nvSpPr>
          <p:spPr>
            <a:xfrm rot="-5400000">
              <a:off x="4329528" y="8480572"/>
              <a:ext cx="426634" cy="1065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Henan</a:t>
              </a:r>
            </a:p>
          </p:txBody>
        </p:sp>
        <p:sp>
          <p:nvSpPr>
            <p:cNvPr id="481" name="tx481"/>
            <p:cNvSpPr/>
            <p:nvPr/>
          </p:nvSpPr>
          <p:spPr>
            <a:xfrm rot="-5400000">
              <a:off x="4599921" y="8520796"/>
              <a:ext cx="539248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Guangxi</a:t>
              </a:r>
            </a:p>
          </p:txBody>
        </p:sp>
        <p:sp>
          <p:nvSpPr>
            <p:cNvPr id="482" name="tx482"/>
            <p:cNvSpPr/>
            <p:nvPr/>
          </p:nvSpPr>
          <p:spPr>
            <a:xfrm rot="-5400000">
              <a:off x="4843520" y="8622807"/>
              <a:ext cx="740442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Neimenggu</a:t>
              </a:r>
            </a:p>
          </p:txBody>
        </p:sp>
        <p:sp>
          <p:nvSpPr>
            <p:cNvPr id="483" name="tx483"/>
            <p:cNvSpPr/>
            <p:nvPr/>
          </p:nvSpPr>
          <p:spPr>
            <a:xfrm rot="-5400000">
              <a:off x="5282799" y="8526310"/>
              <a:ext cx="547449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Liaoning</a:t>
              </a:r>
            </a:p>
          </p:txBody>
        </p:sp>
        <p:sp>
          <p:nvSpPr>
            <p:cNvPr id="484" name="tx484"/>
            <p:cNvSpPr/>
            <p:nvPr/>
          </p:nvSpPr>
          <p:spPr>
            <a:xfrm rot="-5400000">
              <a:off x="5724658" y="8456218"/>
              <a:ext cx="378280" cy="1068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Hubei</a:t>
              </a:r>
            </a:p>
          </p:txBody>
        </p:sp>
        <p:sp>
          <p:nvSpPr>
            <p:cNvPr id="485" name="tx485"/>
            <p:cNvSpPr/>
            <p:nvPr/>
          </p:nvSpPr>
          <p:spPr>
            <a:xfrm rot="-5400000">
              <a:off x="5993566" y="8527265"/>
              <a:ext cx="523201" cy="109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Sichuan</a:t>
              </a:r>
            </a:p>
          </p:txBody>
        </p:sp>
        <p:sp>
          <p:nvSpPr>
            <p:cNvPr id="486" name="tx486"/>
            <p:cNvSpPr/>
            <p:nvPr/>
          </p:nvSpPr>
          <p:spPr>
            <a:xfrm rot="-5400000">
              <a:off x="6328466" y="8535430"/>
              <a:ext cx="539248" cy="1094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Guizhou</a:t>
              </a:r>
            </a:p>
          </p:txBody>
        </p:sp>
        <p:sp>
          <p:nvSpPr>
            <p:cNvPr id="487" name="tx487"/>
            <p:cNvSpPr/>
            <p:nvPr/>
          </p:nvSpPr>
          <p:spPr>
            <a:xfrm rot="-5400000">
              <a:off x="6670082" y="8510157"/>
              <a:ext cx="515142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Xinjiang</a:t>
              </a:r>
            </a:p>
          </p:txBody>
        </p:sp>
        <p:sp>
          <p:nvSpPr>
            <p:cNvPr id="488" name="tx488"/>
            <p:cNvSpPr/>
            <p:nvPr/>
          </p:nvSpPr>
          <p:spPr>
            <a:xfrm rot="-5400000">
              <a:off x="7045101" y="8477921"/>
              <a:ext cx="450670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Jiangxi</a:t>
              </a:r>
            </a:p>
          </p:txBody>
        </p:sp>
        <p:sp>
          <p:nvSpPr>
            <p:cNvPr id="489" name="tx489"/>
            <p:cNvSpPr/>
            <p:nvPr/>
          </p:nvSpPr>
          <p:spPr>
            <a:xfrm rot="-5400000">
              <a:off x="7281701" y="8581275"/>
              <a:ext cx="660205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Shandong</a:t>
              </a:r>
            </a:p>
          </p:txBody>
        </p:sp>
        <p:sp>
          <p:nvSpPr>
            <p:cNvPr id="490" name="tx490"/>
            <p:cNvSpPr/>
            <p:nvPr/>
          </p:nvSpPr>
          <p:spPr>
            <a:xfrm rot="-5400000">
              <a:off x="7741340" y="8496725"/>
              <a:ext cx="458799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Hainan</a:t>
              </a:r>
            </a:p>
          </p:txBody>
        </p:sp>
        <p:sp>
          <p:nvSpPr>
            <p:cNvPr id="491" name="tx491"/>
            <p:cNvSpPr/>
            <p:nvPr/>
          </p:nvSpPr>
          <p:spPr>
            <a:xfrm rot="-5400000">
              <a:off x="8047857" y="8500684"/>
              <a:ext cx="499024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Qinghai</a:t>
              </a:r>
            </a:p>
          </p:txBody>
        </p:sp>
        <p:sp>
          <p:nvSpPr>
            <p:cNvPr id="492" name="tx492"/>
            <p:cNvSpPr/>
            <p:nvPr/>
          </p:nvSpPr>
          <p:spPr>
            <a:xfrm rot="-5400000">
              <a:off x="8531496" y="8391922"/>
              <a:ext cx="249406" cy="1066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Jilin</a:t>
              </a:r>
            </a:p>
          </p:txBody>
        </p:sp>
        <p:sp>
          <p:nvSpPr>
            <p:cNvPr id="493" name="tx493"/>
            <p:cNvSpPr/>
            <p:nvPr/>
          </p:nvSpPr>
          <p:spPr>
            <a:xfrm rot="-5400000">
              <a:off x="8771843" y="8466575"/>
              <a:ext cx="426493" cy="1343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Tianjin</a:t>
              </a:r>
            </a:p>
          </p:txBody>
        </p:sp>
        <p:sp>
          <p:nvSpPr>
            <p:cNvPr id="494" name="tx494"/>
            <p:cNvSpPr/>
            <p:nvPr/>
          </p:nvSpPr>
          <p:spPr>
            <a:xfrm rot="-5400000">
              <a:off x="9019790" y="8557097"/>
              <a:ext cx="611851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Shanghai</a:t>
              </a:r>
            </a:p>
          </p:txBody>
        </p:sp>
        <p:sp>
          <p:nvSpPr>
            <p:cNvPr id="495" name="tx495"/>
            <p:cNvSpPr/>
            <p:nvPr/>
          </p:nvSpPr>
          <p:spPr>
            <a:xfrm rot="-5400000">
              <a:off x="9428494" y="8494004"/>
              <a:ext cx="482835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Ningxia</a:t>
              </a:r>
            </a:p>
          </p:txBody>
        </p:sp>
        <p:sp>
          <p:nvSpPr>
            <p:cNvPr id="496" name="tx496"/>
            <p:cNvSpPr/>
            <p:nvPr/>
          </p:nvSpPr>
          <p:spPr>
            <a:xfrm rot="-5400000">
              <a:off x="9614267" y="8651014"/>
              <a:ext cx="796855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Heilongjiang</a:t>
              </a:r>
            </a:p>
          </p:txBody>
        </p:sp>
        <p:sp>
          <p:nvSpPr>
            <p:cNvPr id="497" name="tx497"/>
            <p:cNvSpPr/>
            <p:nvPr/>
          </p:nvSpPr>
          <p:spPr>
            <a:xfrm rot="-5400000">
              <a:off x="10138166" y="8469897"/>
              <a:ext cx="434622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Beijing</a:t>
              </a:r>
            </a:p>
          </p:txBody>
        </p:sp>
        <p:sp>
          <p:nvSpPr>
            <p:cNvPr id="498" name="tx498"/>
            <p:cNvSpPr/>
            <p:nvPr/>
          </p:nvSpPr>
          <p:spPr>
            <a:xfrm rot="-5400000">
              <a:off x="10501838" y="8450492"/>
              <a:ext cx="394327" cy="1343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Fujian</a:t>
              </a:r>
            </a:p>
          </p:txBody>
        </p:sp>
        <p:sp>
          <p:nvSpPr>
            <p:cNvPr id="499" name="tx499"/>
            <p:cNvSpPr/>
            <p:nvPr/>
          </p:nvSpPr>
          <p:spPr>
            <a:xfrm rot="-5400000">
              <a:off x="10661242" y="8629558"/>
              <a:ext cx="756772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Guangdong</a:t>
              </a:r>
            </a:p>
          </p:txBody>
        </p:sp>
        <p:sp>
          <p:nvSpPr>
            <p:cNvPr id="500" name="tx500"/>
            <p:cNvSpPr/>
            <p:nvPr/>
          </p:nvSpPr>
          <p:spPr>
            <a:xfrm rot="-5400000">
              <a:off x="11209176" y="8456218"/>
              <a:ext cx="378280" cy="1068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Hebei</a:t>
              </a:r>
            </a:p>
          </p:txBody>
        </p:sp>
        <p:sp>
          <p:nvSpPr>
            <p:cNvPr id="501" name="tx501"/>
            <p:cNvSpPr/>
            <p:nvPr/>
          </p:nvSpPr>
          <p:spPr>
            <a:xfrm rot="-5400000">
              <a:off x="11375013" y="8601351"/>
              <a:ext cx="700359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Chongqing</a:t>
              </a:r>
            </a:p>
          </p:txBody>
        </p:sp>
        <p:sp>
          <p:nvSpPr>
            <p:cNvPr id="502" name="tx502"/>
            <p:cNvSpPr/>
            <p:nvPr/>
          </p:nvSpPr>
          <p:spPr>
            <a:xfrm rot="-5400000">
              <a:off x="11861126" y="8487005"/>
              <a:ext cx="442681" cy="109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Shanxi</a:t>
              </a:r>
            </a:p>
          </p:txBody>
        </p:sp>
        <p:sp>
          <p:nvSpPr>
            <p:cNvPr id="503" name="tx503"/>
            <p:cNvSpPr/>
            <p:nvPr/>
          </p:nvSpPr>
          <p:spPr>
            <a:xfrm rot="-5400000">
              <a:off x="12049938" y="8614819"/>
              <a:ext cx="724465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Hong Kong</a:t>
              </a:r>
            </a:p>
          </p:txBody>
        </p:sp>
        <p:sp>
          <p:nvSpPr>
            <p:cNvPr id="504" name="tx504"/>
            <p:cNvSpPr/>
            <p:nvPr/>
          </p:nvSpPr>
          <p:spPr>
            <a:xfrm rot="-5400000">
              <a:off x="12536334" y="8500684"/>
              <a:ext cx="466717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Taiwan</a:t>
              </a:r>
            </a:p>
          </p:txBody>
        </p:sp>
        <p:sp>
          <p:nvSpPr>
            <p:cNvPr id="505" name="tx505"/>
            <p:cNvSpPr/>
            <p:nvPr/>
          </p:nvSpPr>
          <p:spPr>
            <a:xfrm rot="-5400000">
              <a:off x="12895199" y="8484601"/>
              <a:ext cx="434552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Macau</a:t>
              </a:r>
            </a:p>
          </p:txBody>
        </p:sp>
        <p:sp>
          <p:nvSpPr>
            <p:cNvPr id="506" name="tx506"/>
            <p:cNvSpPr/>
            <p:nvPr/>
          </p:nvSpPr>
          <p:spPr>
            <a:xfrm>
              <a:off x="7116903" y="9240566"/>
              <a:ext cx="681870" cy="1290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Province</a:t>
              </a:r>
            </a:p>
          </p:txBody>
        </p:sp>
        <p:sp>
          <p:nvSpPr>
            <p:cNvPr id="507" name="tx507"/>
            <p:cNvSpPr/>
            <p:nvPr/>
          </p:nvSpPr>
          <p:spPr>
            <a:xfrm rot="-5400000">
              <a:off x="302238" y="5169396"/>
              <a:ext cx="1821488" cy="131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new records</a:t>
              </a:r>
            </a:p>
          </p:txBody>
        </p:sp>
        <p:sp>
          <p:nvSpPr>
            <p:cNvPr id="508" name="tx508"/>
            <p:cNvSpPr/>
            <p:nvPr/>
          </p:nvSpPr>
          <p:spPr>
            <a:xfrm rot="5400000">
              <a:off x="13443141" y="5152666"/>
              <a:ext cx="896410" cy="1644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Percentage</a:t>
              </a:r>
            </a:p>
          </p:txBody>
        </p:sp>
        <p:sp>
          <p:nvSpPr>
            <p:cNvPr id="509" name="rc509"/>
            <p:cNvSpPr/>
            <p:nvPr/>
          </p:nvSpPr>
          <p:spPr>
            <a:xfrm>
              <a:off x="3745980" y="1315087"/>
              <a:ext cx="7423718" cy="743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rc510"/>
            <p:cNvSpPr/>
            <p:nvPr/>
          </p:nvSpPr>
          <p:spPr>
            <a:xfrm>
              <a:off x="3828221" y="139732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rc511"/>
            <p:cNvSpPr/>
            <p:nvPr/>
          </p:nvSpPr>
          <p:spPr>
            <a:xfrm>
              <a:off x="3838858" y="1407964"/>
              <a:ext cx="284727" cy="11698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rc512"/>
            <p:cNvSpPr/>
            <p:nvPr/>
          </p:nvSpPr>
          <p:spPr>
            <a:xfrm>
              <a:off x="5657602" y="139732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rc513"/>
            <p:cNvSpPr/>
            <p:nvPr/>
          </p:nvSpPr>
          <p:spPr>
            <a:xfrm>
              <a:off x="5668238" y="1407964"/>
              <a:ext cx="284727" cy="11698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rc514"/>
            <p:cNvSpPr/>
            <p:nvPr/>
          </p:nvSpPr>
          <p:spPr>
            <a:xfrm>
              <a:off x="7568627" y="139732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rc515"/>
            <p:cNvSpPr/>
            <p:nvPr/>
          </p:nvSpPr>
          <p:spPr>
            <a:xfrm>
              <a:off x="7579264" y="1407964"/>
              <a:ext cx="284727" cy="11698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rc516"/>
            <p:cNvSpPr/>
            <p:nvPr/>
          </p:nvSpPr>
          <p:spPr>
            <a:xfrm>
              <a:off x="9340533" y="139732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rc517"/>
            <p:cNvSpPr/>
            <p:nvPr/>
          </p:nvSpPr>
          <p:spPr>
            <a:xfrm>
              <a:off x="9351169" y="1407964"/>
              <a:ext cx="284727" cy="11698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rc518"/>
            <p:cNvSpPr/>
            <p:nvPr/>
          </p:nvSpPr>
          <p:spPr>
            <a:xfrm>
              <a:off x="3828221" y="161782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rc519"/>
            <p:cNvSpPr/>
            <p:nvPr/>
          </p:nvSpPr>
          <p:spPr>
            <a:xfrm>
              <a:off x="3838858" y="1628462"/>
              <a:ext cx="284727" cy="11698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rc520"/>
            <p:cNvSpPr/>
            <p:nvPr/>
          </p:nvSpPr>
          <p:spPr>
            <a:xfrm>
              <a:off x="5657602" y="161782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rc521"/>
            <p:cNvSpPr/>
            <p:nvPr/>
          </p:nvSpPr>
          <p:spPr>
            <a:xfrm>
              <a:off x="5668238" y="1628462"/>
              <a:ext cx="284727" cy="116983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rc522"/>
            <p:cNvSpPr/>
            <p:nvPr/>
          </p:nvSpPr>
          <p:spPr>
            <a:xfrm>
              <a:off x="7568627" y="161782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rc523"/>
            <p:cNvSpPr/>
            <p:nvPr/>
          </p:nvSpPr>
          <p:spPr>
            <a:xfrm>
              <a:off x="7579264" y="1628462"/>
              <a:ext cx="284727" cy="116983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rc524"/>
            <p:cNvSpPr/>
            <p:nvPr/>
          </p:nvSpPr>
          <p:spPr>
            <a:xfrm>
              <a:off x="9340533" y="161782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rc525"/>
            <p:cNvSpPr/>
            <p:nvPr/>
          </p:nvSpPr>
          <p:spPr>
            <a:xfrm>
              <a:off x="9351169" y="1628462"/>
              <a:ext cx="284727" cy="116983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rc526"/>
            <p:cNvSpPr/>
            <p:nvPr/>
          </p:nvSpPr>
          <p:spPr>
            <a:xfrm>
              <a:off x="3828221" y="183832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rc527"/>
            <p:cNvSpPr/>
            <p:nvPr/>
          </p:nvSpPr>
          <p:spPr>
            <a:xfrm>
              <a:off x="3838858" y="1848960"/>
              <a:ext cx="284727" cy="116983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rc528"/>
            <p:cNvSpPr/>
            <p:nvPr/>
          </p:nvSpPr>
          <p:spPr>
            <a:xfrm>
              <a:off x="5657602" y="183832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rc529"/>
            <p:cNvSpPr/>
            <p:nvPr/>
          </p:nvSpPr>
          <p:spPr>
            <a:xfrm>
              <a:off x="5668238" y="1848960"/>
              <a:ext cx="284727" cy="116983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rc530"/>
            <p:cNvSpPr/>
            <p:nvPr/>
          </p:nvSpPr>
          <p:spPr>
            <a:xfrm>
              <a:off x="7568627" y="183832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rc531"/>
            <p:cNvSpPr/>
            <p:nvPr/>
          </p:nvSpPr>
          <p:spPr>
            <a:xfrm>
              <a:off x="7579264" y="1848960"/>
              <a:ext cx="284727" cy="11698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tx532"/>
            <p:cNvSpPr/>
            <p:nvPr/>
          </p:nvSpPr>
          <p:spPr>
            <a:xfrm>
              <a:off x="4216463" y="1407651"/>
              <a:ext cx="1268836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533" name="tx533"/>
            <p:cNvSpPr/>
            <p:nvPr/>
          </p:nvSpPr>
          <p:spPr>
            <a:xfrm>
              <a:off x="6045844" y="1407651"/>
              <a:ext cx="144054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534" name="tx534"/>
            <p:cNvSpPr/>
            <p:nvPr/>
          </p:nvSpPr>
          <p:spPr>
            <a:xfrm>
              <a:off x="7956869" y="1407651"/>
              <a:ext cx="117870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535" name="tx535"/>
            <p:cNvSpPr/>
            <p:nvPr/>
          </p:nvSpPr>
          <p:spPr>
            <a:xfrm>
              <a:off x="9728775" y="1407651"/>
              <a:ext cx="13586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536" name="tx536"/>
            <p:cNvSpPr/>
            <p:nvPr/>
          </p:nvSpPr>
          <p:spPr>
            <a:xfrm>
              <a:off x="4216463" y="1628149"/>
              <a:ext cx="1358897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537" name="tx537"/>
            <p:cNvSpPr/>
            <p:nvPr/>
          </p:nvSpPr>
          <p:spPr>
            <a:xfrm>
              <a:off x="6045844" y="1628149"/>
              <a:ext cx="99851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sp>
          <p:nvSpPr>
            <p:cNvPr id="538" name="tx538"/>
            <p:cNvSpPr/>
            <p:nvPr/>
          </p:nvSpPr>
          <p:spPr>
            <a:xfrm>
              <a:off x="7956869" y="1628149"/>
              <a:ext cx="130142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sp>
          <p:nvSpPr>
            <p:cNvPr id="539" name="tx539"/>
            <p:cNvSpPr/>
            <p:nvPr/>
          </p:nvSpPr>
          <p:spPr>
            <a:xfrm>
              <a:off x="9728775" y="1628149"/>
              <a:ext cx="112130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sp>
          <p:nvSpPr>
            <p:cNvPr id="540" name="tx540"/>
            <p:cNvSpPr/>
            <p:nvPr/>
          </p:nvSpPr>
          <p:spPr>
            <a:xfrm>
              <a:off x="4216463" y="1848647"/>
              <a:ext cx="124409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sp>
          <p:nvSpPr>
            <p:cNvPr id="541" name="tx541"/>
            <p:cNvSpPr/>
            <p:nvPr/>
          </p:nvSpPr>
          <p:spPr>
            <a:xfrm>
              <a:off x="6045844" y="1848647"/>
              <a:ext cx="95772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sp>
          <p:nvSpPr>
            <p:cNvPr id="542" name="tx542"/>
            <p:cNvSpPr/>
            <p:nvPr/>
          </p:nvSpPr>
          <p:spPr>
            <a:xfrm>
              <a:off x="7956869" y="1848647"/>
              <a:ext cx="6138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OTHERS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7</cp:revision>
  <dcterms:created xsi:type="dcterms:W3CDTF">2015-07-14T21:05:00Z</dcterms:created>
  <dcterms:modified xsi:type="dcterms:W3CDTF">2026-03-19T10:22:40Z</dcterms:modified>
</cp:coreProperties>
</file>