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544700" y="1034744"/>
              <a:ext cx="7882677" cy="45601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544700" y="5594903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544700" y="4253680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44700" y="2912456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44700" y="1571233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  <a:lnTo>
                    <a:pt x="788267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982943" y="4521924"/>
              <a:ext cx="165951" cy="2682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982943" y="4320741"/>
              <a:ext cx="165951" cy="2011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982943" y="3985435"/>
              <a:ext cx="165951" cy="335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982943" y="5192536"/>
              <a:ext cx="165951" cy="6706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982943" y="5326658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982943" y="4991353"/>
              <a:ext cx="165951" cy="2011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982943" y="5326658"/>
              <a:ext cx="165951" cy="26824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82943" y="2644212"/>
              <a:ext cx="165951" cy="134122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982943" y="4790169"/>
              <a:ext cx="165951" cy="2011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982943" y="5259597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982943" y="5326658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6362208" y="5058414"/>
              <a:ext cx="165951" cy="13412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6362208" y="4991353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6362208" y="4924291"/>
              <a:ext cx="165951" cy="6706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6362208" y="5259597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6362208" y="5326658"/>
              <a:ext cx="165951" cy="6706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6362208" y="5192536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6362208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6362208" y="4387802"/>
              <a:ext cx="165951" cy="53648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62208" y="5192536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6362208" y="5259597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6362208" y="5393720"/>
              <a:ext cx="165951" cy="6706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7284159" y="5460781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7284159" y="5393720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7284159" y="5259597"/>
              <a:ext cx="165951" cy="13412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7284159" y="5527842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284159" y="5527842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84159" y="4790169"/>
              <a:ext cx="165951" cy="46942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284159" y="5527842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284159" y="5527842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7284159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6592696" y="5058414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6592696" y="4991353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6592696" y="4656047"/>
              <a:ext cx="165951" cy="335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6592696" y="5192536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92696" y="5192536"/>
              <a:ext cx="165951" cy="13412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6592696" y="5125475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6592696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6592696" y="4521924"/>
              <a:ext cx="165951" cy="13412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592696" y="5125475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592696" y="5192536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6592696" y="5326658"/>
              <a:ext cx="165951" cy="13412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1521968" y="4186619"/>
              <a:ext cx="165951" cy="67061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1521968" y="3985435"/>
              <a:ext cx="165951" cy="2011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1521968" y="3650129"/>
              <a:ext cx="165951" cy="335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1521968" y="5125475"/>
              <a:ext cx="165951" cy="13412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521968" y="5326658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521968" y="4991353"/>
              <a:ext cx="165951" cy="13412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521968" y="5326658"/>
              <a:ext cx="165951" cy="26824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21968" y="2040661"/>
              <a:ext cx="165951" cy="160946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521968" y="4857230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521968" y="5259597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521968" y="5326658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6823183" y="4991353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6823183" y="4924291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6823183" y="4924291"/>
              <a:ext cx="165951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6823183" y="5259597"/>
              <a:ext cx="165951" cy="13412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6823183" y="5393720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823183" y="5192536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6823183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823183" y="4656047"/>
              <a:ext cx="165951" cy="26824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823183" y="5058414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6823183" y="5393720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823183" y="5393720"/>
              <a:ext cx="165951" cy="6706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2674406" y="4857230"/>
              <a:ext cx="165951" cy="13412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2674406" y="4790169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2674406" y="4521924"/>
              <a:ext cx="165951" cy="2682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2674406" y="5125475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2674406" y="5326658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2674406" y="5125475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674406" y="5326658"/>
              <a:ext cx="165951" cy="26824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2674406" y="3046579"/>
              <a:ext cx="165951" cy="147534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2674406" y="4991353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2674406" y="5125475"/>
              <a:ext cx="165951" cy="2011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2674406" y="5326658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3826844" y="5125475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826844" y="4790169"/>
              <a:ext cx="165951" cy="33530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3826844" y="4454863"/>
              <a:ext cx="165951" cy="335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826844" y="5460781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3826844" y="5460781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3826844" y="5460781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3826844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3826844" y="3247762"/>
              <a:ext cx="165951" cy="120710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3826844" y="5192536"/>
              <a:ext cx="165951" cy="2682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3826844" y="5460781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3826844" y="546078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4748795" y="5326658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4748795" y="5192536"/>
              <a:ext cx="165951" cy="13412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4748795" y="4521924"/>
              <a:ext cx="165951" cy="67061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4748795" y="5527842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4748795" y="5527842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4748795" y="3516007"/>
              <a:ext cx="165951" cy="100591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4748795" y="5393720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4748795" y="5527842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4748795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7053671" y="5259597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7053671" y="5125475"/>
              <a:ext cx="165951" cy="13412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7053671" y="5058414"/>
              <a:ext cx="165951" cy="6706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7053671" y="5259597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7053671" y="5326658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7053671" y="5259597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7053671" y="5393720"/>
              <a:ext cx="165951" cy="2011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7053671" y="4723108"/>
              <a:ext cx="165951" cy="33530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7053671" y="5259597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7053671" y="5259597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7053671" y="5326658"/>
              <a:ext cx="165951" cy="6706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6131721" y="5192536"/>
              <a:ext cx="165951" cy="13412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6131721" y="5125475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6131721" y="5058414"/>
              <a:ext cx="165951" cy="6706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6131721" y="5460781"/>
              <a:ext cx="165951" cy="6706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6131721" y="5527842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6131721" y="5393720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6131721" y="5527842"/>
              <a:ext cx="165951" cy="6706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6131721" y="4119557"/>
              <a:ext cx="165951" cy="93885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131721" y="5326658"/>
              <a:ext cx="165951" cy="6706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31721" y="5527842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131721" y="5527842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2443918" y="4991353"/>
              <a:ext cx="165951" cy="2011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2443918" y="4723108"/>
              <a:ext cx="165951" cy="2682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2443918" y="4521924"/>
              <a:ext cx="165951" cy="2011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2443918" y="5259597"/>
              <a:ext cx="165951" cy="6706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2443918" y="5393720"/>
              <a:ext cx="165951" cy="6706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2443918" y="5259597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2443918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2443918" y="3046579"/>
              <a:ext cx="165951" cy="147534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2443918" y="5192536"/>
              <a:ext cx="165951" cy="6706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2443918" y="5326658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2443918" y="546078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7745134" y="5527842"/>
              <a:ext cx="165951" cy="6706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745134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3365869" y="5527842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3365869" y="5393720"/>
              <a:ext cx="165951" cy="13412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3365869" y="4924291"/>
              <a:ext cx="165951" cy="46942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3365869" y="3247762"/>
              <a:ext cx="165951" cy="167652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3365869" y="5527842"/>
              <a:ext cx="165951" cy="6706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3365869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1060993" y="4723108"/>
              <a:ext cx="165951" cy="40236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1060993" y="4656047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1060993" y="4320741"/>
              <a:ext cx="165951" cy="33530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1060993" y="5259597"/>
              <a:ext cx="165951" cy="6706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1060993" y="5393720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1060993" y="5192536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1060993" y="5393720"/>
              <a:ext cx="165951" cy="2011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1060993" y="1437111"/>
              <a:ext cx="165951" cy="288363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1060993" y="5125475"/>
              <a:ext cx="165951" cy="6706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1060993" y="5326658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1060993" y="5393720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2904894" y="4857230"/>
              <a:ext cx="165951" cy="13412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2904894" y="4790169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2904894" y="4521924"/>
              <a:ext cx="165951" cy="2682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2904894" y="5192536"/>
              <a:ext cx="165951" cy="13412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2904894" y="5393720"/>
              <a:ext cx="165951" cy="6706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2904894" y="4991353"/>
              <a:ext cx="165951" cy="2011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2904894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2904894" y="3180701"/>
              <a:ext cx="165951" cy="134122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2904894" y="4991353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2904894" y="5326658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2904894" y="546078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1752455" y="4723108"/>
              <a:ext cx="165951" cy="2011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1752455" y="4588986"/>
              <a:ext cx="165951" cy="13412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1752455" y="4186619"/>
              <a:ext cx="165951" cy="40236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1752455" y="5192536"/>
              <a:ext cx="165951" cy="6706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1752455" y="5259597"/>
              <a:ext cx="165951" cy="6706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1752455" y="5192536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1752455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1752455" y="2241845"/>
              <a:ext cx="165951" cy="194477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1752455" y="4924291"/>
              <a:ext cx="165951" cy="268244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1752455" y="5259597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1752455" y="5326658"/>
              <a:ext cx="165951" cy="13412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4287819" y="5125475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4287819" y="5058414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4287819" y="4857230"/>
              <a:ext cx="165951" cy="2011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4287819" y="5326658"/>
              <a:ext cx="165951" cy="13412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4287819" y="5527842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4287819" y="5192536"/>
              <a:ext cx="165951" cy="13412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4287819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4287819" y="3516007"/>
              <a:ext cx="165951" cy="134122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4287819" y="5125475"/>
              <a:ext cx="165951" cy="6706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4287819" y="5460781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4287819" y="5527842"/>
              <a:ext cx="165951" cy="6706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5209770" y="5192536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5209770" y="4723108"/>
              <a:ext cx="165951" cy="469428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5209770" y="4253680"/>
              <a:ext cx="165951" cy="46942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5209770" y="5460781"/>
              <a:ext cx="165951" cy="6706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5209770" y="5527842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5209770" y="5259597"/>
              <a:ext cx="165951" cy="2011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5209770" y="5527842"/>
              <a:ext cx="165951" cy="6706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5209770" y="3717190"/>
              <a:ext cx="165951" cy="53648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5209770" y="5192536"/>
              <a:ext cx="165951" cy="6706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5209770" y="5527842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5209770" y="5527842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3135381" y="4588986"/>
              <a:ext cx="165951" cy="268244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3135381" y="4387802"/>
              <a:ext cx="165951" cy="2011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3135381" y="3918374"/>
              <a:ext cx="165951" cy="46942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3135381" y="5058414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3135381" y="5058414"/>
              <a:ext cx="165951" cy="6706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3135381" y="4991353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3135381" y="5259597"/>
              <a:ext cx="165951" cy="33530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3135381" y="3247762"/>
              <a:ext cx="165951" cy="67061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3135381" y="4857230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3135381" y="5058414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3135381" y="5125475"/>
              <a:ext cx="165951" cy="13412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8206109" y="559490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5901233" y="5125475"/>
              <a:ext cx="165951" cy="2011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5901233" y="5058414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5901233" y="4790169"/>
              <a:ext cx="165951" cy="2682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5901233" y="5460781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5901233" y="5460781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5901233" y="5326658"/>
              <a:ext cx="165951" cy="13412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5901233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5901233" y="3985435"/>
              <a:ext cx="165951" cy="80473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5901233" y="5326658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5901233" y="5460781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5901233" y="546078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4979282" y="4991353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4979282" y="4991353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4979282" y="4924291"/>
              <a:ext cx="165951" cy="6706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4979282" y="5192536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4979282" y="5192536"/>
              <a:ext cx="165951" cy="13412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4979282" y="5125475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4979282" y="5326658"/>
              <a:ext cx="165951" cy="268244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4979282" y="3516007"/>
              <a:ext cx="165951" cy="140828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4979282" y="5058414"/>
              <a:ext cx="165951" cy="6706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4979282" y="5192536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4979282" y="5326658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1291480" y="4387802"/>
              <a:ext cx="165951" cy="33530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1291480" y="4119557"/>
              <a:ext cx="165951" cy="2682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1291480" y="3381885"/>
              <a:ext cx="165951" cy="73767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1291480" y="4924291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1291480" y="4924291"/>
              <a:ext cx="165951" cy="6706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1291480" y="4857230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1291480" y="5058414"/>
              <a:ext cx="165951" cy="536489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1291480" y="1638294"/>
              <a:ext cx="165951" cy="174359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1291480" y="4723108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1291480" y="4924291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1291480" y="4991353"/>
              <a:ext cx="165951" cy="6706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4518307" y="4991353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4518307" y="4723108"/>
              <a:ext cx="165951" cy="268244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4518307" y="4454863"/>
              <a:ext cx="165951" cy="2682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4518307" y="5259597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4518307" y="5259597"/>
              <a:ext cx="165951" cy="134122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4518307" y="5192536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4518307" y="5393720"/>
              <a:ext cx="165951" cy="2011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4518307" y="3516007"/>
              <a:ext cx="165951" cy="93885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4518307" y="5058414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4518307" y="5259597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4518307" y="5393720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5670745" y="5326658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5670745" y="5192536"/>
              <a:ext cx="165951" cy="13412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5670745" y="5058414"/>
              <a:ext cx="165951" cy="13412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5670745" y="5393720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5670745" y="5393720"/>
              <a:ext cx="165951" cy="67061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5670745" y="5393720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5670745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5670745" y="3918374"/>
              <a:ext cx="165951" cy="114003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5670745" y="5393720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5670745" y="5393720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5670745" y="546078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rc296"/>
            <p:cNvSpPr/>
            <p:nvPr/>
          </p:nvSpPr>
          <p:spPr>
            <a:xfrm>
              <a:off x="7514646" y="5192536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rc297"/>
            <p:cNvSpPr/>
            <p:nvPr/>
          </p:nvSpPr>
          <p:spPr>
            <a:xfrm>
              <a:off x="7514646" y="5192536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rc298"/>
            <p:cNvSpPr/>
            <p:nvPr/>
          </p:nvSpPr>
          <p:spPr>
            <a:xfrm>
              <a:off x="7514646" y="5125475"/>
              <a:ext cx="165951" cy="6706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rc299"/>
            <p:cNvSpPr/>
            <p:nvPr/>
          </p:nvSpPr>
          <p:spPr>
            <a:xfrm>
              <a:off x="7514646" y="5393720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rc300"/>
            <p:cNvSpPr/>
            <p:nvPr/>
          </p:nvSpPr>
          <p:spPr>
            <a:xfrm>
              <a:off x="7514646" y="5460781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rc301"/>
            <p:cNvSpPr/>
            <p:nvPr/>
          </p:nvSpPr>
          <p:spPr>
            <a:xfrm>
              <a:off x="7514646" y="5326658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rc302"/>
            <p:cNvSpPr/>
            <p:nvPr/>
          </p:nvSpPr>
          <p:spPr>
            <a:xfrm>
              <a:off x="7514646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rc303"/>
            <p:cNvSpPr/>
            <p:nvPr/>
          </p:nvSpPr>
          <p:spPr>
            <a:xfrm>
              <a:off x="7514646" y="4857230"/>
              <a:ext cx="165951" cy="26824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rc304"/>
            <p:cNvSpPr/>
            <p:nvPr/>
          </p:nvSpPr>
          <p:spPr>
            <a:xfrm>
              <a:off x="7514646" y="5259597"/>
              <a:ext cx="165951" cy="67061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rc305"/>
            <p:cNvSpPr/>
            <p:nvPr/>
          </p:nvSpPr>
          <p:spPr>
            <a:xfrm>
              <a:off x="7514646" y="5393720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rc306"/>
            <p:cNvSpPr/>
            <p:nvPr/>
          </p:nvSpPr>
          <p:spPr>
            <a:xfrm>
              <a:off x="7514646" y="546078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rc307"/>
            <p:cNvSpPr/>
            <p:nvPr/>
          </p:nvSpPr>
          <p:spPr>
            <a:xfrm>
              <a:off x="3596357" y="4924291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rc308"/>
            <p:cNvSpPr/>
            <p:nvPr/>
          </p:nvSpPr>
          <p:spPr>
            <a:xfrm>
              <a:off x="3596357" y="4790169"/>
              <a:ext cx="165951" cy="13412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rc309"/>
            <p:cNvSpPr/>
            <p:nvPr/>
          </p:nvSpPr>
          <p:spPr>
            <a:xfrm>
              <a:off x="3596357" y="4320741"/>
              <a:ext cx="165951" cy="46942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rc310"/>
            <p:cNvSpPr/>
            <p:nvPr/>
          </p:nvSpPr>
          <p:spPr>
            <a:xfrm>
              <a:off x="3596357" y="5259597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rc311"/>
            <p:cNvSpPr/>
            <p:nvPr/>
          </p:nvSpPr>
          <p:spPr>
            <a:xfrm>
              <a:off x="3596357" y="5259597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rc312"/>
            <p:cNvSpPr/>
            <p:nvPr/>
          </p:nvSpPr>
          <p:spPr>
            <a:xfrm>
              <a:off x="3596357" y="5125475"/>
              <a:ext cx="165951" cy="13412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rc313"/>
            <p:cNvSpPr/>
            <p:nvPr/>
          </p:nvSpPr>
          <p:spPr>
            <a:xfrm>
              <a:off x="3596357" y="5259597"/>
              <a:ext cx="165951" cy="33530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rc314"/>
            <p:cNvSpPr/>
            <p:nvPr/>
          </p:nvSpPr>
          <p:spPr>
            <a:xfrm>
              <a:off x="3596357" y="3247762"/>
              <a:ext cx="165951" cy="107297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rc315"/>
            <p:cNvSpPr/>
            <p:nvPr/>
          </p:nvSpPr>
          <p:spPr>
            <a:xfrm>
              <a:off x="3596357" y="4991353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rc316"/>
            <p:cNvSpPr/>
            <p:nvPr/>
          </p:nvSpPr>
          <p:spPr>
            <a:xfrm>
              <a:off x="3596357" y="5259597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rc317"/>
            <p:cNvSpPr/>
            <p:nvPr/>
          </p:nvSpPr>
          <p:spPr>
            <a:xfrm>
              <a:off x="3596357" y="5259597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rc318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rc319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rc320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rc321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rc322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rc323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rc324"/>
            <p:cNvSpPr/>
            <p:nvPr/>
          </p:nvSpPr>
          <p:spPr>
            <a:xfrm>
              <a:off x="7975622" y="5594903"/>
              <a:ext cx="165951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rc325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rc326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rc327"/>
            <p:cNvSpPr/>
            <p:nvPr/>
          </p:nvSpPr>
          <p:spPr>
            <a:xfrm>
              <a:off x="7975622" y="5527842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rc328"/>
            <p:cNvSpPr/>
            <p:nvPr/>
          </p:nvSpPr>
          <p:spPr>
            <a:xfrm>
              <a:off x="7975622" y="5527842"/>
              <a:ext cx="165951" cy="6706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rc329"/>
            <p:cNvSpPr/>
            <p:nvPr/>
          </p:nvSpPr>
          <p:spPr>
            <a:xfrm>
              <a:off x="5440258" y="4924291"/>
              <a:ext cx="165951" cy="2011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rc330"/>
            <p:cNvSpPr/>
            <p:nvPr/>
          </p:nvSpPr>
          <p:spPr>
            <a:xfrm>
              <a:off x="5440258" y="4857230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rc331"/>
            <p:cNvSpPr/>
            <p:nvPr/>
          </p:nvSpPr>
          <p:spPr>
            <a:xfrm>
              <a:off x="5440258" y="4588986"/>
              <a:ext cx="165951" cy="268244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rc332"/>
            <p:cNvSpPr/>
            <p:nvPr/>
          </p:nvSpPr>
          <p:spPr>
            <a:xfrm>
              <a:off x="5440258" y="5393720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rc333"/>
            <p:cNvSpPr/>
            <p:nvPr/>
          </p:nvSpPr>
          <p:spPr>
            <a:xfrm>
              <a:off x="5440258" y="5393720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rc334"/>
            <p:cNvSpPr/>
            <p:nvPr/>
          </p:nvSpPr>
          <p:spPr>
            <a:xfrm>
              <a:off x="5440258" y="5326658"/>
              <a:ext cx="165951" cy="67061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rc335"/>
            <p:cNvSpPr/>
            <p:nvPr/>
          </p:nvSpPr>
          <p:spPr>
            <a:xfrm>
              <a:off x="5440258" y="5393720"/>
              <a:ext cx="165951" cy="2011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rc336"/>
            <p:cNvSpPr/>
            <p:nvPr/>
          </p:nvSpPr>
          <p:spPr>
            <a:xfrm>
              <a:off x="5440258" y="3851313"/>
              <a:ext cx="165951" cy="73767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rc337"/>
            <p:cNvSpPr/>
            <p:nvPr/>
          </p:nvSpPr>
          <p:spPr>
            <a:xfrm>
              <a:off x="5440258" y="5125475"/>
              <a:ext cx="165951" cy="2011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rc338"/>
            <p:cNvSpPr/>
            <p:nvPr/>
          </p:nvSpPr>
          <p:spPr>
            <a:xfrm>
              <a:off x="5440258" y="5393720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rc339"/>
            <p:cNvSpPr/>
            <p:nvPr/>
          </p:nvSpPr>
          <p:spPr>
            <a:xfrm>
              <a:off x="5440258" y="5393720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rc340"/>
            <p:cNvSpPr/>
            <p:nvPr/>
          </p:nvSpPr>
          <p:spPr>
            <a:xfrm>
              <a:off x="4057332" y="5125475"/>
              <a:ext cx="165951" cy="2011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rc341"/>
            <p:cNvSpPr/>
            <p:nvPr/>
          </p:nvSpPr>
          <p:spPr>
            <a:xfrm>
              <a:off x="4057332" y="4924291"/>
              <a:ext cx="165951" cy="2011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rc342"/>
            <p:cNvSpPr/>
            <p:nvPr/>
          </p:nvSpPr>
          <p:spPr>
            <a:xfrm>
              <a:off x="4057332" y="4454863"/>
              <a:ext cx="165951" cy="46942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rc343"/>
            <p:cNvSpPr/>
            <p:nvPr/>
          </p:nvSpPr>
          <p:spPr>
            <a:xfrm>
              <a:off x="4057332" y="5460781"/>
              <a:ext cx="165951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rc344"/>
            <p:cNvSpPr/>
            <p:nvPr/>
          </p:nvSpPr>
          <p:spPr>
            <a:xfrm>
              <a:off x="4057332" y="5460781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rc345"/>
            <p:cNvSpPr/>
            <p:nvPr/>
          </p:nvSpPr>
          <p:spPr>
            <a:xfrm>
              <a:off x="4057332" y="5460781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rc346"/>
            <p:cNvSpPr/>
            <p:nvPr/>
          </p:nvSpPr>
          <p:spPr>
            <a:xfrm>
              <a:off x="4057332" y="5460781"/>
              <a:ext cx="165951" cy="13412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rc347"/>
            <p:cNvSpPr/>
            <p:nvPr/>
          </p:nvSpPr>
          <p:spPr>
            <a:xfrm>
              <a:off x="4057332" y="3247762"/>
              <a:ext cx="165951" cy="120710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rc348"/>
            <p:cNvSpPr/>
            <p:nvPr/>
          </p:nvSpPr>
          <p:spPr>
            <a:xfrm>
              <a:off x="4057332" y="5326658"/>
              <a:ext cx="165951" cy="13412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rc349"/>
            <p:cNvSpPr/>
            <p:nvPr/>
          </p:nvSpPr>
          <p:spPr>
            <a:xfrm>
              <a:off x="4057332" y="5460781"/>
              <a:ext cx="165951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rc350"/>
            <p:cNvSpPr/>
            <p:nvPr/>
          </p:nvSpPr>
          <p:spPr>
            <a:xfrm>
              <a:off x="4057332" y="5460781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rc351"/>
            <p:cNvSpPr/>
            <p:nvPr/>
          </p:nvSpPr>
          <p:spPr>
            <a:xfrm>
              <a:off x="600017" y="4253680"/>
              <a:ext cx="165951" cy="13412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rc352"/>
            <p:cNvSpPr/>
            <p:nvPr/>
          </p:nvSpPr>
          <p:spPr>
            <a:xfrm>
              <a:off x="600017" y="4052496"/>
              <a:ext cx="165951" cy="2011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rc353"/>
            <p:cNvSpPr/>
            <p:nvPr/>
          </p:nvSpPr>
          <p:spPr>
            <a:xfrm>
              <a:off x="600017" y="3650129"/>
              <a:ext cx="165951" cy="40236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rc354"/>
            <p:cNvSpPr/>
            <p:nvPr/>
          </p:nvSpPr>
          <p:spPr>
            <a:xfrm>
              <a:off x="600017" y="4588986"/>
              <a:ext cx="165951" cy="67061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rc355"/>
            <p:cNvSpPr/>
            <p:nvPr/>
          </p:nvSpPr>
          <p:spPr>
            <a:xfrm>
              <a:off x="600017" y="4723108"/>
              <a:ext cx="165951" cy="268244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rc356"/>
            <p:cNvSpPr/>
            <p:nvPr/>
          </p:nvSpPr>
          <p:spPr>
            <a:xfrm>
              <a:off x="600017" y="4588986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rc357"/>
            <p:cNvSpPr/>
            <p:nvPr/>
          </p:nvSpPr>
          <p:spPr>
            <a:xfrm>
              <a:off x="600017" y="4991353"/>
              <a:ext cx="165951" cy="60355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rc358"/>
            <p:cNvSpPr/>
            <p:nvPr/>
          </p:nvSpPr>
          <p:spPr>
            <a:xfrm>
              <a:off x="600017" y="1034744"/>
              <a:ext cx="165951" cy="261538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rc359"/>
            <p:cNvSpPr/>
            <p:nvPr/>
          </p:nvSpPr>
          <p:spPr>
            <a:xfrm>
              <a:off x="600017" y="4387802"/>
              <a:ext cx="165951" cy="2011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rc360"/>
            <p:cNvSpPr/>
            <p:nvPr/>
          </p:nvSpPr>
          <p:spPr>
            <a:xfrm>
              <a:off x="600017" y="4656047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rc361"/>
            <p:cNvSpPr/>
            <p:nvPr/>
          </p:nvSpPr>
          <p:spPr>
            <a:xfrm>
              <a:off x="600017" y="4991353"/>
              <a:ext cx="165951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rc362"/>
            <p:cNvSpPr/>
            <p:nvPr/>
          </p:nvSpPr>
          <p:spPr>
            <a:xfrm>
              <a:off x="830505" y="3851313"/>
              <a:ext cx="165951" cy="13412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rc363"/>
            <p:cNvSpPr/>
            <p:nvPr/>
          </p:nvSpPr>
          <p:spPr>
            <a:xfrm>
              <a:off x="830505" y="3516007"/>
              <a:ext cx="165951" cy="33530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rc364"/>
            <p:cNvSpPr/>
            <p:nvPr/>
          </p:nvSpPr>
          <p:spPr>
            <a:xfrm>
              <a:off x="830505" y="2174784"/>
              <a:ext cx="165951" cy="134122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rc365"/>
            <p:cNvSpPr/>
            <p:nvPr/>
          </p:nvSpPr>
          <p:spPr>
            <a:xfrm>
              <a:off x="830505" y="4656047"/>
              <a:ext cx="165951" cy="13412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rc366"/>
            <p:cNvSpPr/>
            <p:nvPr/>
          </p:nvSpPr>
          <p:spPr>
            <a:xfrm>
              <a:off x="830505" y="4857230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830505" y="4186619"/>
              <a:ext cx="165951" cy="469428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rc368"/>
            <p:cNvSpPr/>
            <p:nvPr/>
          </p:nvSpPr>
          <p:spPr>
            <a:xfrm>
              <a:off x="830505" y="4924291"/>
              <a:ext cx="165951" cy="670611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rc369"/>
            <p:cNvSpPr/>
            <p:nvPr/>
          </p:nvSpPr>
          <p:spPr>
            <a:xfrm>
              <a:off x="830505" y="1370050"/>
              <a:ext cx="165951" cy="80473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830505" y="3985435"/>
              <a:ext cx="165951" cy="2011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rc371"/>
            <p:cNvSpPr/>
            <p:nvPr/>
          </p:nvSpPr>
          <p:spPr>
            <a:xfrm>
              <a:off x="830505" y="4790169"/>
              <a:ext cx="165951" cy="67061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rc372"/>
            <p:cNvSpPr/>
            <p:nvPr/>
          </p:nvSpPr>
          <p:spPr>
            <a:xfrm>
              <a:off x="830505" y="4857230"/>
              <a:ext cx="165951" cy="67061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rc373"/>
            <p:cNvSpPr/>
            <p:nvPr/>
          </p:nvSpPr>
          <p:spPr>
            <a:xfrm>
              <a:off x="2213431" y="4723108"/>
              <a:ext cx="165951" cy="67061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rc374"/>
            <p:cNvSpPr/>
            <p:nvPr/>
          </p:nvSpPr>
          <p:spPr>
            <a:xfrm>
              <a:off x="2213431" y="4656047"/>
              <a:ext cx="165951" cy="67061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rc375"/>
            <p:cNvSpPr/>
            <p:nvPr/>
          </p:nvSpPr>
          <p:spPr>
            <a:xfrm>
              <a:off x="2213431" y="4186619"/>
              <a:ext cx="165951" cy="46942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rc376"/>
            <p:cNvSpPr/>
            <p:nvPr/>
          </p:nvSpPr>
          <p:spPr>
            <a:xfrm>
              <a:off x="2213431" y="4790169"/>
              <a:ext cx="165951" cy="2011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rc377"/>
            <p:cNvSpPr/>
            <p:nvPr/>
          </p:nvSpPr>
          <p:spPr>
            <a:xfrm>
              <a:off x="2213431" y="5125475"/>
              <a:ext cx="165951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rc378"/>
            <p:cNvSpPr/>
            <p:nvPr/>
          </p:nvSpPr>
          <p:spPr>
            <a:xfrm>
              <a:off x="2213431" y="4790169"/>
              <a:ext cx="165951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rc379"/>
            <p:cNvSpPr/>
            <p:nvPr/>
          </p:nvSpPr>
          <p:spPr>
            <a:xfrm>
              <a:off x="2213431" y="5259597"/>
              <a:ext cx="165951" cy="33530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rc380"/>
            <p:cNvSpPr/>
            <p:nvPr/>
          </p:nvSpPr>
          <p:spPr>
            <a:xfrm>
              <a:off x="2213431" y="3046579"/>
              <a:ext cx="165951" cy="114003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rc381"/>
            <p:cNvSpPr/>
            <p:nvPr/>
          </p:nvSpPr>
          <p:spPr>
            <a:xfrm>
              <a:off x="2213431" y="4790169"/>
              <a:ext cx="165951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rc382"/>
            <p:cNvSpPr/>
            <p:nvPr/>
          </p:nvSpPr>
          <p:spPr>
            <a:xfrm>
              <a:off x="2213431" y="4991353"/>
              <a:ext cx="165951" cy="134122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rc383"/>
            <p:cNvSpPr/>
            <p:nvPr/>
          </p:nvSpPr>
          <p:spPr>
            <a:xfrm>
              <a:off x="2213431" y="5125475"/>
              <a:ext cx="165951" cy="13412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682993" y="1411835"/>
              <a:ext cx="7606091" cy="4183068"/>
            </a:xfrm>
            <a:custGeom>
              <a:avLst/>
              <a:pathLst>
                <a:path w="7606091" h="4183068">
                  <a:moveTo>
                    <a:pt x="0" y="0"/>
                  </a:moveTo>
                  <a:lnTo>
                    <a:pt x="230487" y="307578"/>
                  </a:lnTo>
                  <a:lnTo>
                    <a:pt x="460975" y="369094"/>
                  </a:lnTo>
                  <a:lnTo>
                    <a:pt x="691462" y="553641"/>
                  </a:lnTo>
                  <a:lnTo>
                    <a:pt x="921950" y="922735"/>
                  </a:lnTo>
                  <a:lnTo>
                    <a:pt x="1152438" y="1107282"/>
                  </a:lnTo>
                  <a:lnTo>
                    <a:pt x="1382925" y="1476377"/>
                  </a:lnTo>
                  <a:lnTo>
                    <a:pt x="1613413" y="1845471"/>
                  </a:lnTo>
                  <a:lnTo>
                    <a:pt x="1843901" y="1845471"/>
                  </a:lnTo>
                  <a:lnTo>
                    <a:pt x="2074388" y="1845471"/>
                  </a:lnTo>
                  <a:lnTo>
                    <a:pt x="2304876" y="1968502"/>
                  </a:lnTo>
                  <a:lnTo>
                    <a:pt x="2535363" y="2030018"/>
                  </a:lnTo>
                  <a:lnTo>
                    <a:pt x="2765851" y="2030018"/>
                  </a:lnTo>
                  <a:lnTo>
                    <a:pt x="2996339" y="2030018"/>
                  </a:lnTo>
                  <a:lnTo>
                    <a:pt x="3226826" y="2030018"/>
                  </a:lnTo>
                  <a:lnTo>
                    <a:pt x="3457314" y="2030018"/>
                  </a:lnTo>
                  <a:lnTo>
                    <a:pt x="3687802" y="2276081"/>
                  </a:lnTo>
                  <a:lnTo>
                    <a:pt x="3918289" y="2276081"/>
                  </a:lnTo>
                  <a:lnTo>
                    <a:pt x="4148777" y="2276081"/>
                  </a:lnTo>
                  <a:lnTo>
                    <a:pt x="4379265" y="2276081"/>
                  </a:lnTo>
                  <a:lnTo>
                    <a:pt x="4609752" y="2460628"/>
                  </a:lnTo>
                  <a:lnTo>
                    <a:pt x="4840240" y="2583659"/>
                  </a:lnTo>
                  <a:lnTo>
                    <a:pt x="5070727" y="2645175"/>
                  </a:lnTo>
                  <a:lnTo>
                    <a:pt x="5301215" y="2706691"/>
                  </a:lnTo>
                  <a:lnTo>
                    <a:pt x="5531703" y="2829722"/>
                  </a:lnTo>
                  <a:lnTo>
                    <a:pt x="5762190" y="3075785"/>
                  </a:lnTo>
                  <a:lnTo>
                    <a:pt x="5992678" y="3198816"/>
                  </a:lnTo>
                  <a:lnTo>
                    <a:pt x="6223166" y="3321848"/>
                  </a:lnTo>
                  <a:lnTo>
                    <a:pt x="6453653" y="3383363"/>
                  </a:lnTo>
                  <a:lnTo>
                    <a:pt x="6684141" y="3444879"/>
                  </a:lnTo>
                  <a:lnTo>
                    <a:pt x="6914629" y="3506395"/>
                  </a:lnTo>
                  <a:lnTo>
                    <a:pt x="7145116" y="4121552"/>
                  </a:lnTo>
                  <a:lnTo>
                    <a:pt x="7375604" y="4121552"/>
                  </a:lnTo>
                  <a:lnTo>
                    <a:pt x="7606091" y="4183068"/>
                  </a:lnTo>
                  <a:lnTo>
                    <a:pt x="7606091" y="4183068"/>
                  </a:lnTo>
                </a:path>
              </a:pathLst>
            </a:custGeom>
            <a:ln w="19512" cap="flat">
              <a:solidFill>
                <a:srgbClr val="000000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030789" y="285308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6410054" y="445249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7332005" y="482158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640542" y="457552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1569814" y="229944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6871029" y="469855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722252" y="322217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874690" y="340672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796641" y="365278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7101517" y="476006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6179567" y="420642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91764" y="322217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7792980" y="549825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13715" y="340672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1108839" y="174580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952740" y="334520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800301" y="248398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335665" y="365278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5257616" y="383733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183227" y="340672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8253955" y="555977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5949079" y="408339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5027128" y="365278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1339326" y="193034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566153" y="365278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5718591" y="402188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7562492" y="488310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644203" y="340672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8023468" y="549825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5488104" y="396036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105178" y="340672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647863" y="137670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878351" y="168428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261277" y="3222177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544700" y="1034744"/>
              <a:ext cx="0" cy="4560159"/>
            </a:xfrm>
            <a:custGeom>
              <a:avLst/>
              <a:pathLst>
                <a:path w="0" h="4560159">
                  <a:moveTo>
                    <a:pt x="0" y="4560159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tx420"/>
            <p:cNvSpPr/>
            <p:nvPr/>
          </p:nvSpPr>
          <p:spPr>
            <a:xfrm>
              <a:off x="388750" y="5541924"/>
              <a:ext cx="81932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306818" y="4200341"/>
              <a:ext cx="163864" cy="106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306818" y="2859190"/>
              <a:ext cx="163864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306818" y="1517822"/>
              <a:ext cx="163864" cy="106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424" name="pl424"/>
            <p:cNvSpPr/>
            <p:nvPr/>
          </p:nvSpPr>
          <p:spPr>
            <a:xfrm>
              <a:off x="503579" y="5594903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503579" y="4253680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503579" y="2912456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503579" y="1571233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8427377" y="1034744"/>
              <a:ext cx="0" cy="4560159"/>
            </a:xfrm>
            <a:custGeom>
              <a:avLst/>
              <a:pathLst>
                <a:path w="0" h="4560159">
                  <a:moveTo>
                    <a:pt x="0" y="4560159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8427377" y="5594903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8427377" y="4292000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8427377" y="2989098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8427377" y="1686195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tx433"/>
            <p:cNvSpPr/>
            <p:nvPr/>
          </p:nvSpPr>
          <p:spPr>
            <a:xfrm>
              <a:off x="8501395" y="5541924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0.0%</a:t>
              </a:r>
            </a:p>
          </p:txBody>
        </p:sp>
        <p:sp>
          <p:nvSpPr>
            <p:cNvPr id="434" name="tx434"/>
            <p:cNvSpPr/>
            <p:nvPr/>
          </p:nvSpPr>
          <p:spPr>
            <a:xfrm>
              <a:off x="8501395" y="4238662"/>
              <a:ext cx="335786" cy="106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2.0%</a:t>
              </a:r>
            </a:p>
          </p:txBody>
        </p:sp>
        <p:sp>
          <p:nvSpPr>
            <p:cNvPr id="435" name="tx435"/>
            <p:cNvSpPr/>
            <p:nvPr/>
          </p:nvSpPr>
          <p:spPr>
            <a:xfrm>
              <a:off x="8501395" y="2935831"/>
              <a:ext cx="335786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4.0%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8501395" y="1632784"/>
              <a:ext cx="335786" cy="106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6.0%</a:t>
              </a:r>
            </a:p>
          </p:txBody>
        </p:sp>
        <p:sp>
          <p:nvSpPr>
            <p:cNvPr id="437" name="pl437"/>
            <p:cNvSpPr/>
            <p:nvPr/>
          </p:nvSpPr>
          <p:spPr>
            <a:xfrm>
              <a:off x="544700" y="5594903"/>
              <a:ext cx="7882677" cy="0"/>
            </a:xfrm>
            <a:custGeom>
              <a:avLst/>
              <a:pathLst>
                <a:path w="7882677" h="0">
                  <a:moveTo>
                    <a:pt x="0" y="0"/>
                  </a:moveTo>
                  <a:lnTo>
                    <a:pt x="7882677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682993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913481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1143968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1374456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1604943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1835431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2065919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2296406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2526894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2757382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2987869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3218357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3448844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3679332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3909820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4140307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4370795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4601283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4831770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5062258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5292746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5523233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5753721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5984208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6214696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6445184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6675671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6906159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136647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367134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597622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828110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8058597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8289085" y="559490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tx472"/>
            <p:cNvSpPr/>
            <p:nvPr/>
          </p:nvSpPr>
          <p:spPr>
            <a:xfrm rot="-5400000">
              <a:off x="445640" y="5822325"/>
              <a:ext cx="442681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Xizang</a:t>
              </a:r>
            </a:p>
          </p:txBody>
        </p:sp>
        <p:sp>
          <p:nvSpPr>
            <p:cNvPr id="473" name="tx473"/>
            <p:cNvSpPr/>
            <p:nvPr/>
          </p:nvSpPr>
          <p:spPr>
            <a:xfrm rot="-5400000">
              <a:off x="662625" y="5865307"/>
              <a:ext cx="499165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Yunnan</a:t>
              </a:r>
            </a:p>
          </p:txBody>
        </p:sp>
        <p:sp>
          <p:nvSpPr>
            <p:cNvPr id="474" name="tx474"/>
            <p:cNvSpPr/>
            <p:nvPr/>
          </p:nvSpPr>
          <p:spPr>
            <a:xfrm rot="-5400000">
              <a:off x="929378" y="5829041"/>
              <a:ext cx="426634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Hunan</a:t>
              </a:r>
            </a:p>
          </p:txBody>
        </p:sp>
        <p:sp>
          <p:nvSpPr>
            <p:cNvPr id="475" name="tx475"/>
            <p:cNvSpPr/>
            <p:nvPr/>
          </p:nvSpPr>
          <p:spPr>
            <a:xfrm rot="-5400000">
              <a:off x="1109921" y="5875663"/>
              <a:ext cx="52320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Shaanxi</a:t>
              </a:r>
            </a:p>
          </p:txBody>
        </p:sp>
        <p:sp>
          <p:nvSpPr>
            <p:cNvPr id="476" name="tx476"/>
            <p:cNvSpPr/>
            <p:nvPr/>
          </p:nvSpPr>
          <p:spPr>
            <a:xfrm rot="-5400000">
              <a:off x="1388798" y="5827415"/>
              <a:ext cx="426563" cy="10957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Gansu</a:t>
              </a:r>
            </a:p>
          </p:txBody>
        </p:sp>
        <p:sp>
          <p:nvSpPr>
            <p:cNvPr id="477" name="tx477"/>
            <p:cNvSpPr/>
            <p:nvPr/>
          </p:nvSpPr>
          <p:spPr>
            <a:xfrm rot="-5400000">
              <a:off x="1569907" y="5850496"/>
              <a:ext cx="499024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Jiangsu</a:t>
              </a:r>
            </a:p>
          </p:txBody>
        </p:sp>
        <p:sp>
          <p:nvSpPr>
            <p:cNvPr id="478" name="tx478"/>
            <p:cNvSpPr/>
            <p:nvPr/>
          </p:nvSpPr>
          <p:spPr>
            <a:xfrm rot="-5400000">
              <a:off x="1879571" y="5800940"/>
              <a:ext cx="370291" cy="1062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Anhui</a:t>
              </a:r>
            </a:p>
          </p:txBody>
        </p:sp>
        <p:sp>
          <p:nvSpPr>
            <p:cNvPr id="479" name="tx479"/>
            <p:cNvSpPr/>
            <p:nvPr/>
          </p:nvSpPr>
          <p:spPr>
            <a:xfrm rot="-5400000">
              <a:off x="2002534" y="5878491"/>
              <a:ext cx="555367" cy="1362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Zhejiang</a:t>
              </a:r>
            </a:p>
          </p:txBody>
        </p:sp>
        <p:sp>
          <p:nvSpPr>
            <p:cNvPr id="480" name="tx480"/>
            <p:cNvSpPr/>
            <p:nvPr/>
          </p:nvSpPr>
          <p:spPr>
            <a:xfrm rot="-5400000">
              <a:off x="2312234" y="5828970"/>
              <a:ext cx="426634" cy="10653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Henan</a:t>
              </a:r>
            </a:p>
          </p:txBody>
        </p:sp>
        <p:sp>
          <p:nvSpPr>
            <p:cNvPr id="481" name="tx481"/>
            <p:cNvSpPr/>
            <p:nvPr/>
          </p:nvSpPr>
          <p:spPr>
            <a:xfrm rot="-5400000">
              <a:off x="2470331" y="5869195"/>
              <a:ext cx="539248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Guangxi</a:t>
              </a:r>
            </a:p>
          </p:txBody>
        </p:sp>
        <p:sp>
          <p:nvSpPr>
            <p:cNvPr id="482" name="tx482"/>
            <p:cNvSpPr/>
            <p:nvPr/>
          </p:nvSpPr>
          <p:spPr>
            <a:xfrm rot="-5400000">
              <a:off x="2601636" y="5971205"/>
              <a:ext cx="74044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Neimenggu</a:t>
              </a:r>
            </a:p>
          </p:txBody>
        </p:sp>
        <p:sp>
          <p:nvSpPr>
            <p:cNvPr id="483" name="tx483"/>
            <p:cNvSpPr/>
            <p:nvPr/>
          </p:nvSpPr>
          <p:spPr>
            <a:xfrm rot="-5400000">
              <a:off x="2928620" y="5874709"/>
              <a:ext cx="547449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Liaoning</a:t>
              </a:r>
            </a:p>
          </p:txBody>
        </p:sp>
        <p:sp>
          <p:nvSpPr>
            <p:cNvPr id="484" name="tx484"/>
            <p:cNvSpPr/>
            <p:nvPr/>
          </p:nvSpPr>
          <p:spPr>
            <a:xfrm rot="-5400000">
              <a:off x="3258185" y="5804617"/>
              <a:ext cx="378280" cy="106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Hubei</a:t>
              </a:r>
            </a:p>
          </p:txBody>
        </p:sp>
        <p:sp>
          <p:nvSpPr>
            <p:cNvPr id="485" name="tx485"/>
            <p:cNvSpPr/>
            <p:nvPr/>
          </p:nvSpPr>
          <p:spPr>
            <a:xfrm rot="-5400000">
              <a:off x="3414798" y="5875663"/>
              <a:ext cx="52320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Sichuan</a:t>
              </a:r>
            </a:p>
          </p:txBody>
        </p:sp>
        <p:sp>
          <p:nvSpPr>
            <p:cNvPr id="486" name="tx486"/>
            <p:cNvSpPr/>
            <p:nvPr/>
          </p:nvSpPr>
          <p:spPr>
            <a:xfrm rot="-5400000">
              <a:off x="3637403" y="5883828"/>
              <a:ext cx="539248" cy="1094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Guizhou</a:t>
              </a:r>
            </a:p>
          </p:txBody>
        </p:sp>
        <p:sp>
          <p:nvSpPr>
            <p:cNvPr id="487" name="tx487"/>
            <p:cNvSpPr/>
            <p:nvPr/>
          </p:nvSpPr>
          <p:spPr>
            <a:xfrm rot="-5400000">
              <a:off x="3866724" y="5858556"/>
              <a:ext cx="51514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Xinjiang</a:t>
              </a:r>
            </a:p>
          </p:txBody>
        </p:sp>
        <p:sp>
          <p:nvSpPr>
            <p:cNvPr id="488" name="tx488"/>
            <p:cNvSpPr/>
            <p:nvPr/>
          </p:nvSpPr>
          <p:spPr>
            <a:xfrm rot="-5400000">
              <a:off x="4129448" y="5826319"/>
              <a:ext cx="450670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Jiangxi</a:t>
              </a:r>
            </a:p>
          </p:txBody>
        </p:sp>
        <p:sp>
          <p:nvSpPr>
            <p:cNvPr id="489" name="tx489"/>
            <p:cNvSpPr/>
            <p:nvPr/>
          </p:nvSpPr>
          <p:spPr>
            <a:xfrm rot="-5400000">
              <a:off x="4253754" y="5929673"/>
              <a:ext cx="660205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Shandong</a:t>
              </a:r>
            </a:p>
          </p:txBody>
        </p:sp>
        <p:sp>
          <p:nvSpPr>
            <p:cNvPr id="490" name="tx490"/>
            <p:cNvSpPr/>
            <p:nvPr/>
          </p:nvSpPr>
          <p:spPr>
            <a:xfrm rot="-5400000">
              <a:off x="4601098" y="5845124"/>
              <a:ext cx="458799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Hainan</a:t>
              </a:r>
            </a:p>
          </p:txBody>
        </p:sp>
        <p:sp>
          <p:nvSpPr>
            <p:cNvPr id="491" name="tx491"/>
            <p:cNvSpPr/>
            <p:nvPr/>
          </p:nvSpPr>
          <p:spPr>
            <a:xfrm rot="-5400000">
              <a:off x="4795320" y="5849083"/>
              <a:ext cx="499024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Qinghai</a:t>
              </a:r>
            </a:p>
          </p:txBody>
        </p:sp>
        <p:sp>
          <p:nvSpPr>
            <p:cNvPr id="492" name="tx492"/>
            <p:cNvSpPr/>
            <p:nvPr/>
          </p:nvSpPr>
          <p:spPr>
            <a:xfrm rot="-5400000">
              <a:off x="5166664" y="5740321"/>
              <a:ext cx="249406" cy="1066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Jilin</a:t>
              </a:r>
            </a:p>
          </p:txBody>
        </p:sp>
        <p:sp>
          <p:nvSpPr>
            <p:cNvPr id="493" name="tx493"/>
            <p:cNvSpPr/>
            <p:nvPr/>
          </p:nvSpPr>
          <p:spPr>
            <a:xfrm rot="-5400000">
              <a:off x="5294717" y="5814973"/>
              <a:ext cx="426493" cy="1343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Tianjin</a:t>
              </a:r>
            </a:p>
          </p:txBody>
        </p:sp>
        <p:sp>
          <p:nvSpPr>
            <p:cNvPr id="494" name="tx494"/>
            <p:cNvSpPr/>
            <p:nvPr/>
          </p:nvSpPr>
          <p:spPr>
            <a:xfrm rot="-5400000">
              <a:off x="5430369" y="5905496"/>
              <a:ext cx="611851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Shanghai</a:t>
              </a:r>
            </a:p>
          </p:txBody>
        </p:sp>
        <p:sp>
          <p:nvSpPr>
            <p:cNvPr id="495" name="tx495"/>
            <p:cNvSpPr/>
            <p:nvPr/>
          </p:nvSpPr>
          <p:spPr>
            <a:xfrm rot="-5400000">
              <a:off x="5726779" y="5842402"/>
              <a:ext cx="48283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Ningxia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5800256" y="5999412"/>
              <a:ext cx="79685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Heilongjiang</a:t>
              </a:r>
            </a:p>
          </p:txBody>
        </p:sp>
        <p:sp>
          <p:nvSpPr>
            <p:cNvPr id="497" name="tx497"/>
            <p:cNvSpPr/>
            <p:nvPr/>
          </p:nvSpPr>
          <p:spPr>
            <a:xfrm rot="-5400000">
              <a:off x="6211860" y="5818296"/>
              <a:ext cx="434622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Beijing</a:t>
              </a:r>
            </a:p>
          </p:txBody>
        </p:sp>
        <p:sp>
          <p:nvSpPr>
            <p:cNvPr id="498" name="tx498"/>
            <p:cNvSpPr/>
            <p:nvPr/>
          </p:nvSpPr>
          <p:spPr>
            <a:xfrm rot="-5400000">
              <a:off x="6463238" y="5798890"/>
              <a:ext cx="394327" cy="1343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Fujian</a:t>
              </a:r>
            </a:p>
          </p:txBody>
        </p:sp>
        <p:sp>
          <p:nvSpPr>
            <p:cNvPr id="499" name="tx499"/>
            <p:cNvSpPr/>
            <p:nvPr/>
          </p:nvSpPr>
          <p:spPr>
            <a:xfrm rot="-5400000">
              <a:off x="6510347" y="5977957"/>
              <a:ext cx="756772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Guangdong</a:t>
              </a:r>
            </a:p>
          </p:txBody>
        </p:sp>
        <p:sp>
          <p:nvSpPr>
            <p:cNvPr id="500" name="tx500"/>
            <p:cNvSpPr/>
            <p:nvPr/>
          </p:nvSpPr>
          <p:spPr>
            <a:xfrm rot="-5400000">
              <a:off x="6945987" y="5804617"/>
              <a:ext cx="378280" cy="106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Hebei</a:t>
              </a:r>
            </a:p>
          </p:txBody>
        </p:sp>
        <p:sp>
          <p:nvSpPr>
            <p:cNvPr id="501" name="tx501"/>
            <p:cNvSpPr/>
            <p:nvPr/>
          </p:nvSpPr>
          <p:spPr>
            <a:xfrm rot="-5400000">
              <a:off x="6999529" y="5949750"/>
              <a:ext cx="700359" cy="1387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Chongqing</a:t>
              </a:r>
            </a:p>
          </p:txBody>
        </p:sp>
        <p:sp>
          <p:nvSpPr>
            <p:cNvPr id="502" name="tx502"/>
            <p:cNvSpPr/>
            <p:nvPr/>
          </p:nvSpPr>
          <p:spPr>
            <a:xfrm rot="-5400000">
              <a:off x="7373347" y="5835403"/>
              <a:ext cx="442681" cy="1097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Shanxi</a:t>
              </a:r>
            </a:p>
          </p:txBody>
        </p:sp>
        <p:sp>
          <p:nvSpPr>
            <p:cNvPr id="503" name="tx503"/>
            <p:cNvSpPr/>
            <p:nvPr/>
          </p:nvSpPr>
          <p:spPr>
            <a:xfrm rot="-5400000">
              <a:off x="7449865" y="5963217"/>
              <a:ext cx="724465" cy="135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Hong Kong</a:t>
              </a:r>
            </a:p>
          </p:txBody>
        </p:sp>
        <p:sp>
          <p:nvSpPr>
            <p:cNvPr id="504" name="tx504"/>
            <p:cNvSpPr/>
            <p:nvPr/>
          </p:nvSpPr>
          <p:spPr>
            <a:xfrm rot="-5400000">
              <a:off x="7823966" y="5849083"/>
              <a:ext cx="466717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Taiwan</a:t>
              </a:r>
            </a:p>
          </p:txBody>
        </p:sp>
        <p:sp>
          <p:nvSpPr>
            <p:cNvPr id="505" name="tx505"/>
            <p:cNvSpPr/>
            <p:nvPr/>
          </p:nvSpPr>
          <p:spPr>
            <a:xfrm rot="-5400000">
              <a:off x="8070536" y="5833000"/>
              <a:ext cx="434552" cy="1063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Macau</a:t>
              </a:r>
            </a:p>
          </p:txBody>
        </p:sp>
        <p:sp>
          <p:nvSpPr>
            <p:cNvPr id="506" name="tx506"/>
            <p:cNvSpPr/>
            <p:nvPr/>
          </p:nvSpPr>
          <p:spPr>
            <a:xfrm>
              <a:off x="4145103" y="6588964"/>
              <a:ext cx="681870" cy="1290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Province</a:t>
              </a:r>
            </a:p>
          </p:txBody>
        </p:sp>
        <p:sp>
          <p:nvSpPr>
            <p:cNvPr id="507" name="tx507"/>
            <p:cNvSpPr/>
            <p:nvPr/>
          </p:nvSpPr>
          <p:spPr>
            <a:xfrm rot="-5400000">
              <a:off x="-749321" y="3249315"/>
              <a:ext cx="1821488" cy="131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new records</a:t>
              </a:r>
            </a:p>
          </p:txBody>
        </p:sp>
        <p:sp>
          <p:nvSpPr>
            <p:cNvPr id="508" name="tx508"/>
            <p:cNvSpPr/>
            <p:nvPr/>
          </p:nvSpPr>
          <p:spPr>
            <a:xfrm rot="5400000">
              <a:off x="8551101" y="3232585"/>
              <a:ext cx="896410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Percentage</a:t>
              </a:r>
            </a:p>
          </p:txBody>
        </p:sp>
        <p:sp>
          <p:nvSpPr>
            <p:cNvPr id="509" name="rc509"/>
            <p:cNvSpPr/>
            <p:nvPr/>
          </p:nvSpPr>
          <p:spPr>
            <a:xfrm>
              <a:off x="774180" y="126525"/>
              <a:ext cx="7423718" cy="743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rc510"/>
            <p:cNvSpPr/>
            <p:nvPr/>
          </p:nvSpPr>
          <p:spPr>
            <a:xfrm>
              <a:off x="856421" y="208767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rc511"/>
            <p:cNvSpPr/>
            <p:nvPr/>
          </p:nvSpPr>
          <p:spPr>
            <a:xfrm>
              <a:off x="867058" y="219403"/>
              <a:ext cx="284727" cy="11698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rc512"/>
            <p:cNvSpPr/>
            <p:nvPr/>
          </p:nvSpPr>
          <p:spPr>
            <a:xfrm>
              <a:off x="2685802" y="208767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rc513"/>
            <p:cNvSpPr/>
            <p:nvPr/>
          </p:nvSpPr>
          <p:spPr>
            <a:xfrm>
              <a:off x="2696438" y="219403"/>
              <a:ext cx="284727" cy="1169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rc514"/>
            <p:cNvSpPr/>
            <p:nvPr/>
          </p:nvSpPr>
          <p:spPr>
            <a:xfrm>
              <a:off x="4596827" y="208767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rc515"/>
            <p:cNvSpPr/>
            <p:nvPr/>
          </p:nvSpPr>
          <p:spPr>
            <a:xfrm>
              <a:off x="4607464" y="219403"/>
              <a:ext cx="284727" cy="1169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rc516"/>
            <p:cNvSpPr/>
            <p:nvPr/>
          </p:nvSpPr>
          <p:spPr>
            <a:xfrm>
              <a:off x="6368733" y="208767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rc517"/>
            <p:cNvSpPr/>
            <p:nvPr/>
          </p:nvSpPr>
          <p:spPr>
            <a:xfrm>
              <a:off x="6379369" y="219403"/>
              <a:ext cx="284727" cy="1169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rc518"/>
            <p:cNvSpPr/>
            <p:nvPr/>
          </p:nvSpPr>
          <p:spPr>
            <a:xfrm>
              <a:off x="856421" y="429265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rc519"/>
            <p:cNvSpPr/>
            <p:nvPr/>
          </p:nvSpPr>
          <p:spPr>
            <a:xfrm>
              <a:off x="867058" y="439901"/>
              <a:ext cx="284727" cy="1169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rc520"/>
            <p:cNvSpPr/>
            <p:nvPr/>
          </p:nvSpPr>
          <p:spPr>
            <a:xfrm>
              <a:off x="2685802" y="429265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rc521"/>
            <p:cNvSpPr/>
            <p:nvPr/>
          </p:nvSpPr>
          <p:spPr>
            <a:xfrm>
              <a:off x="2696438" y="439901"/>
              <a:ext cx="284727" cy="1169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rc522"/>
            <p:cNvSpPr/>
            <p:nvPr/>
          </p:nvSpPr>
          <p:spPr>
            <a:xfrm>
              <a:off x="4596827" y="429265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rc523"/>
            <p:cNvSpPr/>
            <p:nvPr/>
          </p:nvSpPr>
          <p:spPr>
            <a:xfrm>
              <a:off x="4607464" y="439901"/>
              <a:ext cx="284727" cy="1169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rc524"/>
            <p:cNvSpPr/>
            <p:nvPr/>
          </p:nvSpPr>
          <p:spPr>
            <a:xfrm>
              <a:off x="6368733" y="429265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rc525"/>
            <p:cNvSpPr/>
            <p:nvPr/>
          </p:nvSpPr>
          <p:spPr>
            <a:xfrm>
              <a:off x="6379369" y="439901"/>
              <a:ext cx="284727" cy="1169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rc526"/>
            <p:cNvSpPr/>
            <p:nvPr/>
          </p:nvSpPr>
          <p:spPr>
            <a:xfrm>
              <a:off x="856421" y="649763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rc527"/>
            <p:cNvSpPr/>
            <p:nvPr/>
          </p:nvSpPr>
          <p:spPr>
            <a:xfrm>
              <a:off x="867058" y="660399"/>
              <a:ext cx="284727" cy="11698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rc528"/>
            <p:cNvSpPr/>
            <p:nvPr/>
          </p:nvSpPr>
          <p:spPr>
            <a:xfrm>
              <a:off x="2685802" y="649763"/>
              <a:ext cx="306000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rc529"/>
            <p:cNvSpPr/>
            <p:nvPr/>
          </p:nvSpPr>
          <p:spPr>
            <a:xfrm>
              <a:off x="2696438" y="660399"/>
              <a:ext cx="284727" cy="116983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rc530"/>
            <p:cNvSpPr/>
            <p:nvPr/>
          </p:nvSpPr>
          <p:spPr>
            <a:xfrm>
              <a:off x="4596827" y="649763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rc531"/>
            <p:cNvSpPr/>
            <p:nvPr/>
          </p:nvSpPr>
          <p:spPr>
            <a:xfrm>
              <a:off x="4607464" y="660399"/>
              <a:ext cx="284727" cy="1169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tx532"/>
            <p:cNvSpPr/>
            <p:nvPr/>
          </p:nvSpPr>
          <p:spPr>
            <a:xfrm>
              <a:off x="1244663" y="219089"/>
              <a:ext cx="126883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533" name="tx533"/>
            <p:cNvSpPr/>
            <p:nvPr/>
          </p:nvSpPr>
          <p:spPr>
            <a:xfrm>
              <a:off x="3074044" y="219089"/>
              <a:ext cx="144054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534" name="tx534"/>
            <p:cNvSpPr/>
            <p:nvPr/>
          </p:nvSpPr>
          <p:spPr>
            <a:xfrm>
              <a:off x="4985069" y="219089"/>
              <a:ext cx="11787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535" name="tx535"/>
            <p:cNvSpPr/>
            <p:nvPr/>
          </p:nvSpPr>
          <p:spPr>
            <a:xfrm>
              <a:off x="6756975" y="219089"/>
              <a:ext cx="13586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536" name="tx536"/>
            <p:cNvSpPr/>
            <p:nvPr/>
          </p:nvSpPr>
          <p:spPr>
            <a:xfrm>
              <a:off x="1244663" y="439587"/>
              <a:ext cx="1358897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537" name="tx537"/>
            <p:cNvSpPr/>
            <p:nvPr/>
          </p:nvSpPr>
          <p:spPr>
            <a:xfrm>
              <a:off x="3074044" y="439587"/>
              <a:ext cx="99851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538" name="tx538"/>
            <p:cNvSpPr/>
            <p:nvPr/>
          </p:nvSpPr>
          <p:spPr>
            <a:xfrm>
              <a:off x="4985069" y="439587"/>
              <a:ext cx="130142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539" name="tx539"/>
            <p:cNvSpPr/>
            <p:nvPr/>
          </p:nvSpPr>
          <p:spPr>
            <a:xfrm>
              <a:off x="6756975" y="439587"/>
              <a:ext cx="112130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540" name="tx540"/>
            <p:cNvSpPr/>
            <p:nvPr/>
          </p:nvSpPr>
          <p:spPr>
            <a:xfrm>
              <a:off x="1244663" y="660085"/>
              <a:ext cx="124409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541" name="tx541"/>
            <p:cNvSpPr/>
            <p:nvPr/>
          </p:nvSpPr>
          <p:spPr>
            <a:xfrm>
              <a:off x="3074044" y="660085"/>
              <a:ext cx="95772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542" name="tx542"/>
            <p:cNvSpPr/>
            <p:nvPr/>
          </p:nvSpPr>
          <p:spPr>
            <a:xfrm>
              <a:off x="4985069" y="660085"/>
              <a:ext cx="6138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2026-03-19T07:00:56Z</dcterms:modified>
  <cp:category/>
</cp:coreProperties>
</file>