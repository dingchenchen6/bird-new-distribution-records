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188562"/>
            <a:ext cx="12984480" cy="8321040"/>
            <a:chOff x="1051560" y="1188562"/>
            <a:chExt cx="12984480" cy="8321040"/>
          </a:xfrm>
        </p:grpSpPr>
        <p:sp>
          <p:nvSpPr>
            <p:cNvPr id="3" name="rc3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223305"/>
              <a:ext cx="11723157" cy="602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47497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470344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2931917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35222" y="6829281"/>
              <a:ext cx="246803" cy="35430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735222" y="6563552"/>
              <a:ext cx="246803" cy="26572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735222" y="6120670"/>
              <a:ext cx="246803" cy="4428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735222" y="7715046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735222" y="789219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35222" y="7449316"/>
              <a:ext cx="246803" cy="265729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35222" y="7892199"/>
              <a:ext cx="246803" cy="35430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735222" y="4349140"/>
              <a:ext cx="246803" cy="17715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35222" y="7183587"/>
              <a:ext cx="246803" cy="26572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735222" y="7803622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735222" y="789219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0248087" y="7537893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0248087" y="7449316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0248087" y="7360740"/>
              <a:ext cx="246803" cy="885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0248087" y="78036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0248087" y="7892199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0248087" y="7715046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0248087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0248087" y="6652128"/>
              <a:ext cx="246803" cy="70861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0248087" y="771504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0248087" y="7803622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0248087" y="7980775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1619217" y="8069352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1619217" y="7980775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1619217" y="7803622"/>
              <a:ext cx="246803" cy="17715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1619217" y="815792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1619217" y="815792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1619217" y="7183587"/>
              <a:ext cx="246803" cy="62003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1619217" y="8157928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1619217" y="8157928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590870" y="7537893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590870" y="7449316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590870" y="7006434"/>
              <a:ext cx="246803" cy="4428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0590870" y="771504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590870" y="7715046"/>
              <a:ext cx="246803" cy="17715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590870" y="7626469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590870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590870" y="6829281"/>
              <a:ext cx="246803" cy="17715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590870" y="762646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0590870" y="771504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590870" y="7892199"/>
              <a:ext cx="246803" cy="17715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49658" y="6386399"/>
              <a:ext cx="246803" cy="88576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049658" y="6120670"/>
              <a:ext cx="246803" cy="26572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049658" y="5677787"/>
              <a:ext cx="246803" cy="4428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049658" y="7626469"/>
              <a:ext cx="246803" cy="17715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049658" y="789219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049658" y="7449316"/>
              <a:ext cx="246803" cy="17715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049658" y="7892199"/>
              <a:ext cx="246803" cy="35430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49658" y="3551952"/>
              <a:ext cx="246803" cy="212583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049658" y="7272164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049658" y="7803622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049658" y="789219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0933652" y="7449316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0933652" y="7360740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0933652" y="7360740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0933652" y="7803622"/>
              <a:ext cx="246803" cy="17715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0933652" y="798077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0933652" y="7715046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0933652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0933652" y="7006434"/>
              <a:ext cx="246803" cy="35430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0933652" y="7537893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0933652" y="798077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0933652" y="7980775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763569" y="7272164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763569" y="7183587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763569" y="6829281"/>
              <a:ext cx="246803" cy="35430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763569" y="762646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763569" y="789219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763569" y="7626469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763569" y="7892199"/>
              <a:ext cx="246803" cy="35430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763569" y="4880599"/>
              <a:ext cx="246803" cy="19486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763569" y="7449316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763569" y="7626469"/>
              <a:ext cx="246803" cy="265729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763569" y="789219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477481" y="7626469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477481" y="7183587"/>
              <a:ext cx="246803" cy="4428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477481" y="6740705"/>
              <a:ext cx="246803" cy="4428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477481" y="806935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477481" y="806935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477481" y="806935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477481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477481" y="5146328"/>
              <a:ext cx="246803" cy="15943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477481" y="7715046"/>
              <a:ext cx="246803" cy="35430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477481" y="806935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477481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848611" y="7892199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848611" y="7715046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848611" y="6829281"/>
              <a:ext cx="246803" cy="8857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848611" y="815792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848611" y="815792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848611" y="5500634"/>
              <a:ext cx="246803" cy="132864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848611" y="7980775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848611" y="8157928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1276434" y="7803622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1276434" y="7626469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1276434" y="7537893"/>
              <a:ext cx="246803" cy="885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1276434" y="78036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1276434" y="789219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1276434" y="78036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1276434" y="7980775"/>
              <a:ext cx="246803" cy="265729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1276434" y="7095011"/>
              <a:ext cx="246803" cy="4428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1276434" y="7803622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1276434" y="7803622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1276434" y="7892199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9905305" y="7715046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9905305" y="7626469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9905305" y="7537893"/>
              <a:ext cx="246803" cy="885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9905305" y="8069352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9905305" y="815792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9905305" y="7980775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9905305" y="8157928"/>
              <a:ext cx="246803" cy="8857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9905305" y="6297822"/>
              <a:ext cx="246803" cy="124007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9905305" y="7892199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9905305" y="815792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9905305" y="815792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4420787" y="7449316"/>
              <a:ext cx="246803" cy="26572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4420787" y="7095011"/>
              <a:ext cx="246803" cy="35430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4420787" y="6829281"/>
              <a:ext cx="246803" cy="26572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4420787" y="7803622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4420787" y="7980775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420787" y="78036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420787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420787" y="4880599"/>
              <a:ext cx="246803" cy="19486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420787" y="7715046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420787" y="7892199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420787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2304782" y="8157928"/>
              <a:ext cx="246803" cy="885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791917" y="8157928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791917" y="7980775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791917" y="7360740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5791917" y="5146328"/>
              <a:ext cx="246803" cy="221441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5791917" y="8157928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364093" y="7095011"/>
              <a:ext cx="246803" cy="53145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364093" y="7006434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364093" y="6563552"/>
              <a:ext cx="246803" cy="4428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364093" y="7803622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364093" y="798077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364093" y="7715046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364093" y="7980775"/>
              <a:ext cx="246803" cy="265729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364093" y="2754764"/>
              <a:ext cx="246803" cy="380878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364093" y="7626469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364093" y="7892199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364093" y="798077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5106352" y="7272164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5106352" y="7183587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5106352" y="6829281"/>
              <a:ext cx="246803" cy="35430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5106352" y="7715046"/>
              <a:ext cx="246803" cy="17715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5106352" y="7980775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5106352" y="7449316"/>
              <a:ext cx="246803" cy="265729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5106352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5106352" y="5057752"/>
              <a:ext cx="246803" cy="17715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5106352" y="744931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5106352" y="7892199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5106352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392440" y="7095011"/>
              <a:ext cx="246803" cy="26572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392440" y="6917858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392440" y="6386399"/>
              <a:ext cx="246803" cy="53145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392440" y="7715046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392440" y="7803622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392440" y="771504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392440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392440" y="3817682"/>
              <a:ext cx="246803" cy="256871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392440" y="7360740"/>
              <a:ext cx="246803" cy="35430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392440" y="78036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392440" y="7892199"/>
              <a:ext cx="246803" cy="17715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163046" y="7626469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163046" y="7537893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7163046" y="7272164"/>
              <a:ext cx="246803" cy="26572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163046" y="7892199"/>
              <a:ext cx="246803" cy="17715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7163046" y="815792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7163046" y="7715046"/>
              <a:ext cx="246803" cy="17715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7163046" y="5500634"/>
              <a:ext cx="246803" cy="17715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7163046" y="7626469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7163046" y="8069352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7163046" y="8157928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8534176" y="7715046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8534176" y="7095011"/>
              <a:ext cx="246803" cy="62003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8534176" y="6474975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8534176" y="8069352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8534176" y="815792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8534176" y="7803622"/>
              <a:ext cx="246803" cy="265729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8534176" y="8157928"/>
              <a:ext cx="246803" cy="8857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8534176" y="5766364"/>
              <a:ext cx="246803" cy="70861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8534176" y="7715046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8534176" y="815792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8534176" y="815792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5449134" y="6917858"/>
              <a:ext cx="246803" cy="35430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5449134" y="6652128"/>
              <a:ext cx="246803" cy="26572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5449134" y="6032093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5449134" y="7537893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5449134" y="7537893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5449134" y="7449316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5449134" y="7803622"/>
              <a:ext cx="246803" cy="44288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5449134" y="5146328"/>
              <a:ext cx="246803" cy="88576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5449134" y="7272164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5449134" y="7537893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5449134" y="7626469"/>
              <a:ext cx="246803" cy="17715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9562523" y="7626469"/>
              <a:ext cx="246803" cy="26572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9562523" y="7537893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9562523" y="7183587"/>
              <a:ext cx="246803" cy="35430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9562523" y="806935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9562523" y="806935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9562523" y="7892199"/>
              <a:ext cx="246803" cy="17715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9562523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9562523" y="6120670"/>
              <a:ext cx="246803" cy="106291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9562523" y="789219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9562523" y="806935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9562523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8191393" y="7449316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8191393" y="7449316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8191393" y="7360740"/>
              <a:ext cx="246803" cy="885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8191393" y="771504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8191393" y="7715046"/>
              <a:ext cx="246803" cy="17715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8191393" y="7626469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8191393" y="7892199"/>
              <a:ext cx="246803" cy="35430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8191393" y="5500634"/>
              <a:ext cx="246803" cy="186010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8191393" y="7537893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8191393" y="771504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8191393" y="789219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2706875" y="6652128"/>
              <a:ext cx="246803" cy="4428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2706875" y="6297822"/>
              <a:ext cx="246803" cy="35430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2706875" y="5323481"/>
              <a:ext cx="246803" cy="97434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2706875" y="7360740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2706875" y="7360740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2706875" y="7272164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706875" y="7537893"/>
              <a:ext cx="246803" cy="70861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2706875" y="3020493"/>
              <a:ext cx="246803" cy="230298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2706875" y="7095011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2706875" y="7360740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706875" y="7449316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7505828" y="7449316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7505828" y="7095011"/>
              <a:ext cx="246803" cy="35430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7505828" y="6740705"/>
              <a:ext cx="246803" cy="35430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7505828" y="78036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7505828" y="7803622"/>
              <a:ext cx="246803" cy="17715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7505828" y="7715046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7505828" y="7980775"/>
              <a:ext cx="246803" cy="265729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7505828" y="5500634"/>
              <a:ext cx="246803" cy="124007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7505828" y="7537893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7505828" y="78036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7505828" y="798077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9219740" y="7892199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9219740" y="7715046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9219740" y="7537893"/>
              <a:ext cx="246803" cy="17715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9219740" y="798077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9219740" y="7980775"/>
              <a:ext cx="246803" cy="8857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9219740" y="798077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9219740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9219740" y="6032093"/>
              <a:ext cx="246803" cy="150579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9219740" y="798077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9219740" y="798077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9219740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11961999" y="7715046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11961999" y="7715046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11961999" y="7626469"/>
              <a:ext cx="246803" cy="885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11961999" y="798077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11961999" y="806935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11961999" y="7892199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11961999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11961999" y="7272164"/>
              <a:ext cx="246803" cy="35430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11961999" y="7803622"/>
              <a:ext cx="246803" cy="8857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11961999" y="7980775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11961999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6134699" y="7360740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6134699" y="7183587"/>
              <a:ext cx="246803" cy="17715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6134699" y="6563552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6134699" y="78036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6134699" y="780362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6134699" y="7626469"/>
              <a:ext cx="246803" cy="17715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6134699" y="7803622"/>
              <a:ext cx="246803" cy="44288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6134699" y="5146328"/>
              <a:ext cx="246803" cy="141722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6134699" y="7449316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6134699" y="78036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6134699" y="78036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12647564" y="815792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12647564" y="8157928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8876958" y="7360740"/>
              <a:ext cx="246803" cy="26572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8876958" y="7272164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8876958" y="6917858"/>
              <a:ext cx="246803" cy="35430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8876958" y="798077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8876958" y="798077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8876958" y="7892199"/>
              <a:ext cx="246803" cy="8857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8876958" y="7980775"/>
              <a:ext cx="246803" cy="265729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8876958" y="5943517"/>
              <a:ext cx="246803" cy="97434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8876958" y="7626469"/>
              <a:ext cx="246803" cy="26572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8876958" y="798077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8876958" y="798077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6820264" y="7626469"/>
              <a:ext cx="246803" cy="26572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6820264" y="7360740"/>
              <a:ext cx="246803" cy="26572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6820264" y="6740705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6820264" y="806935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6820264" y="806935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6820264" y="806935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6820264" y="8069352"/>
              <a:ext cx="246803" cy="17715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6820264" y="5146328"/>
              <a:ext cx="246803" cy="15943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6820264" y="7892199"/>
              <a:ext cx="246803" cy="17715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6820264" y="806935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6820264" y="806935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1678528" y="6474975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1678528" y="6209246"/>
              <a:ext cx="246803" cy="26572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1678528" y="5677787"/>
              <a:ext cx="246803" cy="53145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1678528" y="6917858"/>
              <a:ext cx="246803" cy="8857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1678528" y="7095011"/>
              <a:ext cx="246803" cy="35430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1678528" y="691785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1678528" y="7449316"/>
              <a:ext cx="246803" cy="797188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1678528" y="2223305"/>
              <a:ext cx="246803" cy="34544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1678528" y="6652128"/>
              <a:ext cx="246803" cy="26572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1678528" y="7006434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1678528" y="7449316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2021310" y="5943517"/>
              <a:ext cx="246803" cy="17715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2021310" y="5500634"/>
              <a:ext cx="246803" cy="4428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2021310" y="3729105"/>
              <a:ext cx="246803" cy="177152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2021310" y="7006434"/>
              <a:ext cx="246803" cy="17715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2021310" y="7272164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2021310" y="6386399"/>
              <a:ext cx="246803" cy="62003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2021310" y="7360740"/>
              <a:ext cx="246803" cy="885764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2021310" y="2666188"/>
              <a:ext cx="246803" cy="106291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2021310" y="6120670"/>
              <a:ext cx="246803" cy="26572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2021310" y="7183587"/>
              <a:ext cx="246803" cy="8857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2021310" y="7272164"/>
              <a:ext cx="246803" cy="8857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4078005" y="7095011"/>
              <a:ext cx="246803" cy="8857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4078005" y="7006434"/>
              <a:ext cx="246803" cy="8857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4078005" y="6386399"/>
              <a:ext cx="246803" cy="62003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4078005" y="7183587"/>
              <a:ext cx="246803" cy="265729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4078005" y="762646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4078005" y="7183587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4078005" y="7803622"/>
              <a:ext cx="246803" cy="44288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4078005" y="4880599"/>
              <a:ext cx="246803" cy="150579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4078005" y="7183587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4078005" y="7449316"/>
              <a:ext cx="246803" cy="177152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4078005" y="7626469"/>
              <a:ext cx="246803" cy="17715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01930" y="2721379"/>
              <a:ext cx="11311818" cy="5525125"/>
            </a:xfrm>
            <a:custGeom>
              <a:avLst/>
              <a:pathLst>
                <a:path w="11311818" h="5525125">
                  <a:moveTo>
                    <a:pt x="0" y="0"/>
                  </a:moveTo>
                  <a:lnTo>
                    <a:pt x="342782" y="406259"/>
                  </a:lnTo>
                  <a:lnTo>
                    <a:pt x="685564" y="487511"/>
                  </a:lnTo>
                  <a:lnTo>
                    <a:pt x="1028347" y="731266"/>
                  </a:lnTo>
                  <a:lnTo>
                    <a:pt x="1371129" y="1218777"/>
                  </a:lnTo>
                  <a:lnTo>
                    <a:pt x="1713911" y="1462533"/>
                  </a:lnTo>
                  <a:lnTo>
                    <a:pt x="2056694" y="1950044"/>
                  </a:lnTo>
                  <a:lnTo>
                    <a:pt x="2399476" y="2437555"/>
                  </a:lnTo>
                  <a:lnTo>
                    <a:pt x="2742258" y="2437555"/>
                  </a:lnTo>
                  <a:lnTo>
                    <a:pt x="3085041" y="2437555"/>
                  </a:lnTo>
                  <a:lnTo>
                    <a:pt x="3427823" y="2600059"/>
                  </a:lnTo>
                  <a:lnTo>
                    <a:pt x="3770606" y="2681310"/>
                  </a:lnTo>
                  <a:lnTo>
                    <a:pt x="4113388" y="2681310"/>
                  </a:lnTo>
                  <a:lnTo>
                    <a:pt x="4456170" y="2681310"/>
                  </a:lnTo>
                  <a:lnTo>
                    <a:pt x="4798953" y="2681310"/>
                  </a:lnTo>
                  <a:lnTo>
                    <a:pt x="5141735" y="2681310"/>
                  </a:lnTo>
                  <a:lnTo>
                    <a:pt x="5484517" y="3006318"/>
                  </a:lnTo>
                  <a:lnTo>
                    <a:pt x="5827300" y="3006318"/>
                  </a:lnTo>
                  <a:lnTo>
                    <a:pt x="6170082" y="3006318"/>
                  </a:lnTo>
                  <a:lnTo>
                    <a:pt x="6512865" y="3006318"/>
                  </a:lnTo>
                  <a:lnTo>
                    <a:pt x="6855647" y="3250073"/>
                  </a:lnTo>
                  <a:lnTo>
                    <a:pt x="7198429" y="3412577"/>
                  </a:lnTo>
                  <a:lnTo>
                    <a:pt x="7541212" y="3493829"/>
                  </a:lnTo>
                  <a:lnTo>
                    <a:pt x="7883994" y="3575081"/>
                  </a:lnTo>
                  <a:lnTo>
                    <a:pt x="8226776" y="3737584"/>
                  </a:lnTo>
                  <a:lnTo>
                    <a:pt x="8569559" y="4062592"/>
                  </a:lnTo>
                  <a:lnTo>
                    <a:pt x="8912341" y="4225096"/>
                  </a:lnTo>
                  <a:lnTo>
                    <a:pt x="9255124" y="4387599"/>
                  </a:lnTo>
                  <a:lnTo>
                    <a:pt x="9597906" y="4468851"/>
                  </a:lnTo>
                  <a:lnTo>
                    <a:pt x="9940688" y="4550103"/>
                  </a:lnTo>
                  <a:lnTo>
                    <a:pt x="10283471" y="4631355"/>
                  </a:lnTo>
                  <a:lnTo>
                    <a:pt x="10626253" y="5443873"/>
                  </a:lnTo>
                  <a:lnTo>
                    <a:pt x="10969035" y="5443873"/>
                  </a:lnTo>
                  <a:lnTo>
                    <a:pt x="11311818" y="5525125"/>
                  </a:lnTo>
                  <a:lnTo>
                    <a:pt x="11311818" y="5525125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823494" y="463629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0336359" y="674884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11707489" y="723635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10679142" y="691134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137930" y="390502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1021924" y="707384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851842" y="51238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565753" y="53675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7936883" y="56925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1364707" y="715510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9993577" y="642383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509059" y="51238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12393054" y="81301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880189" y="53675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452365" y="317376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194624" y="528630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480712" y="414878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7251318" y="56925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8622448" y="59363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5537406" y="53675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13078618" y="821137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9650795" y="626133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8279665" y="56925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795147" y="341751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7594100" y="56925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9308012" y="618007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12050271" y="73176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6222971" y="53675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12735836" y="81301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8965230" y="609882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908536" y="53675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766800" y="268624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09583" y="309250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166277" y="51238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596260" y="2223305"/>
              <a:ext cx="0" cy="6023199"/>
            </a:xfrm>
            <a:custGeom>
              <a:avLst/>
              <a:pathLst>
                <a:path w="0" h="6023199">
                  <a:moveTo>
                    <a:pt x="0" y="6023199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1440310" y="8193526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1358378" y="6421637"/>
              <a:ext cx="163864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358378" y="4650179"/>
              <a:ext cx="163864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358378" y="2878506"/>
              <a:ext cx="163864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424" name="pl424"/>
            <p:cNvSpPr/>
            <p:nvPr/>
          </p:nvSpPr>
          <p:spPr>
            <a:xfrm>
              <a:off x="1555139" y="824650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1555139" y="647497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1555139" y="470344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1555139" y="293191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13319417" y="2223305"/>
              <a:ext cx="0" cy="6023199"/>
            </a:xfrm>
            <a:custGeom>
              <a:avLst/>
              <a:pathLst>
                <a:path w="0" h="6023199">
                  <a:moveTo>
                    <a:pt x="0" y="6023199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13319417" y="824650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13319417" y="6525591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13319417" y="4804676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13319417" y="3083762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tx433"/>
            <p:cNvSpPr/>
            <p:nvPr/>
          </p:nvSpPr>
          <p:spPr>
            <a:xfrm>
              <a:off x="13393435" y="8193526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13393435" y="6472252"/>
              <a:ext cx="335786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2.0%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13393435" y="4751410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4.0%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3393435" y="3030352"/>
              <a:ext cx="335786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6.0%</a:t>
              </a:r>
            </a:p>
          </p:txBody>
        </p:sp>
        <p:sp>
          <p:nvSpPr>
            <p:cNvPr id="437" name="pl437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18019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21447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248749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28302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317305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35158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38586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20140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5441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48869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522975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55725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591531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62581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66008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694366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2864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6292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9720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831479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86575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900036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93431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96859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1002870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103714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107142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1105705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113998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1174261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120854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124281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277096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31137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tx472"/>
            <p:cNvSpPr/>
            <p:nvPr/>
          </p:nvSpPr>
          <p:spPr>
            <a:xfrm rot="-5400000">
              <a:off x="1564577" y="8473927"/>
              <a:ext cx="442681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Xizang</a:t>
              </a:r>
            </a:p>
          </p:txBody>
        </p:sp>
        <p:sp>
          <p:nvSpPr>
            <p:cNvPr id="473" name="tx473"/>
            <p:cNvSpPr/>
            <p:nvPr/>
          </p:nvSpPr>
          <p:spPr>
            <a:xfrm rot="-5400000">
              <a:off x="1893857" y="8516908"/>
              <a:ext cx="499165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Yunnan</a:t>
              </a:r>
            </a:p>
          </p:txBody>
        </p:sp>
        <p:sp>
          <p:nvSpPr>
            <p:cNvPr id="474" name="tx474"/>
            <p:cNvSpPr/>
            <p:nvPr/>
          </p:nvSpPr>
          <p:spPr>
            <a:xfrm rot="-5400000">
              <a:off x="2272905" y="8480643"/>
              <a:ext cx="426634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Hunan</a:t>
              </a:r>
            </a:p>
          </p:txBody>
        </p:sp>
        <p:sp>
          <p:nvSpPr>
            <p:cNvPr id="475" name="tx475"/>
            <p:cNvSpPr/>
            <p:nvPr/>
          </p:nvSpPr>
          <p:spPr>
            <a:xfrm rot="-5400000">
              <a:off x="2565742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Shaanxi</a:t>
              </a:r>
            </a:p>
          </p:txBody>
        </p:sp>
        <p:sp>
          <p:nvSpPr>
            <p:cNvPr id="476" name="tx476"/>
            <p:cNvSpPr/>
            <p:nvPr/>
          </p:nvSpPr>
          <p:spPr>
            <a:xfrm rot="-5400000">
              <a:off x="2956914" y="8479017"/>
              <a:ext cx="426563" cy="109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Gansu</a:t>
              </a:r>
            </a:p>
          </p:txBody>
        </p:sp>
        <p:sp>
          <p:nvSpPr>
            <p:cNvPr id="477" name="tx477"/>
            <p:cNvSpPr/>
            <p:nvPr/>
          </p:nvSpPr>
          <p:spPr>
            <a:xfrm rot="-5400000">
              <a:off x="3250317" y="8502098"/>
              <a:ext cx="499024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Jiangsu</a:t>
              </a:r>
            </a:p>
          </p:txBody>
        </p:sp>
        <p:sp>
          <p:nvSpPr>
            <p:cNvPr id="478" name="tx478"/>
            <p:cNvSpPr/>
            <p:nvPr/>
          </p:nvSpPr>
          <p:spPr>
            <a:xfrm rot="-5400000">
              <a:off x="3672276" y="8452542"/>
              <a:ext cx="370291" cy="106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Anhui</a:t>
              </a:r>
            </a:p>
          </p:txBody>
        </p:sp>
        <p:sp>
          <p:nvSpPr>
            <p:cNvPr id="479" name="tx479"/>
            <p:cNvSpPr/>
            <p:nvPr/>
          </p:nvSpPr>
          <p:spPr>
            <a:xfrm rot="-5400000">
              <a:off x="3907534" y="8530093"/>
              <a:ext cx="555367" cy="136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Zhejiang</a:t>
              </a:r>
            </a:p>
          </p:txBody>
        </p:sp>
        <p:sp>
          <p:nvSpPr>
            <p:cNvPr id="480" name="tx480"/>
            <p:cNvSpPr/>
            <p:nvPr/>
          </p:nvSpPr>
          <p:spPr>
            <a:xfrm rot="-5400000">
              <a:off x="4329528" y="8480572"/>
              <a:ext cx="426634" cy="1065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Henan</a:t>
              </a:r>
            </a:p>
          </p:txBody>
        </p:sp>
        <p:sp>
          <p:nvSpPr>
            <p:cNvPr id="481" name="tx481"/>
            <p:cNvSpPr/>
            <p:nvPr/>
          </p:nvSpPr>
          <p:spPr>
            <a:xfrm rot="-5400000">
              <a:off x="4599921" y="8520796"/>
              <a:ext cx="539248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Guangxi</a:t>
              </a:r>
            </a:p>
          </p:txBody>
        </p:sp>
        <p:sp>
          <p:nvSpPr>
            <p:cNvPr id="482" name="tx482"/>
            <p:cNvSpPr/>
            <p:nvPr/>
          </p:nvSpPr>
          <p:spPr>
            <a:xfrm rot="-5400000">
              <a:off x="4843520" y="8622807"/>
              <a:ext cx="7404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Neimenggu</a:t>
              </a:r>
            </a:p>
          </p:txBody>
        </p:sp>
        <p:sp>
          <p:nvSpPr>
            <p:cNvPr id="483" name="tx483"/>
            <p:cNvSpPr/>
            <p:nvPr/>
          </p:nvSpPr>
          <p:spPr>
            <a:xfrm rot="-5400000">
              <a:off x="5282799" y="8526310"/>
              <a:ext cx="547449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Liaoning</a:t>
              </a:r>
            </a:p>
          </p:txBody>
        </p:sp>
        <p:sp>
          <p:nvSpPr>
            <p:cNvPr id="484" name="tx484"/>
            <p:cNvSpPr/>
            <p:nvPr/>
          </p:nvSpPr>
          <p:spPr>
            <a:xfrm rot="-5400000">
              <a:off x="5724658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Hubei</a:t>
              </a:r>
            </a:p>
          </p:txBody>
        </p:sp>
        <p:sp>
          <p:nvSpPr>
            <p:cNvPr id="485" name="tx485"/>
            <p:cNvSpPr/>
            <p:nvPr/>
          </p:nvSpPr>
          <p:spPr>
            <a:xfrm rot="-5400000">
              <a:off x="5993566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Sichuan</a:t>
              </a:r>
            </a:p>
          </p:txBody>
        </p:sp>
        <p:sp>
          <p:nvSpPr>
            <p:cNvPr id="486" name="tx486"/>
            <p:cNvSpPr/>
            <p:nvPr/>
          </p:nvSpPr>
          <p:spPr>
            <a:xfrm rot="-5400000">
              <a:off x="6328466" y="8535430"/>
              <a:ext cx="539248" cy="1094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Guizhou</a:t>
              </a:r>
            </a:p>
          </p:txBody>
        </p:sp>
        <p:sp>
          <p:nvSpPr>
            <p:cNvPr id="487" name="tx487"/>
            <p:cNvSpPr/>
            <p:nvPr/>
          </p:nvSpPr>
          <p:spPr>
            <a:xfrm rot="-5400000">
              <a:off x="6670082" y="8510157"/>
              <a:ext cx="5151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Xinjiang</a:t>
              </a:r>
            </a:p>
          </p:txBody>
        </p:sp>
        <p:sp>
          <p:nvSpPr>
            <p:cNvPr id="488" name="tx488"/>
            <p:cNvSpPr/>
            <p:nvPr/>
          </p:nvSpPr>
          <p:spPr>
            <a:xfrm rot="-5400000">
              <a:off x="7045101" y="8477921"/>
              <a:ext cx="450670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Jiangxi</a:t>
              </a:r>
            </a:p>
          </p:txBody>
        </p:sp>
        <p:sp>
          <p:nvSpPr>
            <p:cNvPr id="489" name="tx489"/>
            <p:cNvSpPr/>
            <p:nvPr/>
          </p:nvSpPr>
          <p:spPr>
            <a:xfrm rot="-5400000">
              <a:off x="7281701" y="8581275"/>
              <a:ext cx="660205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Shandong</a:t>
              </a:r>
            </a:p>
          </p:txBody>
        </p:sp>
        <p:sp>
          <p:nvSpPr>
            <p:cNvPr id="490" name="tx490"/>
            <p:cNvSpPr/>
            <p:nvPr/>
          </p:nvSpPr>
          <p:spPr>
            <a:xfrm rot="-5400000">
              <a:off x="7741340" y="8496725"/>
              <a:ext cx="458799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Hainan</a:t>
              </a:r>
            </a:p>
          </p:txBody>
        </p:sp>
        <p:sp>
          <p:nvSpPr>
            <p:cNvPr id="491" name="tx491"/>
            <p:cNvSpPr/>
            <p:nvPr/>
          </p:nvSpPr>
          <p:spPr>
            <a:xfrm rot="-5400000">
              <a:off x="8047857" y="8500684"/>
              <a:ext cx="499024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Qinghai</a:t>
              </a:r>
            </a:p>
          </p:txBody>
        </p:sp>
        <p:sp>
          <p:nvSpPr>
            <p:cNvPr id="492" name="tx492"/>
            <p:cNvSpPr/>
            <p:nvPr/>
          </p:nvSpPr>
          <p:spPr>
            <a:xfrm rot="-5400000">
              <a:off x="8531496" y="8391922"/>
              <a:ext cx="249406" cy="1066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Jilin</a:t>
              </a:r>
            </a:p>
          </p:txBody>
        </p:sp>
        <p:sp>
          <p:nvSpPr>
            <p:cNvPr id="493" name="tx493"/>
            <p:cNvSpPr/>
            <p:nvPr/>
          </p:nvSpPr>
          <p:spPr>
            <a:xfrm rot="-5400000">
              <a:off x="8771843" y="8466575"/>
              <a:ext cx="426493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Tianjin</a:t>
              </a:r>
            </a:p>
          </p:txBody>
        </p:sp>
        <p:sp>
          <p:nvSpPr>
            <p:cNvPr id="494" name="tx494"/>
            <p:cNvSpPr/>
            <p:nvPr/>
          </p:nvSpPr>
          <p:spPr>
            <a:xfrm rot="-5400000">
              <a:off x="9019790" y="8557097"/>
              <a:ext cx="611851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Shanghai</a:t>
              </a:r>
            </a:p>
          </p:txBody>
        </p:sp>
        <p:sp>
          <p:nvSpPr>
            <p:cNvPr id="495" name="tx495"/>
            <p:cNvSpPr/>
            <p:nvPr/>
          </p:nvSpPr>
          <p:spPr>
            <a:xfrm rot="-5400000">
              <a:off x="9428494" y="8494004"/>
              <a:ext cx="48283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Ningxia</a:t>
              </a:r>
            </a:p>
          </p:txBody>
        </p:sp>
        <p:sp>
          <p:nvSpPr>
            <p:cNvPr id="496" name="tx496"/>
            <p:cNvSpPr/>
            <p:nvPr/>
          </p:nvSpPr>
          <p:spPr>
            <a:xfrm rot="-5400000">
              <a:off x="9614267" y="8651014"/>
              <a:ext cx="79685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Heilongjiang</a:t>
              </a:r>
            </a:p>
          </p:txBody>
        </p:sp>
        <p:sp>
          <p:nvSpPr>
            <p:cNvPr id="497" name="tx497"/>
            <p:cNvSpPr/>
            <p:nvPr/>
          </p:nvSpPr>
          <p:spPr>
            <a:xfrm rot="-5400000">
              <a:off x="10138166" y="8469897"/>
              <a:ext cx="43462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Beijing</a:t>
              </a:r>
            </a:p>
          </p:txBody>
        </p:sp>
        <p:sp>
          <p:nvSpPr>
            <p:cNvPr id="498" name="tx498"/>
            <p:cNvSpPr/>
            <p:nvPr/>
          </p:nvSpPr>
          <p:spPr>
            <a:xfrm rot="-5400000">
              <a:off x="10501838" y="8450492"/>
              <a:ext cx="394327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Fujian</a:t>
              </a:r>
            </a:p>
          </p:txBody>
        </p:sp>
        <p:sp>
          <p:nvSpPr>
            <p:cNvPr id="499" name="tx499"/>
            <p:cNvSpPr/>
            <p:nvPr/>
          </p:nvSpPr>
          <p:spPr>
            <a:xfrm rot="-5400000">
              <a:off x="10661242" y="8629558"/>
              <a:ext cx="756772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Guangdong</a:t>
              </a:r>
            </a:p>
          </p:txBody>
        </p:sp>
        <p:sp>
          <p:nvSpPr>
            <p:cNvPr id="500" name="tx500"/>
            <p:cNvSpPr/>
            <p:nvPr/>
          </p:nvSpPr>
          <p:spPr>
            <a:xfrm rot="-5400000">
              <a:off x="11209176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Hebei</a:t>
              </a:r>
            </a:p>
          </p:txBody>
        </p:sp>
        <p:sp>
          <p:nvSpPr>
            <p:cNvPr id="501" name="tx501"/>
            <p:cNvSpPr/>
            <p:nvPr/>
          </p:nvSpPr>
          <p:spPr>
            <a:xfrm rot="-5400000">
              <a:off x="11375013" y="8601351"/>
              <a:ext cx="700359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Chongqing</a:t>
              </a:r>
            </a:p>
          </p:txBody>
        </p:sp>
        <p:sp>
          <p:nvSpPr>
            <p:cNvPr id="502" name="tx502"/>
            <p:cNvSpPr/>
            <p:nvPr/>
          </p:nvSpPr>
          <p:spPr>
            <a:xfrm rot="-5400000">
              <a:off x="11861126" y="8487005"/>
              <a:ext cx="44268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Shanxi</a:t>
              </a:r>
            </a:p>
          </p:txBody>
        </p:sp>
        <p:sp>
          <p:nvSpPr>
            <p:cNvPr id="503" name="tx503"/>
            <p:cNvSpPr/>
            <p:nvPr/>
          </p:nvSpPr>
          <p:spPr>
            <a:xfrm rot="-5400000">
              <a:off x="12049938" y="8614819"/>
              <a:ext cx="72446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Hong Kong</a:t>
              </a:r>
            </a:p>
          </p:txBody>
        </p:sp>
        <p:sp>
          <p:nvSpPr>
            <p:cNvPr id="504" name="tx504"/>
            <p:cNvSpPr/>
            <p:nvPr/>
          </p:nvSpPr>
          <p:spPr>
            <a:xfrm rot="-5400000">
              <a:off x="12536334" y="8500684"/>
              <a:ext cx="466717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Taiwan</a:t>
              </a:r>
            </a:p>
          </p:txBody>
        </p:sp>
        <p:sp>
          <p:nvSpPr>
            <p:cNvPr id="505" name="tx505"/>
            <p:cNvSpPr/>
            <p:nvPr/>
          </p:nvSpPr>
          <p:spPr>
            <a:xfrm rot="-5400000">
              <a:off x="12895199" y="8484601"/>
              <a:ext cx="434552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Macau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7116903" y="9240566"/>
              <a:ext cx="681870" cy="129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Province</a:t>
              </a:r>
            </a:p>
          </p:txBody>
        </p:sp>
        <p:sp>
          <p:nvSpPr>
            <p:cNvPr id="507" name="tx507"/>
            <p:cNvSpPr/>
            <p:nvPr/>
          </p:nvSpPr>
          <p:spPr>
            <a:xfrm rot="-5400000">
              <a:off x="302238" y="5169396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508" name="tx508"/>
            <p:cNvSpPr/>
            <p:nvPr/>
          </p:nvSpPr>
          <p:spPr>
            <a:xfrm rot="5400000">
              <a:off x="13443141" y="5152666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509" name="rc509"/>
            <p:cNvSpPr/>
            <p:nvPr/>
          </p:nvSpPr>
          <p:spPr>
            <a:xfrm>
              <a:off x="3745980" y="1315087"/>
              <a:ext cx="7423718" cy="743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3828221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3838858" y="140796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657602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668238" y="140796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7568627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7579264" y="140796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9340533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9351169" y="140796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3828221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3838858" y="1628462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657602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668238" y="162846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7568627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579264" y="162846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9340533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9351169" y="162846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3828221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3838858" y="1848960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657602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668238" y="1848960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568627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579264" y="1848960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tx532"/>
            <p:cNvSpPr/>
            <p:nvPr/>
          </p:nvSpPr>
          <p:spPr>
            <a:xfrm>
              <a:off x="4216463" y="140765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6045844" y="140765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7956869" y="140765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9728775" y="140765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4216463" y="1628149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6045844" y="162814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7956869" y="162814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9728775" y="162814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4216463" y="1848647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6045844" y="1848647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7956869" y="1848647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2026-03-19T11:02:15Z</dcterms:modified>
</cp:coreProperties>
</file>