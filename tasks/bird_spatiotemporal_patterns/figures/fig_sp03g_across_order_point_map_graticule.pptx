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0f9e288ac30865d5e349906e35cf81f8f675b5f4.emf"/>
<Relationship Id="rId3" Type="http://schemas.openxmlformats.org/officeDocument/2006/relationships/image" Target="../media/ebfcf423289fdb3ecdbadff11f2c0a6bd0c68140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818120" y="5362956"/>
            <a:ext cx="1307592" cy="1488186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2026-03-19T10:22:37Z</dcterms:modified>
  <cp:category/>
</cp:coreProperties>
</file>