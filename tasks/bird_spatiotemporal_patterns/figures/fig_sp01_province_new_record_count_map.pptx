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ae1f61ee00b4e1f262b8bb2c08f5dd52da725a65.emf"/>
<Relationship Id="rId3" Type="http://schemas.openxmlformats.org/officeDocument/2006/relationships/image" Target="../media/17ce41f9b48096e4838fd0243a410b56a2773a8b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818120" y="5362956"/>
            <a:ext cx="1307592" cy="1488186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2026-03-19T10:22:31Z</dcterms:modified>
  <cp:category/>
</cp:coreProperties>
</file>