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8760bd815b323c2c089831e94a9c64bb88763bc.emf"/>
<Relationship Id="rId3" Type="http://schemas.openxmlformats.org/officeDocument/2006/relationships/image" Target="../media/4da49afcadce62da07fa56ba071eb3222307972a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2026-03-19T07:00:50Z</dcterms:modified>
  <cp:category/>
</cp:coreProperties>
</file>