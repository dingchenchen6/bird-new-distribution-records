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947fd2993a32a9263c0b18dd959b2205306f2dd2.emf"/>
<Relationship Id="rId3" Type="http://schemas.openxmlformats.org/officeDocument/2006/relationships/image" Target="../media/df82972e5ea97ec30e024218d6f604edd5f18bef.emf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7699248" y="5266944"/>
            <a:ext cx="1426464" cy="158762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2026-04-21T10:33:08Z</dcterms:modified>
  <cp:category/>
</cp:coreProperties>
</file>