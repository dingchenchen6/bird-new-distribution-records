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5ead83c1ea35e0e70b75882907dc435f1cff8d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2026-03-19T05:50:27Z</dcterms:modified>
  <cp:category/>
</cp:coreProperties>
</file>