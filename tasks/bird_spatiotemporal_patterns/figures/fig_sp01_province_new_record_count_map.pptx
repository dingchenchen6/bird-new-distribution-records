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2106fec35f1c077c267cbd2c00541053dd4b01e.emf"/>
<Relationship Id="rId3" Type="http://schemas.openxmlformats.org/officeDocument/2006/relationships/image" Target="../media/3a0451fa3bcff702a796a3ffc7afc0053c36d571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543800" y="5225796"/>
            <a:ext cx="1554480" cy="161163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2026-03-19T09:58:55Z</dcterms:modified>
  <cp:category/>
</cp:coreProperties>
</file>