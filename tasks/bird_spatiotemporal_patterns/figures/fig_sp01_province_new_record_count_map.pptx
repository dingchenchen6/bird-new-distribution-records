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d0cca483154c1811e4a93d9af2000fc4729e6f2.emf"/>
<Relationship Id="rId3" Type="http://schemas.openxmlformats.org/officeDocument/2006/relationships/image" Target="../media/4da49afcadce62da07fa56ba071eb3222307972a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315200" y="4732020"/>
            <a:ext cx="1783080" cy="19888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2026-03-19T08:23:54Z</dcterms:modified>
  <cp:category/>
</cp:coreProperties>
</file>