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ingchenchen/Documents/New records/bird-new-distribution-records/tasks/bird_spatiotemporal_patterns/figures/fig_sp03_across_order_point_map_editable_v4_mai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Users/dingchenchen/Documents/New records/bird-new-distribution-records/tasks/bird_spatiotemporal_patterns/figures/fig_sp03_across_order_point_map_editable_v4_inset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65407" y="5266944"/>
            <a:ext cx="1901904" cy="15876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fig_sp03_across_order_point_map_editable_v4</dc:title>
  <dc:subject>Bird new-record editable map export</dc:subject>
  <dc:creator>Codex</dc:creator>
  <cp:lastModifiedBy>Codex</cp:lastModifiedBy>
  <cp:revision>1</cp:revision>
  <dcterms:created xsi:type="dcterms:W3CDTF">2026-04-21T11:12:45Z</dcterms:created>
  <dcterms:modified xsi:type="dcterms:W3CDTF">2026-04-21T11:12:45Z</dcterms:modified>
</cp:coreProperties>
</file>