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71442"/>
            <a:ext cx="12984480" cy="7955280"/>
            <a:chOff x="1051560" y="1371442"/>
            <a:chExt cx="12984480" cy="7955280"/>
          </a:xfrm>
        </p:grpSpPr>
        <p:sp>
          <p:nvSpPr>
            <p:cNvPr id="3" name="rc3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847181"/>
              <a:ext cx="11723157" cy="571726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7010839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545723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903632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03648" y="8440155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03648" y="8378011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03648" y="8315866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03648" y="8191578"/>
              <a:ext cx="322163" cy="1242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03648" y="8440155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03648" y="8502299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03648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03648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51097" y="819157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151097" y="8129434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151097" y="8067290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151097" y="8502299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151097" y="8378011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151097" y="7880857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151097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151097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151097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151097" y="844015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151097" y="8440155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598545" y="8315866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598545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598545" y="8378011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598545" y="8067290"/>
              <a:ext cx="322163" cy="24857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598545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98545" y="850229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045994" y="8253722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45994" y="8253722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045994" y="8253722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045994" y="8378011"/>
              <a:ext cx="322163" cy="18643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045994" y="7943001"/>
              <a:ext cx="322163" cy="31072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045994" y="8315866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045994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045994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493443" y="8378011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493443" y="8315866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493443" y="8315866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493443" y="8502299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493443" y="8440155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493443" y="8129434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493443" y="8378011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493443" y="850229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940892" y="8315866"/>
              <a:ext cx="322163" cy="621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940892" y="8129434"/>
              <a:ext cx="322163" cy="18643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940892" y="8378011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940892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940892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940892" y="8378011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940892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388340" y="7694425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388340" y="7570137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388340" y="7010839"/>
              <a:ext cx="322163" cy="55929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88340" y="8005146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388340" y="8129434"/>
              <a:ext cx="322163" cy="124288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388340" y="8378011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388340" y="800514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388340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388340" y="5519380"/>
              <a:ext cx="322163" cy="14914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388340" y="7756569"/>
              <a:ext cx="322163" cy="24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88340" y="8315866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388340" y="8315866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388340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388340" y="8440155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388340" y="8129434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388340" y="8253722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835789" y="819157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4835789" y="8067290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4835789" y="7756569"/>
              <a:ext cx="322163" cy="31072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4835789" y="8378011"/>
              <a:ext cx="322163" cy="124288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4835789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483578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4835789" y="6824407"/>
              <a:ext cx="322163" cy="93216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4835789" y="8315866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4835789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4835789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4835789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5283238" y="8191578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283238" y="8067290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5283238" y="7943001"/>
              <a:ext cx="322163" cy="12428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5283238" y="831586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5283238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5283238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5283238" y="831586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528323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5283238" y="7321560"/>
              <a:ext cx="322163" cy="6214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5283238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5283238" y="8440155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5283238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5283238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5283238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5283238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5730687" y="8253722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5730687" y="8191578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5730687" y="8005146"/>
              <a:ext cx="322163" cy="18643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5730687" y="844015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5730687" y="8440155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730687" y="8502299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730687" y="8315866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730687" y="7197272"/>
              <a:ext cx="322163" cy="80787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730687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730687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730687" y="844015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5730687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6178135" y="7880857"/>
              <a:ext cx="322163" cy="31072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6178135" y="7694425"/>
              <a:ext cx="322163" cy="18643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6178135" y="8502299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6178135" y="7259416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6178135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6178135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6178135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6178135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617813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6178135" y="5519380"/>
              <a:ext cx="322163" cy="1740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6178135" y="8191578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6178135" y="8440155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6178135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6178135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6178135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6625584" y="8005146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6625584" y="7880857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6625584" y="7383704"/>
              <a:ext cx="322163" cy="4971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6625584" y="8502299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6625584" y="8191578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6625584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6625584" y="8067290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6625584" y="6016533"/>
              <a:ext cx="322163" cy="13671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6625584" y="8067290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6625584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6625584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6625584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6625584" y="8440155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7073033" y="8067290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7073033" y="8005146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7073033" y="7756569"/>
              <a:ext cx="322163" cy="24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7073033" y="831586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7073033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7073033" y="8440155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7073033" y="8253722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7073033" y="7135128"/>
              <a:ext cx="322163" cy="62144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7073033" y="8253722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7073033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7073033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7073033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7073033" y="831586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7073033" y="8378011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7520482" y="7756569"/>
              <a:ext cx="322163" cy="31072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7520482" y="7756569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7520482" y="7321560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7520482" y="8378011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7520482" y="8440155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7520482" y="8191578"/>
              <a:ext cx="322163" cy="18643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7520482" y="6016533"/>
              <a:ext cx="322163" cy="130502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7520482" y="8067290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7520482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7520482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7520482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7520482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7967930" y="7756569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7967930" y="7632281"/>
              <a:ext cx="322163" cy="12428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7967930" y="8440155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7967930" y="7197272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7967930" y="8191578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7967930" y="8005146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7967930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7967930" y="8502299"/>
              <a:ext cx="322163" cy="62144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7967930" y="8315866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7967930" y="8005146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7967930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7967930" y="5643668"/>
              <a:ext cx="322163" cy="15536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7967930" y="7880857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7967930" y="8129434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7967930" y="8253722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7967930" y="8378011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7967930" y="8315866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7967930" y="800514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7967930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8415379" y="7943001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8415379" y="7880857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8415379" y="7632281"/>
              <a:ext cx="322163" cy="24857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8415379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8415379" y="8440155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8415379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8415379" y="6451542"/>
              <a:ext cx="322163" cy="118073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8415379" y="8129434"/>
              <a:ext cx="322163" cy="18643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8415379" y="8502299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8415379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8415379" y="8378011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8415379" y="8502299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8862828" y="7756569"/>
              <a:ext cx="322163" cy="18643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8862828" y="7570137"/>
              <a:ext cx="322163" cy="18643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8862828" y="7383704"/>
              <a:ext cx="322163" cy="18643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8862828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8862828" y="8067290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8862828" y="8129434"/>
              <a:ext cx="322163" cy="18643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8862828" y="8315866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8862828" y="806729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8862828" y="5954389"/>
              <a:ext cx="322163" cy="14293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8862828" y="7943001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8862828" y="8315866"/>
              <a:ext cx="322163" cy="186432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8862828" y="8502299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8862828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8862828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9310277" y="7383704"/>
              <a:ext cx="322163" cy="621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9310277" y="6886551"/>
              <a:ext cx="322163" cy="49715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9310277" y="6451542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9310277" y="8378011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9310277" y="7880857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9310277" y="8005146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9310277" y="8191578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9310277" y="8191578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9310277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9310277" y="7756569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9310277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9310277" y="4276497"/>
              <a:ext cx="322163" cy="21750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9310277" y="7445848"/>
              <a:ext cx="322163" cy="31072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9310277" y="8253722"/>
              <a:ext cx="322163" cy="124288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9310277" y="8378011"/>
              <a:ext cx="322163" cy="124288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9310277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9310277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9310277" y="8005146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9310277" y="8067290"/>
              <a:ext cx="322163" cy="124288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9757725" y="7507992"/>
              <a:ext cx="322163" cy="24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9757725" y="7197272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9757725" y="8440155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9757725" y="6762263"/>
              <a:ext cx="322163" cy="43500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9757725" y="8129434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9757725" y="7818713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9757725" y="7880857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9757725" y="8005146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9757725" y="8502299"/>
              <a:ext cx="322163" cy="62144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9757725" y="8067290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9757725" y="8378011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9757725" y="7818713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975772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9757725" y="4960082"/>
              <a:ext cx="322163" cy="180218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9757725" y="7756569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9757725" y="8067290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9757725" y="8253722"/>
              <a:ext cx="322163" cy="124288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9757725" y="8440155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9757725" y="8440155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9757725" y="7880857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9757725" y="7943001"/>
              <a:ext cx="322163" cy="62144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10205174" y="7445848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10205174" y="7072983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10205174" y="8502299"/>
              <a:ext cx="322163" cy="62144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10205174" y="6016533"/>
              <a:ext cx="322163" cy="10564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10205174" y="8315866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10205174" y="7943001"/>
              <a:ext cx="322163" cy="62144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10205174" y="8129434"/>
              <a:ext cx="322163" cy="124288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10205174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10205174" y="8378011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10205174" y="7880857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10205174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10205174" y="4027920"/>
              <a:ext cx="322163" cy="19886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10205174" y="7570137"/>
              <a:ext cx="322163" cy="31072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10205174" y="8253722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10205174" y="8315866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10205174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10205174" y="8378011"/>
              <a:ext cx="322163" cy="124288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10205174" y="8005146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10205174" y="8253722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0652623" y="8129434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0652623" y="8067290"/>
              <a:ext cx="322163" cy="621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10652623" y="7694425"/>
              <a:ext cx="322163" cy="3728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10652623" y="8378011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10652623" y="8378011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10652623" y="8440155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10652623" y="8315866"/>
              <a:ext cx="322163" cy="62144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10652623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10652623" y="5954389"/>
              <a:ext cx="322163" cy="174003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10652623" y="825372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10652623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10652623" y="8378011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10652623" y="84401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11100072" y="6886551"/>
              <a:ext cx="322163" cy="49715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11100072" y="6637974"/>
              <a:ext cx="322163" cy="24857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11100072" y="5830100"/>
              <a:ext cx="322163" cy="8078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11100072" y="8315866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11100072" y="7632281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11100072" y="781871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11100072" y="8005146"/>
              <a:ext cx="322163" cy="62144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11100072" y="8067290"/>
              <a:ext cx="322163" cy="18643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11100072" y="8440155"/>
              <a:ext cx="322163" cy="62144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11100072" y="7507992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11100072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11100072" y="4835794"/>
              <a:ext cx="322163" cy="99430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11100072" y="7383704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11100072" y="8253722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11100072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11100072" y="8502299"/>
              <a:ext cx="322163" cy="62144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11100072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11100072" y="7756569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11100072" y="7818713"/>
              <a:ext cx="322163" cy="18643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11547520" y="7321560"/>
              <a:ext cx="322163" cy="12428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11547520" y="6948695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1547520" y="6575830"/>
              <a:ext cx="322163" cy="3728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11547520" y="8440155"/>
              <a:ext cx="32216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11547520" y="7818713"/>
              <a:ext cx="322163" cy="18643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11547520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11547520" y="8129434"/>
              <a:ext cx="322163" cy="12428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11547520" y="8253722"/>
              <a:ext cx="322163" cy="124288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11547520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11547520" y="7570137"/>
              <a:ext cx="322163" cy="248576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11547520" y="4649361"/>
              <a:ext cx="322163" cy="19264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11547520" y="7445848"/>
              <a:ext cx="322163" cy="124288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11547520" y="8378011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11547520" y="8440155"/>
              <a:ext cx="322163" cy="62144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11547520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11547520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11547520" y="8005146"/>
              <a:ext cx="322163" cy="62144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11547520" y="8129434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11994969" y="6948695"/>
              <a:ext cx="322163" cy="55929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11994969" y="6637974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11994969" y="6140821"/>
              <a:ext cx="322163" cy="49715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11994969" y="8378011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11994969" y="7880857"/>
              <a:ext cx="322163" cy="248576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11994969" y="8315866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11994969" y="8440155"/>
              <a:ext cx="322163" cy="12428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11994969" y="7570137"/>
              <a:ext cx="322163" cy="31072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11994969" y="3779343"/>
              <a:ext cx="322163" cy="23614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11994969" y="7507992"/>
              <a:ext cx="322163" cy="621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11994969" y="8440155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11994969" y="8564443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11994969" y="8129434"/>
              <a:ext cx="322163" cy="18643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11994969" y="8378011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12442418" y="6948695"/>
              <a:ext cx="322163" cy="24857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12442418" y="6575830"/>
              <a:ext cx="322163" cy="3728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12442418" y="5830100"/>
              <a:ext cx="322163" cy="745729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12442418" y="8378011"/>
              <a:ext cx="322163" cy="124288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12442418" y="7507992"/>
              <a:ext cx="322163" cy="124288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12442418" y="7756569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12442418" y="8005146"/>
              <a:ext cx="322163" cy="124288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12442418" y="8129434"/>
              <a:ext cx="322163" cy="18643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12442418" y="8502299"/>
              <a:ext cx="32216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12442418" y="7383704"/>
              <a:ext cx="322163" cy="12428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12442418" y="2847181"/>
              <a:ext cx="322163" cy="298291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12442418" y="7197272"/>
              <a:ext cx="322163" cy="18643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12442418" y="8315866"/>
              <a:ext cx="322163" cy="62144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12442418" y="8502299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12442418" y="8564443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12442418" y="8502299"/>
              <a:ext cx="322163" cy="62144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12442418" y="7632281"/>
              <a:ext cx="322163" cy="124288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12442418" y="7818713"/>
              <a:ext cx="322163" cy="18643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12889867" y="7259416"/>
              <a:ext cx="322163" cy="3728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12889867" y="6948695"/>
              <a:ext cx="322163" cy="31072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12889867" y="5892244"/>
              <a:ext cx="322163" cy="10564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12889867" y="8315866"/>
              <a:ext cx="322163" cy="62144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12889867" y="806729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12889867" y="8067290"/>
              <a:ext cx="322163" cy="621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12889867" y="8253722"/>
              <a:ext cx="32216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12889867" y="8253722"/>
              <a:ext cx="322163" cy="62144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12889867" y="8378011"/>
              <a:ext cx="322163" cy="124288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12889867" y="7880857"/>
              <a:ext cx="322163" cy="18643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12889867" y="8502299"/>
              <a:ext cx="322163" cy="621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12889867" y="3592911"/>
              <a:ext cx="322163" cy="229933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12889867" y="7632281"/>
              <a:ext cx="322163" cy="248576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12889867" y="8315866"/>
              <a:ext cx="32216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12889867" y="8378011"/>
              <a:ext cx="32216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12889867" y="8502299"/>
              <a:ext cx="32216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12889867" y="806729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12889867" y="8129434"/>
              <a:ext cx="322163" cy="124288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1864730" y="3045735"/>
              <a:ext cx="11186218" cy="5158792"/>
            </a:xfrm>
            <a:custGeom>
              <a:avLst/>
              <a:pathLst>
                <a:path w="11186218" h="5158792">
                  <a:moveTo>
                    <a:pt x="0" y="5158792"/>
                  </a:moveTo>
                  <a:lnTo>
                    <a:pt x="447448" y="4858862"/>
                  </a:lnTo>
                  <a:lnTo>
                    <a:pt x="894897" y="5038820"/>
                  </a:lnTo>
                  <a:lnTo>
                    <a:pt x="1342346" y="4918848"/>
                  </a:lnTo>
                  <a:lnTo>
                    <a:pt x="1789794" y="5098806"/>
                  </a:lnTo>
                  <a:lnTo>
                    <a:pt x="2237243" y="5098806"/>
                  </a:lnTo>
                  <a:lnTo>
                    <a:pt x="2684692" y="2579396"/>
                  </a:lnTo>
                  <a:lnTo>
                    <a:pt x="3132141" y="3839101"/>
                  </a:lnTo>
                  <a:lnTo>
                    <a:pt x="3579589" y="4318989"/>
                  </a:lnTo>
                  <a:lnTo>
                    <a:pt x="4027038" y="4199017"/>
                  </a:lnTo>
                  <a:lnTo>
                    <a:pt x="4474487" y="2579396"/>
                  </a:lnTo>
                  <a:lnTo>
                    <a:pt x="4921936" y="3059283"/>
                  </a:lnTo>
                  <a:lnTo>
                    <a:pt x="5369384" y="4139031"/>
                  </a:lnTo>
                  <a:lnTo>
                    <a:pt x="5816833" y="3059283"/>
                  </a:lnTo>
                  <a:lnTo>
                    <a:pt x="6264282" y="2699368"/>
                  </a:lnTo>
                  <a:lnTo>
                    <a:pt x="6711731" y="3479185"/>
                  </a:lnTo>
                  <a:lnTo>
                    <a:pt x="7159179" y="2999298"/>
                  </a:lnTo>
                  <a:lnTo>
                    <a:pt x="7606628" y="1379677"/>
                  </a:lnTo>
                  <a:lnTo>
                    <a:pt x="8054077" y="2039522"/>
                  </a:lnTo>
                  <a:lnTo>
                    <a:pt x="8501526" y="1139733"/>
                  </a:lnTo>
                  <a:lnTo>
                    <a:pt x="8948974" y="2999298"/>
                  </a:lnTo>
                  <a:lnTo>
                    <a:pt x="9396423" y="1919550"/>
                  </a:lnTo>
                  <a:lnTo>
                    <a:pt x="9843872" y="1739592"/>
                  </a:lnTo>
                  <a:lnTo>
                    <a:pt x="10291321" y="899789"/>
                  </a:lnTo>
                  <a:lnTo>
                    <a:pt x="10738769" y="0"/>
                  </a:lnTo>
                  <a:lnTo>
                    <a:pt x="11186218" y="719831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1829600" y="816939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277049" y="786946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724497" y="804942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171946" y="792945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19395" y="810941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066844" y="810941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514292" y="55900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61741" y="684970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409190" y="73295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856639" y="72096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304087" y="55900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6751536" y="606988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7198985" y="71496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7646434" y="606988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8093882" y="570997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8541331" y="64897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8988780" y="60099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9436229" y="439028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9883677" y="505012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10331126" y="41503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10778575" y="60099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1226024" y="493015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1673472" y="475019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12120921" y="39103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12568370" y="30106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3015819" y="37304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1596260" y="2847181"/>
              <a:ext cx="0" cy="5717261"/>
            </a:xfrm>
            <a:custGeom>
              <a:avLst/>
              <a:pathLst>
                <a:path w="0" h="5717261">
                  <a:moveTo>
                    <a:pt x="0" y="571726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tx584"/>
            <p:cNvSpPr/>
            <p:nvPr/>
          </p:nvSpPr>
          <p:spPr>
            <a:xfrm>
              <a:off x="1440310" y="851146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85" name="tx585"/>
            <p:cNvSpPr/>
            <p:nvPr/>
          </p:nvSpPr>
          <p:spPr>
            <a:xfrm>
              <a:off x="1358378" y="6957716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86" name="tx586"/>
            <p:cNvSpPr/>
            <p:nvPr/>
          </p:nvSpPr>
          <p:spPr>
            <a:xfrm>
              <a:off x="1358378" y="5404256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1358378" y="3852595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88" name="pl588"/>
            <p:cNvSpPr/>
            <p:nvPr/>
          </p:nvSpPr>
          <p:spPr>
            <a:xfrm>
              <a:off x="1555139" y="856444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1555139" y="7010839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1555139" y="545723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1555139" y="390363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13319417" y="2847181"/>
              <a:ext cx="0" cy="5717261"/>
            </a:xfrm>
            <a:custGeom>
              <a:avLst/>
              <a:pathLst>
                <a:path w="0" h="5717261">
                  <a:moveTo>
                    <a:pt x="0" y="5717261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13319417" y="856444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13319417" y="697631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13319417" y="538818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13319417" y="3800058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tx597"/>
            <p:cNvSpPr/>
            <p:nvPr/>
          </p:nvSpPr>
          <p:spPr>
            <a:xfrm>
              <a:off x="13393435" y="851146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13393435" y="6923048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599" name="tx599"/>
            <p:cNvSpPr/>
            <p:nvPr/>
          </p:nvSpPr>
          <p:spPr>
            <a:xfrm>
              <a:off x="13393435" y="5335207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600" name="tx600"/>
            <p:cNvSpPr/>
            <p:nvPr/>
          </p:nvSpPr>
          <p:spPr>
            <a:xfrm>
              <a:off x="13393435" y="3747583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601" name="pl601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1864730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231217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275962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320707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3654525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410197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454942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499687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544431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589176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33921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78666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723411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768156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812901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857646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902390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947135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991880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1036625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1081370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1126115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1170860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1215605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1260349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1305094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tx628"/>
            <p:cNvSpPr/>
            <p:nvPr/>
          </p:nvSpPr>
          <p:spPr>
            <a:xfrm rot="-2100000">
              <a:off x="160141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2100000">
              <a:off x="204886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630" name="tx630"/>
            <p:cNvSpPr/>
            <p:nvPr/>
          </p:nvSpPr>
          <p:spPr>
            <a:xfrm rot="-2100000">
              <a:off x="249631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631" name="tx631"/>
            <p:cNvSpPr/>
            <p:nvPr/>
          </p:nvSpPr>
          <p:spPr>
            <a:xfrm rot="-2100000">
              <a:off x="294376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632" name="tx632"/>
            <p:cNvSpPr/>
            <p:nvPr/>
          </p:nvSpPr>
          <p:spPr>
            <a:xfrm rot="-2100000">
              <a:off x="339121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633" name="tx633"/>
            <p:cNvSpPr/>
            <p:nvPr/>
          </p:nvSpPr>
          <p:spPr>
            <a:xfrm rot="-2100000">
              <a:off x="383865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634" name="tx634"/>
            <p:cNvSpPr/>
            <p:nvPr/>
          </p:nvSpPr>
          <p:spPr>
            <a:xfrm rot="-2100000">
              <a:off x="4286087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635" name="tx635"/>
            <p:cNvSpPr/>
            <p:nvPr/>
          </p:nvSpPr>
          <p:spPr>
            <a:xfrm rot="-2100000">
              <a:off x="473355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636" name="tx636"/>
            <p:cNvSpPr/>
            <p:nvPr/>
          </p:nvSpPr>
          <p:spPr>
            <a:xfrm rot="-2100000">
              <a:off x="5180964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637" name="tx637"/>
            <p:cNvSpPr/>
            <p:nvPr/>
          </p:nvSpPr>
          <p:spPr>
            <a:xfrm rot="-2100000">
              <a:off x="5628433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638" name="tx638"/>
            <p:cNvSpPr/>
            <p:nvPr/>
          </p:nvSpPr>
          <p:spPr>
            <a:xfrm rot="-2100000">
              <a:off x="607590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639" name="tx639"/>
            <p:cNvSpPr/>
            <p:nvPr/>
          </p:nvSpPr>
          <p:spPr>
            <a:xfrm rot="-2100000">
              <a:off x="652335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640" name="tx640"/>
            <p:cNvSpPr/>
            <p:nvPr/>
          </p:nvSpPr>
          <p:spPr>
            <a:xfrm rot="-2100000">
              <a:off x="697080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641" name="tx641"/>
            <p:cNvSpPr/>
            <p:nvPr/>
          </p:nvSpPr>
          <p:spPr>
            <a:xfrm rot="-2100000">
              <a:off x="741824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642" name="tx642"/>
            <p:cNvSpPr/>
            <p:nvPr/>
          </p:nvSpPr>
          <p:spPr>
            <a:xfrm rot="-2100000">
              <a:off x="786569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643" name="tx643"/>
            <p:cNvSpPr/>
            <p:nvPr/>
          </p:nvSpPr>
          <p:spPr>
            <a:xfrm rot="-2100000">
              <a:off x="831314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644" name="tx644"/>
            <p:cNvSpPr/>
            <p:nvPr/>
          </p:nvSpPr>
          <p:spPr>
            <a:xfrm rot="-2100000">
              <a:off x="8760575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645" name="tx645"/>
            <p:cNvSpPr/>
            <p:nvPr/>
          </p:nvSpPr>
          <p:spPr>
            <a:xfrm rot="-2100000">
              <a:off x="920804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646" name="tx646"/>
            <p:cNvSpPr/>
            <p:nvPr/>
          </p:nvSpPr>
          <p:spPr>
            <a:xfrm rot="-2100000">
              <a:off x="9655452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647" name="tx647"/>
            <p:cNvSpPr/>
            <p:nvPr/>
          </p:nvSpPr>
          <p:spPr>
            <a:xfrm rot="-2100000">
              <a:off x="10102921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648" name="tx648"/>
            <p:cNvSpPr/>
            <p:nvPr/>
          </p:nvSpPr>
          <p:spPr>
            <a:xfrm rot="-2100000">
              <a:off x="1055039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649" name="tx649"/>
            <p:cNvSpPr/>
            <p:nvPr/>
          </p:nvSpPr>
          <p:spPr>
            <a:xfrm rot="-2100000">
              <a:off x="1099783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650" name="tx650"/>
            <p:cNvSpPr/>
            <p:nvPr/>
          </p:nvSpPr>
          <p:spPr>
            <a:xfrm rot="-2100000">
              <a:off x="1144528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651" name="tx651"/>
            <p:cNvSpPr/>
            <p:nvPr/>
          </p:nvSpPr>
          <p:spPr>
            <a:xfrm rot="-2100000">
              <a:off x="1189273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652" name="tx652"/>
            <p:cNvSpPr/>
            <p:nvPr/>
          </p:nvSpPr>
          <p:spPr>
            <a:xfrm rot="-2100000">
              <a:off x="1234018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653" name="tx653"/>
            <p:cNvSpPr/>
            <p:nvPr/>
          </p:nvSpPr>
          <p:spPr>
            <a:xfrm rot="-2100000">
              <a:off x="1278763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654" name="tx654"/>
            <p:cNvSpPr/>
            <p:nvPr/>
          </p:nvSpPr>
          <p:spPr>
            <a:xfrm>
              <a:off x="7272738" y="9057771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655" name="tx655"/>
            <p:cNvSpPr/>
            <p:nvPr/>
          </p:nvSpPr>
          <p:spPr>
            <a:xfrm rot="-5400000">
              <a:off x="302238" y="5640303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656" name="tx656"/>
            <p:cNvSpPr/>
            <p:nvPr/>
          </p:nvSpPr>
          <p:spPr>
            <a:xfrm rot="5400000">
              <a:off x="13443141" y="5623573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657" name="rc657"/>
            <p:cNvSpPr/>
            <p:nvPr/>
          </p:nvSpPr>
          <p:spPr>
            <a:xfrm>
              <a:off x="2425980" y="1497967"/>
              <a:ext cx="10063718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508221" y="158020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518857" y="159084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4247541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4258177" y="159084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6322503" y="158020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6333139" y="159084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8642830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8653467" y="159084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10660317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10670954" y="1590844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508221" y="180070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518857" y="181134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4247541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4258177" y="181134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6322503" y="180070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6333139" y="181134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8642830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8653467" y="1811342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10660317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10670954" y="1811342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508221" y="202120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518857" y="2031840"/>
              <a:ext cx="284727" cy="11698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4247541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4258177" y="2031840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6322503" y="202120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6333139" y="2031840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8642830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8653467" y="2031840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10660317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10670954" y="2031840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508221" y="224170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518857" y="2252338"/>
              <a:ext cx="284727" cy="116983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4247541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4258177" y="2252338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6322503" y="224170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6333139" y="2252338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8642830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8653467" y="2252338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10660317" y="224170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10670954" y="2252338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508221" y="2462200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518857" y="2472836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tx700"/>
            <p:cNvSpPr/>
            <p:nvPr/>
          </p:nvSpPr>
          <p:spPr>
            <a:xfrm>
              <a:off x="2896463" y="159053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701" name="tx701"/>
            <p:cNvSpPr/>
            <p:nvPr/>
          </p:nvSpPr>
          <p:spPr>
            <a:xfrm>
              <a:off x="4635783" y="159053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702" name="tx702"/>
            <p:cNvSpPr/>
            <p:nvPr/>
          </p:nvSpPr>
          <p:spPr>
            <a:xfrm>
              <a:off x="6710745" y="159053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703" name="tx703"/>
            <p:cNvSpPr/>
            <p:nvPr/>
          </p:nvSpPr>
          <p:spPr>
            <a:xfrm>
              <a:off x="9031072" y="159053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704" name="tx704"/>
            <p:cNvSpPr/>
            <p:nvPr/>
          </p:nvSpPr>
          <p:spPr>
            <a:xfrm>
              <a:off x="11048559" y="1590531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2896463" y="181102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4635783" y="181102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6710745" y="181102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708" name="tx708"/>
            <p:cNvSpPr/>
            <p:nvPr/>
          </p:nvSpPr>
          <p:spPr>
            <a:xfrm>
              <a:off x="9031072" y="1811029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709" name="tx709"/>
            <p:cNvSpPr/>
            <p:nvPr/>
          </p:nvSpPr>
          <p:spPr>
            <a:xfrm>
              <a:off x="11048559" y="1811029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710" name="tx710"/>
            <p:cNvSpPr/>
            <p:nvPr/>
          </p:nvSpPr>
          <p:spPr>
            <a:xfrm>
              <a:off x="2896463" y="2031527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711" name="tx711"/>
            <p:cNvSpPr/>
            <p:nvPr/>
          </p:nvSpPr>
          <p:spPr>
            <a:xfrm>
              <a:off x="4635783" y="2031527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712" name="tx712"/>
            <p:cNvSpPr/>
            <p:nvPr/>
          </p:nvSpPr>
          <p:spPr>
            <a:xfrm>
              <a:off x="6710745" y="2031527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713" name="tx713"/>
            <p:cNvSpPr/>
            <p:nvPr/>
          </p:nvSpPr>
          <p:spPr>
            <a:xfrm>
              <a:off x="9031072" y="2031527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714" name="tx714"/>
            <p:cNvSpPr/>
            <p:nvPr/>
          </p:nvSpPr>
          <p:spPr>
            <a:xfrm>
              <a:off x="11048559" y="2031527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715" name="tx715"/>
            <p:cNvSpPr/>
            <p:nvPr/>
          </p:nvSpPr>
          <p:spPr>
            <a:xfrm>
              <a:off x="2896463" y="2252024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716" name="tx716"/>
            <p:cNvSpPr/>
            <p:nvPr/>
          </p:nvSpPr>
          <p:spPr>
            <a:xfrm>
              <a:off x="4635783" y="2252024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6710745" y="2252024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9031072" y="2252024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1048559" y="2252024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720" name="tx720"/>
            <p:cNvSpPr/>
            <p:nvPr/>
          </p:nvSpPr>
          <p:spPr>
            <a:xfrm>
              <a:off x="2896463" y="2472522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2026-03-19T11:02:14Z</dcterms:modified>
</cp:coreProperties>
</file>