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544700" y="1475740"/>
              <a:ext cx="7882677" cy="46199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544700" y="6095721"/>
              <a:ext cx="7882677" cy="0"/>
            </a:xfrm>
            <a:custGeom>
              <a:avLst/>
              <a:pathLst>
                <a:path w="7882677" h="0">
                  <a:moveTo>
                    <a:pt x="0" y="0"/>
                  </a:moveTo>
                  <a:lnTo>
                    <a:pt x="7882677" y="0"/>
                  </a:lnTo>
                  <a:lnTo>
                    <a:pt x="788267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544700" y="4840292"/>
              <a:ext cx="7882677" cy="0"/>
            </a:xfrm>
            <a:custGeom>
              <a:avLst/>
              <a:pathLst>
                <a:path w="7882677" h="0">
                  <a:moveTo>
                    <a:pt x="0" y="0"/>
                  </a:moveTo>
                  <a:lnTo>
                    <a:pt x="7882677" y="0"/>
                  </a:lnTo>
                  <a:lnTo>
                    <a:pt x="788267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44700" y="3584862"/>
              <a:ext cx="7882677" cy="0"/>
            </a:xfrm>
            <a:custGeom>
              <a:avLst/>
              <a:pathLst>
                <a:path w="7882677" h="0">
                  <a:moveTo>
                    <a:pt x="0" y="0"/>
                  </a:moveTo>
                  <a:lnTo>
                    <a:pt x="7882677" y="0"/>
                  </a:lnTo>
                  <a:lnTo>
                    <a:pt x="788267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44700" y="2329432"/>
              <a:ext cx="7882677" cy="0"/>
            </a:xfrm>
            <a:custGeom>
              <a:avLst/>
              <a:pathLst>
                <a:path w="7882677" h="0">
                  <a:moveTo>
                    <a:pt x="0" y="0"/>
                  </a:moveTo>
                  <a:lnTo>
                    <a:pt x="7882677" y="0"/>
                  </a:lnTo>
                  <a:lnTo>
                    <a:pt x="788267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616908" y="5995287"/>
              <a:ext cx="21662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616908" y="5945070"/>
              <a:ext cx="216623" cy="5021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616908" y="6095721"/>
              <a:ext cx="21662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616908" y="5894853"/>
              <a:ext cx="216623" cy="50217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616908" y="6095721"/>
              <a:ext cx="21662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616908" y="6045504"/>
              <a:ext cx="21662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616908" y="6045504"/>
              <a:ext cx="21662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616908" y="6045504"/>
              <a:ext cx="21662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616908" y="6095721"/>
              <a:ext cx="21662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616908" y="6045504"/>
              <a:ext cx="21662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616908" y="6095721"/>
              <a:ext cx="21662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616908" y="6045504"/>
              <a:ext cx="21662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616908" y="6095721"/>
              <a:ext cx="21662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616908" y="5794418"/>
              <a:ext cx="216623" cy="10043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616908" y="5995287"/>
              <a:ext cx="216623" cy="5021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616908" y="6045504"/>
              <a:ext cx="216623" cy="50217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616908" y="6095721"/>
              <a:ext cx="21662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616908" y="6095721"/>
              <a:ext cx="21662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616908" y="6095721"/>
              <a:ext cx="21662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16908" y="6045504"/>
              <a:ext cx="21662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616908" y="6045504"/>
              <a:ext cx="21662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917774" y="5794418"/>
              <a:ext cx="216623" cy="100434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917774" y="5744201"/>
              <a:ext cx="216623" cy="5021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917774" y="6095721"/>
              <a:ext cx="21662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917774" y="5693984"/>
              <a:ext cx="216623" cy="50217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917774" y="6045504"/>
              <a:ext cx="216623" cy="50217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917774" y="5995287"/>
              <a:ext cx="21662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917774" y="5995287"/>
              <a:ext cx="21662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917774" y="6045504"/>
              <a:ext cx="21662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917774" y="6095721"/>
              <a:ext cx="21662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917774" y="6045504"/>
              <a:ext cx="21662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917774" y="6095721"/>
              <a:ext cx="21662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917774" y="5945070"/>
              <a:ext cx="216623" cy="5021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917774" y="6095721"/>
              <a:ext cx="21662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917774" y="5543332"/>
              <a:ext cx="216623" cy="15065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917774" y="5894853"/>
              <a:ext cx="216623" cy="5021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917774" y="6045504"/>
              <a:ext cx="21662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917774" y="6095721"/>
              <a:ext cx="21662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917774" y="6095721"/>
              <a:ext cx="21662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917774" y="6095721"/>
              <a:ext cx="21662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917774" y="5995287"/>
              <a:ext cx="21662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917774" y="5995287"/>
              <a:ext cx="216623" cy="50217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1218639" y="5894853"/>
              <a:ext cx="21662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1218639" y="5894853"/>
              <a:ext cx="21662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1218639" y="6095721"/>
              <a:ext cx="21662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1218639" y="5894853"/>
              <a:ext cx="21662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1218639" y="6095721"/>
              <a:ext cx="21662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1218639" y="6045504"/>
              <a:ext cx="21662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218639" y="6095721"/>
              <a:ext cx="21662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218639" y="6095721"/>
              <a:ext cx="21662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218639" y="6095721"/>
              <a:ext cx="21662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218639" y="6095721"/>
              <a:ext cx="21662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218639" y="6095721"/>
              <a:ext cx="21662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218639" y="5945070"/>
              <a:ext cx="216623" cy="100434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218639" y="6095721"/>
              <a:ext cx="21662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218639" y="5693984"/>
              <a:ext cx="216623" cy="20086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218639" y="5894853"/>
              <a:ext cx="216623" cy="5021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1218639" y="6095721"/>
              <a:ext cx="21662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1218639" y="6095721"/>
              <a:ext cx="21662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1218639" y="6095721"/>
              <a:ext cx="21662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1218639" y="6095721"/>
              <a:ext cx="21662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218639" y="6045504"/>
              <a:ext cx="216623" cy="5021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218639" y="6095721"/>
              <a:ext cx="21662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519505" y="5844635"/>
              <a:ext cx="216623" cy="5021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519505" y="5844635"/>
              <a:ext cx="21662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519505" y="6095721"/>
              <a:ext cx="21662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1519505" y="5844635"/>
              <a:ext cx="21662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1519505" y="6095721"/>
              <a:ext cx="21662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1519505" y="5945070"/>
              <a:ext cx="21662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1519505" y="5945070"/>
              <a:ext cx="21662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1519505" y="5945070"/>
              <a:ext cx="216623" cy="150651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1519505" y="6095721"/>
              <a:ext cx="21662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1519505" y="6095721"/>
              <a:ext cx="21662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1519505" y="6095721"/>
              <a:ext cx="21662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1519505" y="5945070"/>
              <a:ext cx="21662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1519505" y="6095721"/>
              <a:ext cx="21662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1519505" y="5593550"/>
              <a:ext cx="216623" cy="25108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1519505" y="5894853"/>
              <a:ext cx="216623" cy="5021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1519505" y="6095721"/>
              <a:ext cx="21662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1519505" y="6095721"/>
              <a:ext cx="21662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1519505" y="6095721"/>
              <a:ext cx="21662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1519505" y="6095721"/>
              <a:ext cx="21662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1519505" y="5945070"/>
              <a:ext cx="21662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519505" y="5945070"/>
              <a:ext cx="21662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820370" y="5945070"/>
              <a:ext cx="21662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820370" y="5894853"/>
              <a:ext cx="216623" cy="5021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1820370" y="6095721"/>
              <a:ext cx="21662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1820370" y="5894853"/>
              <a:ext cx="21662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1820370" y="6095721"/>
              <a:ext cx="21662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1820370" y="6045504"/>
              <a:ext cx="21662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1820370" y="6095721"/>
              <a:ext cx="21662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1820370" y="6095721"/>
              <a:ext cx="21662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1820370" y="6095721"/>
              <a:ext cx="21662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1820370" y="6095721"/>
              <a:ext cx="21662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1820370" y="6095721"/>
              <a:ext cx="21662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1820370" y="5995287"/>
              <a:ext cx="216623" cy="5021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1820370" y="6095721"/>
              <a:ext cx="21662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1820370" y="5744201"/>
              <a:ext cx="216623" cy="15065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1820370" y="5945070"/>
              <a:ext cx="216623" cy="5021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1820370" y="6095721"/>
              <a:ext cx="21662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1820370" y="6095721"/>
              <a:ext cx="21662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820370" y="6095721"/>
              <a:ext cx="21662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820370" y="6095721"/>
              <a:ext cx="21662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820370" y="6045504"/>
              <a:ext cx="216623" cy="5021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820370" y="6095721"/>
              <a:ext cx="21662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2121236" y="5945070"/>
              <a:ext cx="21662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2121236" y="5945070"/>
              <a:ext cx="21662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2121236" y="6095721"/>
              <a:ext cx="21662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2121236" y="5894853"/>
              <a:ext cx="216623" cy="50217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2121236" y="6045504"/>
              <a:ext cx="21662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2121236" y="5945070"/>
              <a:ext cx="21662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2121236" y="6045504"/>
              <a:ext cx="21662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2121236" y="6045504"/>
              <a:ext cx="21662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2121236" y="6095721"/>
              <a:ext cx="21662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2121236" y="6045504"/>
              <a:ext cx="21662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2121236" y="6045504"/>
              <a:ext cx="21662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2121236" y="5945070"/>
              <a:ext cx="21662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121236" y="6095721"/>
              <a:ext cx="21662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2121236" y="5744201"/>
              <a:ext cx="216623" cy="15065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2121236" y="5945070"/>
              <a:ext cx="21662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2121236" y="6045504"/>
              <a:ext cx="21662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2121236" y="6045504"/>
              <a:ext cx="21662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2121236" y="6095721"/>
              <a:ext cx="21662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2121236" y="6045504"/>
              <a:ext cx="216623" cy="50217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2121236" y="5945070"/>
              <a:ext cx="216623" cy="100434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2121236" y="6045504"/>
              <a:ext cx="21662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2422101" y="5392681"/>
              <a:ext cx="216623" cy="5021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2422101" y="5292246"/>
              <a:ext cx="216623" cy="10043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2422101" y="6045504"/>
              <a:ext cx="21662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2422101" y="4840292"/>
              <a:ext cx="216623" cy="45195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2422101" y="5894853"/>
              <a:ext cx="21662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2422101" y="5643767"/>
              <a:ext cx="216623" cy="100434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2422101" y="5744201"/>
              <a:ext cx="216623" cy="10043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2422101" y="5894853"/>
              <a:ext cx="21662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2422101" y="6045504"/>
              <a:ext cx="21662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2422101" y="5894853"/>
              <a:ext cx="21662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2422101" y="5945070"/>
              <a:ext cx="216623" cy="50217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2422101" y="5643767"/>
              <a:ext cx="21662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2422101" y="6045504"/>
              <a:ext cx="216623" cy="50217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2422101" y="3635079"/>
              <a:ext cx="216623" cy="120521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2422101" y="5442898"/>
              <a:ext cx="216623" cy="200868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2422101" y="5894853"/>
              <a:ext cx="21662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2422101" y="5894853"/>
              <a:ext cx="216623" cy="50217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2422101" y="6045504"/>
              <a:ext cx="21662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2422101" y="5995287"/>
              <a:ext cx="216623" cy="50217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2422101" y="5744201"/>
              <a:ext cx="21662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2422101" y="5844635"/>
              <a:ext cx="216623" cy="50217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2722967" y="5794418"/>
              <a:ext cx="216623" cy="100434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2722967" y="5693984"/>
              <a:ext cx="216623" cy="10043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2722967" y="6095721"/>
              <a:ext cx="21662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2722967" y="5442898"/>
              <a:ext cx="216623" cy="25108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2722967" y="6045504"/>
              <a:ext cx="21662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2722967" y="5945070"/>
              <a:ext cx="21662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2722967" y="5945070"/>
              <a:ext cx="21662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2722967" y="5945070"/>
              <a:ext cx="21662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2722967" y="6095721"/>
              <a:ext cx="21662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2722967" y="5945070"/>
              <a:ext cx="216623" cy="100434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2722967" y="6045504"/>
              <a:ext cx="21662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2722967" y="5894853"/>
              <a:ext cx="216623" cy="5021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2722967" y="6095721"/>
              <a:ext cx="21662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2722967" y="4689640"/>
              <a:ext cx="216623" cy="753257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2722967" y="5894853"/>
              <a:ext cx="21662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2722967" y="6045504"/>
              <a:ext cx="21662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2722967" y="6045504"/>
              <a:ext cx="21662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2722967" y="6045504"/>
              <a:ext cx="216623" cy="50217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2722967" y="6045504"/>
              <a:ext cx="21662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2722967" y="5945070"/>
              <a:ext cx="21662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2722967" y="5945070"/>
              <a:ext cx="21662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3023832" y="5794418"/>
              <a:ext cx="216623" cy="5021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3023832" y="5693984"/>
              <a:ext cx="216623" cy="10043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3023832" y="6095721"/>
              <a:ext cx="21662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3023832" y="5593550"/>
              <a:ext cx="216623" cy="10043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3023832" y="5995287"/>
              <a:ext cx="21662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3023832" y="5894853"/>
              <a:ext cx="21662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3023832" y="5945070"/>
              <a:ext cx="216623" cy="5021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3023832" y="5995287"/>
              <a:ext cx="21662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3023832" y="6095721"/>
              <a:ext cx="21662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3023832" y="5995287"/>
              <a:ext cx="21662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3023832" y="6045504"/>
              <a:ext cx="21662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3023832" y="5894853"/>
              <a:ext cx="21662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3023832" y="6095721"/>
              <a:ext cx="21662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3023832" y="5091378"/>
              <a:ext cx="216623" cy="50217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rc192"/>
            <p:cNvSpPr/>
            <p:nvPr/>
          </p:nvSpPr>
          <p:spPr>
            <a:xfrm>
              <a:off x="3023832" y="5844635"/>
              <a:ext cx="216623" cy="5021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rc193"/>
            <p:cNvSpPr/>
            <p:nvPr/>
          </p:nvSpPr>
          <p:spPr>
            <a:xfrm>
              <a:off x="3023832" y="5995287"/>
              <a:ext cx="21662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3023832" y="5995287"/>
              <a:ext cx="216623" cy="50217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3023832" y="6045504"/>
              <a:ext cx="216623" cy="50217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rc196"/>
            <p:cNvSpPr/>
            <p:nvPr/>
          </p:nvSpPr>
          <p:spPr>
            <a:xfrm>
              <a:off x="3023832" y="6045504"/>
              <a:ext cx="21662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rc197"/>
            <p:cNvSpPr/>
            <p:nvPr/>
          </p:nvSpPr>
          <p:spPr>
            <a:xfrm>
              <a:off x="3023832" y="5894853"/>
              <a:ext cx="216623" cy="5021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rc198"/>
            <p:cNvSpPr/>
            <p:nvPr/>
          </p:nvSpPr>
          <p:spPr>
            <a:xfrm>
              <a:off x="3023832" y="5995287"/>
              <a:ext cx="21662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rc199"/>
            <p:cNvSpPr/>
            <p:nvPr/>
          </p:nvSpPr>
          <p:spPr>
            <a:xfrm>
              <a:off x="3324698" y="5844635"/>
              <a:ext cx="21662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rc200"/>
            <p:cNvSpPr/>
            <p:nvPr/>
          </p:nvSpPr>
          <p:spPr>
            <a:xfrm>
              <a:off x="3324698" y="5794418"/>
              <a:ext cx="216623" cy="5021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rc201"/>
            <p:cNvSpPr/>
            <p:nvPr/>
          </p:nvSpPr>
          <p:spPr>
            <a:xfrm>
              <a:off x="3324698" y="6095721"/>
              <a:ext cx="21662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3324698" y="5643767"/>
              <a:ext cx="216623" cy="15065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rc203"/>
            <p:cNvSpPr/>
            <p:nvPr/>
          </p:nvSpPr>
          <p:spPr>
            <a:xfrm>
              <a:off x="3324698" y="6045504"/>
              <a:ext cx="21662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rc204"/>
            <p:cNvSpPr/>
            <p:nvPr/>
          </p:nvSpPr>
          <p:spPr>
            <a:xfrm>
              <a:off x="3324698" y="5995287"/>
              <a:ext cx="21662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3324698" y="5995287"/>
              <a:ext cx="216623" cy="5021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rc206"/>
            <p:cNvSpPr/>
            <p:nvPr/>
          </p:nvSpPr>
          <p:spPr>
            <a:xfrm>
              <a:off x="3324698" y="6045504"/>
              <a:ext cx="21662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rc207"/>
            <p:cNvSpPr/>
            <p:nvPr/>
          </p:nvSpPr>
          <p:spPr>
            <a:xfrm>
              <a:off x="3324698" y="6095721"/>
              <a:ext cx="21662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rc208"/>
            <p:cNvSpPr/>
            <p:nvPr/>
          </p:nvSpPr>
          <p:spPr>
            <a:xfrm>
              <a:off x="3324698" y="6045504"/>
              <a:ext cx="21662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rc209"/>
            <p:cNvSpPr/>
            <p:nvPr/>
          </p:nvSpPr>
          <p:spPr>
            <a:xfrm>
              <a:off x="3324698" y="6045504"/>
              <a:ext cx="216623" cy="50217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rc210"/>
            <p:cNvSpPr/>
            <p:nvPr/>
          </p:nvSpPr>
          <p:spPr>
            <a:xfrm>
              <a:off x="3324698" y="5894853"/>
              <a:ext cx="216623" cy="100434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rc211"/>
            <p:cNvSpPr/>
            <p:nvPr/>
          </p:nvSpPr>
          <p:spPr>
            <a:xfrm>
              <a:off x="3324698" y="6095721"/>
              <a:ext cx="21662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3324698" y="4990943"/>
              <a:ext cx="216623" cy="65282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rc213"/>
            <p:cNvSpPr/>
            <p:nvPr/>
          </p:nvSpPr>
          <p:spPr>
            <a:xfrm>
              <a:off x="3324698" y="5844635"/>
              <a:ext cx="216623" cy="5021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rc214"/>
            <p:cNvSpPr/>
            <p:nvPr/>
          </p:nvSpPr>
          <p:spPr>
            <a:xfrm>
              <a:off x="3324698" y="6045504"/>
              <a:ext cx="21662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rc215"/>
            <p:cNvSpPr/>
            <p:nvPr/>
          </p:nvSpPr>
          <p:spPr>
            <a:xfrm>
              <a:off x="3324698" y="6045504"/>
              <a:ext cx="21662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rc216"/>
            <p:cNvSpPr/>
            <p:nvPr/>
          </p:nvSpPr>
          <p:spPr>
            <a:xfrm>
              <a:off x="3324698" y="6095721"/>
              <a:ext cx="21662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rc217"/>
            <p:cNvSpPr/>
            <p:nvPr/>
          </p:nvSpPr>
          <p:spPr>
            <a:xfrm>
              <a:off x="3324698" y="6095721"/>
              <a:ext cx="21662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rc218"/>
            <p:cNvSpPr/>
            <p:nvPr/>
          </p:nvSpPr>
          <p:spPr>
            <a:xfrm>
              <a:off x="3324698" y="5995287"/>
              <a:ext cx="21662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rc219"/>
            <p:cNvSpPr/>
            <p:nvPr/>
          </p:nvSpPr>
          <p:spPr>
            <a:xfrm>
              <a:off x="3324698" y="6045504"/>
              <a:ext cx="21662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rc220"/>
            <p:cNvSpPr/>
            <p:nvPr/>
          </p:nvSpPr>
          <p:spPr>
            <a:xfrm>
              <a:off x="3625563" y="5543332"/>
              <a:ext cx="216623" cy="25108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rc221"/>
            <p:cNvSpPr/>
            <p:nvPr/>
          </p:nvSpPr>
          <p:spPr>
            <a:xfrm>
              <a:off x="3625563" y="5392681"/>
              <a:ext cx="216623" cy="15065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rc222"/>
            <p:cNvSpPr/>
            <p:nvPr/>
          </p:nvSpPr>
          <p:spPr>
            <a:xfrm>
              <a:off x="3625563" y="6045504"/>
              <a:ext cx="216623" cy="50217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rc223"/>
            <p:cNvSpPr/>
            <p:nvPr/>
          </p:nvSpPr>
          <p:spPr>
            <a:xfrm>
              <a:off x="3625563" y="5041160"/>
              <a:ext cx="216623" cy="35152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rc224"/>
            <p:cNvSpPr/>
            <p:nvPr/>
          </p:nvSpPr>
          <p:spPr>
            <a:xfrm>
              <a:off x="3625563" y="6045504"/>
              <a:ext cx="21662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rc225"/>
            <p:cNvSpPr/>
            <p:nvPr/>
          </p:nvSpPr>
          <p:spPr>
            <a:xfrm>
              <a:off x="3625563" y="5945070"/>
              <a:ext cx="21662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rc226"/>
            <p:cNvSpPr/>
            <p:nvPr/>
          </p:nvSpPr>
          <p:spPr>
            <a:xfrm>
              <a:off x="3625563" y="5945070"/>
              <a:ext cx="216623" cy="5021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rc227"/>
            <p:cNvSpPr/>
            <p:nvPr/>
          </p:nvSpPr>
          <p:spPr>
            <a:xfrm>
              <a:off x="3625563" y="5995287"/>
              <a:ext cx="21662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rc228"/>
            <p:cNvSpPr/>
            <p:nvPr/>
          </p:nvSpPr>
          <p:spPr>
            <a:xfrm>
              <a:off x="3625563" y="6095721"/>
              <a:ext cx="21662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rc229"/>
            <p:cNvSpPr/>
            <p:nvPr/>
          </p:nvSpPr>
          <p:spPr>
            <a:xfrm>
              <a:off x="3625563" y="5995287"/>
              <a:ext cx="21662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rc230"/>
            <p:cNvSpPr/>
            <p:nvPr/>
          </p:nvSpPr>
          <p:spPr>
            <a:xfrm>
              <a:off x="3625563" y="6045504"/>
              <a:ext cx="21662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rc231"/>
            <p:cNvSpPr/>
            <p:nvPr/>
          </p:nvSpPr>
          <p:spPr>
            <a:xfrm>
              <a:off x="3625563" y="5894853"/>
              <a:ext cx="216623" cy="5021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rc232"/>
            <p:cNvSpPr/>
            <p:nvPr/>
          </p:nvSpPr>
          <p:spPr>
            <a:xfrm>
              <a:off x="3625563" y="6095721"/>
              <a:ext cx="21662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rc233"/>
            <p:cNvSpPr/>
            <p:nvPr/>
          </p:nvSpPr>
          <p:spPr>
            <a:xfrm>
              <a:off x="3625563" y="3635079"/>
              <a:ext cx="216623" cy="140608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rc234"/>
            <p:cNvSpPr/>
            <p:nvPr/>
          </p:nvSpPr>
          <p:spPr>
            <a:xfrm>
              <a:off x="3625563" y="5794418"/>
              <a:ext cx="216623" cy="10043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rc235"/>
            <p:cNvSpPr/>
            <p:nvPr/>
          </p:nvSpPr>
          <p:spPr>
            <a:xfrm>
              <a:off x="3625563" y="5995287"/>
              <a:ext cx="216623" cy="50217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rc236"/>
            <p:cNvSpPr/>
            <p:nvPr/>
          </p:nvSpPr>
          <p:spPr>
            <a:xfrm>
              <a:off x="3625563" y="6045504"/>
              <a:ext cx="21662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rc237"/>
            <p:cNvSpPr/>
            <p:nvPr/>
          </p:nvSpPr>
          <p:spPr>
            <a:xfrm>
              <a:off x="3625563" y="6045504"/>
              <a:ext cx="21662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rc238"/>
            <p:cNvSpPr/>
            <p:nvPr/>
          </p:nvSpPr>
          <p:spPr>
            <a:xfrm>
              <a:off x="3625563" y="6045504"/>
              <a:ext cx="21662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rc239"/>
            <p:cNvSpPr/>
            <p:nvPr/>
          </p:nvSpPr>
          <p:spPr>
            <a:xfrm>
              <a:off x="3625563" y="5945070"/>
              <a:ext cx="21662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rc240"/>
            <p:cNvSpPr/>
            <p:nvPr/>
          </p:nvSpPr>
          <p:spPr>
            <a:xfrm>
              <a:off x="3625563" y="5995287"/>
              <a:ext cx="21662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rc241"/>
            <p:cNvSpPr/>
            <p:nvPr/>
          </p:nvSpPr>
          <p:spPr>
            <a:xfrm>
              <a:off x="3926429" y="5643767"/>
              <a:ext cx="216623" cy="5021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rc242"/>
            <p:cNvSpPr/>
            <p:nvPr/>
          </p:nvSpPr>
          <p:spPr>
            <a:xfrm>
              <a:off x="3926429" y="5543332"/>
              <a:ext cx="216623" cy="10043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rc243"/>
            <p:cNvSpPr/>
            <p:nvPr/>
          </p:nvSpPr>
          <p:spPr>
            <a:xfrm>
              <a:off x="3926429" y="6095721"/>
              <a:ext cx="21662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rc244"/>
            <p:cNvSpPr/>
            <p:nvPr/>
          </p:nvSpPr>
          <p:spPr>
            <a:xfrm>
              <a:off x="3926429" y="5141595"/>
              <a:ext cx="216623" cy="401737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rc245"/>
            <p:cNvSpPr/>
            <p:nvPr/>
          </p:nvSpPr>
          <p:spPr>
            <a:xfrm>
              <a:off x="3926429" y="6045504"/>
              <a:ext cx="216623" cy="50217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rc246"/>
            <p:cNvSpPr/>
            <p:nvPr/>
          </p:nvSpPr>
          <p:spPr>
            <a:xfrm>
              <a:off x="3926429" y="5794418"/>
              <a:ext cx="216623" cy="100434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rc247"/>
            <p:cNvSpPr/>
            <p:nvPr/>
          </p:nvSpPr>
          <p:spPr>
            <a:xfrm>
              <a:off x="3926429" y="5945070"/>
              <a:ext cx="216623" cy="5021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rc248"/>
            <p:cNvSpPr/>
            <p:nvPr/>
          </p:nvSpPr>
          <p:spPr>
            <a:xfrm>
              <a:off x="3926429" y="6045504"/>
              <a:ext cx="21662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rc249"/>
            <p:cNvSpPr/>
            <p:nvPr/>
          </p:nvSpPr>
          <p:spPr>
            <a:xfrm>
              <a:off x="3926429" y="6095721"/>
              <a:ext cx="21662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rc250"/>
            <p:cNvSpPr/>
            <p:nvPr/>
          </p:nvSpPr>
          <p:spPr>
            <a:xfrm>
              <a:off x="3926429" y="6045504"/>
              <a:ext cx="21662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rc251"/>
            <p:cNvSpPr/>
            <p:nvPr/>
          </p:nvSpPr>
          <p:spPr>
            <a:xfrm>
              <a:off x="3926429" y="6095721"/>
              <a:ext cx="21662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rc252"/>
            <p:cNvSpPr/>
            <p:nvPr/>
          </p:nvSpPr>
          <p:spPr>
            <a:xfrm>
              <a:off x="3926429" y="5693984"/>
              <a:ext cx="216623" cy="100434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rc253"/>
            <p:cNvSpPr/>
            <p:nvPr/>
          </p:nvSpPr>
          <p:spPr>
            <a:xfrm>
              <a:off x="3926429" y="6095721"/>
              <a:ext cx="21662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rc254"/>
            <p:cNvSpPr/>
            <p:nvPr/>
          </p:nvSpPr>
          <p:spPr>
            <a:xfrm>
              <a:off x="3926429" y="4036817"/>
              <a:ext cx="216623" cy="110477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rc255"/>
            <p:cNvSpPr/>
            <p:nvPr/>
          </p:nvSpPr>
          <p:spPr>
            <a:xfrm>
              <a:off x="3926429" y="5693984"/>
              <a:ext cx="21662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rc256"/>
            <p:cNvSpPr/>
            <p:nvPr/>
          </p:nvSpPr>
          <p:spPr>
            <a:xfrm>
              <a:off x="3926429" y="6045504"/>
              <a:ext cx="21662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rc257"/>
            <p:cNvSpPr/>
            <p:nvPr/>
          </p:nvSpPr>
          <p:spPr>
            <a:xfrm>
              <a:off x="3926429" y="6095721"/>
              <a:ext cx="21662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rc258"/>
            <p:cNvSpPr/>
            <p:nvPr/>
          </p:nvSpPr>
          <p:spPr>
            <a:xfrm>
              <a:off x="3926429" y="6095721"/>
              <a:ext cx="21662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rc259"/>
            <p:cNvSpPr/>
            <p:nvPr/>
          </p:nvSpPr>
          <p:spPr>
            <a:xfrm>
              <a:off x="3926429" y="6095721"/>
              <a:ext cx="21662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rc260"/>
            <p:cNvSpPr/>
            <p:nvPr/>
          </p:nvSpPr>
          <p:spPr>
            <a:xfrm>
              <a:off x="3926429" y="5894853"/>
              <a:ext cx="216623" cy="5021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rc261"/>
            <p:cNvSpPr/>
            <p:nvPr/>
          </p:nvSpPr>
          <p:spPr>
            <a:xfrm>
              <a:off x="3926429" y="5995287"/>
              <a:ext cx="216623" cy="50217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rc262"/>
            <p:cNvSpPr/>
            <p:nvPr/>
          </p:nvSpPr>
          <p:spPr>
            <a:xfrm>
              <a:off x="4227294" y="5693984"/>
              <a:ext cx="216623" cy="15065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rc263"/>
            <p:cNvSpPr/>
            <p:nvPr/>
          </p:nvSpPr>
          <p:spPr>
            <a:xfrm>
              <a:off x="4227294" y="5643767"/>
              <a:ext cx="216623" cy="5021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rc264"/>
            <p:cNvSpPr/>
            <p:nvPr/>
          </p:nvSpPr>
          <p:spPr>
            <a:xfrm>
              <a:off x="4227294" y="6095721"/>
              <a:ext cx="21662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rc265"/>
            <p:cNvSpPr/>
            <p:nvPr/>
          </p:nvSpPr>
          <p:spPr>
            <a:xfrm>
              <a:off x="4227294" y="5442898"/>
              <a:ext cx="216623" cy="20086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rc266"/>
            <p:cNvSpPr/>
            <p:nvPr/>
          </p:nvSpPr>
          <p:spPr>
            <a:xfrm>
              <a:off x="4227294" y="5995287"/>
              <a:ext cx="21662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rc267"/>
            <p:cNvSpPr/>
            <p:nvPr/>
          </p:nvSpPr>
          <p:spPr>
            <a:xfrm>
              <a:off x="4227294" y="5894853"/>
              <a:ext cx="21662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rc268"/>
            <p:cNvSpPr/>
            <p:nvPr/>
          </p:nvSpPr>
          <p:spPr>
            <a:xfrm>
              <a:off x="4227294" y="5945070"/>
              <a:ext cx="21662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rc269"/>
            <p:cNvSpPr/>
            <p:nvPr/>
          </p:nvSpPr>
          <p:spPr>
            <a:xfrm>
              <a:off x="4227294" y="5995287"/>
              <a:ext cx="21662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rc270"/>
            <p:cNvSpPr/>
            <p:nvPr/>
          </p:nvSpPr>
          <p:spPr>
            <a:xfrm>
              <a:off x="4227294" y="6095721"/>
              <a:ext cx="21662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rc271"/>
            <p:cNvSpPr/>
            <p:nvPr/>
          </p:nvSpPr>
          <p:spPr>
            <a:xfrm>
              <a:off x="4227294" y="5995287"/>
              <a:ext cx="21662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rc272"/>
            <p:cNvSpPr/>
            <p:nvPr/>
          </p:nvSpPr>
          <p:spPr>
            <a:xfrm>
              <a:off x="4227294" y="5995287"/>
              <a:ext cx="216623" cy="50217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rc273"/>
            <p:cNvSpPr/>
            <p:nvPr/>
          </p:nvSpPr>
          <p:spPr>
            <a:xfrm>
              <a:off x="4227294" y="5844635"/>
              <a:ext cx="216623" cy="5021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rc274"/>
            <p:cNvSpPr/>
            <p:nvPr/>
          </p:nvSpPr>
          <p:spPr>
            <a:xfrm>
              <a:off x="4227294" y="6095721"/>
              <a:ext cx="21662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rc275"/>
            <p:cNvSpPr/>
            <p:nvPr/>
          </p:nvSpPr>
          <p:spPr>
            <a:xfrm>
              <a:off x="4227294" y="4940726"/>
              <a:ext cx="216623" cy="50217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rc276"/>
            <p:cNvSpPr/>
            <p:nvPr/>
          </p:nvSpPr>
          <p:spPr>
            <a:xfrm>
              <a:off x="4227294" y="5844635"/>
              <a:ext cx="21662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rc277"/>
            <p:cNvSpPr/>
            <p:nvPr/>
          </p:nvSpPr>
          <p:spPr>
            <a:xfrm>
              <a:off x="4227294" y="5995287"/>
              <a:ext cx="21662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rc278"/>
            <p:cNvSpPr/>
            <p:nvPr/>
          </p:nvSpPr>
          <p:spPr>
            <a:xfrm>
              <a:off x="4227294" y="5995287"/>
              <a:ext cx="21662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rc279"/>
            <p:cNvSpPr/>
            <p:nvPr/>
          </p:nvSpPr>
          <p:spPr>
            <a:xfrm>
              <a:off x="4227294" y="6095721"/>
              <a:ext cx="21662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rc280"/>
            <p:cNvSpPr/>
            <p:nvPr/>
          </p:nvSpPr>
          <p:spPr>
            <a:xfrm>
              <a:off x="4227294" y="6045504"/>
              <a:ext cx="216623" cy="50217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rc281"/>
            <p:cNvSpPr/>
            <p:nvPr/>
          </p:nvSpPr>
          <p:spPr>
            <a:xfrm>
              <a:off x="4227294" y="5894853"/>
              <a:ext cx="216623" cy="5021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rc282"/>
            <p:cNvSpPr/>
            <p:nvPr/>
          </p:nvSpPr>
          <p:spPr>
            <a:xfrm>
              <a:off x="4227294" y="5945070"/>
              <a:ext cx="216623" cy="50217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rc283"/>
            <p:cNvSpPr/>
            <p:nvPr/>
          </p:nvSpPr>
          <p:spPr>
            <a:xfrm>
              <a:off x="4528160" y="5442898"/>
              <a:ext cx="216623" cy="25108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rc284"/>
            <p:cNvSpPr/>
            <p:nvPr/>
          </p:nvSpPr>
          <p:spPr>
            <a:xfrm>
              <a:off x="4528160" y="5442898"/>
              <a:ext cx="21662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rc285"/>
            <p:cNvSpPr/>
            <p:nvPr/>
          </p:nvSpPr>
          <p:spPr>
            <a:xfrm>
              <a:off x="4528160" y="6095721"/>
              <a:ext cx="21662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rc286"/>
            <p:cNvSpPr/>
            <p:nvPr/>
          </p:nvSpPr>
          <p:spPr>
            <a:xfrm>
              <a:off x="4528160" y="5091378"/>
              <a:ext cx="216623" cy="35152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rc287"/>
            <p:cNvSpPr/>
            <p:nvPr/>
          </p:nvSpPr>
          <p:spPr>
            <a:xfrm>
              <a:off x="4528160" y="6045504"/>
              <a:ext cx="21662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rc288"/>
            <p:cNvSpPr/>
            <p:nvPr/>
          </p:nvSpPr>
          <p:spPr>
            <a:xfrm>
              <a:off x="4528160" y="5945070"/>
              <a:ext cx="21662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rc289"/>
            <p:cNvSpPr/>
            <p:nvPr/>
          </p:nvSpPr>
          <p:spPr>
            <a:xfrm>
              <a:off x="4528160" y="5945070"/>
              <a:ext cx="21662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rc290"/>
            <p:cNvSpPr/>
            <p:nvPr/>
          </p:nvSpPr>
          <p:spPr>
            <a:xfrm>
              <a:off x="4528160" y="5945070"/>
              <a:ext cx="216623" cy="50217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rc291"/>
            <p:cNvSpPr/>
            <p:nvPr/>
          </p:nvSpPr>
          <p:spPr>
            <a:xfrm>
              <a:off x="4528160" y="6095721"/>
              <a:ext cx="21662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rc292"/>
            <p:cNvSpPr/>
            <p:nvPr/>
          </p:nvSpPr>
          <p:spPr>
            <a:xfrm>
              <a:off x="4528160" y="5995287"/>
              <a:ext cx="216623" cy="50217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rc293"/>
            <p:cNvSpPr/>
            <p:nvPr/>
          </p:nvSpPr>
          <p:spPr>
            <a:xfrm>
              <a:off x="4528160" y="6045504"/>
              <a:ext cx="21662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rc294"/>
            <p:cNvSpPr/>
            <p:nvPr/>
          </p:nvSpPr>
          <p:spPr>
            <a:xfrm>
              <a:off x="4528160" y="5794418"/>
              <a:ext cx="216623" cy="15065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rc295"/>
            <p:cNvSpPr/>
            <p:nvPr/>
          </p:nvSpPr>
          <p:spPr>
            <a:xfrm>
              <a:off x="4528160" y="6095721"/>
              <a:ext cx="21662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rc296"/>
            <p:cNvSpPr/>
            <p:nvPr/>
          </p:nvSpPr>
          <p:spPr>
            <a:xfrm>
              <a:off x="4528160" y="4036817"/>
              <a:ext cx="216623" cy="105456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rc297"/>
            <p:cNvSpPr/>
            <p:nvPr/>
          </p:nvSpPr>
          <p:spPr>
            <a:xfrm>
              <a:off x="4528160" y="5693984"/>
              <a:ext cx="216623" cy="10043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rc298"/>
            <p:cNvSpPr/>
            <p:nvPr/>
          </p:nvSpPr>
          <p:spPr>
            <a:xfrm>
              <a:off x="4528160" y="6045504"/>
              <a:ext cx="21662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rc299"/>
            <p:cNvSpPr/>
            <p:nvPr/>
          </p:nvSpPr>
          <p:spPr>
            <a:xfrm>
              <a:off x="4528160" y="6045504"/>
              <a:ext cx="21662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rc300"/>
            <p:cNvSpPr/>
            <p:nvPr/>
          </p:nvSpPr>
          <p:spPr>
            <a:xfrm>
              <a:off x="4528160" y="6095721"/>
              <a:ext cx="21662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rc301"/>
            <p:cNvSpPr/>
            <p:nvPr/>
          </p:nvSpPr>
          <p:spPr>
            <a:xfrm>
              <a:off x="4528160" y="6045504"/>
              <a:ext cx="216623" cy="50217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rc302"/>
            <p:cNvSpPr/>
            <p:nvPr/>
          </p:nvSpPr>
          <p:spPr>
            <a:xfrm>
              <a:off x="4528160" y="5945070"/>
              <a:ext cx="21662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rc303"/>
            <p:cNvSpPr/>
            <p:nvPr/>
          </p:nvSpPr>
          <p:spPr>
            <a:xfrm>
              <a:off x="4528160" y="5945070"/>
              <a:ext cx="21662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rc304"/>
            <p:cNvSpPr/>
            <p:nvPr/>
          </p:nvSpPr>
          <p:spPr>
            <a:xfrm>
              <a:off x="4829026" y="5442898"/>
              <a:ext cx="216623" cy="100434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rc305"/>
            <p:cNvSpPr/>
            <p:nvPr/>
          </p:nvSpPr>
          <p:spPr>
            <a:xfrm>
              <a:off x="4829026" y="5342464"/>
              <a:ext cx="216623" cy="10043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rc306"/>
            <p:cNvSpPr/>
            <p:nvPr/>
          </p:nvSpPr>
          <p:spPr>
            <a:xfrm>
              <a:off x="4829026" y="5995287"/>
              <a:ext cx="216623" cy="50217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rc307"/>
            <p:cNvSpPr/>
            <p:nvPr/>
          </p:nvSpPr>
          <p:spPr>
            <a:xfrm>
              <a:off x="4829026" y="4990943"/>
              <a:ext cx="216623" cy="35152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rc308"/>
            <p:cNvSpPr/>
            <p:nvPr/>
          </p:nvSpPr>
          <p:spPr>
            <a:xfrm>
              <a:off x="4829026" y="5794418"/>
              <a:ext cx="216623" cy="50217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rc309"/>
            <p:cNvSpPr/>
            <p:nvPr/>
          </p:nvSpPr>
          <p:spPr>
            <a:xfrm>
              <a:off x="4829026" y="5643767"/>
              <a:ext cx="21662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rc310"/>
            <p:cNvSpPr/>
            <p:nvPr/>
          </p:nvSpPr>
          <p:spPr>
            <a:xfrm>
              <a:off x="4829026" y="5693984"/>
              <a:ext cx="216623" cy="5021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rc311"/>
            <p:cNvSpPr/>
            <p:nvPr/>
          </p:nvSpPr>
          <p:spPr>
            <a:xfrm>
              <a:off x="4829026" y="5744201"/>
              <a:ext cx="21662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rc312"/>
            <p:cNvSpPr/>
            <p:nvPr/>
          </p:nvSpPr>
          <p:spPr>
            <a:xfrm>
              <a:off x="4829026" y="6045504"/>
              <a:ext cx="216623" cy="50217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rc313"/>
            <p:cNvSpPr/>
            <p:nvPr/>
          </p:nvSpPr>
          <p:spPr>
            <a:xfrm>
              <a:off x="4829026" y="5744201"/>
              <a:ext cx="21662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rc314"/>
            <p:cNvSpPr/>
            <p:nvPr/>
          </p:nvSpPr>
          <p:spPr>
            <a:xfrm>
              <a:off x="4829026" y="5894853"/>
              <a:ext cx="21662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rc315"/>
            <p:cNvSpPr/>
            <p:nvPr/>
          </p:nvSpPr>
          <p:spPr>
            <a:xfrm>
              <a:off x="4829026" y="5643767"/>
              <a:ext cx="21662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rc316"/>
            <p:cNvSpPr/>
            <p:nvPr/>
          </p:nvSpPr>
          <p:spPr>
            <a:xfrm>
              <a:off x="4829026" y="6095721"/>
              <a:ext cx="21662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rc317"/>
            <p:cNvSpPr/>
            <p:nvPr/>
          </p:nvSpPr>
          <p:spPr>
            <a:xfrm>
              <a:off x="4829026" y="3735513"/>
              <a:ext cx="216623" cy="125542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rc318"/>
            <p:cNvSpPr/>
            <p:nvPr/>
          </p:nvSpPr>
          <p:spPr>
            <a:xfrm>
              <a:off x="4829026" y="5543332"/>
              <a:ext cx="216623" cy="10043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rc319"/>
            <p:cNvSpPr/>
            <p:nvPr/>
          </p:nvSpPr>
          <p:spPr>
            <a:xfrm>
              <a:off x="4829026" y="5744201"/>
              <a:ext cx="216623" cy="50217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rc320"/>
            <p:cNvSpPr/>
            <p:nvPr/>
          </p:nvSpPr>
          <p:spPr>
            <a:xfrm>
              <a:off x="4829026" y="5844635"/>
              <a:ext cx="216623" cy="50217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rc321"/>
            <p:cNvSpPr/>
            <p:nvPr/>
          </p:nvSpPr>
          <p:spPr>
            <a:xfrm>
              <a:off x="4829026" y="5945070"/>
              <a:ext cx="216623" cy="50217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rc322"/>
            <p:cNvSpPr/>
            <p:nvPr/>
          </p:nvSpPr>
          <p:spPr>
            <a:xfrm>
              <a:off x="4829026" y="5894853"/>
              <a:ext cx="216623" cy="50217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rc323"/>
            <p:cNvSpPr/>
            <p:nvPr/>
          </p:nvSpPr>
          <p:spPr>
            <a:xfrm>
              <a:off x="4829026" y="5643767"/>
              <a:ext cx="216623" cy="5021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rc324"/>
            <p:cNvSpPr/>
            <p:nvPr/>
          </p:nvSpPr>
          <p:spPr>
            <a:xfrm>
              <a:off x="4829026" y="5744201"/>
              <a:ext cx="21662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rc325"/>
            <p:cNvSpPr/>
            <p:nvPr/>
          </p:nvSpPr>
          <p:spPr>
            <a:xfrm>
              <a:off x="5129891" y="5593550"/>
              <a:ext cx="216623" cy="15065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rc326"/>
            <p:cNvSpPr/>
            <p:nvPr/>
          </p:nvSpPr>
          <p:spPr>
            <a:xfrm>
              <a:off x="5129891" y="5543332"/>
              <a:ext cx="216623" cy="5021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rc327"/>
            <p:cNvSpPr/>
            <p:nvPr/>
          </p:nvSpPr>
          <p:spPr>
            <a:xfrm>
              <a:off x="5129891" y="6095721"/>
              <a:ext cx="21662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rc328"/>
            <p:cNvSpPr/>
            <p:nvPr/>
          </p:nvSpPr>
          <p:spPr>
            <a:xfrm>
              <a:off x="5129891" y="5342464"/>
              <a:ext cx="216623" cy="20086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rc329"/>
            <p:cNvSpPr/>
            <p:nvPr/>
          </p:nvSpPr>
          <p:spPr>
            <a:xfrm>
              <a:off x="5129891" y="6045504"/>
              <a:ext cx="21662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rc330"/>
            <p:cNvSpPr/>
            <p:nvPr/>
          </p:nvSpPr>
          <p:spPr>
            <a:xfrm>
              <a:off x="5129891" y="5945070"/>
              <a:ext cx="21662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rc331"/>
            <p:cNvSpPr/>
            <p:nvPr/>
          </p:nvSpPr>
          <p:spPr>
            <a:xfrm>
              <a:off x="5129891" y="5995287"/>
              <a:ext cx="216623" cy="5021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rc332"/>
            <p:cNvSpPr/>
            <p:nvPr/>
          </p:nvSpPr>
          <p:spPr>
            <a:xfrm>
              <a:off x="5129891" y="6045504"/>
              <a:ext cx="21662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rc333"/>
            <p:cNvSpPr/>
            <p:nvPr/>
          </p:nvSpPr>
          <p:spPr>
            <a:xfrm>
              <a:off x="5129891" y="6095721"/>
              <a:ext cx="21662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rc334"/>
            <p:cNvSpPr/>
            <p:nvPr/>
          </p:nvSpPr>
          <p:spPr>
            <a:xfrm>
              <a:off x="5129891" y="6045504"/>
              <a:ext cx="21662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rc335"/>
            <p:cNvSpPr/>
            <p:nvPr/>
          </p:nvSpPr>
          <p:spPr>
            <a:xfrm>
              <a:off x="5129891" y="6095721"/>
              <a:ext cx="21662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rc336"/>
            <p:cNvSpPr/>
            <p:nvPr/>
          </p:nvSpPr>
          <p:spPr>
            <a:xfrm>
              <a:off x="5129891" y="5894853"/>
              <a:ext cx="216623" cy="5021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rc337"/>
            <p:cNvSpPr/>
            <p:nvPr/>
          </p:nvSpPr>
          <p:spPr>
            <a:xfrm>
              <a:off x="5129891" y="6095721"/>
              <a:ext cx="21662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rc338"/>
            <p:cNvSpPr/>
            <p:nvPr/>
          </p:nvSpPr>
          <p:spPr>
            <a:xfrm>
              <a:off x="5129891" y="4388337"/>
              <a:ext cx="216623" cy="95412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rc339"/>
            <p:cNvSpPr/>
            <p:nvPr/>
          </p:nvSpPr>
          <p:spPr>
            <a:xfrm>
              <a:off x="5129891" y="5744201"/>
              <a:ext cx="216623" cy="15065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rc340"/>
            <p:cNvSpPr/>
            <p:nvPr/>
          </p:nvSpPr>
          <p:spPr>
            <a:xfrm>
              <a:off x="5129891" y="6045504"/>
              <a:ext cx="21662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rc341"/>
            <p:cNvSpPr/>
            <p:nvPr/>
          </p:nvSpPr>
          <p:spPr>
            <a:xfrm>
              <a:off x="5129891" y="6045504"/>
              <a:ext cx="216623" cy="50217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rc342"/>
            <p:cNvSpPr/>
            <p:nvPr/>
          </p:nvSpPr>
          <p:spPr>
            <a:xfrm>
              <a:off x="5129891" y="6095721"/>
              <a:ext cx="21662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rc343"/>
            <p:cNvSpPr/>
            <p:nvPr/>
          </p:nvSpPr>
          <p:spPr>
            <a:xfrm>
              <a:off x="5129891" y="6095721"/>
              <a:ext cx="21662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rc344"/>
            <p:cNvSpPr/>
            <p:nvPr/>
          </p:nvSpPr>
          <p:spPr>
            <a:xfrm>
              <a:off x="5129891" y="5945070"/>
              <a:ext cx="216623" cy="5021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rc345"/>
            <p:cNvSpPr/>
            <p:nvPr/>
          </p:nvSpPr>
          <p:spPr>
            <a:xfrm>
              <a:off x="5129891" y="6045504"/>
              <a:ext cx="21662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rc346"/>
            <p:cNvSpPr/>
            <p:nvPr/>
          </p:nvSpPr>
          <p:spPr>
            <a:xfrm>
              <a:off x="5430757" y="5442898"/>
              <a:ext cx="216623" cy="15065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rc347"/>
            <p:cNvSpPr/>
            <p:nvPr/>
          </p:nvSpPr>
          <p:spPr>
            <a:xfrm>
              <a:off x="5430757" y="5292246"/>
              <a:ext cx="216623" cy="15065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rc348"/>
            <p:cNvSpPr/>
            <p:nvPr/>
          </p:nvSpPr>
          <p:spPr>
            <a:xfrm>
              <a:off x="5430757" y="6095721"/>
              <a:ext cx="21662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rc349"/>
            <p:cNvSpPr/>
            <p:nvPr/>
          </p:nvSpPr>
          <p:spPr>
            <a:xfrm>
              <a:off x="5430757" y="5141595"/>
              <a:ext cx="216623" cy="15065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rc350"/>
            <p:cNvSpPr/>
            <p:nvPr/>
          </p:nvSpPr>
          <p:spPr>
            <a:xfrm>
              <a:off x="5430757" y="6045504"/>
              <a:ext cx="21662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rc351"/>
            <p:cNvSpPr/>
            <p:nvPr/>
          </p:nvSpPr>
          <p:spPr>
            <a:xfrm>
              <a:off x="5430757" y="5693984"/>
              <a:ext cx="216623" cy="50217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rc352"/>
            <p:cNvSpPr/>
            <p:nvPr/>
          </p:nvSpPr>
          <p:spPr>
            <a:xfrm>
              <a:off x="5430757" y="5744201"/>
              <a:ext cx="21662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rc353"/>
            <p:cNvSpPr/>
            <p:nvPr/>
          </p:nvSpPr>
          <p:spPr>
            <a:xfrm>
              <a:off x="5430757" y="5744201"/>
              <a:ext cx="216623" cy="150651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rc354"/>
            <p:cNvSpPr/>
            <p:nvPr/>
          </p:nvSpPr>
          <p:spPr>
            <a:xfrm>
              <a:off x="5430757" y="6095721"/>
              <a:ext cx="21662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rc355"/>
            <p:cNvSpPr/>
            <p:nvPr/>
          </p:nvSpPr>
          <p:spPr>
            <a:xfrm>
              <a:off x="5430757" y="5894853"/>
              <a:ext cx="21662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rc356"/>
            <p:cNvSpPr/>
            <p:nvPr/>
          </p:nvSpPr>
          <p:spPr>
            <a:xfrm>
              <a:off x="5430757" y="6095721"/>
              <a:ext cx="21662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rc357"/>
            <p:cNvSpPr/>
            <p:nvPr/>
          </p:nvSpPr>
          <p:spPr>
            <a:xfrm>
              <a:off x="5430757" y="5693984"/>
              <a:ext cx="21662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rc358"/>
            <p:cNvSpPr/>
            <p:nvPr/>
          </p:nvSpPr>
          <p:spPr>
            <a:xfrm>
              <a:off x="5430757" y="6095721"/>
              <a:ext cx="21662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rc359"/>
            <p:cNvSpPr/>
            <p:nvPr/>
          </p:nvSpPr>
          <p:spPr>
            <a:xfrm>
              <a:off x="5430757" y="3986599"/>
              <a:ext cx="216623" cy="115499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rc360"/>
            <p:cNvSpPr/>
            <p:nvPr/>
          </p:nvSpPr>
          <p:spPr>
            <a:xfrm>
              <a:off x="5430757" y="5593550"/>
              <a:ext cx="216623" cy="10043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rc361"/>
            <p:cNvSpPr/>
            <p:nvPr/>
          </p:nvSpPr>
          <p:spPr>
            <a:xfrm>
              <a:off x="5430757" y="5894853"/>
              <a:ext cx="216623" cy="15065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rc362"/>
            <p:cNvSpPr/>
            <p:nvPr/>
          </p:nvSpPr>
          <p:spPr>
            <a:xfrm>
              <a:off x="5430757" y="6045504"/>
              <a:ext cx="216623" cy="50217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rc363"/>
            <p:cNvSpPr/>
            <p:nvPr/>
          </p:nvSpPr>
          <p:spPr>
            <a:xfrm>
              <a:off x="5430757" y="6095721"/>
              <a:ext cx="21662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rc364"/>
            <p:cNvSpPr/>
            <p:nvPr/>
          </p:nvSpPr>
          <p:spPr>
            <a:xfrm>
              <a:off x="5430757" y="6095721"/>
              <a:ext cx="21662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rc365"/>
            <p:cNvSpPr/>
            <p:nvPr/>
          </p:nvSpPr>
          <p:spPr>
            <a:xfrm>
              <a:off x="5430757" y="5744201"/>
              <a:ext cx="21662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rc366"/>
            <p:cNvSpPr/>
            <p:nvPr/>
          </p:nvSpPr>
          <p:spPr>
            <a:xfrm>
              <a:off x="5430757" y="5744201"/>
              <a:ext cx="21662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5731622" y="5141595"/>
              <a:ext cx="216623" cy="5021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rc368"/>
            <p:cNvSpPr/>
            <p:nvPr/>
          </p:nvSpPr>
          <p:spPr>
            <a:xfrm>
              <a:off x="5731622" y="4739857"/>
              <a:ext cx="216623" cy="40173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rc369"/>
            <p:cNvSpPr/>
            <p:nvPr/>
          </p:nvSpPr>
          <p:spPr>
            <a:xfrm>
              <a:off x="5731622" y="6095721"/>
              <a:ext cx="21662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5731622" y="4388337"/>
              <a:ext cx="216623" cy="35152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rc371"/>
            <p:cNvSpPr/>
            <p:nvPr/>
          </p:nvSpPr>
          <p:spPr>
            <a:xfrm>
              <a:off x="5731622" y="5945070"/>
              <a:ext cx="21662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rc372"/>
            <p:cNvSpPr/>
            <p:nvPr/>
          </p:nvSpPr>
          <p:spPr>
            <a:xfrm>
              <a:off x="5731622" y="5543332"/>
              <a:ext cx="216623" cy="100434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rc373"/>
            <p:cNvSpPr/>
            <p:nvPr/>
          </p:nvSpPr>
          <p:spPr>
            <a:xfrm>
              <a:off x="5731622" y="5643767"/>
              <a:ext cx="216623" cy="5021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rc374"/>
            <p:cNvSpPr/>
            <p:nvPr/>
          </p:nvSpPr>
          <p:spPr>
            <a:xfrm>
              <a:off x="5731622" y="5794418"/>
              <a:ext cx="21662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rc375"/>
            <p:cNvSpPr/>
            <p:nvPr/>
          </p:nvSpPr>
          <p:spPr>
            <a:xfrm>
              <a:off x="5731622" y="6095721"/>
              <a:ext cx="21662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rc376"/>
            <p:cNvSpPr/>
            <p:nvPr/>
          </p:nvSpPr>
          <p:spPr>
            <a:xfrm>
              <a:off x="5731622" y="5794418"/>
              <a:ext cx="216623" cy="50217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rc377"/>
            <p:cNvSpPr/>
            <p:nvPr/>
          </p:nvSpPr>
          <p:spPr>
            <a:xfrm>
              <a:off x="5731622" y="6045504"/>
              <a:ext cx="21662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rc378"/>
            <p:cNvSpPr/>
            <p:nvPr/>
          </p:nvSpPr>
          <p:spPr>
            <a:xfrm>
              <a:off x="5731622" y="5442898"/>
              <a:ext cx="216623" cy="100434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rc379"/>
            <p:cNvSpPr/>
            <p:nvPr/>
          </p:nvSpPr>
          <p:spPr>
            <a:xfrm>
              <a:off x="5731622" y="6095721"/>
              <a:ext cx="21662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rc380"/>
            <p:cNvSpPr/>
            <p:nvPr/>
          </p:nvSpPr>
          <p:spPr>
            <a:xfrm>
              <a:off x="5731622" y="2630735"/>
              <a:ext cx="216623" cy="175760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rc381"/>
            <p:cNvSpPr/>
            <p:nvPr/>
          </p:nvSpPr>
          <p:spPr>
            <a:xfrm>
              <a:off x="5731622" y="5191812"/>
              <a:ext cx="216623" cy="25108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rc382"/>
            <p:cNvSpPr/>
            <p:nvPr/>
          </p:nvSpPr>
          <p:spPr>
            <a:xfrm>
              <a:off x="5731622" y="5844635"/>
              <a:ext cx="216623" cy="100434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rc383"/>
            <p:cNvSpPr/>
            <p:nvPr/>
          </p:nvSpPr>
          <p:spPr>
            <a:xfrm>
              <a:off x="5731622" y="5945070"/>
              <a:ext cx="216623" cy="100434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rc384"/>
            <p:cNvSpPr/>
            <p:nvPr/>
          </p:nvSpPr>
          <p:spPr>
            <a:xfrm>
              <a:off x="5731622" y="6045504"/>
              <a:ext cx="216623" cy="50217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rc385"/>
            <p:cNvSpPr/>
            <p:nvPr/>
          </p:nvSpPr>
          <p:spPr>
            <a:xfrm>
              <a:off x="5731622" y="6045504"/>
              <a:ext cx="21662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rc386"/>
            <p:cNvSpPr/>
            <p:nvPr/>
          </p:nvSpPr>
          <p:spPr>
            <a:xfrm>
              <a:off x="5731622" y="5643767"/>
              <a:ext cx="21662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rc387"/>
            <p:cNvSpPr/>
            <p:nvPr/>
          </p:nvSpPr>
          <p:spPr>
            <a:xfrm>
              <a:off x="5731622" y="5693984"/>
              <a:ext cx="216623" cy="100434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rc388"/>
            <p:cNvSpPr/>
            <p:nvPr/>
          </p:nvSpPr>
          <p:spPr>
            <a:xfrm>
              <a:off x="6032488" y="5242029"/>
              <a:ext cx="216623" cy="200868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rc389"/>
            <p:cNvSpPr/>
            <p:nvPr/>
          </p:nvSpPr>
          <p:spPr>
            <a:xfrm>
              <a:off x="6032488" y="4990943"/>
              <a:ext cx="216623" cy="25108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rc390"/>
            <p:cNvSpPr/>
            <p:nvPr/>
          </p:nvSpPr>
          <p:spPr>
            <a:xfrm>
              <a:off x="6032488" y="5995287"/>
              <a:ext cx="216623" cy="50217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rc391"/>
            <p:cNvSpPr/>
            <p:nvPr/>
          </p:nvSpPr>
          <p:spPr>
            <a:xfrm>
              <a:off x="6032488" y="4639423"/>
              <a:ext cx="216623" cy="35152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rc392"/>
            <p:cNvSpPr/>
            <p:nvPr/>
          </p:nvSpPr>
          <p:spPr>
            <a:xfrm>
              <a:off x="6032488" y="5744201"/>
              <a:ext cx="216623" cy="100434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rc393"/>
            <p:cNvSpPr/>
            <p:nvPr/>
          </p:nvSpPr>
          <p:spPr>
            <a:xfrm>
              <a:off x="6032488" y="5493115"/>
              <a:ext cx="216623" cy="50217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rc394"/>
            <p:cNvSpPr/>
            <p:nvPr/>
          </p:nvSpPr>
          <p:spPr>
            <a:xfrm>
              <a:off x="6032488" y="5543332"/>
              <a:ext cx="216623" cy="5021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rc395"/>
            <p:cNvSpPr/>
            <p:nvPr/>
          </p:nvSpPr>
          <p:spPr>
            <a:xfrm>
              <a:off x="6032488" y="5643767"/>
              <a:ext cx="216623" cy="50217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rc396"/>
            <p:cNvSpPr/>
            <p:nvPr/>
          </p:nvSpPr>
          <p:spPr>
            <a:xfrm>
              <a:off x="6032488" y="6045504"/>
              <a:ext cx="216623" cy="50217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rc397"/>
            <p:cNvSpPr/>
            <p:nvPr/>
          </p:nvSpPr>
          <p:spPr>
            <a:xfrm>
              <a:off x="6032488" y="5693984"/>
              <a:ext cx="21662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rc398"/>
            <p:cNvSpPr/>
            <p:nvPr/>
          </p:nvSpPr>
          <p:spPr>
            <a:xfrm>
              <a:off x="6032488" y="5945070"/>
              <a:ext cx="216623" cy="50217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rc399"/>
            <p:cNvSpPr/>
            <p:nvPr/>
          </p:nvSpPr>
          <p:spPr>
            <a:xfrm>
              <a:off x="6032488" y="5493115"/>
              <a:ext cx="21662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rc400"/>
            <p:cNvSpPr/>
            <p:nvPr/>
          </p:nvSpPr>
          <p:spPr>
            <a:xfrm>
              <a:off x="6032488" y="6095721"/>
              <a:ext cx="21662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rc401"/>
            <p:cNvSpPr/>
            <p:nvPr/>
          </p:nvSpPr>
          <p:spPr>
            <a:xfrm>
              <a:off x="6032488" y="3183124"/>
              <a:ext cx="216623" cy="145629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rc402"/>
            <p:cNvSpPr/>
            <p:nvPr/>
          </p:nvSpPr>
          <p:spPr>
            <a:xfrm>
              <a:off x="6032488" y="5442898"/>
              <a:ext cx="216623" cy="5021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rc403"/>
            <p:cNvSpPr/>
            <p:nvPr/>
          </p:nvSpPr>
          <p:spPr>
            <a:xfrm>
              <a:off x="6032488" y="5693984"/>
              <a:ext cx="216623" cy="50217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rc404"/>
            <p:cNvSpPr/>
            <p:nvPr/>
          </p:nvSpPr>
          <p:spPr>
            <a:xfrm>
              <a:off x="6032488" y="5844635"/>
              <a:ext cx="216623" cy="100434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rc405"/>
            <p:cNvSpPr/>
            <p:nvPr/>
          </p:nvSpPr>
          <p:spPr>
            <a:xfrm>
              <a:off x="6032488" y="5995287"/>
              <a:ext cx="21662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rc406"/>
            <p:cNvSpPr/>
            <p:nvPr/>
          </p:nvSpPr>
          <p:spPr>
            <a:xfrm>
              <a:off x="6032488" y="5995287"/>
              <a:ext cx="21662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rc407"/>
            <p:cNvSpPr/>
            <p:nvPr/>
          </p:nvSpPr>
          <p:spPr>
            <a:xfrm>
              <a:off x="6032488" y="5543332"/>
              <a:ext cx="21662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rc408"/>
            <p:cNvSpPr/>
            <p:nvPr/>
          </p:nvSpPr>
          <p:spPr>
            <a:xfrm>
              <a:off x="6032488" y="5593550"/>
              <a:ext cx="216623" cy="50217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rc409"/>
            <p:cNvSpPr/>
            <p:nvPr/>
          </p:nvSpPr>
          <p:spPr>
            <a:xfrm>
              <a:off x="6333353" y="5191812"/>
              <a:ext cx="216623" cy="100434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rc410"/>
            <p:cNvSpPr/>
            <p:nvPr/>
          </p:nvSpPr>
          <p:spPr>
            <a:xfrm>
              <a:off x="6333353" y="4890509"/>
              <a:ext cx="216623" cy="30130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rc411"/>
            <p:cNvSpPr/>
            <p:nvPr/>
          </p:nvSpPr>
          <p:spPr>
            <a:xfrm>
              <a:off x="6333353" y="6045504"/>
              <a:ext cx="216623" cy="50217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rc412"/>
            <p:cNvSpPr/>
            <p:nvPr/>
          </p:nvSpPr>
          <p:spPr>
            <a:xfrm>
              <a:off x="6333353" y="4036817"/>
              <a:ext cx="216623" cy="85369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rc413"/>
            <p:cNvSpPr/>
            <p:nvPr/>
          </p:nvSpPr>
          <p:spPr>
            <a:xfrm>
              <a:off x="6333353" y="5894853"/>
              <a:ext cx="21662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rc414"/>
            <p:cNvSpPr/>
            <p:nvPr/>
          </p:nvSpPr>
          <p:spPr>
            <a:xfrm>
              <a:off x="6333353" y="5593550"/>
              <a:ext cx="216623" cy="50217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rc415"/>
            <p:cNvSpPr/>
            <p:nvPr/>
          </p:nvSpPr>
          <p:spPr>
            <a:xfrm>
              <a:off x="6333353" y="5744201"/>
              <a:ext cx="216623" cy="10043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rc416"/>
            <p:cNvSpPr/>
            <p:nvPr/>
          </p:nvSpPr>
          <p:spPr>
            <a:xfrm>
              <a:off x="6333353" y="5844635"/>
              <a:ext cx="21662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rc417"/>
            <p:cNvSpPr/>
            <p:nvPr/>
          </p:nvSpPr>
          <p:spPr>
            <a:xfrm>
              <a:off x="6333353" y="6095721"/>
              <a:ext cx="21662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rc418"/>
            <p:cNvSpPr/>
            <p:nvPr/>
          </p:nvSpPr>
          <p:spPr>
            <a:xfrm>
              <a:off x="6333353" y="5844635"/>
              <a:ext cx="21662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rc419"/>
            <p:cNvSpPr/>
            <p:nvPr/>
          </p:nvSpPr>
          <p:spPr>
            <a:xfrm>
              <a:off x="6333353" y="5945070"/>
              <a:ext cx="21662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rc420"/>
            <p:cNvSpPr/>
            <p:nvPr/>
          </p:nvSpPr>
          <p:spPr>
            <a:xfrm>
              <a:off x="6333353" y="5543332"/>
              <a:ext cx="216623" cy="5021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rc421"/>
            <p:cNvSpPr/>
            <p:nvPr/>
          </p:nvSpPr>
          <p:spPr>
            <a:xfrm>
              <a:off x="6333353" y="6095721"/>
              <a:ext cx="21662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rc422"/>
            <p:cNvSpPr/>
            <p:nvPr/>
          </p:nvSpPr>
          <p:spPr>
            <a:xfrm>
              <a:off x="6333353" y="2429866"/>
              <a:ext cx="216623" cy="160695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rc423"/>
            <p:cNvSpPr/>
            <p:nvPr/>
          </p:nvSpPr>
          <p:spPr>
            <a:xfrm>
              <a:off x="6333353" y="5292246"/>
              <a:ext cx="216623" cy="25108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rc424"/>
            <p:cNvSpPr/>
            <p:nvPr/>
          </p:nvSpPr>
          <p:spPr>
            <a:xfrm>
              <a:off x="6333353" y="5844635"/>
              <a:ext cx="216623" cy="50217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rc425"/>
            <p:cNvSpPr/>
            <p:nvPr/>
          </p:nvSpPr>
          <p:spPr>
            <a:xfrm>
              <a:off x="6333353" y="5894853"/>
              <a:ext cx="216623" cy="50217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rc426"/>
            <p:cNvSpPr/>
            <p:nvPr/>
          </p:nvSpPr>
          <p:spPr>
            <a:xfrm>
              <a:off x="6333353" y="6045504"/>
              <a:ext cx="21662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rc427"/>
            <p:cNvSpPr/>
            <p:nvPr/>
          </p:nvSpPr>
          <p:spPr>
            <a:xfrm>
              <a:off x="6333353" y="5945070"/>
              <a:ext cx="216623" cy="100434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rc428"/>
            <p:cNvSpPr/>
            <p:nvPr/>
          </p:nvSpPr>
          <p:spPr>
            <a:xfrm>
              <a:off x="6333353" y="5643767"/>
              <a:ext cx="216623" cy="100434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rc429"/>
            <p:cNvSpPr/>
            <p:nvPr/>
          </p:nvSpPr>
          <p:spPr>
            <a:xfrm>
              <a:off x="6333353" y="5844635"/>
              <a:ext cx="21662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rc430"/>
            <p:cNvSpPr/>
            <p:nvPr/>
          </p:nvSpPr>
          <p:spPr>
            <a:xfrm>
              <a:off x="6634219" y="5744201"/>
              <a:ext cx="216623" cy="100434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rc431"/>
            <p:cNvSpPr/>
            <p:nvPr/>
          </p:nvSpPr>
          <p:spPr>
            <a:xfrm>
              <a:off x="6634219" y="5693984"/>
              <a:ext cx="216623" cy="5021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rc432"/>
            <p:cNvSpPr/>
            <p:nvPr/>
          </p:nvSpPr>
          <p:spPr>
            <a:xfrm>
              <a:off x="6634219" y="6045504"/>
              <a:ext cx="21662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rc433"/>
            <p:cNvSpPr/>
            <p:nvPr/>
          </p:nvSpPr>
          <p:spPr>
            <a:xfrm>
              <a:off x="6634219" y="5392681"/>
              <a:ext cx="216623" cy="30130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rc434"/>
            <p:cNvSpPr/>
            <p:nvPr/>
          </p:nvSpPr>
          <p:spPr>
            <a:xfrm>
              <a:off x="6634219" y="6045504"/>
              <a:ext cx="21662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rc435"/>
            <p:cNvSpPr/>
            <p:nvPr/>
          </p:nvSpPr>
          <p:spPr>
            <a:xfrm>
              <a:off x="6634219" y="5945070"/>
              <a:ext cx="21662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rc436"/>
            <p:cNvSpPr/>
            <p:nvPr/>
          </p:nvSpPr>
          <p:spPr>
            <a:xfrm>
              <a:off x="6634219" y="5945070"/>
              <a:ext cx="216623" cy="5021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rc437"/>
            <p:cNvSpPr/>
            <p:nvPr/>
          </p:nvSpPr>
          <p:spPr>
            <a:xfrm>
              <a:off x="6634219" y="5995287"/>
              <a:ext cx="216623" cy="50217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rc438"/>
            <p:cNvSpPr/>
            <p:nvPr/>
          </p:nvSpPr>
          <p:spPr>
            <a:xfrm>
              <a:off x="6634219" y="6045504"/>
              <a:ext cx="21662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rc439"/>
            <p:cNvSpPr/>
            <p:nvPr/>
          </p:nvSpPr>
          <p:spPr>
            <a:xfrm>
              <a:off x="6634219" y="6045504"/>
              <a:ext cx="21662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rc440"/>
            <p:cNvSpPr/>
            <p:nvPr/>
          </p:nvSpPr>
          <p:spPr>
            <a:xfrm>
              <a:off x="6634219" y="6045504"/>
              <a:ext cx="21662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rc441"/>
            <p:cNvSpPr/>
            <p:nvPr/>
          </p:nvSpPr>
          <p:spPr>
            <a:xfrm>
              <a:off x="6634219" y="5894853"/>
              <a:ext cx="216623" cy="5021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rc442"/>
            <p:cNvSpPr/>
            <p:nvPr/>
          </p:nvSpPr>
          <p:spPr>
            <a:xfrm>
              <a:off x="6634219" y="6045504"/>
              <a:ext cx="216623" cy="50217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rc443"/>
            <p:cNvSpPr/>
            <p:nvPr/>
          </p:nvSpPr>
          <p:spPr>
            <a:xfrm>
              <a:off x="6634219" y="3986599"/>
              <a:ext cx="216623" cy="140608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rc444"/>
            <p:cNvSpPr/>
            <p:nvPr/>
          </p:nvSpPr>
          <p:spPr>
            <a:xfrm>
              <a:off x="6634219" y="5844635"/>
              <a:ext cx="216623" cy="5021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rc445"/>
            <p:cNvSpPr/>
            <p:nvPr/>
          </p:nvSpPr>
          <p:spPr>
            <a:xfrm>
              <a:off x="6634219" y="6045504"/>
              <a:ext cx="21662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rc446"/>
            <p:cNvSpPr/>
            <p:nvPr/>
          </p:nvSpPr>
          <p:spPr>
            <a:xfrm>
              <a:off x="6634219" y="6045504"/>
              <a:ext cx="21662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rc447"/>
            <p:cNvSpPr/>
            <p:nvPr/>
          </p:nvSpPr>
          <p:spPr>
            <a:xfrm>
              <a:off x="6634219" y="6045504"/>
              <a:ext cx="21662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rc448"/>
            <p:cNvSpPr/>
            <p:nvPr/>
          </p:nvSpPr>
          <p:spPr>
            <a:xfrm>
              <a:off x="6634219" y="6045504"/>
              <a:ext cx="21662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rc449"/>
            <p:cNvSpPr/>
            <p:nvPr/>
          </p:nvSpPr>
          <p:spPr>
            <a:xfrm>
              <a:off x="6634219" y="5945070"/>
              <a:ext cx="21662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rc450"/>
            <p:cNvSpPr/>
            <p:nvPr/>
          </p:nvSpPr>
          <p:spPr>
            <a:xfrm>
              <a:off x="6634219" y="5995287"/>
              <a:ext cx="21662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rc451"/>
            <p:cNvSpPr/>
            <p:nvPr/>
          </p:nvSpPr>
          <p:spPr>
            <a:xfrm>
              <a:off x="6935084" y="4739857"/>
              <a:ext cx="216623" cy="40173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rc452"/>
            <p:cNvSpPr/>
            <p:nvPr/>
          </p:nvSpPr>
          <p:spPr>
            <a:xfrm>
              <a:off x="6935084" y="4538988"/>
              <a:ext cx="216623" cy="200868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rc453"/>
            <p:cNvSpPr/>
            <p:nvPr/>
          </p:nvSpPr>
          <p:spPr>
            <a:xfrm>
              <a:off x="6935084" y="6095721"/>
              <a:ext cx="21662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rc454"/>
            <p:cNvSpPr/>
            <p:nvPr/>
          </p:nvSpPr>
          <p:spPr>
            <a:xfrm>
              <a:off x="6935084" y="3886165"/>
              <a:ext cx="216623" cy="65282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rc455"/>
            <p:cNvSpPr/>
            <p:nvPr/>
          </p:nvSpPr>
          <p:spPr>
            <a:xfrm>
              <a:off x="6935084" y="5894853"/>
              <a:ext cx="216623" cy="100434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rc456"/>
            <p:cNvSpPr/>
            <p:nvPr/>
          </p:nvSpPr>
          <p:spPr>
            <a:xfrm>
              <a:off x="6935084" y="5342464"/>
              <a:ext cx="216623" cy="100434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rc457"/>
            <p:cNvSpPr/>
            <p:nvPr/>
          </p:nvSpPr>
          <p:spPr>
            <a:xfrm>
              <a:off x="6935084" y="5493115"/>
              <a:ext cx="21662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rc458"/>
            <p:cNvSpPr/>
            <p:nvPr/>
          </p:nvSpPr>
          <p:spPr>
            <a:xfrm>
              <a:off x="6935084" y="5643767"/>
              <a:ext cx="216623" cy="50217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rc459"/>
            <p:cNvSpPr/>
            <p:nvPr/>
          </p:nvSpPr>
          <p:spPr>
            <a:xfrm>
              <a:off x="6935084" y="6095721"/>
              <a:ext cx="21662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rc460"/>
            <p:cNvSpPr/>
            <p:nvPr/>
          </p:nvSpPr>
          <p:spPr>
            <a:xfrm>
              <a:off x="6935084" y="5693984"/>
              <a:ext cx="216623" cy="150651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rc461"/>
            <p:cNvSpPr/>
            <p:nvPr/>
          </p:nvSpPr>
          <p:spPr>
            <a:xfrm>
              <a:off x="6935084" y="5995287"/>
              <a:ext cx="216623" cy="50217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rc462"/>
            <p:cNvSpPr/>
            <p:nvPr/>
          </p:nvSpPr>
          <p:spPr>
            <a:xfrm>
              <a:off x="6935084" y="5242029"/>
              <a:ext cx="216623" cy="100434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rc463"/>
            <p:cNvSpPr/>
            <p:nvPr/>
          </p:nvSpPr>
          <p:spPr>
            <a:xfrm>
              <a:off x="6935084" y="6095721"/>
              <a:ext cx="21662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rc464"/>
            <p:cNvSpPr/>
            <p:nvPr/>
          </p:nvSpPr>
          <p:spPr>
            <a:xfrm>
              <a:off x="6935084" y="3082690"/>
              <a:ext cx="216623" cy="80347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rc465"/>
            <p:cNvSpPr/>
            <p:nvPr/>
          </p:nvSpPr>
          <p:spPr>
            <a:xfrm>
              <a:off x="6935084" y="5141595"/>
              <a:ext cx="216623" cy="10043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rc466"/>
            <p:cNvSpPr/>
            <p:nvPr/>
          </p:nvSpPr>
          <p:spPr>
            <a:xfrm>
              <a:off x="6935084" y="5844635"/>
              <a:ext cx="216623" cy="50217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rc467"/>
            <p:cNvSpPr/>
            <p:nvPr/>
          </p:nvSpPr>
          <p:spPr>
            <a:xfrm>
              <a:off x="6935084" y="5995287"/>
              <a:ext cx="21662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rc468"/>
            <p:cNvSpPr/>
            <p:nvPr/>
          </p:nvSpPr>
          <p:spPr>
            <a:xfrm>
              <a:off x="6935084" y="6045504"/>
              <a:ext cx="216623" cy="50217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rc469"/>
            <p:cNvSpPr/>
            <p:nvPr/>
          </p:nvSpPr>
          <p:spPr>
            <a:xfrm>
              <a:off x="6935084" y="6045504"/>
              <a:ext cx="21662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rc470"/>
            <p:cNvSpPr/>
            <p:nvPr/>
          </p:nvSpPr>
          <p:spPr>
            <a:xfrm>
              <a:off x="6935084" y="5442898"/>
              <a:ext cx="216623" cy="5021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rc471"/>
            <p:cNvSpPr/>
            <p:nvPr/>
          </p:nvSpPr>
          <p:spPr>
            <a:xfrm>
              <a:off x="6935084" y="5493115"/>
              <a:ext cx="216623" cy="15065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rc472"/>
            <p:cNvSpPr/>
            <p:nvPr/>
          </p:nvSpPr>
          <p:spPr>
            <a:xfrm>
              <a:off x="7235950" y="5091378"/>
              <a:ext cx="216623" cy="100434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rc473"/>
            <p:cNvSpPr/>
            <p:nvPr/>
          </p:nvSpPr>
          <p:spPr>
            <a:xfrm>
              <a:off x="7235950" y="4790074"/>
              <a:ext cx="216623" cy="30130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rc474"/>
            <p:cNvSpPr/>
            <p:nvPr/>
          </p:nvSpPr>
          <p:spPr>
            <a:xfrm>
              <a:off x="7235950" y="6095721"/>
              <a:ext cx="21662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rc475"/>
            <p:cNvSpPr/>
            <p:nvPr/>
          </p:nvSpPr>
          <p:spPr>
            <a:xfrm>
              <a:off x="7235950" y="4488771"/>
              <a:ext cx="216623" cy="30130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rc476"/>
            <p:cNvSpPr/>
            <p:nvPr/>
          </p:nvSpPr>
          <p:spPr>
            <a:xfrm>
              <a:off x="7235950" y="5995287"/>
              <a:ext cx="21662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rc477"/>
            <p:cNvSpPr/>
            <p:nvPr/>
          </p:nvSpPr>
          <p:spPr>
            <a:xfrm>
              <a:off x="7235950" y="5493115"/>
              <a:ext cx="216623" cy="15065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rc478"/>
            <p:cNvSpPr/>
            <p:nvPr/>
          </p:nvSpPr>
          <p:spPr>
            <a:xfrm>
              <a:off x="7235950" y="5693984"/>
              <a:ext cx="216623" cy="5021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rc479"/>
            <p:cNvSpPr/>
            <p:nvPr/>
          </p:nvSpPr>
          <p:spPr>
            <a:xfrm>
              <a:off x="7235950" y="5744201"/>
              <a:ext cx="216623" cy="100434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rc480"/>
            <p:cNvSpPr/>
            <p:nvPr/>
          </p:nvSpPr>
          <p:spPr>
            <a:xfrm>
              <a:off x="7235950" y="6095721"/>
              <a:ext cx="21662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rc481"/>
            <p:cNvSpPr/>
            <p:nvPr/>
          </p:nvSpPr>
          <p:spPr>
            <a:xfrm>
              <a:off x="7235950" y="5844635"/>
              <a:ext cx="216623" cy="100434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rc482"/>
            <p:cNvSpPr/>
            <p:nvPr/>
          </p:nvSpPr>
          <p:spPr>
            <a:xfrm>
              <a:off x="7235950" y="6045504"/>
              <a:ext cx="21662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rc483"/>
            <p:cNvSpPr/>
            <p:nvPr/>
          </p:nvSpPr>
          <p:spPr>
            <a:xfrm>
              <a:off x="7235950" y="5292246"/>
              <a:ext cx="216623" cy="200868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rc484"/>
            <p:cNvSpPr/>
            <p:nvPr/>
          </p:nvSpPr>
          <p:spPr>
            <a:xfrm>
              <a:off x="7235950" y="6095721"/>
              <a:ext cx="21662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rc485"/>
            <p:cNvSpPr/>
            <p:nvPr/>
          </p:nvSpPr>
          <p:spPr>
            <a:xfrm>
              <a:off x="7235950" y="2932038"/>
              <a:ext cx="216623" cy="155673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rc486"/>
            <p:cNvSpPr/>
            <p:nvPr/>
          </p:nvSpPr>
          <p:spPr>
            <a:xfrm>
              <a:off x="7235950" y="5191812"/>
              <a:ext cx="216623" cy="10043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rc487"/>
            <p:cNvSpPr/>
            <p:nvPr/>
          </p:nvSpPr>
          <p:spPr>
            <a:xfrm>
              <a:off x="7235950" y="5945070"/>
              <a:ext cx="216623" cy="50217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rc488"/>
            <p:cNvSpPr/>
            <p:nvPr/>
          </p:nvSpPr>
          <p:spPr>
            <a:xfrm>
              <a:off x="7235950" y="5995287"/>
              <a:ext cx="216623" cy="50217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rc489"/>
            <p:cNvSpPr/>
            <p:nvPr/>
          </p:nvSpPr>
          <p:spPr>
            <a:xfrm>
              <a:off x="7235950" y="6095721"/>
              <a:ext cx="21662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rc490"/>
            <p:cNvSpPr/>
            <p:nvPr/>
          </p:nvSpPr>
          <p:spPr>
            <a:xfrm>
              <a:off x="7235950" y="6045504"/>
              <a:ext cx="216623" cy="50217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rc491"/>
            <p:cNvSpPr/>
            <p:nvPr/>
          </p:nvSpPr>
          <p:spPr>
            <a:xfrm>
              <a:off x="7235950" y="5643767"/>
              <a:ext cx="216623" cy="5021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rc492"/>
            <p:cNvSpPr/>
            <p:nvPr/>
          </p:nvSpPr>
          <p:spPr>
            <a:xfrm>
              <a:off x="7235950" y="5744201"/>
              <a:ext cx="21662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rc493"/>
            <p:cNvSpPr/>
            <p:nvPr/>
          </p:nvSpPr>
          <p:spPr>
            <a:xfrm>
              <a:off x="7536815" y="4790074"/>
              <a:ext cx="216623" cy="451954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rc494"/>
            <p:cNvSpPr/>
            <p:nvPr/>
          </p:nvSpPr>
          <p:spPr>
            <a:xfrm>
              <a:off x="7536815" y="4538988"/>
              <a:ext cx="216623" cy="25108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rc495"/>
            <p:cNvSpPr/>
            <p:nvPr/>
          </p:nvSpPr>
          <p:spPr>
            <a:xfrm>
              <a:off x="7536815" y="6095721"/>
              <a:ext cx="21662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rc496"/>
            <p:cNvSpPr/>
            <p:nvPr/>
          </p:nvSpPr>
          <p:spPr>
            <a:xfrm>
              <a:off x="7536815" y="4137251"/>
              <a:ext cx="216623" cy="401737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rc497"/>
            <p:cNvSpPr/>
            <p:nvPr/>
          </p:nvSpPr>
          <p:spPr>
            <a:xfrm>
              <a:off x="7536815" y="5945070"/>
              <a:ext cx="216623" cy="50217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rc498"/>
            <p:cNvSpPr/>
            <p:nvPr/>
          </p:nvSpPr>
          <p:spPr>
            <a:xfrm>
              <a:off x="7536815" y="5543332"/>
              <a:ext cx="216623" cy="200868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rc499"/>
            <p:cNvSpPr/>
            <p:nvPr/>
          </p:nvSpPr>
          <p:spPr>
            <a:xfrm>
              <a:off x="7536815" y="5894853"/>
              <a:ext cx="216623" cy="5021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rc500"/>
            <p:cNvSpPr/>
            <p:nvPr/>
          </p:nvSpPr>
          <p:spPr>
            <a:xfrm>
              <a:off x="7536815" y="5945070"/>
              <a:ext cx="21662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rc501"/>
            <p:cNvSpPr/>
            <p:nvPr/>
          </p:nvSpPr>
          <p:spPr>
            <a:xfrm>
              <a:off x="7536815" y="6095721"/>
              <a:ext cx="21662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rc502"/>
            <p:cNvSpPr/>
            <p:nvPr/>
          </p:nvSpPr>
          <p:spPr>
            <a:xfrm>
              <a:off x="7536815" y="5945070"/>
              <a:ext cx="21662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rc503"/>
            <p:cNvSpPr/>
            <p:nvPr/>
          </p:nvSpPr>
          <p:spPr>
            <a:xfrm>
              <a:off x="7536815" y="5995287"/>
              <a:ext cx="216623" cy="100434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rc504"/>
            <p:cNvSpPr/>
            <p:nvPr/>
          </p:nvSpPr>
          <p:spPr>
            <a:xfrm>
              <a:off x="7536815" y="5292246"/>
              <a:ext cx="216623" cy="25108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rc505"/>
            <p:cNvSpPr/>
            <p:nvPr/>
          </p:nvSpPr>
          <p:spPr>
            <a:xfrm>
              <a:off x="7536815" y="6095721"/>
              <a:ext cx="21662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rc506"/>
            <p:cNvSpPr/>
            <p:nvPr/>
          </p:nvSpPr>
          <p:spPr>
            <a:xfrm>
              <a:off x="7536815" y="2228998"/>
              <a:ext cx="216623" cy="190825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rc507"/>
            <p:cNvSpPr/>
            <p:nvPr/>
          </p:nvSpPr>
          <p:spPr>
            <a:xfrm>
              <a:off x="7536815" y="5242029"/>
              <a:ext cx="216623" cy="5021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rc508"/>
            <p:cNvSpPr/>
            <p:nvPr/>
          </p:nvSpPr>
          <p:spPr>
            <a:xfrm>
              <a:off x="7536815" y="5945070"/>
              <a:ext cx="21662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rc509"/>
            <p:cNvSpPr/>
            <p:nvPr/>
          </p:nvSpPr>
          <p:spPr>
            <a:xfrm>
              <a:off x="7536815" y="5995287"/>
              <a:ext cx="21662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rc510"/>
            <p:cNvSpPr/>
            <p:nvPr/>
          </p:nvSpPr>
          <p:spPr>
            <a:xfrm>
              <a:off x="7536815" y="6095721"/>
              <a:ext cx="21662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rc511"/>
            <p:cNvSpPr/>
            <p:nvPr/>
          </p:nvSpPr>
          <p:spPr>
            <a:xfrm>
              <a:off x="7536815" y="6095721"/>
              <a:ext cx="21662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rc512"/>
            <p:cNvSpPr/>
            <p:nvPr/>
          </p:nvSpPr>
          <p:spPr>
            <a:xfrm>
              <a:off x="7536815" y="5744201"/>
              <a:ext cx="216623" cy="15065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rc513"/>
            <p:cNvSpPr/>
            <p:nvPr/>
          </p:nvSpPr>
          <p:spPr>
            <a:xfrm>
              <a:off x="7536815" y="5945070"/>
              <a:ext cx="21662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rc514"/>
            <p:cNvSpPr/>
            <p:nvPr/>
          </p:nvSpPr>
          <p:spPr>
            <a:xfrm>
              <a:off x="7837681" y="4790074"/>
              <a:ext cx="216623" cy="200868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rc515"/>
            <p:cNvSpPr/>
            <p:nvPr/>
          </p:nvSpPr>
          <p:spPr>
            <a:xfrm>
              <a:off x="7837681" y="4488771"/>
              <a:ext cx="216623" cy="30130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rc516"/>
            <p:cNvSpPr/>
            <p:nvPr/>
          </p:nvSpPr>
          <p:spPr>
            <a:xfrm>
              <a:off x="7837681" y="6095721"/>
              <a:ext cx="21662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rc517"/>
            <p:cNvSpPr/>
            <p:nvPr/>
          </p:nvSpPr>
          <p:spPr>
            <a:xfrm>
              <a:off x="7837681" y="3886165"/>
              <a:ext cx="216623" cy="602606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rc518"/>
            <p:cNvSpPr/>
            <p:nvPr/>
          </p:nvSpPr>
          <p:spPr>
            <a:xfrm>
              <a:off x="7837681" y="5945070"/>
              <a:ext cx="216623" cy="100434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rc519"/>
            <p:cNvSpPr/>
            <p:nvPr/>
          </p:nvSpPr>
          <p:spPr>
            <a:xfrm>
              <a:off x="7837681" y="5242029"/>
              <a:ext cx="216623" cy="100434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rc520"/>
            <p:cNvSpPr/>
            <p:nvPr/>
          </p:nvSpPr>
          <p:spPr>
            <a:xfrm>
              <a:off x="7837681" y="5442898"/>
              <a:ext cx="216623" cy="5021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rc521"/>
            <p:cNvSpPr/>
            <p:nvPr/>
          </p:nvSpPr>
          <p:spPr>
            <a:xfrm>
              <a:off x="7837681" y="5643767"/>
              <a:ext cx="216623" cy="100434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rc522"/>
            <p:cNvSpPr/>
            <p:nvPr/>
          </p:nvSpPr>
          <p:spPr>
            <a:xfrm>
              <a:off x="7837681" y="6095721"/>
              <a:ext cx="21662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rc523"/>
            <p:cNvSpPr/>
            <p:nvPr/>
          </p:nvSpPr>
          <p:spPr>
            <a:xfrm>
              <a:off x="7837681" y="5744201"/>
              <a:ext cx="216623" cy="150651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rc524"/>
            <p:cNvSpPr/>
            <p:nvPr/>
          </p:nvSpPr>
          <p:spPr>
            <a:xfrm>
              <a:off x="7837681" y="6045504"/>
              <a:ext cx="21662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rc525"/>
            <p:cNvSpPr/>
            <p:nvPr/>
          </p:nvSpPr>
          <p:spPr>
            <a:xfrm>
              <a:off x="7837681" y="5141595"/>
              <a:ext cx="216623" cy="100434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rc526"/>
            <p:cNvSpPr/>
            <p:nvPr/>
          </p:nvSpPr>
          <p:spPr>
            <a:xfrm>
              <a:off x="7837681" y="6095721"/>
              <a:ext cx="21662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rc527"/>
            <p:cNvSpPr/>
            <p:nvPr/>
          </p:nvSpPr>
          <p:spPr>
            <a:xfrm>
              <a:off x="7837681" y="1475740"/>
              <a:ext cx="216623" cy="241042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rc528"/>
            <p:cNvSpPr/>
            <p:nvPr/>
          </p:nvSpPr>
          <p:spPr>
            <a:xfrm>
              <a:off x="7837681" y="4990943"/>
              <a:ext cx="216623" cy="15065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rc529"/>
            <p:cNvSpPr/>
            <p:nvPr/>
          </p:nvSpPr>
          <p:spPr>
            <a:xfrm>
              <a:off x="7837681" y="5894853"/>
              <a:ext cx="216623" cy="50217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rc530"/>
            <p:cNvSpPr/>
            <p:nvPr/>
          </p:nvSpPr>
          <p:spPr>
            <a:xfrm>
              <a:off x="7837681" y="6045504"/>
              <a:ext cx="21662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rc531"/>
            <p:cNvSpPr/>
            <p:nvPr/>
          </p:nvSpPr>
          <p:spPr>
            <a:xfrm>
              <a:off x="7837681" y="6095721"/>
              <a:ext cx="21662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rc532"/>
            <p:cNvSpPr/>
            <p:nvPr/>
          </p:nvSpPr>
          <p:spPr>
            <a:xfrm>
              <a:off x="7837681" y="6045504"/>
              <a:ext cx="216623" cy="50217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rc533"/>
            <p:cNvSpPr/>
            <p:nvPr/>
          </p:nvSpPr>
          <p:spPr>
            <a:xfrm>
              <a:off x="7837681" y="5342464"/>
              <a:ext cx="216623" cy="100434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rc534"/>
            <p:cNvSpPr/>
            <p:nvPr/>
          </p:nvSpPr>
          <p:spPr>
            <a:xfrm>
              <a:off x="7837681" y="5493115"/>
              <a:ext cx="216623" cy="15065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rc535"/>
            <p:cNvSpPr/>
            <p:nvPr/>
          </p:nvSpPr>
          <p:spPr>
            <a:xfrm>
              <a:off x="8138547" y="5041160"/>
              <a:ext cx="216623" cy="30130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rc536"/>
            <p:cNvSpPr/>
            <p:nvPr/>
          </p:nvSpPr>
          <p:spPr>
            <a:xfrm>
              <a:off x="8138547" y="4790074"/>
              <a:ext cx="216623" cy="25108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rc537"/>
            <p:cNvSpPr/>
            <p:nvPr/>
          </p:nvSpPr>
          <p:spPr>
            <a:xfrm>
              <a:off x="8138547" y="6045504"/>
              <a:ext cx="21662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rc538"/>
            <p:cNvSpPr/>
            <p:nvPr/>
          </p:nvSpPr>
          <p:spPr>
            <a:xfrm>
              <a:off x="8138547" y="3936382"/>
              <a:ext cx="216623" cy="85369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rc539"/>
            <p:cNvSpPr/>
            <p:nvPr/>
          </p:nvSpPr>
          <p:spPr>
            <a:xfrm>
              <a:off x="8138547" y="5894853"/>
              <a:ext cx="216623" cy="50217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rc540"/>
            <p:cNvSpPr/>
            <p:nvPr/>
          </p:nvSpPr>
          <p:spPr>
            <a:xfrm>
              <a:off x="8138547" y="5693984"/>
              <a:ext cx="21662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rc541"/>
            <p:cNvSpPr/>
            <p:nvPr/>
          </p:nvSpPr>
          <p:spPr>
            <a:xfrm>
              <a:off x="8138547" y="5693984"/>
              <a:ext cx="216623" cy="5021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rc542"/>
            <p:cNvSpPr/>
            <p:nvPr/>
          </p:nvSpPr>
          <p:spPr>
            <a:xfrm>
              <a:off x="8138547" y="5844635"/>
              <a:ext cx="21662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rc543"/>
            <p:cNvSpPr/>
            <p:nvPr/>
          </p:nvSpPr>
          <p:spPr>
            <a:xfrm>
              <a:off x="8138547" y="6045504"/>
              <a:ext cx="21662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rc544"/>
            <p:cNvSpPr/>
            <p:nvPr/>
          </p:nvSpPr>
          <p:spPr>
            <a:xfrm>
              <a:off x="8138547" y="5844635"/>
              <a:ext cx="216623" cy="50217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rc545"/>
            <p:cNvSpPr/>
            <p:nvPr/>
          </p:nvSpPr>
          <p:spPr>
            <a:xfrm>
              <a:off x="8138547" y="5945070"/>
              <a:ext cx="216623" cy="100434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rc546"/>
            <p:cNvSpPr/>
            <p:nvPr/>
          </p:nvSpPr>
          <p:spPr>
            <a:xfrm>
              <a:off x="8138547" y="5543332"/>
              <a:ext cx="216623" cy="15065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rc547"/>
            <p:cNvSpPr/>
            <p:nvPr/>
          </p:nvSpPr>
          <p:spPr>
            <a:xfrm>
              <a:off x="8138547" y="6045504"/>
              <a:ext cx="216623" cy="50217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rc548"/>
            <p:cNvSpPr/>
            <p:nvPr/>
          </p:nvSpPr>
          <p:spPr>
            <a:xfrm>
              <a:off x="8138547" y="2078346"/>
              <a:ext cx="216623" cy="185803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rc549"/>
            <p:cNvSpPr/>
            <p:nvPr/>
          </p:nvSpPr>
          <p:spPr>
            <a:xfrm>
              <a:off x="8138547" y="5342464"/>
              <a:ext cx="216623" cy="200868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rc550"/>
            <p:cNvSpPr/>
            <p:nvPr/>
          </p:nvSpPr>
          <p:spPr>
            <a:xfrm>
              <a:off x="8138547" y="5894853"/>
              <a:ext cx="21662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rc551"/>
            <p:cNvSpPr/>
            <p:nvPr/>
          </p:nvSpPr>
          <p:spPr>
            <a:xfrm>
              <a:off x="8138547" y="5945070"/>
              <a:ext cx="21662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rc552"/>
            <p:cNvSpPr/>
            <p:nvPr/>
          </p:nvSpPr>
          <p:spPr>
            <a:xfrm>
              <a:off x="8138547" y="6045504"/>
              <a:ext cx="21662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rc553"/>
            <p:cNvSpPr/>
            <p:nvPr/>
          </p:nvSpPr>
          <p:spPr>
            <a:xfrm>
              <a:off x="8138547" y="6045504"/>
              <a:ext cx="21662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rc554"/>
            <p:cNvSpPr/>
            <p:nvPr/>
          </p:nvSpPr>
          <p:spPr>
            <a:xfrm>
              <a:off x="8138547" y="5693984"/>
              <a:ext cx="21662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rc555"/>
            <p:cNvSpPr/>
            <p:nvPr/>
          </p:nvSpPr>
          <p:spPr>
            <a:xfrm>
              <a:off x="8138547" y="5744201"/>
              <a:ext cx="216623" cy="100434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l556"/>
            <p:cNvSpPr/>
            <p:nvPr/>
          </p:nvSpPr>
          <p:spPr>
            <a:xfrm>
              <a:off x="725220" y="1636186"/>
              <a:ext cx="7521638" cy="4168696"/>
            </a:xfrm>
            <a:custGeom>
              <a:avLst/>
              <a:pathLst>
                <a:path w="7521638" h="4168696">
                  <a:moveTo>
                    <a:pt x="0" y="4168696"/>
                  </a:moveTo>
                  <a:lnTo>
                    <a:pt x="300865" y="3926330"/>
                  </a:lnTo>
                  <a:lnTo>
                    <a:pt x="601731" y="4071749"/>
                  </a:lnTo>
                  <a:lnTo>
                    <a:pt x="902596" y="3974803"/>
                  </a:lnTo>
                  <a:lnTo>
                    <a:pt x="1203462" y="4120223"/>
                  </a:lnTo>
                  <a:lnTo>
                    <a:pt x="1504327" y="4120223"/>
                  </a:lnTo>
                  <a:lnTo>
                    <a:pt x="1805193" y="2084348"/>
                  </a:lnTo>
                  <a:lnTo>
                    <a:pt x="2106058" y="3102285"/>
                  </a:lnTo>
                  <a:lnTo>
                    <a:pt x="2406924" y="3490071"/>
                  </a:lnTo>
                  <a:lnTo>
                    <a:pt x="2707789" y="3393124"/>
                  </a:lnTo>
                  <a:lnTo>
                    <a:pt x="3008655" y="2084348"/>
                  </a:lnTo>
                  <a:lnTo>
                    <a:pt x="3309520" y="2472133"/>
                  </a:lnTo>
                  <a:lnTo>
                    <a:pt x="3610386" y="3344651"/>
                  </a:lnTo>
                  <a:lnTo>
                    <a:pt x="3911252" y="2472133"/>
                  </a:lnTo>
                  <a:lnTo>
                    <a:pt x="4212117" y="2181294"/>
                  </a:lnTo>
                  <a:lnTo>
                    <a:pt x="4512983" y="2811446"/>
                  </a:lnTo>
                  <a:lnTo>
                    <a:pt x="4813848" y="2423660"/>
                  </a:lnTo>
                  <a:lnTo>
                    <a:pt x="5114714" y="1114883"/>
                  </a:lnTo>
                  <a:lnTo>
                    <a:pt x="5415579" y="1648089"/>
                  </a:lnTo>
                  <a:lnTo>
                    <a:pt x="5716445" y="920991"/>
                  </a:lnTo>
                  <a:lnTo>
                    <a:pt x="6017310" y="2423660"/>
                  </a:lnTo>
                  <a:lnTo>
                    <a:pt x="6318176" y="1551142"/>
                  </a:lnTo>
                  <a:lnTo>
                    <a:pt x="6619041" y="1405723"/>
                  </a:lnTo>
                  <a:lnTo>
                    <a:pt x="6919907" y="727098"/>
                  </a:lnTo>
                  <a:lnTo>
                    <a:pt x="7220772" y="0"/>
                  </a:lnTo>
                  <a:lnTo>
                    <a:pt x="7521638" y="581678"/>
                  </a:lnTo>
                </a:path>
              </a:pathLst>
            </a:custGeom>
            <a:ln w="19512" cap="flat">
              <a:solidFill>
                <a:srgbClr val="000000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690090" y="576975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990956" y="552738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1291821" y="567280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1592687" y="557586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1893552" y="5721279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194418" y="5721279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495283" y="368540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796149" y="4703342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097014" y="509112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397880" y="499418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698745" y="368540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3999611" y="407319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00477" y="494570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4601342" y="407319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902208" y="378235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5203073" y="441250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5503939" y="402471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5804804" y="271594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105670" y="324914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6406535" y="252204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6707401" y="402471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7008266" y="3152199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7309132" y="300678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7609997" y="232815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7910863" y="160105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8211729" y="218273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3"/>
            <p:cNvSpPr/>
            <p:nvPr/>
          </p:nvSpPr>
          <p:spPr>
            <a:xfrm>
              <a:off x="544700" y="1475740"/>
              <a:ext cx="0" cy="4619981"/>
            </a:xfrm>
            <a:custGeom>
              <a:avLst/>
              <a:pathLst>
                <a:path w="0" h="4619981">
                  <a:moveTo>
                    <a:pt x="0" y="4619981"/>
                  </a:moveTo>
                  <a:lnTo>
                    <a:pt x="0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tx584"/>
            <p:cNvSpPr/>
            <p:nvPr/>
          </p:nvSpPr>
          <p:spPr>
            <a:xfrm>
              <a:off x="388750" y="6042742"/>
              <a:ext cx="81932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85" name="tx585"/>
            <p:cNvSpPr/>
            <p:nvPr/>
          </p:nvSpPr>
          <p:spPr>
            <a:xfrm>
              <a:off x="306818" y="4787169"/>
              <a:ext cx="163864" cy="1059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86" name="tx586"/>
            <p:cNvSpPr/>
            <p:nvPr/>
          </p:nvSpPr>
          <p:spPr>
            <a:xfrm>
              <a:off x="306818" y="3531883"/>
              <a:ext cx="163864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87" name="tx587"/>
            <p:cNvSpPr/>
            <p:nvPr/>
          </p:nvSpPr>
          <p:spPr>
            <a:xfrm>
              <a:off x="306818" y="2278395"/>
              <a:ext cx="163864" cy="103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88" name="pl588"/>
            <p:cNvSpPr/>
            <p:nvPr/>
          </p:nvSpPr>
          <p:spPr>
            <a:xfrm>
              <a:off x="503579" y="6095721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9"/>
            <p:cNvSpPr/>
            <p:nvPr/>
          </p:nvSpPr>
          <p:spPr>
            <a:xfrm>
              <a:off x="503579" y="4840292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90"/>
            <p:cNvSpPr/>
            <p:nvPr/>
          </p:nvSpPr>
          <p:spPr>
            <a:xfrm>
              <a:off x="503579" y="3584862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1"/>
            <p:cNvSpPr/>
            <p:nvPr/>
          </p:nvSpPr>
          <p:spPr>
            <a:xfrm>
              <a:off x="503579" y="2329432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2"/>
            <p:cNvSpPr/>
            <p:nvPr/>
          </p:nvSpPr>
          <p:spPr>
            <a:xfrm>
              <a:off x="8427377" y="1475740"/>
              <a:ext cx="0" cy="4619981"/>
            </a:xfrm>
            <a:custGeom>
              <a:avLst/>
              <a:pathLst>
                <a:path w="0" h="4619981">
                  <a:moveTo>
                    <a:pt x="0" y="4619981"/>
                  </a:moveTo>
                  <a:lnTo>
                    <a:pt x="0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3"/>
            <p:cNvSpPr/>
            <p:nvPr/>
          </p:nvSpPr>
          <p:spPr>
            <a:xfrm>
              <a:off x="8427377" y="6095721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4"/>
            <p:cNvSpPr/>
            <p:nvPr/>
          </p:nvSpPr>
          <p:spPr>
            <a:xfrm>
              <a:off x="8427377" y="4812393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5"/>
            <p:cNvSpPr/>
            <p:nvPr/>
          </p:nvSpPr>
          <p:spPr>
            <a:xfrm>
              <a:off x="8427377" y="3529065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6"/>
            <p:cNvSpPr/>
            <p:nvPr/>
          </p:nvSpPr>
          <p:spPr>
            <a:xfrm>
              <a:off x="8427377" y="2245737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tx597"/>
            <p:cNvSpPr/>
            <p:nvPr/>
          </p:nvSpPr>
          <p:spPr>
            <a:xfrm>
              <a:off x="8501395" y="6042742"/>
              <a:ext cx="335786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0.0%</a:t>
              </a:r>
            </a:p>
          </p:txBody>
        </p:sp>
        <p:sp>
          <p:nvSpPr>
            <p:cNvPr id="598" name="tx598"/>
            <p:cNvSpPr/>
            <p:nvPr/>
          </p:nvSpPr>
          <p:spPr>
            <a:xfrm>
              <a:off x="8501395" y="4759126"/>
              <a:ext cx="335786" cy="1061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2.5%</a:t>
              </a:r>
            </a:p>
          </p:txBody>
        </p:sp>
        <p:sp>
          <p:nvSpPr>
            <p:cNvPr id="599" name="tx599"/>
            <p:cNvSpPr/>
            <p:nvPr/>
          </p:nvSpPr>
          <p:spPr>
            <a:xfrm>
              <a:off x="8501395" y="3476086"/>
              <a:ext cx="335786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5.0%</a:t>
              </a:r>
            </a:p>
          </p:txBody>
        </p:sp>
        <p:sp>
          <p:nvSpPr>
            <p:cNvPr id="600" name="tx600"/>
            <p:cNvSpPr/>
            <p:nvPr/>
          </p:nvSpPr>
          <p:spPr>
            <a:xfrm>
              <a:off x="8501395" y="2193261"/>
              <a:ext cx="335786" cy="1053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7.5%</a:t>
              </a:r>
            </a:p>
          </p:txBody>
        </p:sp>
        <p:sp>
          <p:nvSpPr>
            <p:cNvPr id="601" name="pl601"/>
            <p:cNvSpPr/>
            <p:nvPr/>
          </p:nvSpPr>
          <p:spPr>
            <a:xfrm>
              <a:off x="544700" y="6095721"/>
              <a:ext cx="7882677" cy="0"/>
            </a:xfrm>
            <a:custGeom>
              <a:avLst/>
              <a:pathLst>
                <a:path w="7882677" h="0">
                  <a:moveTo>
                    <a:pt x="0" y="0"/>
                  </a:moveTo>
                  <a:lnTo>
                    <a:pt x="7882677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l602"/>
            <p:cNvSpPr/>
            <p:nvPr/>
          </p:nvSpPr>
          <p:spPr>
            <a:xfrm>
              <a:off x="725220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3"/>
            <p:cNvSpPr/>
            <p:nvPr/>
          </p:nvSpPr>
          <p:spPr>
            <a:xfrm>
              <a:off x="1026085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l604"/>
            <p:cNvSpPr/>
            <p:nvPr/>
          </p:nvSpPr>
          <p:spPr>
            <a:xfrm>
              <a:off x="1326951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l605"/>
            <p:cNvSpPr/>
            <p:nvPr/>
          </p:nvSpPr>
          <p:spPr>
            <a:xfrm>
              <a:off x="1627816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l606"/>
            <p:cNvSpPr/>
            <p:nvPr/>
          </p:nvSpPr>
          <p:spPr>
            <a:xfrm>
              <a:off x="1928682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l607"/>
            <p:cNvSpPr/>
            <p:nvPr/>
          </p:nvSpPr>
          <p:spPr>
            <a:xfrm>
              <a:off x="2229547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8"/>
            <p:cNvSpPr/>
            <p:nvPr/>
          </p:nvSpPr>
          <p:spPr>
            <a:xfrm>
              <a:off x="2530413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l609"/>
            <p:cNvSpPr/>
            <p:nvPr/>
          </p:nvSpPr>
          <p:spPr>
            <a:xfrm>
              <a:off x="2831278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l610"/>
            <p:cNvSpPr/>
            <p:nvPr/>
          </p:nvSpPr>
          <p:spPr>
            <a:xfrm>
              <a:off x="3132144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l611"/>
            <p:cNvSpPr/>
            <p:nvPr/>
          </p:nvSpPr>
          <p:spPr>
            <a:xfrm>
              <a:off x="3433009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l612"/>
            <p:cNvSpPr/>
            <p:nvPr/>
          </p:nvSpPr>
          <p:spPr>
            <a:xfrm>
              <a:off x="3733875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l613"/>
            <p:cNvSpPr/>
            <p:nvPr/>
          </p:nvSpPr>
          <p:spPr>
            <a:xfrm>
              <a:off x="4034741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4"/>
            <p:cNvSpPr/>
            <p:nvPr/>
          </p:nvSpPr>
          <p:spPr>
            <a:xfrm>
              <a:off x="4335606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l615"/>
            <p:cNvSpPr/>
            <p:nvPr/>
          </p:nvSpPr>
          <p:spPr>
            <a:xfrm>
              <a:off x="4636472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4937337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5238203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5539068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5839934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20"/>
            <p:cNvSpPr/>
            <p:nvPr/>
          </p:nvSpPr>
          <p:spPr>
            <a:xfrm>
              <a:off x="6140799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1"/>
            <p:cNvSpPr/>
            <p:nvPr/>
          </p:nvSpPr>
          <p:spPr>
            <a:xfrm>
              <a:off x="6441665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2"/>
            <p:cNvSpPr/>
            <p:nvPr/>
          </p:nvSpPr>
          <p:spPr>
            <a:xfrm>
              <a:off x="6742530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3"/>
            <p:cNvSpPr/>
            <p:nvPr/>
          </p:nvSpPr>
          <p:spPr>
            <a:xfrm>
              <a:off x="7043396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l624"/>
            <p:cNvSpPr/>
            <p:nvPr/>
          </p:nvSpPr>
          <p:spPr>
            <a:xfrm>
              <a:off x="7344261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l625"/>
            <p:cNvSpPr/>
            <p:nvPr/>
          </p:nvSpPr>
          <p:spPr>
            <a:xfrm>
              <a:off x="7645127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l626"/>
            <p:cNvSpPr/>
            <p:nvPr/>
          </p:nvSpPr>
          <p:spPr>
            <a:xfrm>
              <a:off x="7945993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l627"/>
            <p:cNvSpPr/>
            <p:nvPr/>
          </p:nvSpPr>
          <p:spPr>
            <a:xfrm>
              <a:off x="8246858" y="6095721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tx628"/>
            <p:cNvSpPr/>
            <p:nvPr/>
          </p:nvSpPr>
          <p:spPr>
            <a:xfrm rot="-2100000">
              <a:off x="461905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2000</a:t>
              </a:r>
            </a:p>
          </p:txBody>
        </p:sp>
        <p:sp>
          <p:nvSpPr>
            <p:cNvPr id="629" name="tx629"/>
            <p:cNvSpPr/>
            <p:nvPr/>
          </p:nvSpPr>
          <p:spPr>
            <a:xfrm rot="-2100000">
              <a:off x="762770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2001</a:t>
              </a:r>
            </a:p>
          </p:txBody>
        </p:sp>
        <p:sp>
          <p:nvSpPr>
            <p:cNvPr id="630" name="tx630"/>
            <p:cNvSpPr/>
            <p:nvPr/>
          </p:nvSpPr>
          <p:spPr>
            <a:xfrm rot="-2100000">
              <a:off x="1063636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2002</a:t>
              </a:r>
            </a:p>
          </p:txBody>
        </p:sp>
        <p:sp>
          <p:nvSpPr>
            <p:cNvPr id="631" name="tx631"/>
            <p:cNvSpPr/>
            <p:nvPr/>
          </p:nvSpPr>
          <p:spPr>
            <a:xfrm rot="-2100000">
              <a:off x="1364502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2003</a:t>
              </a:r>
            </a:p>
          </p:txBody>
        </p:sp>
        <p:sp>
          <p:nvSpPr>
            <p:cNvPr id="632" name="tx632"/>
            <p:cNvSpPr/>
            <p:nvPr/>
          </p:nvSpPr>
          <p:spPr>
            <a:xfrm rot="-2100000">
              <a:off x="1665367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2004</a:t>
              </a:r>
            </a:p>
          </p:txBody>
        </p:sp>
        <p:sp>
          <p:nvSpPr>
            <p:cNvPr id="633" name="tx633"/>
            <p:cNvSpPr/>
            <p:nvPr/>
          </p:nvSpPr>
          <p:spPr>
            <a:xfrm rot="-2100000">
              <a:off x="1966233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2005</a:t>
              </a:r>
            </a:p>
          </p:txBody>
        </p:sp>
        <p:sp>
          <p:nvSpPr>
            <p:cNvPr id="634" name="tx634"/>
            <p:cNvSpPr/>
            <p:nvPr/>
          </p:nvSpPr>
          <p:spPr>
            <a:xfrm rot="-2100000">
              <a:off x="2267078" y="6252203"/>
              <a:ext cx="322078" cy="104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2006</a:t>
              </a:r>
            </a:p>
          </p:txBody>
        </p:sp>
        <p:sp>
          <p:nvSpPr>
            <p:cNvPr id="635" name="tx635"/>
            <p:cNvSpPr/>
            <p:nvPr/>
          </p:nvSpPr>
          <p:spPr>
            <a:xfrm rot="-2100000">
              <a:off x="2567964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2007</a:t>
              </a:r>
            </a:p>
          </p:txBody>
        </p:sp>
        <p:sp>
          <p:nvSpPr>
            <p:cNvPr id="636" name="tx636"/>
            <p:cNvSpPr/>
            <p:nvPr/>
          </p:nvSpPr>
          <p:spPr>
            <a:xfrm rot="-2100000">
              <a:off x="2868789" y="6252138"/>
              <a:ext cx="322078" cy="1044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2008</a:t>
              </a:r>
            </a:p>
          </p:txBody>
        </p:sp>
        <p:sp>
          <p:nvSpPr>
            <p:cNvPr id="637" name="tx637"/>
            <p:cNvSpPr/>
            <p:nvPr/>
          </p:nvSpPr>
          <p:spPr>
            <a:xfrm rot="-2100000">
              <a:off x="3169675" y="6252203"/>
              <a:ext cx="322078" cy="104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2009</a:t>
              </a:r>
            </a:p>
          </p:txBody>
        </p:sp>
        <p:sp>
          <p:nvSpPr>
            <p:cNvPr id="638" name="tx638"/>
            <p:cNvSpPr/>
            <p:nvPr/>
          </p:nvSpPr>
          <p:spPr>
            <a:xfrm rot="-2100000">
              <a:off x="3470560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2010</a:t>
              </a:r>
            </a:p>
          </p:txBody>
        </p:sp>
        <p:sp>
          <p:nvSpPr>
            <p:cNvPr id="639" name="tx639"/>
            <p:cNvSpPr/>
            <p:nvPr/>
          </p:nvSpPr>
          <p:spPr>
            <a:xfrm rot="-2100000">
              <a:off x="3771426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2011</a:t>
              </a:r>
            </a:p>
          </p:txBody>
        </p:sp>
        <p:sp>
          <p:nvSpPr>
            <p:cNvPr id="640" name="tx640"/>
            <p:cNvSpPr/>
            <p:nvPr/>
          </p:nvSpPr>
          <p:spPr>
            <a:xfrm rot="-2100000">
              <a:off x="4072291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2012</a:t>
              </a:r>
            </a:p>
          </p:txBody>
        </p:sp>
        <p:sp>
          <p:nvSpPr>
            <p:cNvPr id="641" name="tx641"/>
            <p:cNvSpPr/>
            <p:nvPr/>
          </p:nvSpPr>
          <p:spPr>
            <a:xfrm rot="-2100000">
              <a:off x="4373157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2013</a:t>
              </a:r>
            </a:p>
          </p:txBody>
        </p:sp>
        <p:sp>
          <p:nvSpPr>
            <p:cNvPr id="642" name="tx642"/>
            <p:cNvSpPr/>
            <p:nvPr/>
          </p:nvSpPr>
          <p:spPr>
            <a:xfrm rot="-2100000">
              <a:off x="4674023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2014</a:t>
              </a:r>
            </a:p>
          </p:txBody>
        </p:sp>
        <p:sp>
          <p:nvSpPr>
            <p:cNvPr id="643" name="tx643"/>
            <p:cNvSpPr/>
            <p:nvPr/>
          </p:nvSpPr>
          <p:spPr>
            <a:xfrm rot="-2100000">
              <a:off x="4974888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2015</a:t>
              </a:r>
            </a:p>
          </p:txBody>
        </p:sp>
        <p:sp>
          <p:nvSpPr>
            <p:cNvPr id="644" name="tx644"/>
            <p:cNvSpPr/>
            <p:nvPr/>
          </p:nvSpPr>
          <p:spPr>
            <a:xfrm rot="-2100000">
              <a:off x="5275733" y="6252203"/>
              <a:ext cx="322078" cy="104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2016</a:t>
              </a:r>
            </a:p>
          </p:txBody>
        </p:sp>
        <p:sp>
          <p:nvSpPr>
            <p:cNvPr id="645" name="tx645"/>
            <p:cNvSpPr/>
            <p:nvPr/>
          </p:nvSpPr>
          <p:spPr>
            <a:xfrm rot="-2100000">
              <a:off x="5576619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2017</a:t>
              </a:r>
            </a:p>
          </p:txBody>
        </p:sp>
        <p:sp>
          <p:nvSpPr>
            <p:cNvPr id="646" name="tx646"/>
            <p:cNvSpPr/>
            <p:nvPr/>
          </p:nvSpPr>
          <p:spPr>
            <a:xfrm rot="-2100000">
              <a:off x="5877444" y="6252138"/>
              <a:ext cx="322078" cy="1044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2018</a:t>
              </a:r>
            </a:p>
          </p:txBody>
        </p:sp>
        <p:sp>
          <p:nvSpPr>
            <p:cNvPr id="647" name="tx647"/>
            <p:cNvSpPr/>
            <p:nvPr/>
          </p:nvSpPr>
          <p:spPr>
            <a:xfrm rot="-2100000">
              <a:off x="6178330" y="6252203"/>
              <a:ext cx="322078" cy="104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2019</a:t>
              </a:r>
            </a:p>
          </p:txBody>
        </p:sp>
        <p:sp>
          <p:nvSpPr>
            <p:cNvPr id="648" name="tx648"/>
            <p:cNvSpPr/>
            <p:nvPr/>
          </p:nvSpPr>
          <p:spPr>
            <a:xfrm rot="-2100000">
              <a:off x="6479216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2020</a:t>
              </a:r>
            </a:p>
          </p:txBody>
        </p:sp>
        <p:sp>
          <p:nvSpPr>
            <p:cNvPr id="649" name="tx649"/>
            <p:cNvSpPr/>
            <p:nvPr/>
          </p:nvSpPr>
          <p:spPr>
            <a:xfrm rot="-2100000">
              <a:off x="6780081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2021</a:t>
              </a:r>
            </a:p>
          </p:txBody>
        </p:sp>
        <p:sp>
          <p:nvSpPr>
            <p:cNvPr id="650" name="tx650"/>
            <p:cNvSpPr/>
            <p:nvPr/>
          </p:nvSpPr>
          <p:spPr>
            <a:xfrm rot="-2100000">
              <a:off x="7080947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2022</a:t>
              </a:r>
            </a:p>
          </p:txBody>
        </p:sp>
        <p:sp>
          <p:nvSpPr>
            <p:cNvPr id="651" name="tx651"/>
            <p:cNvSpPr/>
            <p:nvPr/>
          </p:nvSpPr>
          <p:spPr>
            <a:xfrm rot="-2100000">
              <a:off x="7381812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2023</a:t>
              </a:r>
            </a:p>
          </p:txBody>
        </p:sp>
        <p:sp>
          <p:nvSpPr>
            <p:cNvPr id="652" name="tx652"/>
            <p:cNvSpPr/>
            <p:nvPr/>
          </p:nvSpPr>
          <p:spPr>
            <a:xfrm rot="-2100000">
              <a:off x="7682678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2024</a:t>
              </a:r>
            </a:p>
          </p:txBody>
        </p:sp>
        <p:sp>
          <p:nvSpPr>
            <p:cNvPr id="653" name="tx653"/>
            <p:cNvSpPr/>
            <p:nvPr/>
          </p:nvSpPr>
          <p:spPr>
            <a:xfrm rot="-2100000">
              <a:off x="7983543" y="6252267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2025</a:t>
              </a:r>
            </a:p>
          </p:txBody>
        </p:sp>
        <p:sp>
          <p:nvSpPr>
            <p:cNvPr id="654" name="tx654"/>
            <p:cNvSpPr/>
            <p:nvPr/>
          </p:nvSpPr>
          <p:spPr>
            <a:xfrm>
              <a:off x="4300938" y="6589050"/>
              <a:ext cx="370202" cy="1289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</a:t>
              </a:r>
            </a:p>
          </p:txBody>
        </p:sp>
        <p:sp>
          <p:nvSpPr>
            <p:cNvPr id="655" name="tx655"/>
            <p:cNvSpPr/>
            <p:nvPr/>
          </p:nvSpPr>
          <p:spPr>
            <a:xfrm rot="-5400000">
              <a:off x="-749321" y="3720222"/>
              <a:ext cx="1821488" cy="131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new records</a:t>
              </a:r>
            </a:p>
          </p:txBody>
        </p:sp>
        <p:sp>
          <p:nvSpPr>
            <p:cNvPr id="656" name="tx656"/>
            <p:cNvSpPr/>
            <p:nvPr/>
          </p:nvSpPr>
          <p:spPr>
            <a:xfrm rot="5400000">
              <a:off x="8551101" y="3703492"/>
              <a:ext cx="896410" cy="1644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Percentage</a:t>
              </a:r>
            </a:p>
          </p:txBody>
        </p:sp>
        <p:sp>
          <p:nvSpPr>
            <p:cNvPr id="657" name="rc657"/>
            <p:cNvSpPr/>
            <p:nvPr/>
          </p:nvSpPr>
          <p:spPr>
            <a:xfrm>
              <a:off x="0" y="126525"/>
              <a:ext cx="9144000" cy="11847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rc658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rc65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rc660"/>
            <p:cNvSpPr/>
            <p:nvPr/>
          </p:nvSpPr>
          <p:spPr>
            <a:xfrm>
              <a:off x="1275741" y="208767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rc661"/>
            <p:cNvSpPr/>
            <p:nvPr/>
          </p:nvSpPr>
          <p:spPr>
            <a:xfrm>
              <a:off x="1286377" y="219403"/>
              <a:ext cx="284727" cy="11698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rc662"/>
            <p:cNvSpPr/>
            <p:nvPr/>
          </p:nvSpPr>
          <p:spPr>
            <a:xfrm>
              <a:off x="3350703" y="208767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rc663"/>
            <p:cNvSpPr/>
            <p:nvPr/>
          </p:nvSpPr>
          <p:spPr>
            <a:xfrm>
              <a:off x="3361339" y="219403"/>
              <a:ext cx="284727" cy="11698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rc664"/>
            <p:cNvSpPr/>
            <p:nvPr/>
          </p:nvSpPr>
          <p:spPr>
            <a:xfrm>
              <a:off x="5671030" y="208767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rc665"/>
            <p:cNvSpPr/>
            <p:nvPr/>
          </p:nvSpPr>
          <p:spPr>
            <a:xfrm>
              <a:off x="5681667" y="219403"/>
              <a:ext cx="284727" cy="11698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rc666"/>
            <p:cNvSpPr/>
            <p:nvPr/>
          </p:nvSpPr>
          <p:spPr>
            <a:xfrm>
              <a:off x="7688517" y="208767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rc667"/>
            <p:cNvSpPr/>
            <p:nvPr/>
          </p:nvSpPr>
          <p:spPr>
            <a:xfrm>
              <a:off x="7699154" y="219403"/>
              <a:ext cx="284727" cy="11698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rc668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rc66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rc670"/>
            <p:cNvSpPr/>
            <p:nvPr/>
          </p:nvSpPr>
          <p:spPr>
            <a:xfrm>
              <a:off x="1275741" y="429265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rc671"/>
            <p:cNvSpPr/>
            <p:nvPr/>
          </p:nvSpPr>
          <p:spPr>
            <a:xfrm>
              <a:off x="1286377" y="439901"/>
              <a:ext cx="284727" cy="116983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rc672"/>
            <p:cNvSpPr/>
            <p:nvPr/>
          </p:nvSpPr>
          <p:spPr>
            <a:xfrm>
              <a:off x="3350703" y="429265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rc673"/>
            <p:cNvSpPr/>
            <p:nvPr/>
          </p:nvSpPr>
          <p:spPr>
            <a:xfrm>
              <a:off x="3361339" y="439901"/>
              <a:ext cx="284727" cy="116983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rc674"/>
            <p:cNvSpPr/>
            <p:nvPr/>
          </p:nvSpPr>
          <p:spPr>
            <a:xfrm>
              <a:off x="5671030" y="429265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rc675"/>
            <p:cNvSpPr/>
            <p:nvPr/>
          </p:nvSpPr>
          <p:spPr>
            <a:xfrm>
              <a:off x="5681667" y="439901"/>
              <a:ext cx="284727" cy="116983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rc676"/>
            <p:cNvSpPr/>
            <p:nvPr/>
          </p:nvSpPr>
          <p:spPr>
            <a:xfrm>
              <a:off x="7688517" y="429265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rc677"/>
            <p:cNvSpPr/>
            <p:nvPr/>
          </p:nvSpPr>
          <p:spPr>
            <a:xfrm>
              <a:off x="7699154" y="439901"/>
              <a:ext cx="284727" cy="116983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rc678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rc67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rc680"/>
            <p:cNvSpPr/>
            <p:nvPr/>
          </p:nvSpPr>
          <p:spPr>
            <a:xfrm>
              <a:off x="1275741" y="649763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rc681"/>
            <p:cNvSpPr/>
            <p:nvPr/>
          </p:nvSpPr>
          <p:spPr>
            <a:xfrm>
              <a:off x="1286377" y="660399"/>
              <a:ext cx="284727" cy="116983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rc682"/>
            <p:cNvSpPr/>
            <p:nvPr/>
          </p:nvSpPr>
          <p:spPr>
            <a:xfrm>
              <a:off x="3350703" y="649763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rc683"/>
            <p:cNvSpPr/>
            <p:nvPr/>
          </p:nvSpPr>
          <p:spPr>
            <a:xfrm>
              <a:off x="3361339" y="660399"/>
              <a:ext cx="284727" cy="116983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rc684"/>
            <p:cNvSpPr/>
            <p:nvPr/>
          </p:nvSpPr>
          <p:spPr>
            <a:xfrm>
              <a:off x="5671030" y="649763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rc685"/>
            <p:cNvSpPr/>
            <p:nvPr/>
          </p:nvSpPr>
          <p:spPr>
            <a:xfrm>
              <a:off x="5681667" y="660399"/>
              <a:ext cx="284727" cy="116983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rc686"/>
            <p:cNvSpPr/>
            <p:nvPr/>
          </p:nvSpPr>
          <p:spPr>
            <a:xfrm>
              <a:off x="7688517" y="649763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rc687"/>
            <p:cNvSpPr/>
            <p:nvPr/>
          </p:nvSpPr>
          <p:spPr>
            <a:xfrm>
              <a:off x="7699154" y="660399"/>
              <a:ext cx="284727" cy="116983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rc688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rc68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rc690"/>
            <p:cNvSpPr/>
            <p:nvPr/>
          </p:nvSpPr>
          <p:spPr>
            <a:xfrm>
              <a:off x="1275741" y="870261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rc691"/>
            <p:cNvSpPr/>
            <p:nvPr/>
          </p:nvSpPr>
          <p:spPr>
            <a:xfrm>
              <a:off x="1286377" y="880897"/>
              <a:ext cx="284727" cy="116983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rc692"/>
            <p:cNvSpPr/>
            <p:nvPr/>
          </p:nvSpPr>
          <p:spPr>
            <a:xfrm>
              <a:off x="3350703" y="870261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rc693"/>
            <p:cNvSpPr/>
            <p:nvPr/>
          </p:nvSpPr>
          <p:spPr>
            <a:xfrm>
              <a:off x="3361339" y="880897"/>
              <a:ext cx="284727" cy="116983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rc694"/>
            <p:cNvSpPr/>
            <p:nvPr/>
          </p:nvSpPr>
          <p:spPr>
            <a:xfrm>
              <a:off x="5671030" y="870261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rc695"/>
            <p:cNvSpPr/>
            <p:nvPr/>
          </p:nvSpPr>
          <p:spPr>
            <a:xfrm>
              <a:off x="5681667" y="880897"/>
              <a:ext cx="284727" cy="116983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rc696"/>
            <p:cNvSpPr/>
            <p:nvPr/>
          </p:nvSpPr>
          <p:spPr>
            <a:xfrm>
              <a:off x="7688517" y="870261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rc697"/>
            <p:cNvSpPr/>
            <p:nvPr/>
          </p:nvSpPr>
          <p:spPr>
            <a:xfrm>
              <a:off x="7699154" y="880897"/>
              <a:ext cx="284727" cy="116983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rc698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rc69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tx700"/>
            <p:cNvSpPr/>
            <p:nvPr/>
          </p:nvSpPr>
          <p:spPr>
            <a:xfrm>
              <a:off x="-75336" y="219089"/>
              <a:ext cx="1268836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sp>
          <p:nvSpPr>
            <p:cNvPr id="701" name="tx701"/>
            <p:cNvSpPr/>
            <p:nvPr/>
          </p:nvSpPr>
          <p:spPr>
            <a:xfrm>
              <a:off x="1663983" y="219089"/>
              <a:ext cx="144054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sp>
          <p:nvSpPr>
            <p:cNvPr id="702" name="tx702"/>
            <p:cNvSpPr/>
            <p:nvPr/>
          </p:nvSpPr>
          <p:spPr>
            <a:xfrm>
              <a:off x="3738945" y="219089"/>
              <a:ext cx="117870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sp>
          <p:nvSpPr>
            <p:cNvPr id="703" name="tx703"/>
            <p:cNvSpPr/>
            <p:nvPr/>
          </p:nvSpPr>
          <p:spPr>
            <a:xfrm>
              <a:off x="6059272" y="219089"/>
              <a:ext cx="135868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sp>
          <p:nvSpPr>
            <p:cNvPr id="704" name="tx704"/>
            <p:cNvSpPr/>
            <p:nvPr/>
          </p:nvSpPr>
          <p:spPr>
            <a:xfrm>
              <a:off x="8076759" y="219089"/>
              <a:ext cx="1358897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sp>
          <p:nvSpPr>
            <p:cNvPr id="705" name="tx705"/>
            <p:cNvSpPr/>
            <p:nvPr/>
          </p:nvSpPr>
          <p:spPr>
            <a:xfrm>
              <a:off x="-75336" y="439587"/>
              <a:ext cx="99851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sp>
          <p:nvSpPr>
            <p:cNvPr id="706" name="tx706"/>
            <p:cNvSpPr/>
            <p:nvPr/>
          </p:nvSpPr>
          <p:spPr>
            <a:xfrm>
              <a:off x="1663983" y="439587"/>
              <a:ext cx="130142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sp>
          <p:nvSpPr>
            <p:cNvPr id="707" name="tx707"/>
            <p:cNvSpPr/>
            <p:nvPr/>
          </p:nvSpPr>
          <p:spPr>
            <a:xfrm>
              <a:off x="3738945" y="439587"/>
              <a:ext cx="112130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sp>
          <p:nvSpPr>
            <p:cNvPr id="708" name="tx708"/>
            <p:cNvSpPr/>
            <p:nvPr/>
          </p:nvSpPr>
          <p:spPr>
            <a:xfrm>
              <a:off x="6059272" y="439587"/>
              <a:ext cx="124409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sp>
          <p:nvSpPr>
            <p:cNvPr id="709" name="tx709"/>
            <p:cNvSpPr/>
            <p:nvPr/>
          </p:nvSpPr>
          <p:spPr>
            <a:xfrm>
              <a:off x="8076759" y="439587"/>
              <a:ext cx="95772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sp>
          <p:nvSpPr>
            <p:cNvPr id="710" name="tx710"/>
            <p:cNvSpPr/>
            <p:nvPr/>
          </p:nvSpPr>
          <p:spPr>
            <a:xfrm>
              <a:off x="-75336" y="660085"/>
              <a:ext cx="117863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sp>
          <p:nvSpPr>
            <p:cNvPr id="711" name="tx711"/>
            <p:cNvSpPr/>
            <p:nvPr/>
          </p:nvSpPr>
          <p:spPr>
            <a:xfrm>
              <a:off x="1663983" y="660085"/>
              <a:ext cx="1047856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sp>
          <p:nvSpPr>
            <p:cNvPr id="712" name="tx712"/>
            <p:cNvSpPr/>
            <p:nvPr/>
          </p:nvSpPr>
          <p:spPr>
            <a:xfrm>
              <a:off x="3738945" y="660085"/>
              <a:ext cx="1849844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PHOENICOPTERIFORMES</a:t>
              </a:r>
            </a:p>
          </p:txBody>
        </p:sp>
        <p:sp>
          <p:nvSpPr>
            <p:cNvPr id="713" name="tx713"/>
            <p:cNvSpPr/>
            <p:nvPr/>
          </p:nvSpPr>
          <p:spPr>
            <a:xfrm>
              <a:off x="6059272" y="660085"/>
              <a:ext cx="118676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sp>
          <p:nvSpPr>
            <p:cNvPr id="714" name="tx714"/>
            <p:cNvSpPr/>
            <p:nvPr/>
          </p:nvSpPr>
          <p:spPr>
            <a:xfrm>
              <a:off x="8076759" y="660085"/>
              <a:ext cx="91672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sp>
          <p:nvSpPr>
            <p:cNvPr id="715" name="tx715"/>
            <p:cNvSpPr/>
            <p:nvPr/>
          </p:nvSpPr>
          <p:spPr>
            <a:xfrm>
              <a:off x="-75336" y="880583"/>
              <a:ext cx="102318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sp>
          <p:nvSpPr>
            <p:cNvPr id="716" name="tx716"/>
            <p:cNvSpPr/>
            <p:nvPr/>
          </p:nvSpPr>
          <p:spPr>
            <a:xfrm>
              <a:off x="1663983" y="880583"/>
              <a:ext cx="1604478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3738945" y="880583"/>
              <a:ext cx="1481544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PODICIPEDIFORMES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6059272" y="880583"/>
              <a:ext cx="154700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CAPRIMULGIFORMES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8076759" y="880583"/>
              <a:ext cx="126869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FALCONIFORMES</a:t>
              </a:r>
            </a:p>
          </p:txBody>
        </p:sp>
        <p:sp>
          <p:nvSpPr>
            <p:cNvPr id="720" name="tx720"/>
            <p:cNvSpPr/>
            <p:nvPr/>
          </p:nvSpPr>
          <p:spPr>
            <a:xfrm>
              <a:off x="-75336" y="1101081"/>
              <a:ext cx="61388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OTHERS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2026-03-19T08:23:58Z</dcterms:modified>
  <cp:category/>
</cp:coreProperties>
</file>