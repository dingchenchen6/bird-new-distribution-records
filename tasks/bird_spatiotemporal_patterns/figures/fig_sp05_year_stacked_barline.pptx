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544700" y="1475740"/>
              <a:ext cx="7882677" cy="461998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544700" y="6095721"/>
              <a:ext cx="7882677" cy="0"/>
            </a:xfrm>
            <a:custGeom>
              <a:avLst/>
              <a:pathLst>
                <a:path w="7882677" h="0">
                  <a:moveTo>
                    <a:pt x="0" y="0"/>
                  </a:moveTo>
                  <a:lnTo>
                    <a:pt x="7882677" y="0"/>
                  </a:lnTo>
                  <a:lnTo>
                    <a:pt x="7882677" y="0"/>
                  </a:lnTo>
                </a:path>
              </a:pathLst>
            </a:custGeom>
            <a:ln w="13550" cap="flat">
              <a:solidFill>
                <a:srgbClr val="D6D6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44700" y="4840292"/>
              <a:ext cx="7882677" cy="0"/>
            </a:xfrm>
            <a:custGeom>
              <a:avLst/>
              <a:pathLst>
                <a:path w="7882677" h="0">
                  <a:moveTo>
                    <a:pt x="0" y="0"/>
                  </a:moveTo>
                  <a:lnTo>
                    <a:pt x="7882677" y="0"/>
                  </a:lnTo>
                  <a:lnTo>
                    <a:pt x="7882677" y="0"/>
                  </a:lnTo>
                </a:path>
              </a:pathLst>
            </a:custGeom>
            <a:ln w="13550" cap="flat">
              <a:solidFill>
                <a:srgbClr val="D6D6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44700" y="3584862"/>
              <a:ext cx="7882677" cy="0"/>
            </a:xfrm>
            <a:custGeom>
              <a:avLst/>
              <a:pathLst>
                <a:path w="7882677" h="0">
                  <a:moveTo>
                    <a:pt x="0" y="0"/>
                  </a:moveTo>
                  <a:lnTo>
                    <a:pt x="7882677" y="0"/>
                  </a:lnTo>
                  <a:lnTo>
                    <a:pt x="7882677" y="0"/>
                  </a:lnTo>
                </a:path>
              </a:pathLst>
            </a:custGeom>
            <a:ln w="13550" cap="flat">
              <a:solidFill>
                <a:srgbClr val="D6D6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44700" y="2329432"/>
              <a:ext cx="7882677" cy="0"/>
            </a:xfrm>
            <a:custGeom>
              <a:avLst/>
              <a:pathLst>
                <a:path w="7882677" h="0">
                  <a:moveTo>
                    <a:pt x="0" y="0"/>
                  </a:moveTo>
                  <a:lnTo>
                    <a:pt x="7882677" y="0"/>
                  </a:lnTo>
                  <a:lnTo>
                    <a:pt x="7882677" y="0"/>
                  </a:lnTo>
                </a:path>
              </a:pathLst>
            </a:custGeom>
            <a:ln w="13550" cap="flat">
              <a:solidFill>
                <a:srgbClr val="D6D6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616908" y="5995287"/>
              <a:ext cx="21662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616908" y="5945070"/>
              <a:ext cx="216623" cy="50217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616908" y="6095721"/>
              <a:ext cx="21662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616908" y="5894853"/>
              <a:ext cx="216623" cy="50217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616908" y="6095721"/>
              <a:ext cx="21662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616908" y="6045504"/>
              <a:ext cx="21662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616908" y="6045504"/>
              <a:ext cx="21662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616908" y="6045504"/>
              <a:ext cx="21662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616908" y="6095721"/>
              <a:ext cx="21662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616908" y="6045504"/>
              <a:ext cx="21662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616908" y="6095721"/>
              <a:ext cx="21662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616908" y="6045504"/>
              <a:ext cx="21662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616908" y="6095721"/>
              <a:ext cx="21662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616908" y="5794418"/>
              <a:ext cx="216623" cy="100434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616908" y="5995287"/>
              <a:ext cx="216623" cy="50217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616908" y="6045504"/>
              <a:ext cx="216623" cy="50217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616908" y="6095721"/>
              <a:ext cx="21662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616908" y="6095721"/>
              <a:ext cx="21662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616908" y="6095721"/>
              <a:ext cx="21662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16908" y="6045504"/>
              <a:ext cx="21662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616908" y="6045504"/>
              <a:ext cx="21662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917774" y="5794418"/>
              <a:ext cx="216623" cy="100434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917774" y="5744201"/>
              <a:ext cx="216623" cy="50217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917774" y="6095721"/>
              <a:ext cx="21662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917774" y="5693984"/>
              <a:ext cx="216623" cy="50217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917774" y="6045504"/>
              <a:ext cx="216623" cy="50217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917774" y="5995287"/>
              <a:ext cx="21662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917774" y="5995287"/>
              <a:ext cx="21662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917774" y="6045504"/>
              <a:ext cx="21662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917774" y="6095721"/>
              <a:ext cx="21662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917774" y="6045504"/>
              <a:ext cx="21662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917774" y="6095721"/>
              <a:ext cx="21662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917774" y="5945070"/>
              <a:ext cx="216623" cy="50217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917774" y="6095721"/>
              <a:ext cx="21662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917774" y="5543332"/>
              <a:ext cx="216623" cy="150651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917774" y="5894853"/>
              <a:ext cx="216623" cy="50217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917774" y="6045504"/>
              <a:ext cx="21662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917774" y="6095721"/>
              <a:ext cx="21662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917774" y="6095721"/>
              <a:ext cx="21662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917774" y="6095721"/>
              <a:ext cx="21662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917774" y="5995287"/>
              <a:ext cx="21662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917774" y="5995287"/>
              <a:ext cx="216623" cy="50217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1218639" y="5894853"/>
              <a:ext cx="21662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1218639" y="5894853"/>
              <a:ext cx="216623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1218639" y="6095721"/>
              <a:ext cx="21662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1218639" y="5894853"/>
              <a:ext cx="216623" cy="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1218639" y="6095721"/>
              <a:ext cx="21662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1218639" y="6045504"/>
              <a:ext cx="21662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1218639" y="6095721"/>
              <a:ext cx="21662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1218639" y="6095721"/>
              <a:ext cx="21662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1218639" y="6095721"/>
              <a:ext cx="21662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1218639" y="6095721"/>
              <a:ext cx="21662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1218639" y="6095721"/>
              <a:ext cx="21662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1218639" y="5945070"/>
              <a:ext cx="216623" cy="100434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1218639" y="6095721"/>
              <a:ext cx="21662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1218639" y="5693984"/>
              <a:ext cx="216623" cy="200868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1218639" y="5894853"/>
              <a:ext cx="216623" cy="50217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1218639" y="6095721"/>
              <a:ext cx="21662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1218639" y="6095721"/>
              <a:ext cx="21662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1218639" y="6095721"/>
              <a:ext cx="21662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1218639" y="6095721"/>
              <a:ext cx="21662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1218639" y="6045504"/>
              <a:ext cx="216623" cy="50217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1218639" y="6095721"/>
              <a:ext cx="21662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1519505" y="5844635"/>
              <a:ext cx="216623" cy="50217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1519505" y="5844635"/>
              <a:ext cx="216623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1519505" y="6095721"/>
              <a:ext cx="21662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1519505" y="5844635"/>
              <a:ext cx="216623" cy="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1519505" y="6095721"/>
              <a:ext cx="21662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1519505" y="5945070"/>
              <a:ext cx="21662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1519505" y="5945070"/>
              <a:ext cx="21662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1519505" y="5945070"/>
              <a:ext cx="216623" cy="150651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1519505" y="6095721"/>
              <a:ext cx="21662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1519505" y="6095721"/>
              <a:ext cx="21662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1519505" y="6095721"/>
              <a:ext cx="21662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1519505" y="5945070"/>
              <a:ext cx="21662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1519505" y="6095721"/>
              <a:ext cx="21662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1519505" y="5593550"/>
              <a:ext cx="216623" cy="251085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1519505" y="5894853"/>
              <a:ext cx="216623" cy="50217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1519505" y="6095721"/>
              <a:ext cx="21662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1519505" y="6095721"/>
              <a:ext cx="21662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1519505" y="6095721"/>
              <a:ext cx="21662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1519505" y="6095721"/>
              <a:ext cx="21662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1519505" y="5945070"/>
              <a:ext cx="21662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1519505" y="5945070"/>
              <a:ext cx="21662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1820370" y="5945070"/>
              <a:ext cx="21662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1820370" y="5894853"/>
              <a:ext cx="216623" cy="50217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1820370" y="6095721"/>
              <a:ext cx="21662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1820370" y="5894853"/>
              <a:ext cx="216623" cy="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1820370" y="6095721"/>
              <a:ext cx="21662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1820370" y="6045504"/>
              <a:ext cx="21662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1820370" y="6095721"/>
              <a:ext cx="21662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1820370" y="6095721"/>
              <a:ext cx="21662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1820370" y="6095721"/>
              <a:ext cx="21662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1820370" y="6095721"/>
              <a:ext cx="21662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1820370" y="6095721"/>
              <a:ext cx="21662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1820370" y="5995287"/>
              <a:ext cx="216623" cy="50217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1820370" y="6095721"/>
              <a:ext cx="21662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1820370" y="5744201"/>
              <a:ext cx="216623" cy="150651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1820370" y="5945070"/>
              <a:ext cx="216623" cy="50217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1820370" y="6095721"/>
              <a:ext cx="21662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1820370" y="6095721"/>
              <a:ext cx="21662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1820370" y="6095721"/>
              <a:ext cx="21662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1820370" y="6095721"/>
              <a:ext cx="21662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1820370" y="6045504"/>
              <a:ext cx="216623" cy="50217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1820370" y="6095721"/>
              <a:ext cx="21662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2121236" y="5945070"/>
              <a:ext cx="21662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2121236" y="5945070"/>
              <a:ext cx="216623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2121236" y="6095721"/>
              <a:ext cx="21662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2121236" y="5894853"/>
              <a:ext cx="216623" cy="50217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2121236" y="6045504"/>
              <a:ext cx="21662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2121236" y="5945070"/>
              <a:ext cx="21662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2121236" y="6045504"/>
              <a:ext cx="21662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2121236" y="6045504"/>
              <a:ext cx="21662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2121236" y="6095721"/>
              <a:ext cx="21662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2121236" y="6045504"/>
              <a:ext cx="21662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2121236" y="6045504"/>
              <a:ext cx="21662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2121236" y="5945070"/>
              <a:ext cx="21662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2121236" y="6095721"/>
              <a:ext cx="21662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2121236" y="5744201"/>
              <a:ext cx="216623" cy="150651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2121236" y="5945070"/>
              <a:ext cx="21662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2121236" y="6045504"/>
              <a:ext cx="21662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2121236" y="6045504"/>
              <a:ext cx="21662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2121236" y="6095721"/>
              <a:ext cx="21662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2121236" y="6045504"/>
              <a:ext cx="216623" cy="50217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2121236" y="5945070"/>
              <a:ext cx="216623" cy="100434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2121236" y="6045504"/>
              <a:ext cx="21662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2422101" y="5392681"/>
              <a:ext cx="216623" cy="50217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2422101" y="5292246"/>
              <a:ext cx="216623" cy="100434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2422101" y="6045504"/>
              <a:ext cx="21662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2422101" y="4840292"/>
              <a:ext cx="216623" cy="451954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2422101" y="5894853"/>
              <a:ext cx="21662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2422101" y="5643767"/>
              <a:ext cx="216623" cy="100434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2422101" y="5744201"/>
              <a:ext cx="216623" cy="100434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2422101" y="5894853"/>
              <a:ext cx="21662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2422101" y="6045504"/>
              <a:ext cx="21662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2422101" y="5894853"/>
              <a:ext cx="21662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2422101" y="5945070"/>
              <a:ext cx="216623" cy="50217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2422101" y="5643767"/>
              <a:ext cx="21662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2422101" y="6045504"/>
              <a:ext cx="216623" cy="50217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2422101" y="3635079"/>
              <a:ext cx="216623" cy="1205212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2422101" y="5442898"/>
              <a:ext cx="216623" cy="200868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2422101" y="5894853"/>
              <a:ext cx="21662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2422101" y="5894853"/>
              <a:ext cx="216623" cy="50217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2422101" y="6045504"/>
              <a:ext cx="21662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2422101" y="5995287"/>
              <a:ext cx="216623" cy="50217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2422101" y="5744201"/>
              <a:ext cx="21662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2422101" y="5844635"/>
              <a:ext cx="216623" cy="50217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2722967" y="5794418"/>
              <a:ext cx="216623" cy="100434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2722967" y="5693984"/>
              <a:ext cx="216623" cy="100434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2722967" y="6095721"/>
              <a:ext cx="21662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2722967" y="5442898"/>
              <a:ext cx="216623" cy="25108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2722967" y="6045504"/>
              <a:ext cx="21662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2722967" y="5945070"/>
              <a:ext cx="21662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2722967" y="5945070"/>
              <a:ext cx="21662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2722967" y="5945070"/>
              <a:ext cx="21662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2722967" y="6095721"/>
              <a:ext cx="21662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2722967" y="5945070"/>
              <a:ext cx="216623" cy="100434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2722967" y="6045504"/>
              <a:ext cx="21662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rc168"/>
            <p:cNvSpPr/>
            <p:nvPr/>
          </p:nvSpPr>
          <p:spPr>
            <a:xfrm>
              <a:off x="2722967" y="5894853"/>
              <a:ext cx="216623" cy="50217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2722967" y="6095721"/>
              <a:ext cx="21662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2722967" y="4689640"/>
              <a:ext cx="216623" cy="753257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2722967" y="5894853"/>
              <a:ext cx="21662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2722967" y="6045504"/>
              <a:ext cx="21662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2722967" y="6045504"/>
              <a:ext cx="21662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2722967" y="6045504"/>
              <a:ext cx="216623" cy="50217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2722967" y="6045504"/>
              <a:ext cx="21662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2722967" y="5945070"/>
              <a:ext cx="21662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2722967" y="5945070"/>
              <a:ext cx="21662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" name="rc178"/>
            <p:cNvSpPr/>
            <p:nvPr/>
          </p:nvSpPr>
          <p:spPr>
            <a:xfrm>
              <a:off x="3023832" y="5794418"/>
              <a:ext cx="216623" cy="50217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" name="rc179"/>
            <p:cNvSpPr/>
            <p:nvPr/>
          </p:nvSpPr>
          <p:spPr>
            <a:xfrm>
              <a:off x="3023832" y="5693984"/>
              <a:ext cx="216623" cy="100434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" name="rc180"/>
            <p:cNvSpPr/>
            <p:nvPr/>
          </p:nvSpPr>
          <p:spPr>
            <a:xfrm>
              <a:off x="3023832" y="6095721"/>
              <a:ext cx="21662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" name="rc181"/>
            <p:cNvSpPr/>
            <p:nvPr/>
          </p:nvSpPr>
          <p:spPr>
            <a:xfrm>
              <a:off x="3023832" y="5593550"/>
              <a:ext cx="216623" cy="100434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3023832" y="5995287"/>
              <a:ext cx="21662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3023832" y="5894853"/>
              <a:ext cx="21662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" name="rc184"/>
            <p:cNvSpPr/>
            <p:nvPr/>
          </p:nvSpPr>
          <p:spPr>
            <a:xfrm>
              <a:off x="3023832" y="5945070"/>
              <a:ext cx="216623" cy="50217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" name="rc185"/>
            <p:cNvSpPr/>
            <p:nvPr/>
          </p:nvSpPr>
          <p:spPr>
            <a:xfrm>
              <a:off x="3023832" y="5995287"/>
              <a:ext cx="21662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" name="rc186"/>
            <p:cNvSpPr/>
            <p:nvPr/>
          </p:nvSpPr>
          <p:spPr>
            <a:xfrm>
              <a:off x="3023832" y="6095721"/>
              <a:ext cx="21662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" name="rc187"/>
            <p:cNvSpPr/>
            <p:nvPr/>
          </p:nvSpPr>
          <p:spPr>
            <a:xfrm>
              <a:off x="3023832" y="5995287"/>
              <a:ext cx="21662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" name="rc188"/>
            <p:cNvSpPr/>
            <p:nvPr/>
          </p:nvSpPr>
          <p:spPr>
            <a:xfrm>
              <a:off x="3023832" y="6045504"/>
              <a:ext cx="21662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" name="rc189"/>
            <p:cNvSpPr/>
            <p:nvPr/>
          </p:nvSpPr>
          <p:spPr>
            <a:xfrm>
              <a:off x="3023832" y="5894853"/>
              <a:ext cx="21662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" name="rc190"/>
            <p:cNvSpPr/>
            <p:nvPr/>
          </p:nvSpPr>
          <p:spPr>
            <a:xfrm>
              <a:off x="3023832" y="6095721"/>
              <a:ext cx="21662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" name="rc191"/>
            <p:cNvSpPr/>
            <p:nvPr/>
          </p:nvSpPr>
          <p:spPr>
            <a:xfrm>
              <a:off x="3023832" y="5091378"/>
              <a:ext cx="216623" cy="502171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" name="rc192"/>
            <p:cNvSpPr/>
            <p:nvPr/>
          </p:nvSpPr>
          <p:spPr>
            <a:xfrm>
              <a:off x="3023832" y="5844635"/>
              <a:ext cx="216623" cy="50217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" name="rc193"/>
            <p:cNvSpPr/>
            <p:nvPr/>
          </p:nvSpPr>
          <p:spPr>
            <a:xfrm>
              <a:off x="3023832" y="5995287"/>
              <a:ext cx="21662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" name="rc194"/>
            <p:cNvSpPr/>
            <p:nvPr/>
          </p:nvSpPr>
          <p:spPr>
            <a:xfrm>
              <a:off x="3023832" y="5995287"/>
              <a:ext cx="216623" cy="50217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195"/>
            <p:cNvSpPr/>
            <p:nvPr/>
          </p:nvSpPr>
          <p:spPr>
            <a:xfrm>
              <a:off x="3023832" y="6045504"/>
              <a:ext cx="216623" cy="50217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196"/>
            <p:cNvSpPr/>
            <p:nvPr/>
          </p:nvSpPr>
          <p:spPr>
            <a:xfrm>
              <a:off x="3023832" y="6045504"/>
              <a:ext cx="21662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rc197"/>
            <p:cNvSpPr/>
            <p:nvPr/>
          </p:nvSpPr>
          <p:spPr>
            <a:xfrm>
              <a:off x="3023832" y="5894853"/>
              <a:ext cx="216623" cy="50217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rc198"/>
            <p:cNvSpPr/>
            <p:nvPr/>
          </p:nvSpPr>
          <p:spPr>
            <a:xfrm>
              <a:off x="3023832" y="5995287"/>
              <a:ext cx="21662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" name="rc199"/>
            <p:cNvSpPr/>
            <p:nvPr/>
          </p:nvSpPr>
          <p:spPr>
            <a:xfrm>
              <a:off x="3324698" y="5844635"/>
              <a:ext cx="21662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" name="rc200"/>
            <p:cNvSpPr/>
            <p:nvPr/>
          </p:nvSpPr>
          <p:spPr>
            <a:xfrm>
              <a:off x="3324698" y="5794418"/>
              <a:ext cx="216623" cy="50217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" name="rc201"/>
            <p:cNvSpPr/>
            <p:nvPr/>
          </p:nvSpPr>
          <p:spPr>
            <a:xfrm>
              <a:off x="3324698" y="6095721"/>
              <a:ext cx="21662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" name="rc202"/>
            <p:cNvSpPr/>
            <p:nvPr/>
          </p:nvSpPr>
          <p:spPr>
            <a:xfrm>
              <a:off x="3324698" y="5643767"/>
              <a:ext cx="216623" cy="150651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" name="rc203"/>
            <p:cNvSpPr/>
            <p:nvPr/>
          </p:nvSpPr>
          <p:spPr>
            <a:xfrm>
              <a:off x="3324698" y="6045504"/>
              <a:ext cx="21662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" name="rc204"/>
            <p:cNvSpPr/>
            <p:nvPr/>
          </p:nvSpPr>
          <p:spPr>
            <a:xfrm>
              <a:off x="3324698" y="5995287"/>
              <a:ext cx="21662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" name="rc205"/>
            <p:cNvSpPr/>
            <p:nvPr/>
          </p:nvSpPr>
          <p:spPr>
            <a:xfrm>
              <a:off x="3324698" y="5995287"/>
              <a:ext cx="216623" cy="50217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" name="rc206"/>
            <p:cNvSpPr/>
            <p:nvPr/>
          </p:nvSpPr>
          <p:spPr>
            <a:xfrm>
              <a:off x="3324698" y="6045504"/>
              <a:ext cx="21662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" name="rc207"/>
            <p:cNvSpPr/>
            <p:nvPr/>
          </p:nvSpPr>
          <p:spPr>
            <a:xfrm>
              <a:off x="3324698" y="6095721"/>
              <a:ext cx="21662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" name="rc208"/>
            <p:cNvSpPr/>
            <p:nvPr/>
          </p:nvSpPr>
          <p:spPr>
            <a:xfrm>
              <a:off x="3324698" y="6045504"/>
              <a:ext cx="21662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" name="rc209"/>
            <p:cNvSpPr/>
            <p:nvPr/>
          </p:nvSpPr>
          <p:spPr>
            <a:xfrm>
              <a:off x="3324698" y="6045504"/>
              <a:ext cx="216623" cy="50217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" name="rc210"/>
            <p:cNvSpPr/>
            <p:nvPr/>
          </p:nvSpPr>
          <p:spPr>
            <a:xfrm>
              <a:off x="3324698" y="5894853"/>
              <a:ext cx="216623" cy="100434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" name="rc211"/>
            <p:cNvSpPr/>
            <p:nvPr/>
          </p:nvSpPr>
          <p:spPr>
            <a:xfrm>
              <a:off x="3324698" y="6095721"/>
              <a:ext cx="21662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" name="rc212"/>
            <p:cNvSpPr/>
            <p:nvPr/>
          </p:nvSpPr>
          <p:spPr>
            <a:xfrm>
              <a:off x="3324698" y="4990943"/>
              <a:ext cx="216623" cy="652823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" name="rc213"/>
            <p:cNvSpPr/>
            <p:nvPr/>
          </p:nvSpPr>
          <p:spPr>
            <a:xfrm>
              <a:off x="3324698" y="5844635"/>
              <a:ext cx="216623" cy="50217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" name="rc214"/>
            <p:cNvSpPr/>
            <p:nvPr/>
          </p:nvSpPr>
          <p:spPr>
            <a:xfrm>
              <a:off x="3324698" y="6045504"/>
              <a:ext cx="21662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" name="rc215"/>
            <p:cNvSpPr/>
            <p:nvPr/>
          </p:nvSpPr>
          <p:spPr>
            <a:xfrm>
              <a:off x="3324698" y="6045504"/>
              <a:ext cx="21662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" name="rc216"/>
            <p:cNvSpPr/>
            <p:nvPr/>
          </p:nvSpPr>
          <p:spPr>
            <a:xfrm>
              <a:off x="3324698" y="6095721"/>
              <a:ext cx="21662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" name="rc217"/>
            <p:cNvSpPr/>
            <p:nvPr/>
          </p:nvSpPr>
          <p:spPr>
            <a:xfrm>
              <a:off x="3324698" y="6095721"/>
              <a:ext cx="21662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" name="rc218"/>
            <p:cNvSpPr/>
            <p:nvPr/>
          </p:nvSpPr>
          <p:spPr>
            <a:xfrm>
              <a:off x="3324698" y="5995287"/>
              <a:ext cx="21662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" name="rc219"/>
            <p:cNvSpPr/>
            <p:nvPr/>
          </p:nvSpPr>
          <p:spPr>
            <a:xfrm>
              <a:off x="3324698" y="6045504"/>
              <a:ext cx="21662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" name="rc220"/>
            <p:cNvSpPr/>
            <p:nvPr/>
          </p:nvSpPr>
          <p:spPr>
            <a:xfrm>
              <a:off x="3625563" y="5543332"/>
              <a:ext cx="216623" cy="251085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" name="rc221"/>
            <p:cNvSpPr/>
            <p:nvPr/>
          </p:nvSpPr>
          <p:spPr>
            <a:xfrm>
              <a:off x="3625563" y="5392681"/>
              <a:ext cx="216623" cy="150651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" name="rc222"/>
            <p:cNvSpPr/>
            <p:nvPr/>
          </p:nvSpPr>
          <p:spPr>
            <a:xfrm>
              <a:off x="3625563" y="6045504"/>
              <a:ext cx="216623" cy="50217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" name="rc223"/>
            <p:cNvSpPr/>
            <p:nvPr/>
          </p:nvSpPr>
          <p:spPr>
            <a:xfrm>
              <a:off x="3625563" y="5041160"/>
              <a:ext cx="216623" cy="35152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" name="rc224"/>
            <p:cNvSpPr/>
            <p:nvPr/>
          </p:nvSpPr>
          <p:spPr>
            <a:xfrm>
              <a:off x="3625563" y="6045504"/>
              <a:ext cx="21662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" name="rc225"/>
            <p:cNvSpPr/>
            <p:nvPr/>
          </p:nvSpPr>
          <p:spPr>
            <a:xfrm>
              <a:off x="3625563" y="5945070"/>
              <a:ext cx="21662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" name="rc226"/>
            <p:cNvSpPr/>
            <p:nvPr/>
          </p:nvSpPr>
          <p:spPr>
            <a:xfrm>
              <a:off x="3625563" y="5945070"/>
              <a:ext cx="216623" cy="50217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" name="rc227"/>
            <p:cNvSpPr/>
            <p:nvPr/>
          </p:nvSpPr>
          <p:spPr>
            <a:xfrm>
              <a:off x="3625563" y="5995287"/>
              <a:ext cx="21662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" name="rc228"/>
            <p:cNvSpPr/>
            <p:nvPr/>
          </p:nvSpPr>
          <p:spPr>
            <a:xfrm>
              <a:off x="3625563" y="6095721"/>
              <a:ext cx="21662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" name="rc229"/>
            <p:cNvSpPr/>
            <p:nvPr/>
          </p:nvSpPr>
          <p:spPr>
            <a:xfrm>
              <a:off x="3625563" y="5995287"/>
              <a:ext cx="21662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" name="rc230"/>
            <p:cNvSpPr/>
            <p:nvPr/>
          </p:nvSpPr>
          <p:spPr>
            <a:xfrm>
              <a:off x="3625563" y="6045504"/>
              <a:ext cx="21662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" name="rc231"/>
            <p:cNvSpPr/>
            <p:nvPr/>
          </p:nvSpPr>
          <p:spPr>
            <a:xfrm>
              <a:off x="3625563" y="5894853"/>
              <a:ext cx="216623" cy="50217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2" name="rc232"/>
            <p:cNvSpPr/>
            <p:nvPr/>
          </p:nvSpPr>
          <p:spPr>
            <a:xfrm>
              <a:off x="3625563" y="6095721"/>
              <a:ext cx="21662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" name="rc233"/>
            <p:cNvSpPr/>
            <p:nvPr/>
          </p:nvSpPr>
          <p:spPr>
            <a:xfrm>
              <a:off x="3625563" y="3635079"/>
              <a:ext cx="216623" cy="1406081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4" name="rc234"/>
            <p:cNvSpPr/>
            <p:nvPr/>
          </p:nvSpPr>
          <p:spPr>
            <a:xfrm>
              <a:off x="3625563" y="5794418"/>
              <a:ext cx="216623" cy="100434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" name="rc235"/>
            <p:cNvSpPr/>
            <p:nvPr/>
          </p:nvSpPr>
          <p:spPr>
            <a:xfrm>
              <a:off x="3625563" y="5995287"/>
              <a:ext cx="216623" cy="50217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6" name="rc236"/>
            <p:cNvSpPr/>
            <p:nvPr/>
          </p:nvSpPr>
          <p:spPr>
            <a:xfrm>
              <a:off x="3625563" y="6045504"/>
              <a:ext cx="21662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" name="rc237"/>
            <p:cNvSpPr/>
            <p:nvPr/>
          </p:nvSpPr>
          <p:spPr>
            <a:xfrm>
              <a:off x="3625563" y="6045504"/>
              <a:ext cx="21662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" name="rc238"/>
            <p:cNvSpPr/>
            <p:nvPr/>
          </p:nvSpPr>
          <p:spPr>
            <a:xfrm>
              <a:off x="3625563" y="6045504"/>
              <a:ext cx="21662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9" name="rc239"/>
            <p:cNvSpPr/>
            <p:nvPr/>
          </p:nvSpPr>
          <p:spPr>
            <a:xfrm>
              <a:off x="3625563" y="5945070"/>
              <a:ext cx="21662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0" name="rc240"/>
            <p:cNvSpPr/>
            <p:nvPr/>
          </p:nvSpPr>
          <p:spPr>
            <a:xfrm>
              <a:off x="3625563" y="5995287"/>
              <a:ext cx="21662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" name="rc241"/>
            <p:cNvSpPr/>
            <p:nvPr/>
          </p:nvSpPr>
          <p:spPr>
            <a:xfrm>
              <a:off x="3926429" y="5643767"/>
              <a:ext cx="216623" cy="50217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" name="rc242"/>
            <p:cNvSpPr/>
            <p:nvPr/>
          </p:nvSpPr>
          <p:spPr>
            <a:xfrm>
              <a:off x="3926429" y="5543332"/>
              <a:ext cx="216623" cy="100434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3" name="rc243"/>
            <p:cNvSpPr/>
            <p:nvPr/>
          </p:nvSpPr>
          <p:spPr>
            <a:xfrm>
              <a:off x="3926429" y="6095721"/>
              <a:ext cx="21662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4" name="rc244"/>
            <p:cNvSpPr/>
            <p:nvPr/>
          </p:nvSpPr>
          <p:spPr>
            <a:xfrm>
              <a:off x="3926429" y="5141595"/>
              <a:ext cx="216623" cy="401737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" name="rc245"/>
            <p:cNvSpPr/>
            <p:nvPr/>
          </p:nvSpPr>
          <p:spPr>
            <a:xfrm>
              <a:off x="3926429" y="6045504"/>
              <a:ext cx="216623" cy="50217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" name="rc246"/>
            <p:cNvSpPr/>
            <p:nvPr/>
          </p:nvSpPr>
          <p:spPr>
            <a:xfrm>
              <a:off x="3926429" y="5794418"/>
              <a:ext cx="216623" cy="100434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" name="rc247"/>
            <p:cNvSpPr/>
            <p:nvPr/>
          </p:nvSpPr>
          <p:spPr>
            <a:xfrm>
              <a:off x="3926429" y="5945070"/>
              <a:ext cx="216623" cy="50217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" name="rc248"/>
            <p:cNvSpPr/>
            <p:nvPr/>
          </p:nvSpPr>
          <p:spPr>
            <a:xfrm>
              <a:off x="3926429" y="6045504"/>
              <a:ext cx="21662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" name="rc249"/>
            <p:cNvSpPr/>
            <p:nvPr/>
          </p:nvSpPr>
          <p:spPr>
            <a:xfrm>
              <a:off x="3926429" y="6095721"/>
              <a:ext cx="21662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" name="rc250"/>
            <p:cNvSpPr/>
            <p:nvPr/>
          </p:nvSpPr>
          <p:spPr>
            <a:xfrm>
              <a:off x="3926429" y="6045504"/>
              <a:ext cx="21662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" name="rc251"/>
            <p:cNvSpPr/>
            <p:nvPr/>
          </p:nvSpPr>
          <p:spPr>
            <a:xfrm>
              <a:off x="3926429" y="6095721"/>
              <a:ext cx="21662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" name="rc252"/>
            <p:cNvSpPr/>
            <p:nvPr/>
          </p:nvSpPr>
          <p:spPr>
            <a:xfrm>
              <a:off x="3926429" y="5693984"/>
              <a:ext cx="216623" cy="100434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" name="rc253"/>
            <p:cNvSpPr/>
            <p:nvPr/>
          </p:nvSpPr>
          <p:spPr>
            <a:xfrm>
              <a:off x="3926429" y="6095721"/>
              <a:ext cx="21662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" name="rc254"/>
            <p:cNvSpPr/>
            <p:nvPr/>
          </p:nvSpPr>
          <p:spPr>
            <a:xfrm>
              <a:off x="3926429" y="4036817"/>
              <a:ext cx="216623" cy="1104778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" name="rc255"/>
            <p:cNvSpPr/>
            <p:nvPr/>
          </p:nvSpPr>
          <p:spPr>
            <a:xfrm>
              <a:off x="3926429" y="5693984"/>
              <a:ext cx="21662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" name="rc256"/>
            <p:cNvSpPr/>
            <p:nvPr/>
          </p:nvSpPr>
          <p:spPr>
            <a:xfrm>
              <a:off x="3926429" y="6045504"/>
              <a:ext cx="21662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" name="rc257"/>
            <p:cNvSpPr/>
            <p:nvPr/>
          </p:nvSpPr>
          <p:spPr>
            <a:xfrm>
              <a:off x="3926429" y="6095721"/>
              <a:ext cx="21662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" name="rc258"/>
            <p:cNvSpPr/>
            <p:nvPr/>
          </p:nvSpPr>
          <p:spPr>
            <a:xfrm>
              <a:off x="3926429" y="6095721"/>
              <a:ext cx="21662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" name="rc259"/>
            <p:cNvSpPr/>
            <p:nvPr/>
          </p:nvSpPr>
          <p:spPr>
            <a:xfrm>
              <a:off x="3926429" y="6095721"/>
              <a:ext cx="21662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" name="rc260"/>
            <p:cNvSpPr/>
            <p:nvPr/>
          </p:nvSpPr>
          <p:spPr>
            <a:xfrm>
              <a:off x="3926429" y="5894853"/>
              <a:ext cx="216623" cy="50217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" name="rc261"/>
            <p:cNvSpPr/>
            <p:nvPr/>
          </p:nvSpPr>
          <p:spPr>
            <a:xfrm>
              <a:off x="3926429" y="5995287"/>
              <a:ext cx="216623" cy="50217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" name="rc262"/>
            <p:cNvSpPr/>
            <p:nvPr/>
          </p:nvSpPr>
          <p:spPr>
            <a:xfrm>
              <a:off x="4227294" y="5693984"/>
              <a:ext cx="216623" cy="150651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" name="rc263"/>
            <p:cNvSpPr/>
            <p:nvPr/>
          </p:nvSpPr>
          <p:spPr>
            <a:xfrm>
              <a:off x="4227294" y="5643767"/>
              <a:ext cx="216623" cy="50217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" name="rc264"/>
            <p:cNvSpPr/>
            <p:nvPr/>
          </p:nvSpPr>
          <p:spPr>
            <a:xfrm>
              <a:off x="4227294" y="6095721"/>
              <a:ext cx="21662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" name="rc265"/>
            <p:cNvSpPr/>
            <p:nvPr/>
          </p:nvSpPr>
          <p:spPr>
            <a:xfrm>
              <a:off x="4227294" y="5442898"/>
              <a:ext cx="216623" cy="200868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" name="rc266"/>
            <p:cNvSpPr/>
            <p:nvPr/>
          </p:nvSpPr>
          <p:spPr>
            <a:xfrm>
              <a:off x="4227294" y="5995287"/>
              <a:ext cx="21662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" name="rc267"/>
            <p:cNvSpPr/>
            <p:nvPr/>
          </p:nvSpPr>
          <p:spPr>
            <a:xfrm>
              <a:off x="4227294" y="5894853"/>
              <a:ext cx="21662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" name="rc268"/>
            <p:cNvSpPr/>
            <p:nvPr/>
          </p:nvSpPr>
          <p:spPr>
            <a:xfrm>
              <a:off x="4227294" y="5945070"/>
              <a:ext cx="21662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" name="rc269"/>
            <p:cNvSpPr/>
            <p:nvPr/>
          </p:nvSpPr>
          <p:spPr>
            <a:xfrm>
              <a:off x="4227294" y="5995287"/>
              <a:ext cx="21662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" name="rc270"/>
            <p:cNvSpPr/>
            <p:nvPr/>
          </p:nvSpPr>
          <p:spPr>
            <a:xfrm>
              <a:off x="4227294" y="6095721"/>
              <a:ext cx="21662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" name="rc271"/>
            <p:cNvSpPr/>
            <p:nvPr/>
          </p:nvSpPr>
          <p:spPr>
            <a:xfrm>
              <a:off x="4227294" y="5995287"/>
              <a:ext cx="21662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" name="rc272"/>
            <p:cNvSpPr/>
            <p:nvPr/>
          </p:nvSpPr>
          <p:spPr>
            <a:xfrm>
              <a:off x="4227294" y="5995287"/>
              <a:ext cx="216623" cy="50217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" name="rc273"/>
            <p:cNvSpPr/>
            <p:nvPr/>
          </p:nvSpPr>
          <p:spPr>
            <a:xfrm>
              <a:off x="4227294" y="5844635"/>
              <a:ext cx="216623" cy="50217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" name="rc274"/>
            <p:cNvSpPr/>
            <p:nvPr/>
          </p:nvSpPr>
          <p:spPr>
            <a:xfrm>
              <a:off x="4227294" y="6095721"/>
              <a:ext cx="21662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" name="rc275"/>
            <p:cNvSpPr/>
            <p:nvPr/>
          </p:nvSpPr>
          <p:spPr>
            <a:xfrm>
              <a:off x="4227294" y="4940726"/>
              <a:ext cx="216623" cy="502171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" name="rc276"/>
            <p:cNvSpPr/>
            <p:nvPr/>
          </p:nvSpPr>
          <p:spPr>
            <a:xfrm>
              <a:off x="4227294" y="5844635"/>
              <a:ext cx="21662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" name="rc277"/>
            <p:cNvSpPr/>
            <p:nvPr/>
          </p:nvSpPr>
          <p:spPr>
            <a:xfrm>
              <a:off x="4227294" y="5995287"/>
              <a:ext cx="21662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" name="rc278"/>
            <p:cNvSpPr/>
            <p:nvPr/>
          </p:nvSpPr>
          <p:spPr>
            <a:xfrm>
              <a:off x="4227294" y="5995287"/>
              <a:ext cx="21662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" name="rc279"/>
            <p:cNvSpPr/>
            <p:nvPr/>
          </p:nvSpPr>
          <p:spPr>
            <a:xfrm>
              <a:off x="4227294" y="6095721"/>
              <a:ext cx="21662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" name="rc280"/>
            <p:cNvSpPr/>
            <p:nvPr/>
          </p:nvSpPr>
          <p:spPr>
            <a:xfrm>
              <a:off x="4227294" y="6045504"/>
              <a:ext cx="216623" cy="50217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" name="rc281"/>
            <p:cNvSpPr/>
            <p:nvPr/>
          </p:nvSpPr>
          <p:spPr>
            <a:xfrm>
              <a:off x="4227294" y="5894853"/>
              <a:ext cx="216623" cy="50217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" name="rc282"/>
            <p:cNvSpPr/>
            <p:nvPr/>
          </p:nvSpPr>
          <p:spPr>
            <a:xfrm>
              <a:off x="4227294" y="5945070"/>
              <a:ext cx="216623" cy="50217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" name="rc283"/>
            <p:cNvSpPr/>
            <p:nvPr/>
          </p:nvSpPr>
          <p:spPr>
            <a:xfrm>
              <a:off x="4528160" y="5442898"/>
              <a:ext cx="216623" cy="251085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" name="rc284"/>
            <p:cNvSpPr/>
            <p:nvPr/>
          </p:nvSpPr>
          <p:spPr>
            <a:xfrm>
              <a:off x="4528160" y="5442898"/>
              <a:ext cx="216623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" name="rc285"/>
            <p:cNvSpPr/>
            <p:nvPr/>
          </p:nvSpPr>
          <p:spPr>
            <a:xfrm>
              <a:off x="4528160" y="6095721"/>
              <a:ext cx="21662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" name="rc286"/>
            <p:cNvSpPr/>
            <p:nvPr/>
          </p:nvSpPr>
          <p:spPr>
            <a:xfrm>
              <a:off x="4528160" y="5091378"/>
              <a:ext cx="216623" cy="35152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" name="rc287"/>
            <p:cNvSpPr/>
            <p:nvPr/>
          </p:nvSpPr>
          <p:spPr>
            <a:xfrm>
              <a:off x="4528160" y="6045504"/>
              <a:ext cx="21662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" name="rc288"/>
            <p:cNvSpPr/>
            <p:nvPr/>
          </p:nvSpPr>
          <p:spPr>
            <a:xfrm>
              <a:off x="4528160" y="5945070"/>
              <a:ext cx="21662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" name="rc289"/>
            <p:cNvSpPr/>
            <p:nvPr/>
          </p:nvSpPr>
          <p:spPr>
            <a:xfrm>
              <a:off x="4528160" y="5945070"/>
              <a:ext cx="21662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" name="rc290"/>
            <p:cNvSpPr/>
            <p:nvPr/>
          </p:nvSpPr>
          <p:spPr>
            <a:xfrm>
              <a:off x="4528160" y="5945070"/>
              <a:ext cx="216623" cy="50217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" name="rc291"/>
            <p:cNvSpPr/>
            <p:nvPr/>
          </p:nvSpPr>
          <p:spPr>
            <a:xfrm>
              <a:off x="4528160" y="6095721"/>
              <a:ext cx="21662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" name="rc292"/>
            <p:cNvSpPr/>
            <p:nvPr/>
          </p:nvSpPr>
          <p:spPr>
            <a:xfrm>
              <a:off x="4528160" y="5995287"/>
              <a:ext cx="216623" cy="50217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" name="rc293"/>
            <p:cNvSpPr/>
            <p:nvPr/>
          </p:nvSpPr>
          <p:spPr>
            <a:xfrm>
              <a:off x="4528160" y="6045504"/>
              <a:ext cx="21662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" name="rc294"/>
            <p:cNvSpPr/>
            <p:nvPr/>
          </p:nvSpPr>
          <p:spPr>
            <a:xfrm>
              <a:off x="4528160" y="5794418"/>
              <a:ext cx="216623" cy="150651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" name="rc295"/>
            <p:cNvSpPr/>
            <p:nvPr/>
          </p:nvSpPr>
          <p:spPr>
            <a:xfrm>
              <a:off x="4528160" y="6095721"/>
              <a:ext cx="21662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" name="rc296"/>
            <p:cNvSpPr/>
            <p:nvPr/>
          </p:nvSpPr>
          <p:spPr>
            <a:xfrm>
              <a:off x="4528160" y="4036817"/>
              <a:ext cx="216623" cy="1054561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" name="rc297"/>
            <p:cNvSpPr/>
            <p:nvPr/>
          </p:nvSpPr>
          <p:spPr>
            <a:xfrm>
              <a:off x="4528160" y="5693984"/>
              <a:ext cx="216623" cy="100434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" name="rc298"/>
            <p:cNvSpPr/>
            <p:nvPr/>
          </p:nvSpPr>
          <p:spPr>
            <a:xfrm>
              <a:off x="4528160" y="6045504"/>
              <a:ext cx="21662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" name="rc299"/>
            <p:cNvSpPr/>
            <p:nvPr/>
          </p:nvSpPr>
          <p:spPr>
            <a:xfrm>
              <a:off x="4528160" y="6045504"/>
              <a:ext cx="21662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" name="rc300"/>
            <p:cNvSpPr/>
            <p:nvPr/>
          </p:nvSpPr>
          <p:spPr>
            <a:xfrm>
              <a:off x="4528160" y="6095721"/>
              <a:ext cx="21662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" name="rc301"/>
            <p:cNvSpPr/>
            <p:nvPr/>
          </p:nvSpPr>
          <p:spPr>
            <a:xfrm>
              <a:off x="4528160" y="6045504"/>
              <a:ext cx="216623" cy="50217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" name="rc302"/>
            <p:cNvSpPr/>
            <p:nvPr/>
          </p:nvSpPr>
          <p:spPr>
            <a:xfrm>
              <a:off x="4528160" y="5945070"/>
              <a:ext cx="21662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" name="rc303"/>
            <p:cNvSpPr/>
            <p:nvPr/>
          </p:nvSpPr>
          <p:spPr>
            <a:xfrm>
              <a:off x="4528160" y="5945070"/>
              <a:ext cx="21662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" name="rc304"/>
            <p:cNvSpPr/>
            <p:nvPr/>
          </p:nvSpPr>
          <p:spPr>
            <a:xfrm>
              <a:off x="4829026" y="5442898"/>
              <a:ext cx="216623" cy="100434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" name="rc305"/>
            <p:cNvSpPr/>
            <p:nvPr/>
          </p:nvSpPr>
          <p:spPr>
            <a:xfrm>
              <a:off x="4829026" y="5342464"/>
              <a:ext cx="216623" cy="100434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" name="rc306"/>
            <p:cNvSpPr/>
            <p:nvPr/>
          </p:nvSpPr>
          <p:spPr>
            <a:xfrm>
              <a:off x="4829026" y="5995287"/>
              <a:ext cx="216623" cy="50217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" name="rc307"/>
            <p:cNvSpPr/>
            <p:nvPr/>
          </p:nvSpPr>
          <p:spPr>
            <a:xfrm>
              <a:off x="4829026" y="4990943"/>
              <a:ext cx="216623" cy="35152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" name="rc308"/>
            <p:cNvSpPr/>
            <p:nvPr/>
          </p:nvSpPr>
          <p:spPr>
            <a:xfrm>
              <a:off x="4829026" y="5794418"/>
              <a:ext cx="216623" cy="50217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" name="rc309"/>
            <p:cNvSpPr/>
            <p:nvPr/>
          </p:nvSpPr>
          <p:spPr>
            <a:xfrm>
              <a:off x="4829026" y="5643767"/>
              <a:ext cx="21662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" name="rc310"/>
            <p:cNvSpPr/>
            <p:nvPr/>
          </p:nvSpPr>
          <p:spPr>
            <a:xfrm>
              <a:off x="4829026" y="5693984"/>
              <a:ext cx="216623" cy="50217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" name="rc311"/>
            <p:cNvSpPr/>
            <p:nvPr/>
          </p:nvSpPr>
          <p:spPr>
            <a:xfrm>
              <a:off x="4829026" y="5744201"/>
              <a:ext cx="21662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" name="rc312"/>
            <p:cNvSpPr/>
            <p:nvPr/>
          </p:nvSpPr>
          <p:spPr>
            <a:xfrm>
              <a:off x="4829026" y="6045504"/>
              <a:ext cx="216623" cy="50217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" name="rc313"/>
            <p:cNvSpPr/>
            <p:nvPr/>
          </p:nvSpPr>
          <p:spPr>
            <a:xfrm>
              <a:off x="4829026" y="5744201"/>
              <a:ext cx="21662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" name="rc314"/>
            <p:cNvSpPr/>
            <p:nvPr/>
          </p:nvSpPr>
          <p:spPr>
            <a:xfrm>
              <a:off x="4829026" y="5894853"/>
              <a:ext cx="21662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" name="rc315"/>
            <p:cNvSpPr/>
            <p:nvPr/>
          </p:nvSpPr>
          <p:spPr>
            <a:xfrm>
              <a:off x="4829026" y="5643767"/>
              <a:ext cx="21662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" name="rc316"/>
            <p:cNvSpPr/>
            <p:nvPr/>
          </p:nvSpPr>
          <p:spPr>
            <a:xfrm>
              <a:off x="4829026" y="6095721"/>
              <a:ext cx="21662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" name="rc317"/>
            <p:cNvSpPr/>
            <p:nvPr/>
          </p:nvSpPr>
          <p:spPr>
            <a:xfrm>
              <a:off x="4829026" y="3735513"/>
              <a:ext cx="216623" cy="1255429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" name="rc318"/>
            <p:cNvSpPr/>
            <p:nvPr/>
          </p:nvSpPr>
          <p:spPr>
            <a:xfrm>
              <a:off x="4829026" y="5543332"/>
              <a:ext cx="216623" cy="100434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" name="rc319"/>
            <p:cNvSpPr/>
            <p:nvPr/>
          </p:nvSpPr>
          <p:spPr>
            <a:xfrm>
              <a:off x="4829026" y="5744201"/>
              <a:ext cx="216623" cy="50217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" name="rc320"/>
            <p:cNvSpPr/>
            <p:nvPr/>
          </p:nvSpPr>
          <p:spPr>
            <a:xfrm>
              <a:off x="4829026" y="5844635"/>
              <a:ext cx="216623" cy="50217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" name="rc321"/>
            <p:cNvSpPr/>
            <p:nvPr/>
          </p:nvSpPr>
          <p:spPr>
            <a:xfrm>
              <a:off x="4829026" y="5945070"/>
              <a:ext cx="216623" cy="50217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" name="rc322"/>
            <p:cNvSpPr/>
            <p:nvPr/>
          </p:nvSpPr>
          <p:spPr>
            <a:xfrm>
              <a:off x="4829026" y="5894853"/>
              <a:ext cx="216623" cy="50217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" name="rc323"/>
            <p:cNvSpPr/>
            <p:nvPr/>
          </p:nvSpPr>
          <p:spPr>
            <a:xfrm>
              <a:off x="4829026" y="5643767"/>
              <a:ext cx="216623" cy="50217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" name="rc324"/>
            <p:cNvSpPr/>
            <p:nvPr/>
          </p:nvSpPr>
          <p:spPr>
            <a:xfrm>
              <a:off x="4829026" y="5744201"/>
              <a:ext cx="21662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" name="rc325"/>
            <p:cNvSpPr/>
            <p:nvPr/>
          </p:nvSpPr>
          <p:spPr>
            <a:xfrm>
              <a:off x="5129891" y="5593550"/>
              <a:ext cx="216623" cy="150651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" name="rc326"/>
            <p:cNvSpPr/>
            <p:nvPr/>
          </p:nvSpPr>
          <p:spPr>
            <a:xfrm>
              <a:off x="5129891" y="5543332"/>
              <a:ext cx="216623" cy="50217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" name="rc327"/>
            <p:cNvSpPr/>
            <p:nvPr/>
          </p:nvSpPr>
          <p:spPr>
            <a:xfrm>
              <a:off x="5129891" y="6095721"/>
              <a:ext cx="21662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" name="rc328"/>
            <p:cNvSpPr/>
            <p:nvPr/>
          </p:nvSpPr>
          <p:spPr>
            <a:xfrm>
              <a:off x="5129891" y="5342464"/>
              <a:ext cx="216623" cy="200868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" name="rc329"/>
            <p:cNvSpPr/>
            <p:nvPr/>
          </p:nvSpPr>
          <p:spPr>
            <a:xfrm>
              <a:off x="5129891" y="6045504"/>
              <a:ext cx="21662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" name="rc330"/>
            <p:cNvSpPr/>
            <p:nvPr/>
          </p:nvSpPr>
          <p:spPr>
            <a:xfrm>
              <a:off x="5129891" y="5945070"/>
              <a:ext cx="21662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" name="rc331"/>
            <p:cNvSpPr/>
            <p:nvPr/>
          </p:nvSpPr>
          <p:spPr>
            <a:xfrm>
              <a:off x="5129891" y="5995287"/>
              <a:ext cx="216623" cy="50217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" name="rc332"/>
            <p:cNvSpPr/>
            <p:nvPr/>
          </p:nvSpPr>
          <p:spPr>
            <a:xfrm>
              <a:off x="5129891" y="6045504"/>
              <a:ext cx="21662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" name="rc333"/>
            <p:cNvSpPr/>
            <p:nvPr/>
          </p:nvSpPr>
          <p:spPr>
            <a:xfrm>
              <a:off x="5129891" y="6095721"/>
              <a:ext cx="21662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" name="rc334"/>
            <p:cNvSpPr/>
            <p:nvPr/>
          </p:nvSpPr>
          <p:spPr>
            <a:xfrm>
              <a:off x="5129891" y="6045504"/>
              <a:ext cx="21662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" name="rc335"/>
            <p:cNvSpPr/>
            <p:nvPr/>
          </p:nvSpPr>
          <p:spPr>
            <a:xfrm>
              <a:off x="5129891" y="6095721"/>
              <a:ext cx="21662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" name="rc336"/>
            <p:cNvSpPr/>
            <p:nvPr/>
          </p:nvSpPr>
          <p:spPr>
            <a:xfrm>
              <a:off x="5129891" y="5894853"/>
              <a:ext cx="216623" cy="50217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" name="rc337"/>
            <p:cNvSpPr/>
            <p:nvPr/>
          </p:nvSpPr>
          <p:spPr>
            <a:xfrm>
              <a:off x="5129891" y="6095721"/>
              <a:ext cx="21662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" name="rc338"/>
            <p:cNvSpPr/>
            <p:nvPr/>
          </p:nvSpPr>
          <p:spPr>
            <a:xfrm>
              <a:off x="5129891" y="4388337"/>
              <a:ext cx="216623" cy="954126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9" name="rc339"/>
            <p:cNvSpPr/>
            <p:nvPr/>
          </p:nvSpPr>
          <p:spPr>
            <a:xfrm>
              <a:off x="5129891" y="5744201"/>
              <a:ext cx="216623" cy="150651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0" name="rc340"/>
            <p:cNvSpPr/>
            <p:nvPr/>
          </p:nvSpPr>
          <p:spPr>
            <a:xfrm>
              <a:off x="5129891" y="6045504"/>
              <a:ext cx="21662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1" name="rc341"/>
            <p:cNvSpPr/>
            <p:nvPr/>
          </p:nvSpPr>
          <p:spPr>
            <a:xfrm>
              <a:off x="5129891" y="6045504"/>
              <a:ext cx="216623" cy="50217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2" name="rc342"/>
            <p:cNvSpPr/>
            <p:nvPr/>
          </p:nvSpPr>
          <p:spPr>
            <a:xfrm>
              <a:off x="5129891" y="6095721"/>
              <a:ext cx="21662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3" name="rc343"/>
            <p:cNvSpPr/>
            <p:nvPr/>
          </p:nvSpPr>
          <p:spPr>
            <a:xfrm>
              <a:off x="5129891" y="6095721"/>
              <a:ext cx="21662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4" name="rc344"/>
            <p:cNvSpPr/>
            <p:nvPr/>
          </p:nvSpPr>
          <p:spPr>
            <a:xfrm>
              <a:off x="5129891" y="5945070"/>
              <a:ext cx="216623" cy="50217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5" name="rc345"/>
            <p:cNvSpPr/>
            <p:nvPr/>
          </p:nvSpPr>
          <p:spPr>
            <a:xfrm>
              <a:off x="5129891" y="6045504"/>
              <a:ext cx="21662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6" name="rc346"/>
            <p:cNvSpPr/>
            <p:nvPr/>
          </p:nvSpPr>
          <p:spPr>
            <a:xfrm>
              <a:off x="5430757" y="5442898"/>
              <a:ext cx="216623" cy="150651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7" name="rc347"/>
            <p:cNvSpPr/>
            <p:nvPr/>
          </p:nvSpPr>
          <p:spPr>
            <a:xfrm>
              <a:off x="5430757" y="5292246"/>
              <a:ext cx="216623" cy="150651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8" name="rc348"/>
            <p:cNvSpPr/>
            <p:nvPr/>
          </p:nvSpPr>
          <p:spPr>
            <a:xfrm>
              <a:off x="5430757" y="6095721"/>
              <a:ext cx="21662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9" name="rc349"/>
            <p:cNvSpPr/>
            <p:nvPr/>
          </p:nvSpPr>
          <p:spPr>
            <a:xfrm>
              <a:off x="5430757" y="5141595"/>
              <a:ext cx="216623" cy="150651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0" name="rc350"/>
            <p:cNvSpPr/>
            <p:nvPr/>
          </p:nvSpPr>
          <p:spPr>
            <a:xfrm>
              <a:off x="5430757" y="6045504"/>
              <a:ext cx="21662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1" name="rc351"/>
            <p:cNvSpPr/>
            <p:nvPr/>
          </p:nvSpPr>
          <p:spPr>
            <a:xfrm>
              <a:off x="5430757" y="5693984"/>
              <a:ext cx="216623" cy="50217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2" name="rc352"/>
            <p:cNvSpPr/>
            <p:nvPr/>
          </p:nvSpPr>
          <p:spPr>
            <a:xfrm>
              <a:off x="5430757" y="5744201"/>
              <a:ext cx="21662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3" name="rc353"/>
            <p:cNvSpPr/>
            <p:nvPr/>
          </p:nvSpPr>
          <p:spPr>
            <a:xfrm>
              <a:off x="5430757" y="5744201"/>
              <a:ext cx="216623" cy="150651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4" name="rc354"/>
            <p:cNvSpPr/>
            <p:nvPr/>
          </p:nvSpPr>
          <p:spPr>
            <a:xfrm>
              <a:off x="5430757" y="6095721"/>
              <a:ext cx="21662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5" name="rc355"/>
            <p:cNvSpPr/>
            <p:nvPr/>
          </p:nvSpPr>
          <p:spPr>
            <a:xfrm>
              <a:off x="5430757" y="5894853"/>
              <a:ext cx="21662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6" name="rc356"/>
            <p:cNvSpPr/>
            <p:nvPr/>
          </p:nvSpPr>
          <p:spPr>
            <a:xfrm>
              <a:off x="5430757" y="6095721"/>
              <a:ext cx="21662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7" name="rc357"/>
            <p:cNvSpPr/>
            <p:nvPr/>
          </p:nvSpPr>
          <p:spPr>
            <a:xfrm>
              <a:off x="5430757" y="5693984"/>
              <a:ext cx="21662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8" name="rc358"/>
            <p:cNvSpPr/>
            <p:nvPr/>
          </p:nvSpPr>
          <p:spPr>
            <a:xfrm>
              <a:off x="5430757" y="6095721"/>
              <a:ext cx="21662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9" name="rc359"/>
            <p:cNvSpPr/>
            <p:nvPr/>
          </p:nvSpPr>
          <p:spPr>
            <a:xfrm>
              <a:off x="5430757" y="3986599"/>
              <a:ext cx="216623" cy="1154995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0" name="rc360"/>
            <p:cNvSpPr/>
            <p:nvPr/>
          </p:nvSpPr>
          <p:spPr>
            <a:xfrm>
              <a:off x="5430757" y="5593550"/>
              <a:ext cx="216623" cy="100434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1" name="rc361"/>
            <p:cNvSpPr/>
            <p:nvPr/>
          </p:nvSpPr>
          <p:spPr>
            <a:xfrm>
              <a:off x="5430757" y="5894853"/>
              <a:ext cx="216623" cy="150651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2" name="rc362"/>
            <p:cNvSpPr/>
            <p:nvPr/>
          </p:nvSpPr>
          <p:spPr>
            <a:xfrm>
              <a:off x="5430757" y="6045504"/>
              <a:ext cx="216623" cy="50217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3" name="rc363"/>
            <p:cNvSpPr/>
            <p:nvPr/>
          </p:nvSpPr>
          <p:spPr>
            <a:xfrm>
              <a:off x="5430757" y="6095721"/>
              <a:ext cx="21662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4" name="rc364"/>
            <p:cNvSpPr/>
            <p:nvPr/>
          </p:nvSpPr>
          <p:spPr>
            <a:xfrm>
              <a:off x="5430757" y="6095721"/>
              <a:ext cx="21662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5" name="rc365"/>
            <p:cNvSpPr/>
            <p:nvPr/>
          </p:nvSpPr>
          <p:spPr>
            <a:xfrm>
              <a:off x="5430757" y="5744201"/>
              <a:ext cx="21662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6" name="rc366"/>
            <p:cNvSpPr/>
            <p:nvPr/>
          </p:nvSpPr>
          <p:spPr>
            <a:xfrm>
              <a:off x="5430757" y="5744201"/>
              <a:ext cx="21662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7" name="rc367"/>
            <p:cNvSpPr/>
            <p:nvPr/>
          </p:nvSpPr>
          <p:spPr>
            <a:xfrm>
              <a:off x="5731622" y="5141595"/>
              <a:ext cx="216623" cy="50217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8" name="rc368"/>
            <p:cNvSpPr/>
            <p:nvPr/>
          </p:nvSpPr>
          <p:spPr>
            <a:xfrm>
              <a:off x="5731622" y="4739857"/>
              <a:ext cx="216623" cy="401737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9" name="rc369"/>
            <p:cNvSpPr/>
            <p:nvPr/>
          </p:nvSpPr>
          <p:spPr>
            <a:xfrm>
              <a:off x="5731622" y="6095721"/>
              <a:ext cx="21662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0" name="rc370"/>
            <p:cNvSpPr/>
            <p:nvPr/>
          </p:nvSpPr>
          <p:spPr>
            <a:xfrm>
              <a:off x="5731622" y="4388337"/>
              <a:ext cx="216623" cy="35152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1" name="rc371"/>
            <p:cNvSpPr/>
            <p:nvPr/>
          </p:nvSpPr>
          <p:spPr>
            <a:xfrm>
              <a:off x="5731622" y="5945070"/>
              <a:ext cx="21662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2" name="rc372"/>
            <p:cNvSpPr/>
            <p:nvPr/>
          </p:nvSpPr>
          <p:spPr>
            <a:xfrm>
              <a:off x="5731622" y="5543332"/>
              <a:ext cx="216623" cy="100434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3" name="rc373"/>
            <p:cNvSpPr/>
            <p:nvPr/>
          </p:nvSpPr>
          <p:spPr>
            <a:xfrm>
              <a:off x="5731622" y="5643767"/>
              <a:ext cx="216623" cy="50217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4" name="rc374"/>
            <p:cNvSpPr/>
            <p:nvPr/>
          </p:nvSpPr>
          <p:spPr>
            <a:xfrm>
              <a:off x="5731622" y="5794418"/>
              <a:ext cx="21662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5" name="rc375"/>
            <p:cNvSpPr/>
            <p:nvPr/>
          </p:nvSpPr>
          <p:spPr>
            <a:xfrm>
              <a:off x="5731622" y="6095721"/>
              <a:ext cx="21662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6" name="rc376"/>
            <p:cNvSpPr/>
            <p:nvPr/>
          </p:nvSpPr>
          <p:spPr>
            <a:xfrm>
              <a:off x="5731622" y="5794418"/>
              <a:ext cx="216623" cy="50217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7" name="rc377"/>
            <p:cNvSpPr/>
            <p:nvPr/>
          </p:nvSpPr>
          <p:spPr>
            <a:xfrm>
              <a:off x="5731622" y="6045504"/>
              <a:ext cx="21662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8" name="rc378"/>
            <p:cNvSpPr/>
            <p:nvPr/>
          </p:nvSpPr>
          <p:spPr>
            <a:xfrm>
              <a:off x="5731622" y="5442898"/>
              <a:ext cx="216623" cy="100434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9" name="rc379"/>
            <p:cNvSpPr/>
            <p:nvPr/>
          </p:nvSpPr>
          <p:spPr>
            <a:xfrm>
              <a:off x="5731622" y="6095721"/>
              <a:ext cx="21662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0" name="rc380"/>
            <p:cNvSpPr/>
            <p:nvPr/>
          </p:nvSpPr>
          <p:spPr>
            <a:xfrm>
              <a:off x="5731622" y="2630735"/>
              <a:ext cx="216623" cy="1757601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1" name="rc381"/>
            <p:cNvSpPr/>
            <p:nvPr/>
          </p:nvSpPr>
          <p:spPr>
            <a:xfrm>
              <a:off x="5731622" y="5191812"/>
              <a:ext cx="216623" cy="25108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2" name="rc382"/>
            <p:cNvSpPr/>
            <p:nvPr/>
          </p:nvSpPr>
          <p:spPr>
            <a:xfrm>
              <a:off x="5731622" y="5844635"/>
              <a:ext cx="216623" cy="100434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3" name="rc383"/>
            <p:cNvSpPr/>
            <p:nvPr/>
          </p:nvSpPr>
          <p:spPr>
            <a:xfrm>
              <a:off x="5731622" y="5945070"/>
              <a:ext cx="216623" cy="100434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4" name="rc384"/>
            <p:cNvSpPr/>
            <p:nvPr/>
          </p:nvSpPr>
          <p:spPr>
            <a:xfrm>
              <a:off x="5731622" y="6045504"/>
              <a:ext cx="216623" cy="50217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5" name="rc385"/>
            <p:cNvSpPr/>
            <p:nvPr/>
          </p:nvSpPr>
          <p:spPr>
            <a:xfrm>
              <a:off x="5731622" y="6045504"/>
              <a:ext cx="21662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6" name="rc386"/>
            <p:cNvSpPr/>
            <p:nvPr/>
          </p:nvSpPr>
          <p:spPr>
            <a:xfrm>
              <a:off x="5731622" y="5643767"/>
              <a:ext cx="21662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7" name="rc387"/>
            <p:cNvSpPr/>
            <p:nvPr/>
          </p:nvSpPr>
          <p:spPr>
            <a:xfrm>
              <a:off x="5731622" y="5693984"/>
              <a:ext cx="216623" cy="100434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8" name="rc388"/>
            <p:cNvSpPr/>
            <p:nvPr/>
          </p:nvSpPr>
          <p:spPr>
            <a:xfrm>
              <a:off x="6032488" y="5242029"/>
              <a:ext cx="216623" cy="200868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9" name="rc389"/>
            <p:cNvSpPr/>
            <p:nvPr/>
          </p:nvSpPr>
          <p:spPr>
            <a:xfrm>
              <a:off x="6032488" y="4990943"/>
              <a:ext cx="216623" cy="25108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0" name="rc390"/>
            <p:cNvSpPr/>
            <p:nvPr/>
          </p:nvSpPr>
          <p:spPr>
            <a:xfrm>
              <a:off x="6032488" y="5995287"/>
              <a:ext cx="216623" cy="50217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1" name="rc391"/>
            <p:cNvSpPr/>
            <p:nvPr/>
          </p:nvSpPr>
          <p:spPr>
            <a:xfrm>
              <a:off x="6032488" y="4639423"/>
              <a:ext cx="216623" cy="35152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2" name="rc392"/>
            <p:cNvSpPr/>
            <p:nvPr/>
          </p:nvSpPr>
          <p:spPr>
            <a:xfrm>
              <a:off x="6032488" y="5744201"/>
              <a:ext cx="216623" cy="100434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3" name="rc393"/>
            <p:cNvSpPr/>
            <p:nvPr/>
          </p:nvSpPr>
          <p:spPr>
            <a:xfrm>
              <a:off x="6032488" y="5493115"/>
              <a:ext cx="216623" cy="50217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4" name="rc394"/>
            <p:cNvSpPr/>
            <p:nvPr/>
          </p:nvSpPr>
          <p:spPr>
            <a:xfrm>
              <a:off x="6032488" y="5543332"/>
              <a:ext cx="216623" cy="50217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5" name="rc395"/>
            <p:cNvSpPr/>
            <p:nvPr/>
          </p:nvSpPr>
          <p:spPr>
            <a:xfrm>
              <a:off x="6032488" y="5643767"/>
              <a:ext cx="216623" cy="50217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6" name="rc396"/>
            <p:cNvSpPr/>
            <p:nvPr/>
          </p:nvSpPr>
          <p:spPr>
            <a:xfrm>
              <a:off x="6032488" y="6045504"/>
              <a:ext cx="216623" cy="50217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7" name="rc397"/>
            <p:cNvSpPr/>
            <p:nvPr/>
          </p:nvSpPr>
          <p:spPr>
            <a:xfrm>
              <a:off x="6032488" y="5693984"/>
              <a:ext cx="21662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8" name="rc398"/>
            <p:cNvSpPr/>
            <p:nvPr/>
          </p:nvSpPr>
          <p:spPr>
            <a:xfrm>
              <a:off x="6032488" y="5945070"/>
              <a:ext cx="216623" cy="50217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9" name="rc399"/>
            <p:cNvSpPr/>
            <p:nvPr/>
          </p:nvSpPr>
          <p:spPr>
            <a:xfrm>
              <a:off x="6032488" y="5493115"/>
              <a:ext cx="21662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0" name="rc400"/>
            <p:cNvSpPr/>
            <p:nvPr/>
          </p:nvSpPr>
          <p:spPr>
            <a:xfrm>
              <a:off x="6032488" y="6095721"/>
              <a:ext cx="21662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1" name="rc401"/>
            <p:cNvSpPr/>
            <p:nvPr/>
          </p:nvSpPr>
          <p:spPr>
            <a:xfrm>
              <a:off x="6032488" y="3183124"/>
              <a:ext cx="216623" cy="1456298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2" name="rc402"/>
            <p:cNvSpPr/>
            <p:nvPr/>
          </p:nvSpPr>
          <p:spPr>
            <a:xfrm>
              <a:off x="6032488" y="5442898"/>
              <a:ext cx="216623" cy="50217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3" name="rc403"/>
            <p:cNvSpPr/>
            <p:nvPr/>
          </p:nvSpPr>
          <p:spPr>
            <a:xfrm>
              <a:off x="6032488" y="5693984"/>
              <a:ext cx="216623" cy="50217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4" name="rc404"/>
            <p:cNvSpPr/>
            <p:nvPr/>
          </p:nvSpPr>
          <p:spPr>
            <a:xfrm>
              <a:off x="6032488" y="5844635"/>
              <a:ext cx="216623" cy="100434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5" name="rc405"/>
            <p:cNvSpPr/>
            <p:nvPr/>
          </p:nvSpPr>
          <p:spPr>
            <a:xfrm>
              <a:off x="6032488" y="5995287"/>
              <a:ext cx="21662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6" name="rc406"/>
            <p:cNvSpPr/>
            <p:nvPr/>
          </p:nvSpPr>
          <p:spPr>
            <a:xfrm>
              <a:off x="6032488" y="5995287"/>
              <a:ext cx="21662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7" name="rc407"/>
            <p:cNvSpPr/>
            <p:nvPr/>
          </p:nvSpPr>
          <p:spPr>
            <a:xfrm>
              <a:off x="6032488" y="5543332"/>
              <a:ext cx="21662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8" name="rc408"/>
            <p:cNvSpPr/>
            <p:nvPr/>
          </p:nvSpPr>
          <p:spPr>
            <a:xfrm>
              <a:off x="6032488" y="5593550"/>
              <a:ext cx="216623" cy="50217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9" name="rc409"/>
            <p:cNvSpPr/>
            <p:nvPr/>
          </p:nvSpPr>
          <p:spPr>
            <a:xfrm>
              <a:off x="6333353" y="5191812"/>
              <a:ext cx="216623" cy="100434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0" name="rc410"/>
            <p:cNvSpPr/>
            <p:nvPr/>
          </p:nvSpPr>
          <p:spPr>
            <a:xfrm>
              <a:off x="6333353" y="4890509"/>
              <a:ext cx="216623" cy="301303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1" name="rc411"/>
            <p:cNvSpPr/>
            <p:nvPr/>
          </p:nvSpPr>
          <p:spPr>
            <a:xfrm>
              <a:off x="6333353" y="6045504"/>
              <a:ext cx="216623" cy="50217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2" name="rc412"/>
            <p:cNvSpPr/>
            <p:nvPr/>
          </p:nvSpPr>
          <p:spPr>
            <a:xfrm>
              <a:off x="6333353" y="4036817"/>
              <a:ext cx="216623" cy="853692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3" name="rc413"/>
            <p:cNvSpPr/>
            <p:nvPr/>
          </p:nvSpPr>
          <p:spPr>
            <a:xfrm>
              <a:off x="6333353" y="5894853"/>
              <a:ext cx="21662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4" name="rc414"/>
            <p:cNvSpPr/>
            <p:nvPr/>
          </p:nvSpPr>
          <p:spPr>
            <a:xfrm>
              <a:off x="6333353" y="5593550"/>
              <a:ext cx="216623" cy="50217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5" name="rc415"/>
            <p:cNvSpPr/>
            <p:nvPr/>
          </p:nvSpPr>
          <p:spPr>
            <a:xfrm>
              <a:off x="6333353" y="5744201"/>
              <a:ext cx="216623" cy="100434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6" name="rc416"/>
            <p:cNvSpPr/>
            <p:nvPr/>
          </p:nvSpPr>
          <p:spPr>
            <a:xfrm>
              <a:off x="6333353" y="5844635"/>
              <a:ext cx="21662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7" name="rc417"/>
            <p:cNvSpPr/>
            <p:nvPr/>
          </p:nvSpPr>
          <p:spPr>
            <a:xfrm>
              <a:off x="6333353" y="6095721"/>
              <a:ext cx="21662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8" name="rc418"/>
            <p:cNvSpPr/>
            <p:nvPr/>
          </p:nvSpPr>
          <p:spPr>
            <a:xfrm>
              <a:off x="6333353" y="5844635"/>
              <a:ext cx="21662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9" name="rc419"/>
            <p:cNvSpPr/>
            <p:nvPr/>
          </p:nvSpPr>
          <p:spPr>
            <a:xfrm>
              <a:off x="6333353" y="5945070"/>
              <a:ext cx="21662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0" name="rc420"/>
            <p:cNvSpPr/>
            <p:nvPr/>
          </p:nvSpPr>
          <p:spPr>
            <a:xfrm>
              <a:off x="6333353" y="5543332"/>
              <a:ext cx="216623" cy="50217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1" name="rc421"/>
            <p:cNvSpPr/>
            <p:nvPr/>
          </p:nvSpPr>
          <p:spPr>
            <a:xfrm>
              <a:off x="6333353" y="6095721"/>
              <a:ext cx="21662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2" name="rc422"/>
            <p:cNvSpPr/>
            <p:nvPr/>
          </p:nvSpPr>
          <p:spPr>
            <a:xfrm>
              <a:off x="6333353" y="2429866"/>
              <a:ext cx="216623" cy="1606950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3" name="rc423"/>
            <p:cNvSpPr/>
            <p:nvPr/>
          </p:nvSpPr>
          <p:spPr>
            <a:xfrm>
              <a:off x="6333353" y="5292246"/>
              <a:ext cx="216623" cy="25108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" name="rc424"/>
            <p:cNvSpPr/>
            <p:nvPr/>
          </p:nvSpPr>
          <p:spPr>
            <a:xfrm>
              <a:off x="6333353" y="5844635"/>
              <a:ext cx="216623" cy="50217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" name="rc425"/>
            <p:cNvSpPr/>
            <p:nvPr/>
          </p:nvSpPr>
          <p:spPr>
            <a:xfrm>
              <a:off x="6333353" y="5894853"/>
              <a:ext cx="216623" cy="50217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6" name="rc426"/>
            <p:cNvSpPr/>
            <p:nvPr/>
          </p:nvSpPr>
          <p:spPr>
            <a:xfrm>
              <a:off x="6333353" y="6045504"/>
              <a:ext cx="21662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7" name="rc427"/>
            <p:cNvSpPr/>
            <p:nvPr/>
          </p:nvSpPr>
          <p:spPr>
            <a:xfrm>
              <a:off x="6333353" y="5945070"/>
              <a:ext cx="216623" cy="100434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8" name="rc428"/>
            <p:cNvSpPr/>
            <p:nvPr/>
          </p:nvSpPr>
          <p:spPr>
            <a:xfrm>
              <a:off x="6333353" y="5643767"/>
              <a:ext cx="216623" cy="100434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9" name="rc429"/>
            <p:cNvSpPr/>
            <p:nvPr/>
          </p:nvSpPr>
          <p:spPr>
            <a:xfrm>
              <a:off x="6333353" y="5844635"/>
              <a:ext cx="21662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0" name="rc430"/>
            <p:cNvSpPr/>
            <p:nvPr/>
          </p:nvSpPr>
          <p:spPr>
            <a:xfrm>
              <a:off x="6634219" y="5744201"/>
              <a:ext cx="216623" cy="100434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1" name="rc431"/>
            <p:cNvSpPr/>
            <p:nvPr/>
          </p:nvSpPr>
          <p:spPr>
            <a:xfrm>
              <a:off x="6634219" y="5693984"/>
              <a:ext cx="216623" cy="50217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2" name="rc432"/>
            <p:cNvSpPr/>
            <p:nvPr/>
          </p:nvSpPr>
          <p:spPr>
            <a:xfrm>
              <a:off x="6634219" y="6045504"/>
              <a:ext cx="21662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3" name="rc433"/>
            <p:cNvSpPr/>
            <p:nvPr/>
          </p:nvSpPr>
          <p:spPr>
            <a:xfrm>
              <a:off x="6634219" y="5392681"/>
              <a:ext cx="216623" cy="301303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4" name="rc434"/>
            <p:cNvSpPr/>
            <p:nvPr/>
          </p:nvSpPr>
          <p:spPr>
            <a:xfrm>
              <a:off x="6634219" y="6045504"/>
              <a:ext cx="21662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5" name="rc435"/>
            <p:cNvSpPr/>
            <p:nvPr/>
          </p:nvSpPr>
          <p:spPr>
            <a:xfrm>
              <a:off x="6634219" y="5945070"/>
              <a:ext cx="21662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6" name="rc436"/>
            <p:cNvSpPr/>
            <p:nvPr/>
          </p:nvSpPr>
          <p:spPr>
            <a:xfrm>
              <a:off x="6634219" y="5945070"/>
              <a:ext cx="216623" cy="50217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7" name="rc437"/>
            <p:cNvSpPr/>
            <p:nvPr/>
          </p:nvSpPr>
          <p:spPr>
            <a:xfrm>
              <a:off x="6634219" y="5995287"/>
              <a:ext cx="216623" cy="50217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8" name="rc438"/>
            <p:cNvSpPr/>
            <p:nvPr/>
          </p:nvSpPr>
          <p:spPr>
            <a:xfrm>
              <a:off x="6634219" y="6045504"/>
              <a:ext cx="21662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9" name="rc439"/>
            <p:cNvSpPr/>
            <p:nvPr/>
          </p:nvSpPr>
          <p:spPr>
            <a:xfrm>
              <a:off x="6634219" y="6045504"/>
              <a:ext cx="21662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0" name="rc440"/>
            <p:cNvSpPr/>
            <p:nvPr/>
          </p:nvSpPr>
          <p:spPr>
            <a:xfrm>
              <a:off x="6634219" y="6045504"/>
              <a:ext cx="21662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1" name="rc441"/>
            <p:cNvSpPr/>
            <p:nvPr/>
          </p:nvSpPr>
          <p:spPr>
            <a:xfrm>
              <a:off x="6634219" y="5894853"/>
              <a:ext cx="216623" cy="50217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2" name="rc442"/>
            <p:cNvSpPr/>
            <p:nvPr/>
          </p:nvSpPr>
          <p:spPr>
            <a:xfrm>
              <a:off x="6634219" y="6045504"/>
              <a:ext cx="216623" cy="50217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3" name="rc443"/>
            <p:cNvSpPr/>
            <p:nvPr/>
          </p:nvSpPr>
          <p:spPr>
            <a:xfrm>
              <a:off x="6634219" y="3986599"/>
              <a:ext cx="216623" cy="1406081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4" name="rc444"/>
            <p:cNvSpPr/>
            <p:nvPr/>
          </p:nvSpPr>
          <p:spPr>
            <a:xfrm>
              <a:off x="6634219" y="5844635"/>
              <a:ext cx="216623" cy="50217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5" name="rc445"/>
            <p:cNvSpPr/>
            <p:nvPr/>
          </p:nvSpPr>
          <p:spPr>
            <a:xfrm>
              <a:off x="6634219" y="6045504"/>
              <a:ext cx="21662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6" name="rc446"/>
            <p:cNvSpPr/>
            <p:nvPr/>
          </p:nvSpPr>
          <p:spPr>
            <a:xfrm>
              <a:off x="6634219" y="6045504"/>
              <a:ext cx="21662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7" name="rc447"/>
            <p:cNvSpPr/>
            <p:nvPr/>
          </p:nvSpPr>
          <p:spPr>
            <a:xfrm>
              <a:off x="6634219" y="6045504"/>
              <a:ext cx="21662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8" name="rc448"/>
            <p:cNvSpPr/>
            <p:nvPr/>
          </p:nvSpPr>
          <p:spPr>
            <a:xfrm>
              <a:off x="6634219" y="6045504"/>
              <a:ext cx="21662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9" name="rc449"/>
            <p:cNvSpPr/>
            <p:nvPr/>
          </p:nvSpPr>
          <p:spPr>
            <a:xfrm>
              <a:off x="6634219" y="5945070"/>
              <a:ext cx="21662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0" name="rc450"/>
            <p:cNvSpPr/>
            <p:nvPr/>
          </p:nvSpPr>
          <p:spPr>
            <a:xfrm>
              <a:off x="6634219" y="5995287"/>
              <a:ext cx="21662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1" name="rc451"/>
            <p:cNvSpPr/>
            <p:nvPr/>
          </p:nvSpPr>
          <p:spPr>
            <a:xfrm>
              <a:off x="6935084" y="4739857"/>
              <a:ext cx="216623" cy="401737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2" name="rc452"/>
            <p:cNvSpPr/>
            <p:nvPr/>
          </p:nvSpPr>
          <p:spPr>
            <a:xfrm>
              <a:off x="6935084" y="4538988"/>
              <a:ext cx="216623" cy="200868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3" name="rc453"/>
            <p:cNvSpPr/>
            <p:nvPr/>
          </p:nvSpPr>
          <p:spPr>
            <a:xfrm>
              <a:off x="6935084" y="6095721"/>
              <a:ext cx="21662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4" name="rc454"/>
            <p:cNvSpPr/>
            <p:nvPr/>
          </p:nvSpPr>
          <p:spPr>
            <a:xfrm>
              <a:off x="6935084" y="3886165"/>
              <a:ext cx="216623" cy="652823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5" name="rc455"/>
            <p:cNvSpPr/>
            <p:nvPr/>
          </p:nvSpPr>
          <p:spPr>
            <a:xfrm>
              <a:off x="6935084" y="5894853"/>
              <a:ext cx="216623" cy="100434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6" name="rc456"/>
            <p:cNvSpPr/>
            <p:nvPr/>
          </p:nvSpPr>
          <p:spPr>
            <a:xfrm>
              <a:off x="6935084" y="5342464"/>
              <a:ext cx="216623" cy="100434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7" name="rc457"/>
            <p:cNvSpPr/>
            <p:nvPr/>
          </p:nvSpPr>
          <p:spPr>
            <a:xfrm>
              <a:off x="6935084" y="5493115"/>
              <a:ext cx="21662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8" name="rc458"/>
            <p:cNvSpPr/>
            <p:nvPr/>
          </p:nvSpPr>
          <p:spPr>
            <a:xfrm>
              <a:off x="6935084" y="5643767"/>
              <a:ext cx="216623" cy="50217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9" name="rc459"/>
            <p:cNvSpPr/>
            <p:nvPr/>
          </p:nvSpPr>
          <p:spPr>
            <a:xfrm>
              <a:off x="6935084" y="6095721"/>
              <a:ext cx="21662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0" name="rc460"/>
            <p:cNvSpPr/>
            <p:nvPr/>
          </p:nvSpPr>
          <p:spPr>
            <a:xfrm>
              <a:off x="6935084" y="5693984"/>
              <a:ext cx="216623" cy="150651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1" name="rc461"/>
            <p:cNvSpPr/>
            <p:nvPr/>
          </p:nvSpPr>
          <p:spPr>
            <a:xfrm>
              <a:off x="6935084" y="5995287"/>
              <a:ext cx="216623" cy="50217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2" name="rc462"/>
            <p:cNvSpPr/>
            <p:nvPr/>
          </p:nvSpPr>
          <p:spPr>
            <a:xfrm>
              <a:off x="6935084" y="5242029"/>
              <a:ext cx="216623" cy="100434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3" name="rc463"/>
            <p:cNvSpPr/>
            <p:nvPr/>
          </p:nvSpPr>
          <p:spPr>
            <a:xfrm>
              <a:off x="6935084" y="6095721"/>
              <a:ext cx="21662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4" name="rc464"/>
            <p:cNvSpPr/>
            <p:nvPr/>
          </p:nvSpPr>
          <p:spPr>
            <a:xfrm>
              <a:off x="6935084" y="3082690"/>
              <a:ext cx="216623" cy="803475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5" name="rc465"/>
            <p:cNvSpPr/>
            <p:nvPr/>
          </p:nvSpPr>
          <p:spPr>
            <a:xfrm>
              <a:off x="6935084" y="5141595"/>
              <a:ext cx="216623" cy="100434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6" name="rc466"/>
            <p:cNvSpPr/>
            <p:nvPr/>
          </p:nvSpPr>
          <p:spPr>
            <a:xfrm>
              <a:off x="6935084" y="5844635"/>
              <a:ext cx="216623" cy="50217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7" name="rc467"/>
            <p:cNvSpPr/>
            <p:nvPr/>
          </p:nvSpPr>
          <p:spPr>
            <a:xfrm>
              <a:off x="6935084" y="5995287"/>
              <a:ext cx="21662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8" name="rc468"/>
            <p:cNvSpPr/>
            <p:nvPr/>
          </p:nvSpPr>
          <p:spPr>
            <a:xfrm>
              <a:off x="6935084" y="6045504"/>
              <a:ext cx="216623" cy="50217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9" name="rc469"/>
            <p:cNvSpPr/>
            <p:nvPr/>
          </p:nvSpPr>
          <p:spPr>
            <a:xfrm>
              <a:off x="6935084" y="6045504"/>
              <a:ext cx="21662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0" name="rc470"/>
            <p:cNvSpPr/>
            <p:nvPr/>
          </p:nvSpPr>
          <p:spPr>
            <a:xfrm>
              <a:off x="6935084" y="5442898"/>
              <a:ext cx="216623" cy="50217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1" name="rc471"/>
            <p:cNvSpPr/>
            <p:nvPr/>
          </p:nvSpPr>
          <p:spPr>
            <a:xfrm>
              <a:off x="6935084" y="5493115"/>
              <a:ext cx="216623" cy="150651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" name="rc472"/>
            <p:cNvSpPr/>
            <p:nvPr/>
          </p:nvSpPr>
          <p:spPr>
            <a:xfrm>
              <a:off x="7235950" y="5091378"/>
              <a:ext cx="216623" cy="100434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3" name="rc473"/>
            <p:cNvSpPr/>
            <p:nvPr/>
          </p:nvSpPr>
          <p:spPr>
            <a:xfrm>
              <a:off x="7235950" y="4790074"/>
              <a:ext cx="216623" cy="301303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4" name="rc474"/>
            <p:cNvSpPr/>
            <p:nvPr/>
          </p:nvSpPr>
          <p:spPr>
            <a:xfrm>
              <a:off x="7235950" y="6095721"/>
              <a:ext cx="21662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5" name="rc475"/>
            <p:cNvSpPr/>
            <p:nvPr/>
          </p:nvSpPr>
          <p:spPr>
            <a:xfrm>
              <a:off x="7235950" y="4488771"/>
              <a:ext cx="216623" cy="301303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6" name="rc476"/>
            <p:cNvSpPr/>
            <p:nvPr/>
          </p:nvSpPr>
          <p:spPr>
            <a:xfrm>
              <a:off x="7235950" y="5995287"/>
              <a:ext cx="216623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7" name="rc477"/>
            <p:cNvSpPr/>
            <p:nvPr/>
          </p:nvSpPr>
          <p:spPr>
            <a:xfrm>
              <a:off x="7235950" y="5493115"/>
              <a:ext cx="216623" cy="150651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8" name="rc478"/>
            <p:cNvSpPr/>
            <p:nvPr/>
          </p:nvSpPr>
          <p:spPr>
            <a:xfrm>
              <a:off x="7235950" y="5693984"/>
              <a:ext cx="216623" cy="50217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9" name="rc479"/>
            <p:cNvSpPr/>
            <p:nvPr/>
          </p:nvSpPr>
          <p:spPr>
            <a:xfrm>
              <a:off x="7235950" y="5744201"/>
              <a:ext cx="216623" cy="100434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0" name="rc480"/>
            <p:cNvSpPr/>
            <p:nvPr/>
          </p:nvSpPr>
          <p:spPr>
            <a:xfrm>
              <a:off x="7235950" y="6095721"/>
              <a:ext cx="21662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1" name="rc481"/>
            <p:cNvSpPr/>
            <p:nvPr/>
          </p:nvSpPr>
          <p:spPr>
            <a:xfrm>
              <a:off x="7235950" y="5844635"/>
              <a:ext cx="216623" cy="100434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2" name="rc482"/>
            <p:cNvSpPr/>
            <p:nvPr/>
          </p:nvSpPr>
          <p:spPr>
            <a:xfrm>
              <a:off x="7235950" y="6045504"/>
              <a:ext cx="21662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3" name="rc483"/>
            <p:cNvSpPr/>
            <p:nvPr/>
          </p:nvSpPr>
          <p:spPr>
            <a:xfrm>
              <a:off x="7235950" y="5292246"/>
              <a:ext cx="216623" cy="200868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4" name="rc484"/>
            <p:cNvSpPr/>
            <p:nvPr/>
          </p:nvSpPr>
          <p:spPr>
            <a:xfrm>
              <a:off x="7235950" y="6095721"/>
              <a:ext cx="21662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5" name="rc485"/>
            <p:cNvSpPr/>
            <p:nvPr/>
          </p:nvSpPr>
          <p:spPr>
            <a:xfrm>
              <a:off x="7235950" y="2932038"/>
              <a:ext cx="216623" cy="1556733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6" name="rc486"/>
            <p:cNvSpPr/>
            <p:nvPr/>
          </p:nvSpPr>
          <p:spPr>
            <a:xfrm>
              <a:off x="7235950" y="5191812"/>
              <a:ext cx="216623" cy="100434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7" name="rc487"/>
            <p:cNvSpPr/>
            <p:nvPr/>
          </p:nvSpPr>
          <p:spPr>
            <a:xfrm>
              <a:off x="7235950" y="5945070"/>
              <a:ext cx="216623" cy="50217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8" name="rc488"/>
            <p:cNvSpPr/>
            <p:nvPr/>
          </p:nvSpPr>
          <p:spPr>
            <a:xfrm>
              <a:off x="7235950" y="5995287"/>
              <a:ext cx="216623" cy="50217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9" name="rc489"/>
            <p:cNvSpPr/>
            <p:nvPr/>
          </p:nvSpPr>
          <p:spPr>
            <a:xfrm>
              <a:off x="7235950" y="6095721"/>
              <a:ext cx="21662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0" name="rc490"/>
            <p:cNvSpPr/>
            <p:nvPr/>
          </p:nvSpPr>
          <p:spPr>
            <a:xfrm>
              <a:off x="7235950" y="6045504"/>
              <a:ext cx="216623" cy="50217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1" name="rc491"/>
            <p:cNvSpPr/>
            <p:nvPr/>
          </p:nvSpPr>
          <p:spPr>
            <a:xfrm>
              <a:off x="7235950" y="5643767"/>
              <a:ext cx="216623" cy="50217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2" name="rc492"/>
            <p:cNvSpPr/>
            <p:nvPr/>
          </p:nvSpPr>
          <p:spPr>
            <a:xfrm>
              <a:off x="7235950" y="5744201"/>
              <a:ext cx="21662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3" name="rc493"/>
            <p:cNvSpPr/>
            <p:nvPr/>
          </p:nvSpPr>
          <p:spPr>
            <a:xfrm>
              <a:off x="7536815" y="4790074"/>
              <a:ext cx="216623" cy="451954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4" name="rc494"/>
            <p:cNvSpPr/>
            <p:nvPr/>
          </p:nvSpPr>
          <p:spPr>
            <a:xfrm>
              <a:off x="7536815" y="4538988"/>
              <a:ext cx="216623" cy="25108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5" name="rc495"/>
            <p:cNvSpPr/>
            <p:nvPr/>
          </p:nvSpPr>
          <p:spPr>
            <a:xfrm>
              <a:off x="7536815" y="6095721"/>
              <a:ext cx="21662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6" name="rc496"/>
            <p:cNvSpPr/>
            <p:nvPr/>
          </p:nvSpPr>
          <p:spPr>
            <a:xfrm>
              <a:off x="7536815" y="4137251"/>
              <a:ext cx="216623" cy="401737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7" name="rc497"/>
            <p:cNvSpPr/>
            <p:nvPr/>
          </p:nvSpPr>
          <p:spPr>
            <a:xfrm>
              <a:off x="7536815" y="5945070"/>
              <a:ext cx="216623" cy="50217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8" name="rc498"/>
            <p:cNvSpPr/>
            <p:nvPr/>
          </p:nvSpPr>
          <p:spPr>
            <a:xfrm>
              <a:off x="7536815" y="5543332"/>
              <a:ext cx="216623" cy="200868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9" name="rc499"/>
            <p:cNvSpPr/>
            <p:nvPr/>
          </p:nvSpPr>
          <p:spPr>
            <a:xfrm>
              <a:off x="7536815" y="5894853"/>
              <a:ext cx="216623" cy="50217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0" name="rc500"/>
            <p:cNvSpPr/>
            <p:nvPr/>
          </p:nvSpPr>
          <p:spPr>
            <a:xfrm>
              <a:off x="7536815" y="5945070"/>
              <a:ext cx="21662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1" name="rc501"/>
            <p:cNvSpPr/>
            <p:nvPr/>
          </p:nvSpPr>
          <p:spPr>
            <a:xfrm>
              <a:off x="7536815" y="6095721"/>
              <a:ext cx="21662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2" name="rc502"/>
            <p:cNvSpPr/>
            <p:nvPr/>
          </p:nvSpPr>
          <p:spPr>
            <a:xfrm>
              <a:off x="7536815" y="5945070"/>
              <a:ext cx="216623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3" name="rc503"/>
            <p:cNvSpPr/>
            <p:nvPr/>
          </p:nvSpPr>
          <p:spPr>
            <a:xfrm>
              <a:off x="7536815" y="5995287"/>
              <a:ext cx="216623" cy="100434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4" name="rc504"/>
            <p:cNvSpPr/>
            <p:nvPr/>
          </p:nvSpPr>
          <p:spPr>
            <a:xfrm>
              <a:off x="7536815" y="5292246"/>
              <a:ext cx="216623" cy="251085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5" name="rc505"/>
            <p:cNvSpPr/>
            <p:nvPr/>
          </p:nvSpPr>
          <p:spPr>
            <a:xfrm>
              <a:off x="7536815" y="6095721"/>
              <a:ext cx="21662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6" name="rc506"/>
            <p:cNvSpPr/>
            <p:nvPr/>
          </p:nvSpPr>
          <p:spPr>
            <a:xfrm>
              <a:off x="7536815" y="2228998"/>
              <a:ext cx="216623" cy="1908253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7" name="rc507"/>
            <p:cNvSpPr/>
            <p:nvPr/>
          </p:nvSpPr>
          <p:spPr>
            <a:xfrm>
              <a:off x="7536815" y="5242029"/>
              <a:ext cx="216623" cy="50217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8" name="rc508"/>
            <p:cNvSpPr/>
            <p:nvPr/>
          </p:nvSpPr>
          <p:spPr>
            <a:xfrm>
              <a:off x="7536815" y="5945070"/>
              <a:ext cx="21662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9" name="rc509"/>
            <p:cNvSpPr/>
            <p:nvPr/>
          </p:nvSpPr>
          <p:spPr>
            <a:xfrm>
              <a:off x="7536815" y="5995287"/>
              <a:ext cx="21662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0" name="rc510"/>
            <p:cNvSpPr/>
            <p:nvPr/>
          </p:nvSpPr>
          <p:spPr>
            <a:xfrm>
              <a:off x="7536815" y="6095721"/>
              <a:ext cx="21662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1" name="rc511"/>
            <p:cNvSpPr/>
            <p:nvPr/>
          </p:nvSpPr>
          <p:spPr>
            <a:xfrm>
              <a:off x="7536815" y="6095721"/>
              <a:ext cx="21662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2" name="rc512"/>
            <p:cNvSpPr/>
            <p:nvPr/>
          </p:nvSpPr>
          <p:spPr>
            <a:xfrm>
              <a:off x="7536815" y="5744201"/>
              <a:ext cx="216623" cy="150651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3" name="rc513"/>
            <p:cNvSpPr/>
            <p:nvPr/>
          </p:nvSpPr>
          <p:spPr>
            <a:xfrm>
              <a:off x="7536815" y="5945070"/>
              <a:ext cx="21662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4" name="rc514"/>
            <p:cNvSpPr/>
            <p:nvPr/>
          </p:nvSpPr>
          <p:spPr>
            <a:xfrm>
              <a:off x="7837681" y="4790074"/>
              <a:ext cx="216623" cy="200868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5" name="rc515"/>
            <p:cNvSpPr/>
            <p:nvPr/>
          </p:nvSpPr>
          <p:spPr>
            <a:xfrm>
              <a:off x="7837681" y="4488771"/>
              <a:ext cx="216623" cy="301303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6" name="rc516"/>
            <p:cNvSpPr/>
            <p:nvPr/>
          </p:nvSpPr>
          <p:spPr>
            <a:xfrm>
              <a:off x="7837681" y="6095721"/>
              <a:ext cx="21662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7" name="rc517"/>
            <p:cNvSpPr/>
            <p:nvPr/>
          </p:nvSpPr>
          <p:spPr>
            <a:xfrm>
              <a:off x="7837681" y="3886165"/>
              <a:ext cx="216623" cy="602606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8" name="rc518"/>
            <p:cNvSpPr/>
            <p:nvPr/>
          </p:nvSpPr>
          <p:spPr>
            <a:xfrm>
              <a:off x="7837681" y="5945070"/>
              <a:ext cx="216623" cy="100434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9" name="rc519"/>
            <p:cNvSpPr/>
            <p:nvPr/>
          </p:nvSpPr>
          <p:spPr>
            <a:xfrm>
              <a:off x="7837681" y="5242029"/>
              <a:ext cx="216623" cy="100434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0" name="rc520"/>
            <p:cNvSpPr/>
            <p:nvPr/>
          </p:nvSpPr>
          <p:spPr>
            <a:xfrm>
              <a:off x="7837681" y="5442898"/>
              <a:ext cx="216623" cy="50217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1" name="rc521"/>
            <p:cNvSpPr/>
            <p:nvPr/>
          </p:nvSpPr>
          <p:spPr>
            <a:xfrm>
              <a:off x="7837681" y="5643767"/>
              <a:ext cx="216623" cy="100434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2" name="rc522"/>
            <p:cNvSpPr/>
            <p:nvPr/>
          </p:nvSpPr>
          <p:spPr>
            <a:xfrm>
              <a:off x="7837681" y="6095721"/>
              <a:ext cx="21662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3" name="rc523"/>
            <p:cNvSpPr/>
            <p:nvPr/>
          </p:nvSpPr>
          <p:spPr>
            <a:xfrm>
              <a:off x="7837681" y="5744201"/>
              <a:ext cx="216623" cy="150651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4" name="rc524"/>
            <p:cNvSpPr/>
            <p:nvPr/>
          </p:nvSpPr>
          <p:spPr>
            <a:xfrm>
              <a:off x="7837681" y="6045504"/>
              <a:ext cx="216623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5" name="rc525"/>
            <p:cNvSpPr/>
            <p:nvPr/>
          </p:nvSpPr>
          <p:spPr>
            <a:xfrm>
              <a:off x="7837681" y="5141595"/>
              <a:ext cx="216623" cy="100434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6" name="rc526"/>
            <p:cNvSpPr/>
            <p:nvPr/>
          </p:nvSpPr>
          <p:spPr>
            <a:xfrm>
              <a:off x="7837681" y="6095721"/>
              <a:ext cx="21662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7" name="rc527"/>
            <p:cNvSpPr/>
            <p:nvPr/>
          </p:nvSpPr>
          <p:spPr>
            <a:xfrm>
              <a:off x="7837681" y="1475740"/>
              <a:ext cx="216623" cy="2410425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8" name="rc528"/>
            <p:cNvSpPr/>
            <p:nvPr/>
          </p:nvSpPr>
          <p:spPr>
            <a:xfrm>
              <a:off x="7837681" y="4990943"/>
              <a:ext cx="216623" cy="150651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9" name="rc529"/>
            <p:cNvSpPr/>
            <p:nvPr/>
          </p:nvSpPr>
          <p:spPr>
            <a:xfrm>
              <a:off x="7837681" y="5894853"/>
              <a:ext cx="216623" cy="50217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0" name="rc530"/>
            <p:cNvSpPr/>
            <p:nvPr/>
          </p:nvSpPr>
          <p:spPr>
            <a:xfrm>
              <a:off x="7837681" y="6045504"/>
              <a:ext cx="21662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1" name="rc531"/>
            <p:cNvSpPr/>
            <p:nvPr/>
          </p:nvSpPr>
          <p:spPr>
            <a:xfrm>
              <a:off x="7837681" y="6095721"/>
              <a:ext cx="21662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2" name="rc532"/>
            <p:cNvSpPr/>
            <p:nvPr/>
          </p:nvSpPr>
          <p:spPr>
            <a:xfrm>
              <a:off x="7837681" y="6045504"/>
              <a:ext cx="216623" cy="50217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3" name="rc533"/>
            <p:cNvSpPr/>
            <p:nvPr/>
          </p:nvSpPr>
          <p:spPr>
            <a:xfrm>
              <a:off x="7837681" y="5342464"/>
              <a:ext cx="216623" cy="100434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4" name="rc534"/>
            <p:cNvSpPr/>
            <p:nvPr/>
          </p:nvSpPr>
          <p:spPr>
            <a:xfrm>
              <a:off x="7837681" y="5493115"/>
              <a:ext cx="216623" cy="150651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5" name="rc535"/>
            <p:cNvSpPr/>
            <p:nvPr/>
          </p:nvSpPr>
          <p:spPr>
            <a:xfrm>
              <a:off x="8138547" y="5041160"/>
              <a:ext cx="216623" cy="301303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6" name="rc536"/>
            <p:cNvSpPr/>
            <p:nvPr/>
          </p:nvSpPr>
          <p:spPr>
            <a:xfrm>
              <a:off x="8138547" y="4790074"/>
              <a:ext cx="216623" cy="25108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7" name="rc537"/>
            <p:cNvSpPr/>
            <p:nvPr/>
          </p:nvSpPr>
          <p:spPr>
            <a:xfrm>
              <a:off x="8138547" y="6045504"/>
              <a:ext cx="216623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8" name="rc538"/>
            <p:cNvSpPr/>
            <p:nvPr/>
          </p:nvSpPr>
          <p:spPr>
            <a:xfrm>
              <a:off x="8138547" y="3936382"/>
              <a:ext cx="216623" cy="853692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9" name="rc539"/>
            <p:cNvSpPr/>
            <p:nvPr/>
          </p:nvSpPr>
          <p:spPr>
            <a:xfrm>
              <a:off x="8138547" y="5894853"/>
              <a:ext cx="216623" cy="50217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0" name="rc540"/>
            <p:cNvSpPr/>
            <p:nvPr/>
          </p:nvSpPr>
          <p:spPr>
            <a:xfrm>
              <a:off x="8138547" y="5693984"/>
              <a:ext cx="21662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1" name="rc541"/>
            <p:cNvSpPr/>
            <p:nvPr/>
          </p:nvSpPr>
          <p:spPr>
            <a:xfrm>
              <a:off x="8138547" y="5693984"/>
              <a:ext cx="216623" cy="50217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2" name="rc542"/>
            <p:cNvSpPr/>
            <p:nvPr/>
          </p:nvSpPr>
          <p:spPr>
            <a:xfrm>
              <a:off x="8138547" y="5844635"/>
              <a:ext cx="216623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3" name="rc543"/>
            <p:cNvSpPr/>
            <p:nvPr/>
          </p:nvSpPr>
          <p:spPr>
            <a:xfrm>
              <a:off x="8138547" y="6045504"/>
              <a:ext cx="216623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4" name="rc544"/>
            <p:cNvSpPr/>
            <p:nvPr/>
          </p:nvSpPr>
          <p:spPr>
            <a:xfrm>
              <a:off x="8138547" y="5844635"/>
              <a:ext cx="216623" cy="50217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5" name="rc545"/>
            <p:cNvSpPr/>
            <p:nvPr/>
          </p:nvSpPr>
          <p:spPr>
            <a:xfrm>
              <a:off x="8138547" y="5945070"/>
              <a:ext cx="216623" cy="100434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6" name="rc546"/>
            <p:cNvSpPr/>
            <p:nvPr/>
          </p:nvSpPr>
          <p:spPr>
            <a:xfrm>
              <a:off x="8138547" y="5543332"/>
              <a:ext cx="216623" cy="150651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7" name="rc547"/>
            <p:cNvSpPr/>
            <p:nvPr/>
          </p:nvSpPr>
          <p:spPr>
            <a:xfrm>
              <a:off x="8138547" y="6045504"/>
              <a:ext cx="216623" cy="50217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8" name="rc548"/>
            <p:cNvSpPr/>
            <p:nvPr/>
          </p:nvSpPr>
          <p:spPr>
            <a:xfrm>
              <a:off x="8138547" y="2078346"/>
              <a:ext cx="216623" cy="1858036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9" name="rc549"/>
            <p:cNvSpPr/>
            <p:nvPr/>
          </p:nvSpPr>
          <p:spPr>
            <a:xfrm>
              <a:off x="8138547" y="5342464"/>
              <a:ext cx="216623" cy="200868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0" name="rc550"/>
            <p:cNvSpPr/>
            <p:nvPr/>
          </p:nvSpPr>
          <p:spPr>
            <a:xfrm>
              <a:off x="8138547" y="5894853"/>
              <a:ext cx="216623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1" name="rc551"/>
            <p:cNvSpPr/>
            <p:nvPr/>
          </p:nvSpPr>
          <p:spPr>
            <a:xfrm>
              <a:off x="8138547" y="5945070"/>
              <a:ext cx="216623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2" name="rc552"/>
            <p:cNvSpPr/>
            <p:nvPr/>
          </p:nvSpPr>
          <p:spPr>
            <a:xfrm>
              <a:off x="8138547" y="6045504"/>
              <a:ext cx="216623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3" name="rc553"/>
            <p:cNvSpPr/>
            <p:nvPr/>
          </p:nvSpPr>
          <p:spPr>
            <a:xfrm>
              <a:off x="8138547" y="6045504"/>
              <a:ext cx="216623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4" name="rc554"/>
            <p:cNvSpPr/>
            <p:nvPr/>
          </p:nvSpPr>
          <p:spPr>
            <a:xfrm>
              <a:off x="8138547" y="5693984"/>
              <a:ext cx="21662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5" name="rc555"/>
            <p:cNvSpPr/>
            <p:nvPr/>
          </p:nvSpPr>
          <p:spPr>
            <a:xfrm>
              <a:off x="8138547" y="5744201"/>
              <a:ext cx="216623" cy="100434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6" name="pl556"/>
            <p:cNvSpPr/>
            <p:nvPr/>
          </p:nvSpPr>
          <p:spPr>
            <a:xfrm>
              <a:off x="725220" y="1636186"/>
              <a:ext cx="7521638" cy="4168696"/>
            </a:xfrm>
            <a:custGeom>
              <a:avLst/>
              <a:pathLst>
                <a:path w="7521638" h="4168696">
                  <a:moveTo>
                    <a:pt x="0" y="4168696"/>
                  </a:moveTo>
                  <a:lnTo>
                    <a:pt x="300865" y="3926330"/>
                  </a:lnTo>
                  <a:lnTo>
                    <a:pt x="601731" y="4071749"/>
                  </a:lnTo>
                  <a:lnTo>
                    <a:pt x="902596" y="3974803"/>
                  </a:lnTo>
                  <a:lnTo>
                    <a:pt x="1203462" y="4120223"/>
                  </a:lnTo>
                  <a:lnTo>
                    <a:pt x="1504327" y="4120223"/>
                  </a:lnTo>
                  <a:lnTo>
                    <a:pt x="1805193" y="2084348"/>
                  </a:lnTo>
                  <a:lnTo>
                    <a:pt x="2106058" y="3102285"/>
                  </a:lnTo>
                  <a:lnTo>
                    <a:pt x="2406924" y="3490071"/>
                  </a:lnTo>
                  <a:lnTo>
                    <a:pt x="2707789" y="3393124"/>
                  </a:lnTo>
                  <a:lnTo>
                    <a:pt x="3008655" y="2084348"/>
                  </a:lnTo>
                  <a:lnTo>
                    <a:pt x="3309520" y="2472133"/>
                  </a:lnTo>
                  <a:lnTo>
                    <a:pt x="3610386" y="3344651"/>
                  </a:lnTo>
                  <a:lnTo>
                    <a:pt x="3911252" y="2472133"/>
                  </a:lnTo>
                  <a:lnTo>
                    <a:pt x="4212117" y="2181294"/>
                  </a:lnTo>
                  <a:lnTo>
                    <a:pt x="4512983" y="2811446"/>
                  </a:lnTo>
                  <a:lnTo>
                    <a:pt x="4813848" y="2423660"/>
                  </a:lnTo>
                  <a:lnTo>
                    <a:pt x="5114714" y="1114883"/>
                  </a:lnTo>
                  <a:lnTo>
                    <a:pt x="5415579" y="1648089"/>
                  </a:lnTo>
                  <a:lnTo>
                    <a:pt x="5716445" y="920991"/>
                  </a:lnTo>
                  <a:lnTo>
                    <a:pt x="6017310" y="2423660"/>
                  </a:lnTo>
                  <a:lnTo>
                    <a:pt x="6318176" y="1551142"/>
                  </a:lnTo>
                  <a:lnTo>
                    <a:pt x="6619041" y="1405723"/>
                  </a:lnTo>
                  <a:lnTo>
                    <a:pt x="6919907" y="727098"/>
                  </a:lnTo>
                  <a:lnTo>
                    <a:pt x="7220772" y="0"/>
                  </a:lnTo>
                  <a:lnTo>
                    <a:pt x="7521638" y="581678"/>
                  </a:lnTo>
                </a:path>
              </a:pathLst>
            </a:custGeom>
            <a:ln w="19512" cap="flat">
              <a:solidFill>
                <a:srgbClr val="000000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690090" y="5769753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990956" y="5527387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1291821" y="5672806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1592687" y="5575860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1893552" y="5721279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2194418" y="5721279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2495283" y="3685405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2796149" y="4703342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3097014" y="5091128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3397880" y="4994181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3698745" y="3685405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3999611" y="4073190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4300477" y="4945708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4601342" y="4073190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4902208" y="3782351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5203073" y="4412503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5503939" y="4024717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5804804" y="2715940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6105670" y="3249146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6406535" y="2522047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6707401" y="4024717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7008266" y="3152199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7309132" y="3006780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7609997" y="2328155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7910863" y="1601056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8211729" y="2182735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l583"/>
            <p:cNvSpPr/>
            <p:nvPr/>
          </p:nvSpPr>
          <p:spPr>
            <a:xfrm>
              <a:off x="544700" y="1475740"/>
              <a:ext cx="0" cy="4619981"/>
            </a:xfrm>
            <a:custGeom>
              <a:avLst/>
              <a:pathLst>
                <a:path w="0" h="4619981">
                  <a:moveTo>
                    <a:pt x="0" y="4619981"/>
                  </a:moveTo>
                  <a:lnTo>
                    <a:pt x="0" y="0"/>
                  </a:lnTo>
                </a:path>
              </a:pathLst>
            </a:custGeom>
            <a:ln w="1626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tx584"/>
            <p:cNvSpPr/>
            <p:nvPr/>
          </p:nvSpPr>
          <p:spPr>
            <a:xfrm>
              <a:off x="388750" y="6042742"/>
              <a:ext cx="81932" cy="1058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85" name="tx585"/>
            <p:cNvSpPr/>
            <p:nvPr/>
          </p:nvSpPr>
          <p:spPr>
            <a:xfrm>
              <a:off x="306818" y="4787169"/>
              <a:ext cx="163864" cy="105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86" name="tx586"/>
            <p:cNvSpPr/>
            <p:nvPr/>
          </p:nvSpPr>
          <p:spPr>
            <a:xfrm>
              <a:off x="306818" y="3531883"/>
              <a:ext cx="163864" cy="1058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87" name="tx587"/>
            <p:cNvSpPr/>
            <p:nvPr/>
          </p:nvSpPr>
          <p:spPr>
            <a:xfrm>
              <a:off x="306818" y="2278395"/>
              <a:ext cx="163864" cy="103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88" name="pl588"/>
            <p:cNvSpPr/>
            <p:nvPr/>
          </p:nvSpPr>
          <p:spPr>
            <a:xfrm>
              <a:off x="503579" y="6095721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l589"/>
            <p:cNvSpPr/>
            <p:nvPr/>
          </p:nvSpPr>
          <p:spPr>
            <a:xfrm>
              <a:off x="503579" y="4840292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l590"/>
            <p:cNvSpPr/>
            <p:nvPr/>
          </p:nvSpPr>
          <p:spPr>
            <a:xfrm>
              <a:off x="503579" y="3584862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l591"/>
            <p:cNvSpPr/>
            <p:nvPr/>
          </p:nvSpPr>
          <p:spPr>
            <a:xfrm>
              <a:off x="503579" y="2329432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l592"/>
            <p:cNvSpPr/>
            <p:nvPr/>
          </p:nvSpPr>
          <p:spPr>
            <a:xfrm>
              <a:off x="8427377" y="1475740"/>
              <a:ext cx="0" cy="4619981"/>
            </a:xfrm>
            <a:custGeom>
              <a:avLst/>
              <a:pathLst>
                <a:path w="0" h="4619981">
                  <a:moveTo>
                    <a:pt x="0" y="4619981"/>
                  </a:moveTo>
                  <a:lnTo>
                    <a:pt x="0" y="0"/>
                  </a:lnTo>
                </a:path>
              </a:pathLst>
            </a:custGeom>
            <a:ln w="1626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l593"/>
            <p:cNvSpPr/>
            <p:nvPr/>
          </p:nvSpPr>
          <p:spPr>
            <a:xfrm>
              <a:off x="8427377" y="6095721"/>
              <a:ext cx="41120" cy="0"/>
            </a:xfrm>
            <a:custGeom>
              <a:avLst/>
              <a:pathLst>
                <a:path w="41120" h="0">
                  <a:moveTo>
                    <a:pt x="4112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l594"/>
            <p:cNvSpPr/>
            <p:nvPr/>
          </p:nvSpPr>
          <p:spPr>
            <a:xfrm>
              <a:off x="8427377" y="4812393"/>
              <a:ext cx="41120" cy="0"/>
            </a:xfrm>
            <a:custGeom>
              <a:avLst/>
              <a:pathLst>
                <a:path w="41120" h="0">
                  <a:moveTo>
                    <a:pt x="4112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l595"/>
            <p:cNvSpPr/>
            <p:nvPr/>
          </p:nvSpPr>
          <p:spPr>
            <a:xfrm>
              <a:off x="8427377" y="3529065"/>
              <a:ext cx="41120" cy="0"/>
            </a:xfrm>
            <a:custGeom>
              <a:avLst/>
              <a:pathLst>
                <a:path w="41120" h="0">
                  <a:moveTo>
                    <a:pt x="4112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l596"/>
            <p:cNvSpPr/>
            <p:nvPr/>
          </p:nvSpPr>
          <p:spPr>
            <a:xfrm>
              <a:off x="8427377" y="2245737"/>
              <a:ext cx="41120" cy="0"/>
            </a:xfrm>
            <a:custGeom>
              <a:avLst/>
              <a:pathLst>
                <a:path w="41120" h="0">
                  <a:moveTo>
                    <a:pt x="4112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tx597"/>
            <p:cNvSpPr/>
            <p:nvPr/>
          </p:nvSpPr>
          <p:spPr>
            <a:xfrm>
              <a:off x="8501395" y="6042742"/>
              <a:ext cx="335786" cy="1058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0.0%</a:t>
              </a:r>
            </a:p>
          </p:txBody>
        </p:sp>
        <p:sp>
          <p:nvSpPr>
            <p:cNvPr id="598" name="tx598"/>
            <p:cNvSpPr/>
            <p:nvPr/>
          </p:nvSpPr>
          <p:spPr>
            <a:xfrm>
              <a:off x="8501395" y="4759126"/>
              <a:ext cx="335786" cy="1061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2.5%</a:t>
              </a:r>
            </a:p>
          </p:txBody>
        </p:sp>
        <p:sp>
          <p:nvSpPr>
            <p:cNvPr id="599" name="tx599"/>
            <p:cNvSpPr/>
            <p:nvPr/>
          </p:nvSpPr>
          <p:spPr>
            <a:xfrm>
              <a:off x="8501395" y="3476086"/>
              <a:ext cx="335786" cy="1058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5.0%</a:t>
              </a:r>
            </a:p>
          </p:txBody>
        </p:sp>
        <p:sp>
          <p:nvSpPr>
            <p:cNvPr id="600" name="tx600"/>
            <p:cNvSpPr/>
            <p:nvPr/>
          </p:nvSpPr>
          <p:spPr>
            <a:xfrm>
              <a:off x="8501395" y="2193261"/>
              <a:ext cx="335786" cy="1053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7.5%</a:t>
              </a:r>
            </a:p>
          </p:txBody>
        </p:sp>
        <p:sp>
          <p:nvSpPr>
            <p:cNvPr id="601" name="pl601"/>
            <p:cNvSpPr/>
            <p:nvPr/>
          </p:nvSpPr>
          <p:spPr>
            <a:xfrm>
              <a:off x="544700" y="6095721"/>
              <a:ext cx="7882677" cy="0"/>
            </a:xfrm>
            <a:custGeom>
              <a:avLst/>
              <a:pathLst>
                <a:path w="7882677" h="0">
                  <a:moveTo>
                    <a:pt x="0" y="0"/>
                  </a:moveTo>
                  <a:lnTo>
                    <a:pt x="7882677" y="0"/>
                  </a:lnTo>
                </a:path>
              </a:pathLst>
            </a:custGeom>
            <a:ln w="1626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l602"/>
            <p:cNvSpPr/>
            <p:nvPr/>
          </p:nvSpPr>
          <p:spPr>
            <a:xfrm>
              <a:off x="725220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l603"/>
            <p:cNvSpPr/>
            <p:nvPr/>
          </p:nvSpPr>
          <p:spPr>
            <a:xfrm>
              <a:off x="1026085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l604"/>
            <p:cNvSpPr/>
            <p:nvPr/>
          </p:nvSpPr>
          <p:spPr>
            <a:xfrm>
              <a:off x="1326951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l605"/>
            <p:cNvSpPr/>
            <p:nvPr/>
          </p:nvSpPr>
          <p:spPr>
            <a:xfrm>
              <a:off x="1627816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l606"/>
            <p:cNvSpPr/>
            <p:nvPr/>
          </p:nvSpPr>
          <p:spPr>
            <a:xfrm>
              <a:off x="1928682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l607"/>
            <p:cNvSpPr/>
            <p:nvPr/>
          </p:nvSpPr>
          <p:spPr>
            <a:xfrm>
              <a:off x="2229547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l608"/>
            <p:cNvSpPr/>
            <p:nvPr/>
          </p:nvSpPr>
          <p:spPr>
            <a:xfrm>
              <a:off x="2530413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l609"/>
            <p:cNvSpPr/>
            <p:nvPr/>
          </p:nvSpPr>
          <p:spPr>
            <a:xfrm>
              <a:off x="2831278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l610"/>
            <p:cNvSpPr/>
            <p:nvPr/>
          </p:nvSpPr>
          <p:spPr>
            <a:xfrm>
              <a:off x="3132144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l611"/>
            <p:cNvSpPr/>
            <p:nvPr/>
          </p:nvSpPr>
          <p:spPr>
            <a:xfrm>
              <a:off x="3433009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l612"/>
            <p:cNvSpPr/>
            <p:nvPr/>
          </p:nvSpPr>
          <p:spPr>
            <a:xfrm>
              <a:off x="3733875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l613"/>
            <p:cNvSpPr/>
            <p:nvPr/>
          </p:nvSpPr>
          <p:spPr>
            <a:xfrm>
              <a:off x="4034741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l614"/>
            <p:cNvSpPr/>
            <p:nvPr/>
          </p:nvSpPr>
          <p:spPr>
            <a:xfrm>
              <a:off x="4335606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l615"/>
            <p:cNvSpPr/>
            <p:nvPr/>
          </p:nvSpPr>
          <p:spPr>
            <a:xfrm>
              <a:off x="4636472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l616"/>
            <p:cNvSpPr/>
            <p:nvPr/>
          </p:nvSpPr>
          <p:spPr>
            <a:xfrm>
              <a:off x="4937337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l617"/>
            <p:cNvSpPr/>
            <p:nvPr/>
          </p:nvSpPr>
          <p:spPr>
            <a:xfrm>
              <a:off x="5238203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l618"/>
            <p:cNvSpPr/>
            <p:nvPr/>
          </p:nvSpPr>
          <p:spPr>
            <a:xfrm>
              <a:off x="5539068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l619"/>
            <p:cNvSpPr/>
            <p:nvPr/>
          </p:nvSpPr>
          <p:spPr>
            <a:xfrm>
              <a:off x="5839934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l620"/>
            <p:cNvSpPr/>
            <p:nvPr/>
          </p:nvSpPr>
          <p:spPr>
            <a:xfrm>
              <a:off x="6140799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l621"/>
            <p:cNvSpPr/>
            <p:nvPr/>
          </p:nvSpPr>
          <p:spPr>
            <a:xfrm>
              <a:off x="6441665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l622"/>
            <p:cNvSpPr/>
            <p:nvPr/>
          </p:nvSpPr>
          <p:spPr>
            <a:xfrm>
              <a:off x="6742530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l623"/>
            <p:cNvSpPr/>
            <p:nvPr/>
          </p:nvSpPr>
          <p:spPr>
            <a:xfrm>
              <a:off x="7043396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l624"/>
            <p:cNvSpPr/>
            <p:nvPr/>
          </p:nvSpPr>
          <p:spPr>
            <a:xfrm>
              <a:off x="7344261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l625"/>
            <p:cNvSpPr/>
            <p:nvPr/>
          </p:nvSpPr>
          <p:spPr>
            <a:xfrm>
              <a:off x="7645127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l626"/>
            <p:cNvSpPr/>
            <p:nvPr/>
          </p:nvSpPr>
          <p:spPr>
            <a:xfrm>
              <a:off x="7945993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l627"/>
            <p:cNvSpPr/>
            <p:nvPr/>
          </p:nvSpPr>
          <p:spPr>
            <a:xfrm>
              <a:off x="8246858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tx628"/>
            <p:cNvSpPr/>
            <p:nvPr/>
          </p:nvSpPr>
          <p:spPr>
            <a:xfrm rot="-2100000">
              <a:off x="461905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2000</a:t>
              </a:r>
            </a:p>
          </p:txBody>
        </p:sp>
        <p:sp>
          <p:nvSpPr>
            <p:cNvPr id="629" name="tx629"/>
            <p:cNvSpPr/>
            <p:nvPr/>
          </p:nvSpPr>
          <p:spPr>
            <a:xfrm rot="-2100000">
              <a:off x="762770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2001</a:t>
              </a:r>
            </a:p>
          </p:txBody>
        </p:sp>
        <p:sp>
          <p:nvSpPr>
            <p:cNvPr id="630" name="tx630"/>
            <p:cNvSpPr/>
            <p:nvPr/>
          </p:nvSpPr>
          <p:spPr>
            <a:xfrm rot="-2100000">
              <a:off x="1063636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2002</a:t>
              </a:r>
            </a:p>
          </p:txBody>
        </p:sp>
        <p:sp>
          <p:nvSpPr>
            <p:cNvPr id="631" name="tx631"/>
            <p:cNvSpPr/>
            <p:nvPr/>
          </p:nvSpPr>
          <p:spPr>
            <a:xfrm rot="-2100000">
              <a:off x="1364502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2003</a:t>
              </a:r>
            </a:p>
          </p:txBody>
        </p:sp>
        <p:sp>
          <p:nvSpPr>
            <p:cNvPr id="632" name="tx632"/>
            <p:cNvSpPr/>
            <p:nvPr/>
          </p:nvSpPr>
          <p:spPr>
            <a:xfrm rot="-2100000">
              <a:off x="1665367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2004</a:t>
              </a:r>
            </a:p>
          </p:txBody>
        </p:sp>
        <p:sp>
          <p:nvSpPr>
            <p:cNvPr id="633" name="tx633"/>
            <p:cNvSpPr/>
            <p:nvPr/>
          </p:nvSpPr>
          <p:spPr>
            <a:xfrm rot="-2100000">
              <a:off x="1966233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2005</a:t>
              </a:r>
            </a:p>
          </p:txBody>
        </p:sp>
        <p:sp>
          <p:nvSpPr>
            <p:cNvPr id="634" name="tx634"/>
            <p:cNvSpPr/>
            <p:nvPr/>
          </p:nvSpPr>
          <p:spPr>
            <a:xfrm rot="-2100000">
              <a:off x="2267078" y="6252203"/>
              <a:ext cx="322078" cy="104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2006</a:t>
              </a:r>
            </a:p>
          </p:txBody>
        </p:sp>
        <p:sp>
          <p:nvSpPr>
            <p:cNvPr id="635" name="tx635"/>
            <p:cNvSpPr/>
            <p:nvPr/>
          </p:nvSpPr>
          <p:spPr>
            <a:xfrm rot="-2100000">
              <a:off x="2567964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2007</a:t>
              </a:r>
            </a:p>
          </p:txBody>
        </p:sp>
        <p:sp>
          <p:nvSpPr>
            <p:cNvPr id="636" name="tx636"/>
            <p:cNvSpPr/>
            <p:nvPr/>
          </p:nvSpPr>
          <p:spPr>
            <a:xfrm rot="-2100000">
              <a:off x="2868789" y="6252138"/>
              <a:ext cx="322078" cy="1044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2008</a:t>
              </a:r>
            </a:p>
          </p:txBody>
        </p:sp>
        <p:sp>
          <p:nvSpPr>
            <p:cNvPr id="637" name="tx637"/>
            <p:cNvSpPr/>
            <p:nvPr/>
          </p:nvSpPr>
          <p:spPr>
            <a:xfrm rot="-2100000">
              <a:off x="3169675" y="6252203"/>
              <a:ext cx="322078" cy="104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2009</a:t>
              </a:r>
            </a:p>
          </p:txBody>
        </p:sp>
        <p:sp>
          <p:nvSpPr>
            <p:cNvPr id="638" name="tx638"/>
            <p:cNvSpPr/>
            <p:nvPr/>
          </p:nvSpPr>
          <p:spPr>
            <a:xfrm rot="-2100000">
              <a:off x="3470560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2010</a:t>
              </a:r>
            </a:p>
          </p:txBody>
        </p:sp>
        <p:sp>
          <p:nvSpPr>
            <p:cNvPr id="639" name="tx639"/>
            <p:cNvSpPr/>
            <p:nvPr/>
          </p:nvSpPr>
          <p:spPr>
            <a:xfrm rot="-2100000">
              <a:off x="3771426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2011</a:t>
              </a:r>
            </a:p>
          </p:txBody>
        </p:sp>
        <p:sp>
          <p:nvSpPr>
            <p:cNvPr id="640" name="tx640"/>
            <p:cNvSpPr/>
            <p:nvPr/>
          </p:nvSpPr>
          <p:spPr>
            <a:xfrm rot="-2100000">
              <a:off x="4072291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2012</a:t>
              </a:r>
            </a:p>
          </p:txBody>
        </p:sp>
        <p:sp>
          <p:nvSpPr>
            <p:cNvPr id="641" name="tx641"/>
            <p:cNvSpPr/>
            <p:nvPr/>
          </p:nvSpPr>
          <p:spPr>
            <a:xfrm rot="-2100000">
              <a:off x="4373157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2013</a:t>
              </a:r>
            </a:p>
          </p:txBody>
        </p:sp>
        <p:sp>
          <p:nvSpPr>
            <p:cNvPr id="642" name="tx642"/>
            <p:cNvSpPr/>
            <p:nvPr/>
          </p:nvSpPr>
          <p:spPr>
            <a:xfrm rot="-2100000">
              <a:off x="4674023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2014</a:t>
              </a:r>
            </a:p>
          </p:txBody>
        </p:sp>
        <p:sp>
          <p:nvSpPr>
            <p:cNvPr id="643" name="tx643"/>
            <p:cNvSpPr/>
            <p:nvPr/>
          </p:nvSpPr>
          <p:spPr>
            <a:xfrm rot="-2100000">
              <a:off x="4974888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2015</a:t>
              </a:r>
            </a:p>
          </p:txBody>
        </p:sp>
        <p:sp>
          <p:nvSpPr>
            <p:cNvPr id="644" name="tx644"/>
            <p:cNvSpPr/>
            <p:nvPr/>
          </p:nvSpPr>
          <p:spPr>
            <a:xfrm rot="-2100000">
              <a:off x="5275733" y="6252203"/>
              <a:ext cx="322078" cy="104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2016</a:t>
              </a:r>
            </a:p>
          </p:txBody>
        </p:sp>
        <p:sp>
          <p:nvSpPr>
            <p:cNvPr id="645" name="tx645"/>
            <p:cNvSpPr/>
            <p:nvPr/>
          </p:nvSpPr>
          <p:spPr>
            <a:xfrm rot="-2100000">
              <a:off x="5576619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2017</a:t>
              </a:r>
            </a:p>
          </p:txBody>
        </p:sp>
        <p:sp>
          <p:nvSpPr>
            <p:cNvPr id="646" name="tx646"/>
            <p:cNvSpPr/>
            <p:nvPr/>
          </p:nvSpPr>
          <p:spPr>
            <a:xfrm rot="-2100000">
              <a:off x="5877444" y="6252138"/>
              <a:ext cx="322078" cy="1044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2018</a:t>
              </a:r>
            </a:p>
          </p:txBody>
        </p:sp>
        <p:sp>
          <p:nvSpPr>
            <p:cNvPr id="647" name="tx647"/>
            <p:cNvSpPr/>
            <p:nvPr/>
          </p:nvSpPr>
          <p:spPr>
            <a:xfrm rot="-2100000">
              <a:off x="6178330" y="6252203"/>
              <a:ext cx="322078" cy="104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2019</a:t>
              </a:r>
            </a:p>
          </p:txBody>
        </p:sp>
        <p:sp>
          <p:nvSpPr>
            <p:cNvPr id="648" name="tx648"/>
            <p:cNvSpPr/>
            <p:nvPr/>
          </p:nvSpPr>
          <p:spPr>
            <a:xfrm rot="-2100000">
              <a:off x="6479216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2020</a:t>
              </a:r>
            </a:p>
          </p:txBody>
        </p:sp>
        <p:sp>
          <p:nvSpPr>
            <p:cNvPr id="649" name="tx649"/>
            <p:cNvSpPr/>
            <p:nvPr/>
          </p:nvSpPr>
          <p:spPr>
            <a:xfrm rot="-2100000">
              <a:off x="6780081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2021</a:t>
              </a:r>
            </a:p>
          </p:txBody>
        </p:sp>
        <p:sp>
          <p:nvSpPr>
            <p:cNvPr id="650" name="tx650"/>
            <p:cNvSpPr/>
            <p:nvPr/>
          </p:nvSpPr>
          <p:spPr>
            <a:xfrm rot="-2100000">
              <a:off x="7080947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2022</a:t>
              </a:r>
            </a:p>
          </p:txBody>
        </p:sp>
        <p:sp>
          <p:nvSpPr>
            <p:cNvPr id="651" name="tx651"/>
            <p:cNvSpPr/>
            <p:nvPr/>
          </p:nvSpPr>
          <p:spPr>
            <a:xfrm rot="-2100000">
              <a:off x="7381812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2023</a:t>
              </a:r>
            </a:p>
          </p:txBody>
        </p:sp>
        <p:sp>
          <p:nvSpPr>
            <p:cNvPr id="652" name="tx652"/>
            <p:cNvSpPr/>
            <p:nvPr/>
          </p:nvSpPr>
          <p:spPr>
            <a:xfrm rot="-2100000">
              <a:off x="7682678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2024</a:t>
              </a:r>
            </a:p>
          </p:txBody>
        </p:sp>
        <p:sp>
          <p:nvSpPr>
            <p:cNvPr id="653" name="tx653"/>
            <p:cNvSpPr/>
            <p:nvPr/>
          </p:nvSpPr>
          <p:spPr>
            <a:xfrm rot="-2100000">
              <a:off x="7983543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2025</a:t>
              </a:r>
            </a:p>
          </p:txBody>
        </p:sp>
        <p:sp>
          <p:nvSpPr>
            <p:cNvPr id="654" name="tx654"/>
            <p:cNvSpPr/>
            <p:nvPr/>
          </p:nvSpPr>
          <p:spPr>
            <a:xfrm>
              <a:off x="4300938" y="6589050"/>
              <a:ext cx="370202" cy="1289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Year</a:t>
              </a:r>
            </a:p>
          </p:txBody>
        </p:sp>
        <p:sp>
          <p:nvSpPr>
            <p:cNvPr id="655" name="tx655"/>
            <p:cNvSpPr/>
            <p:nvPr/>
          </p:nvSpPr>
          <p:spPr>
            <a:xfrm rot="-5400000">
              <a:off x="-749321" y="3720222"/>
              <a:ext cx="1821488" cy="1310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Number of new records</a:t>
              </a:r>
            </a:p>
          </p:txBody>
        </p:sp>
        <p:sp>
          <p:nvSpPr>
            <p:cNvPr id="656" name="tx656"/>
            <p:cNvSpPr/>
            <p:nvPr/>
          </p:nvSpPr>
          <p:spPr>
            <a:xfrm rot="5400000">
              <a:off x="8551101" y="3703492"/>
              <a:ext cx="896410" cy="1644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Percentage</a:t>
              </a:r>
            </a:p>
          </p:txBody>
        </p:sp>
        <p:sp>
          <p:nvSpPr>
            <p:cNvPr id="657" name="rc657"/>
            <p:cNvSpPr/>
            <p:nvPr/>
          </p:nvSpPr>
          <p:spPr>
            <a:xfrm>
              <a:off x="0" y="126525"/>
              <a:ext cx="9144000" cy="11847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8" name="rc658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9" name="rc659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0" name="rc660"/>
            <p:cNvSpPr/>
            <p:nvPr/>
          </p:nvSpPr>
          <p:spPr>
            <a:xfrm>
              <a:off x="1275741" y="208767"/>
              <a:ext cx="306000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1" name="rc661"/>
            <p:cNvSpPr/>
            <p:nvPr/>
          </p:nvSpPr>
          <p:spPr>
            <a:xfrm>
              <a:off x="1286377" y="219403"/>
              <a:ext cx="284727" cy="116983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2" name="rc662"/>
            <p:cNvSpPr/>
            <p:nvPr/>
          </p:nvSpPr>
          <p:spPr>
            <a:xfrm>
              <a:off x="3350703" y="208767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3" name="rc663"/>
            <p:cNvSpPr/>
            <p:nvPr/>
          </p:nvSpPr>
          <p:spPr>
            <a:xfrm>
              <a:off x="3361339" y="219403"/>
              <a:ext cx="284727" cy="116983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4" name="rc664"/>
            <p:cNvSpPr/>
            <p:nvPr/>
          </p:nvSpPr>
          <p:spPr>
            <a:xfrm>
              <a:off x="5671030" y="208767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5" name="rc665"/>
            <p:cNvSpPr/>
            <p:nvPr/>
          </p:nvSpPr>
          <p:spPr>
            <a:xfrm>
              <a:off x="5681667" y="219403"/>
              <a:ext cx="284727" cy="116983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6" name="rc666"/>
            <p:cNvSpPr/>
            <p:nvPr/>
          </p:nvSpPr>
          <p:spPr>
            <a:xfrm>
              <a:off x="7688517" y="208767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7" name="rc667"/>
            <p:cNvSpPr/>
            <p:nvPr/>
          </p:nvSpPr>
          <p:spPr>
            <a:xfrm>
              <a:off x="7699154" y="219403"/>
              <a:ext cx="284727" cy="116983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8" name="rc668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9" name="rc669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0" name="rc670"/>
            <p:cNvSpPr/>
            <p:nvPr/>
          </p:nvSpPr>
          <p:spPr>
            <a:xfrm>
              <a:off x="1275741" y="429265"/>
              <a:ext cx="306000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1" name="rc671"/>
            <p:cNvSpPr/>
            <p:nvPr/>
          </p:nvSpPr>
          <p:spPr>
            <a:xfrm>
              <a:off x="1286377" y="439901"/>
              <a:ext cx="284727" cy="116983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2" name="rc672"/>
            <p:cNvSpPr/>
            <p:nvPr/>
          </p:nvSpPr>
          <p:spPr>
            <a:xfrm>
              <a:off x="3350703" y="429265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3" name="rc673"/>
            <p:cNvSpPr/>
            <p:nvPr/>
          </p:nvSpPr>
          <p:spPr>
            <a:xfrm>
              <a:off x="3361339" y="439901"/>
              <a:ext cx="284727" cy="116983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4" name="rc674"/>
            <p:cNvSpPr/>
            <p:nvPr/>
          </p:nvSpPr>
          <p:spPr>
            <a:xfrm>
              <a:off x="5671030" y="429265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5" name="rc675"/>
            <p:cNvSpPr/>
            <p:nvPr/>
          </p:nvSpPr>
          <p:spPr>
            <a:xfrm>
              <a:off x="5681667" y="439901"/>
              <a:ext cx="284727" cy="116983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6" name="rc676"/>
            <p:cNvSpPr/>
            <p:nvPr/>
          </p:nvSpPr>
          <p:spPr>
            <a:xfrm>
              <a:off x="7688517" y="429265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7" name="rc677"/>
            <p:cNvSpPr/>
            <p:nvPr/>
          </p:nvSpPr>
          <p:spPr>
            <a:xfrm>
              <a:off x="7699154" y="439901"/>
              <a:ext cx="284727" cy="116983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8" name="rc678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9" name="rc679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0" name="rc680"/>
            <p:cNvSpPr/>
            <p:nvPr/>
          </p:nvSpPr>
          <p:spPr>
            <a:xfrm>
              <a:off x="1275741" y="649763"/>
              <a:ext cx="306000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1" name="rc681"/>
            <p:cNvSpPr/>
            <p:nvPr/>
          </p:nvSpPr>
          <p:spPr>
            <a:xfrm>
              <a:off x="1286377" y="660399"/>
              <a:ext cx="284727" cy="116983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2" name="rc682"/>
            <p:cNvSpPr/>
            <p:nvPr/>
          </p:nvSpPr>
          <p:spPr>
            <a:xfrm>
              <a:off x="3350703" y="649763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3" name="rc683"/>
            <p:cNvSpPr/>
            <p:nvPr/>
          </p:nvSpPr>
          <p:spPr>
            <a:xfrm>
              <a:off x="3361339" y="660399"/>
              <a:ext cx="284727" cy="116983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4" name="rc684"/>
            <p:cNvSpPr/>
            <p:nvPr/>
          </p:nvSpPr>
          <p:spPr>
            <a:xfrm>
              <a:off x="5671030" y="649763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5" name="rc685"/>
            <p:cNvSpPr/>
            <p:nvPr/>
          </p:nvSpPr>
          <p:spPr>
            <a:xfrm>
              <a:off x="5681667" y="660399"/>
              <a:ext cx="284727" cy="116983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6" name="rc686"/>
            <p:cNvSpPr/>
            <p:nvPr/>
          </p:nvSpPr>
          <p:spPr>
            <a:xfrm>
              <a:off x="7688517" y="649763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7" name="rc687"/>
            <p:cNvSpPr/>
            <p:nvPr/>
          </p:nvSpPr>
          <p:spPr>
            <a:xfrm>
              <a:off x="7699154" y="660399"/>
              <a:ext cx="284727" cy="116983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8" name="rc688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9" name="rc689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0" name="rc690"/>
            <p:cNvSpPr/>
            <p:nvPr/>
          </p:nvSpPr>
          <p:spPr>
            <a:xfrm>
              <a:off x="1275741" y="870261"/>
              <a:ext cx="306000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1" name="rc691"/>
            <p:cNvSpPr/>
            <p:nvPr/>
          </p:nvSpPr>
          <p:spPr>
            <a:xfrm>
              <a:off x="1286377" y="880897"/>
              <a:ext cx="284727" cy="116983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2" name="rc692"/>
            <p:cNvSpPr/>
            <p:nvPr/>
          </p:nvSpPr>
          <p:spPr>
            <a:xfrm>
              <a:off x="3350703" y="870261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3" name="rc693"/>
            <p:cNvSpPr/>
            <p:nvPr/>
          </p:nvSpPr>
          <p:spPr>
            <a:xfrm>
              <a:off x="3361339" y="880897"/>
              <a:ext cx="284727" cy="116983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4" name="rc694"/>
            <p:cNvSpPr/>
            <p:nvPr/>
          </p:nvSpPr>
          <p:spPr>
            <a:xfrm>
              <a:off x="5671030" y="870261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5" name="rc695"/>
            <p:cNvSpPr/>
            <p:nvPr/>
          </p:nvSpPr>
          <p:spPr>
            <a:xfrm>
              <a:off x="5681667" y="880897"/>
              <a:ext cx="284727" cy="116983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6" name="rc696"/>
            <p:cNvSpPr/>
            <p:nvPr/>
          </p:nvSpPr>
          <p:spPr>
            <a:xfrm>
              <a:off x="7688517" y="870261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7" name="rc697"/>
            <p:cNvSpPr/>
            <p:nvPr/>
          </p:nvSpPr>
          <p:spPr>
            <a:xfrm>
              <a:off x="7699154" y="880897"/>
              <a:ext cx="284727" cy="116983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8" name="rc698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9" name="rc699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0" name="tx700"/>
            <p:cNvSpPr/>
            <p:nvPr/>
          </p:nvSpPr>
          <p:spPr>
            <a:xfrm>
              <a:off x="-75336" y="219089"/>
              <a:ext cx="1268836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PASSERIFORMES</a:t>
              </a:r>
            </a:p>
          </p:txBody>
        </p:sp>
        <p:sp>
          <p:nvSpPr>
            <p:cNvPr id="701" name="tx701"/>
            <p:cNvSpPr/>
            <p:nvPr/>
          </p:nvSpPr>
          <p:spPr>
            <a:xfrm>
              <a:off x="1663983" y="219089"/>
              <a:ext cx="1440542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CHARADRIIFORMES</a:t>
              </a:r>
            </a:p>
          </p:txBody>
        </p:sp>
        <p:sp>
          <p:nvSpPr>
            <p:cNvPr id="702" name="tx702"/>
            <p:cNvSpPr/>
            <p:nvPr/>
          </p:nvSpPr>
          <p:spPr>
            <a:xfrm>
              <a:off x="3738945" y="219089"/>
              <a:ext cx="1178703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ANSERIFORMES</a:t>
              </a:r>
            </a:p>
          </p:txBody>
        </p:sp>
        <p:sp>
          <p:nvSpPr>
            <p:cNvPr id="703" name="tx703"/>
            <p:cNvSpPr/>
            <p:nvPr/>
          </p:nvSpPr>
          <p:spPr>
            <a:xfrm>
              <a:off x="6059272" y="219089"/>
              <a:ext cx="1358681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ACCIPITRIFORMES</a:t>
              </a:r>
            </a:p>
          </p:txBody>
        </p:sp>
        <p:sp>
          <p:nvSpPr>
            <p:cNvPr id="704" name="tx704"/>
            <p:cNvSpPr/>
            <p:nvPr/>
          </p:nvSpPr>
          <p:spPr>
            <a:xfrm>
              <a:off x="8076759" y="219089"/>
              <a:ext cx="1358897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PELECANIFORMES</a:t>
              </a:r>
            </a:p>
          </p:txBody>
        </p:sp>
        <p:sp>
          <p:nvSpPr>
            <p:cNvPr id="705" name="tx705"/>
            <p:cNvSpPr/>
            <p:nvPr/>
          </p:nvSpPr>
          <p:spPr>
            <a:xfrm>
              <a:off x="-75336" y="439587"/>
              <a:ext cx="998510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GRUIFORMES</a:t>
              </a:r>
            </a:p>
          </p:txBody>
        </p:sp>
        <p:sp>
          <p:nvSpPr>
            <p:cNvPr id="706" name="tx706"/>
            <p:cNvSpPr/>
            <p:nvPr/>
          </p:nvSpPr>
          <p:spPr>
            <a:xfrm>
              <a:off x="1663983" y="439587"/>
              <a:ext cx="1301422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COLUMBIFORMES</a:t>
              </a:r>
            </a:p>
          </p:txBody>
        </p:sp>
        <p:sp>
          <p:nvSpPr>
            <p:cNvPr id="707" name="tx707"/>
            <p:cNvSpPr/>
            <p:nvPr/>
          </p:nvSpPr>
          <p:spPr>
            <a:xfrm>
              <a:off x="3738945" y="439587"/>
              <a:ext cx="1121300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STRIGIFORMES</a:t>
              </a:r>
            </a:p>
          </p:txBody>
        </p:sp>
        <p:sp>
          <p:nvSpPr>
            <p:cNvPr id="708" name="tx708"/>
            <p:cNvSpPr/>
            <p:nvPr/>
          </p:nvSpPr>
          <p:spPr>
            <a:xfrm>
              <a:off x="6059272" y="439587"/>
              <a:ext cx="1244091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CORACIIFORMES</a:t>
              </a:r>
            </a:p>
          </p:txBody>
        </p:sp>
        <p:sp>
          <p:nvSpPr>
            <p:cNvPr id="709" name="tx709"/>
            <p:cNvSpPr/>
            <p:nvPr/>
          </p:nvSpPr>
          <p:spPr>
            <a:xfrm>
              <a:off x="8076759" y="439587"/>
              <a:ext cx="957723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SULIFORMES</a:t>
              </a:r>
            </a:p>
          </p:txBody>
        </p:sp>
        <p:sp>
          <p:nvSpPr>
            <p:cNvPr id="710" name="tx710"/>
            <p:cNvSpPr/>
            <p:nvPr/>
          </p:nvSpPr>
          <p:spPr>
            <a:xfrm>
              <a:off x="-75336" y="660085"/>
              <a:ext cx="1178631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CUCULIFORMES</a:t>
              </a:r>
            </a:p>
          </p:txBody>
        </p:sp>
        <p:sp>
          <p:nvSpPr>
            <p:cNvPr id="711" name="tx711"/>
            <p:cNvSpPr/>
            <p:nvPr/>
          </p:nvSpPr>
          <p:spPr>
            <a:xfrm>
              <a:off x="1663983" y="660085"/>
              <a:ext cx="1047856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GALLIFORMES</a:t>
              </a:r>
            </a:p>
          </p:txBody>
        </p:sp>
        <p:sp>
          <p:nvSpPr>
            <p:cNvPr id="712" name="tx712"/>
            <p:cNvSpPr/>
            <p:nvPr/>
          </p:nvSpPr>
          <p:spPr>
            <a:xfrm>
              <a:off x="3738945" y="660085"/>
              <a:ext cx="1849844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PHOENICOPTERIFORMES</a:t>
              </a:r>
            </a:p>
          </p:txBody>
        </p:sp>
        <p:sp>
          <p:nvSpPr>
            <p:cNvPr id="713" name="tx713"/>
            <p:cNvSpPr/>
            <p:nvPr/>
          </p:nvSpPr>
          <p:spPr>
            <a:xfrm>
              <a:off x="6059272" y="660085"/>
              <a:ext cx="1186760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CICONIIFORMES</a:t>
              </a:r>
            </a:p>
          </p:txBody>
        </p:sp>
        <p:sp>
          <p:nvSpPr>
            <p:cNvPr id="714" name="tx714"/>
            <p:cNvSpPr/>
            <p:nvPr/>
          </p:nvSpPr>
          <p:spPr>
            <a:xfrm>
              <a:off x="8076759" y="660085"/>
              <a:ext cx="916721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PICIFORMES</a:t>
              </a:r>
            </a:p>
          </p:txBody>
        </p:sp>
        <p:sp>
          <p:nvSpPr>
            <p:cNvPr id="715" name="tx715"/>
            <p:cNvSpPr/>
            <p:nvPr/>
          </p:nvSpPr>
          <p:spPr>
            <a:xfrm>
              <a:off x="-75336" y="880583"/>
              <a:ext cx="1023183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GAVIIFORMES</a:t>
              </a:r>
            </a:p>
          </p:txBody>
        </p:sp>
        <p:sp>
          <p:nvSpPr>
            <p:cNvPr id="716" name="tx716"/>
            <p:cNvSpPr/>
            <p:nvPr/>
          </p:nvSpPr>
          <p:spPr>
            <a:xfrm>
              <a:off x="1663983" y="880583"/>
              <a:ext cx="1604478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PROCELLARIIFORMES</a:t>
              </a:r>
            </a:p>
          </p:txBody>
        </p:sp>
        <p:sp>
          <p:nvSpPr>
            <p:cNvPr id="717" name="tx717"/>
            <p:cNvSpPr/>
            <p:nvPr/>
          </p:nvSpPr>
          <p:spPr>
            <a:xfrm>
              <a:off x="3738945" y="880583"/>
              <a:ext cx="1481544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PODICIPEDIFORMES</a:t>
              </a:r>
            </a:p>
          </p:txBody>
        </p:sp>
        <p:sp>
          <p:nvSpPr>
            <p:cNvPr id="718" name="tx718"/>
            <p:cNvSpPr/>
            <p:nvPr/>
          </p:nvSpPr>
          <p:spPr>
            <a:xfrm>
              <a:off x="6059272" y="880583"/>
              <a:ext cx="1547003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CAPRIMULGIFORMES</a:t>
              </a:r>
            </a:p>
          </p:txBody>
        </p:sp>
        <p:sp>
          <p:nvSpPr>
            <p:cNvPr id="719" name="tx719"/>
            <p:cNvSpPr/>
            <p:nvPr/>
          </p:nvSpPr>
          <p:spPr>
            <a:xfrm>
              <a:off x="8076759" y="880583"/>
              <a:ext cx="1268692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FALCONIFORMES</a:t>
              </a:r>
            </a:p>
          </p:txBody>
        </p:sp>
        <p:sp>
          <p:nvSpPr>
            <p:cNvPr id="720" name="tx720"/>
            <p:cNvSpPr/>
            <p:nvPr/>
          </p:nvSpPr>
          <p:spPr>
            <a:xfrm>
              <a:off x="-75336" y="1101081"/>
              <a:ext cx="613881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OTHERS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2026-03-19T07:00:56Z</dcterms:modified>
  <cp:category/>
</cp:coreProperties>
</file>