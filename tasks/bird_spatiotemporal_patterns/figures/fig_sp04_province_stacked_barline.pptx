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188562"/>
            <a:ext cx="12984480" cy="8321040"/>
            <a:chOff x="1051560" y="1188562"/>
            <a:chExt cx="12984480" cy="8321040"/>
          </a:xfrm>
        </p:grpSpPr>
        <p:sp>
          <p:nvSpPr>
            <p:cNvPr id="3" name="rc3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188561"/>
              <a:ext cx="12984480" cy="83210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664301"/>
              <a:ext cx="11723157" cy="558220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6604680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4962856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321031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35222" y="6933045"/>
              <a:ext cx="246803" cy="3283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735222" y="6686771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735222" y="6276315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735222" y="8082322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735222" y="7753957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735222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735222" y="7918140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735222" y="7918140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735222" y="8082322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735222" y="7507684"/>
              <a:ext cx="246803" cy="24627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735222" y="4634491"/>
              <a:ext cx="246803" cy="164182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735222" y="7261410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735222" y="8000231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735222" y="8082322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735222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735222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735222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35222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0248087" y="7589775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0248087" y="7507684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0248087" y="7425592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0248087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0248087" y="7918140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0248087" y="8082322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0248087" y="8164413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248087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0248087" y="6768863"/>
              <a:ext cx="246803" cy="6567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0248087" y="7753957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0248087" y="8164413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024808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0248087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0248087" y="8000231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1619217" y="8082322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1619217" y="8000231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1619217" y="7836049"/>
              <a:ext cx="246803" cy="1641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1619217" y="816441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1619217" y="8164413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1619217" y="7261410"/>
              <a:ext cx="246803" cy="57463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1619217" y="8164413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1619217" y="8164413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16192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0590870" y="7589775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0590870" y="7507684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0590870" y="7097227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0590870" y="7753957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10590870" y="7753957"/>
              <a:ext cx="246803" cy="16418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10590870" y="7671866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10590870" y="6933045"/>
              <a:ext cx="246803" cy="16418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0590870" y="7671866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0590870" y="8082322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0590870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0590870" y="8082322"/>
              <a:ext cx="246803" cy="164182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0590870" y="7753957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0590870" y="7918140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049658" y="6522589"/>
              <a:ext cx="246803" cy="8209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049658" y="6276315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049658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049658" y="5865859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3049658" y="7918140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3049658" y="7671866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049658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49658" y="8082322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049658" y="7507684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049658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049658" y="3895670"/>
              <a:ext cx="246803" cy="19701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049658" y="7343501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049658" y="8000231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049658" y="8082322"/>
              <a:ext cx="246803" cy="164182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049658" y="8082322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049658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49658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0933652" y="7507684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0933652" y="7425592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0933652" y="7425592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0933652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0933652" y="7836049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0933652" y="800023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0933652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0933652" y="8082322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0933652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10933652" y="7097227"/>
              <a:ext cx="246803" cy="3283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0933652" y="7589775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0933652" y="8164413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10933652" y="8164413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10933652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10933652" y="8000231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0933652" y="8000231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4763569" y="7343501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4763569" y="7261410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763569" y="6933045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763569" y="8000231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763569" y="7671866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763569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763569" y="7918140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763569" y="7918140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4763569" y="7671866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763569" y="8164413"/>
              <a:ext cx="246803" cy="8209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763569" y="5127038"/>
              <a:ext cx="246803" cy="18060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763569" y="7507684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763569" y="8000231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763569" y="8000231"/>
              <a:ext cx="246803" cy="164182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763569" y="8164413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63569" y="7671866"/>
              <a:ext cx="246803" cy="24627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763569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477481" y="7671866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477481" y="7261410"/>
              <a:ext cx="246803" cy="41045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477481" y="8082322"/>
              <a:ext cx="246803" cy="164182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477481" y="6850954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477481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477481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477481" y="5373312"/>
              <a:ext cx="246803" cy="147764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477481" y="7753957"/>
              <a:ext cx="246803" cy="32836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477481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7848611" y="7918140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848611" y="7753957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848611" y="6933045"/>
              <a:ext cx="246803" cy="8209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848611" y="816441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7848611" y="8164413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7848611" y="5701677"/>
              <a:ext cx="246803" cy="12313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7848611" y="8000231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7848611" y="8164413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7848611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11276434" y="7671866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11276434" y="7589775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11276434" y="8082322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11276434" y="7918140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11276434" y="8000231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11276434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11276434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11276434" y="7179319"/>
              <a:ext cx="246803" cy="41045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11276434" y="7836049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11276434" y="8082322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11276434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1127643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11276434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11276434" y="7836049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11276434" y="7918140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9905305" y="7753957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9905305" y="7671866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9905305" y="7589775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9905305" y="8082322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9905305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9905305" y="8164413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9905305" y="8000231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9905305" y="6440498"/>
              <a:ext cx="246803" cy="114927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9905305" y="7918140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9905305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9905305" y="816441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9905305" y="8164413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4420787" y="7507684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4420787" y="7179319"/>
              <a:ext cx="246803" cy="3283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4420787" y="6933045"/>
              <a:ext cx="246803" cy="24627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4420787" y="7836049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4420787" y="8000231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4420787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4420787" y="8082322"/>
              <a:ext cx="246803" cy="16418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4420787" y="7836049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4420787" y="5127038"/>
              <a:ext cx="246803" cy="180600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4420787" y="7753957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442078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4420787" y="791814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4420787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12304782" y="8164413"/>
              <a:ext cx="246803" cy="8209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12304782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5791917" y="8164413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5791917" y="8000231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5791917" y="7425592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5791917" y="5373312"/>
              <a:ext cx="246803" cy="205228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5791917" y="8164413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5791917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2364093" y="7179319"/>
              <a:ext cx="246803" cy="49254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2364093" y="7097227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2364093" y="8164413"/>
              <a:ext cx="246803" cy="82091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2364093" y="6686771"/>
              <a:ext cx="246803" cy="410456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2364093" y="8000231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2364093" y="7836049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2364093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2364093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2364093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2364093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2364093" y="3156848"/>
              <a:ext cx="246803" cy="352992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2364093" y="7671866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2364093" y="8082322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2364093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2364093" y="8164413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2364093" y="791814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2364093" y="8000231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5106352" y="7343501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5106352" y="7261410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5106352" y="8164413"/>
              <a:ext cx="246803" cy="82091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5106352" y="6933045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5106352" y="7753957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5106352" y="8000231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5106352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106352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106352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5106352" y="7507684"/>
              <a:ext cx="246803" cy="24627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5106352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5106352" y="5291220"/>
              <a:ext cx="246803" cy="164182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5106352" y="7507684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5106352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5106352" y="8164413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5106352" y="791814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5106352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3392440" y="7179319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3392440" y="7015136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3392440" y="6522589"/>
              <a:ext cx="246803" cy="49254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3392440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3392440" y="7753957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3392440" y="7836049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3392440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3392440" y="8082322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3392440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3392440" y="7753957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3392440" y="4141943"/>
              <a:ext cx="246803" cy="23806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3392440" y="7425592"/>
              <a:ext cx="246803" cy="32836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3392440" y="8164413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3392440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3392440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3392440" y="7836049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3392440" y="7918140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7163046" y="7671866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7163046" y="7589775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7163046" y="7343501"/>
              <a:ext cx="246803" cy="24627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7163046" y="7918140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7163046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7163046" y="7753957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7163046" y="5701677"/>
              <a:ext cx="246803" cy="164182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7163046" y="7671866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7163046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7163046" y="8082322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7163046" y="8164413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8534176" y="7753957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8534176" y="7179319"/>
              <a:ext cx="246803" cy="57463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8534176" y="6604680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8534176" y="8082322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8534176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8534176" y="7836049"/>
              <a:ext cx="246803" cy="24627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8534176" y="5947950"/>
              <a:ext cx="246803" cy="6567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8534176" y="7753957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8534176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8534176" y="8164413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5449134" y="7015136"/>
              <a:ext cx="246803" cy="32836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5449134" y="6768863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5449134" y="6194224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5449134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5449134" y="758977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5449134" y="7589775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5449134" y="7836049"/>
              <a:ext cx="246803" cy="246273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5449134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5449134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5449134" y="7507684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5449134" y="5373312"/>
              <a:ext cx="246803" cy="8209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5449134" y="7343501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5449134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5449134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5449134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5449134" y="758977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5449134" y="7671866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12990346" y="8246505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9562523" y="7671866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9562523" y="7589775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9562523" y="7261410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9562523" y="8164413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9562523" y="7918140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9562523" y="6276315"/>
              <a:ext cx="246803" cy="98509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9562523" y="7918140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9562523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9562523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9562523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8191393" y="7507684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8191393" y="7507684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8191393" y="7425592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8191393" y="8082322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8191393" y="7753957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8191393" y="7753957"/>
              <a:ext cx="246803" cy="16418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8191393" y="7918140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8191393" y="8000231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8191393" y="7671866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8191393" y="5701677"/>
              <a:ext cx="246803" cy="17239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8191393" y="7589775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8191393" y="8000231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8191393" y="8164413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8191393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8191393" y="7753957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8191393" y="7918140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2706875" y="6768863"/>
              <a:ext cx="246803" cy="410456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2706875" y="6440498"/>
              <a:ext cx="246803" cy="3283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2706875" y="8164413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2706875" y="5537494"/>
              <a:ext cx="246803" cy="90300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2706875" y="7836049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2706875" y="742559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2706875" y="7425592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706875" y="7589775"/>
              <a:ext cx="246803" cy="16418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706875" y="8164413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2706875" y="7753957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2706875" y="7918140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2706875" y="7343501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2706875" y="8164413"/>
              <a:ext cx="246803" cy="8209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2706875" y="3403122"/>
              <a:ext cx="246803" cy="213437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2706875" y="7179319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2706875" y="7753957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2706875" y="7918140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2706875" y="8000231"/>
              <a:ext cx="246803" cy="164182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2706875" y="8000231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706875" y="742559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706875" y="7507684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7505828" y="7507684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7505828" y="7179319"/>
              <a:ext cx="246803" cy="32836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7505828" y="6850954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7505828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7505828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7505828" y="7836049"/>
              <a:ext cx="246803" cy="16418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7505828" y="8000231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7505828" y="8000231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7505828" y="7753957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7505828" y="5701677"/>
              <a:ext cx="246803" cy="114927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7505828" y="7589775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7505828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7505828" y="8164413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7505828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7505828" y="7836049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7505828" y="8000231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9219740" y="7918140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9219740" y="7753957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9219740" y="7589775"/>
              <a:ext cx="246803" cy="16418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9219740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9219740" y="8000231"/>
              <a:ext cx="246803" cy="8209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9219740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9219740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9219740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9219740" y="6194224"/>
              <a:ext cx="246803" cy="13955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9219740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9219740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9219740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9219740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9219740" y="8000231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9219740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11961999" y="7753957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11961999" y="7753957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11961999" y="7671866"/>
              <a:ext cx="246803" cy="8209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11961999" y="8000231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11961999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11961999" y="8082322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11961999" y="8164413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11961999" y="7918140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11961999" y="7343501"/>
              <a:ext cx="246803" cy="3283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11961999" y="7836049"/>
              <a:ext cx="246803" cy="8209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11961999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11961999" y="8000231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11961999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6134699" y="7425592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6134699" y="7261410"/>
              <a:ext cx="246803" cy="16418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6134699" y="6686771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6134699" y="8000231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6134699" y="7836049"/>
              <a:ext cx="246803" cy="82091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6134699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6134699" y="7671866"/>
              <a:ext cx="246803" cy="16418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6134699" y="5373312"/>
              <a:ext cx="246803" cy="131345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6134699" y="7507684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6134699" y="7918140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6134699" y="8082322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6134699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6134699" y="7836049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12647564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12647564" y="8164413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12647564" y="8164413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8876958" y="7425592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8876958" y="7343501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8876958" y="7015136"/>
              <a:ext cx="246803" cy="32836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8876958" y="8082322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8876958" y="8164413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8876958" y="7918140"/>
              <a:ext cx="246803" cy="8209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8876958" y="6112133"/>
              <a:ext cx="246803" cy="90300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8876958" y="7671866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8876958" y="8000231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8876958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8876958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8876958" y="8164413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8876958" y="8000231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6820264" y="7671866"/>
              <a:ext cx="246803" cy="24627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6820264" y="7425592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6820264" y="6850954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6820264" y="8164413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6820264" y="8164413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6820264" y="5373312"/>
              <a:ext cx="246803" cy="147764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6820264" y="7918140"/>
              <a:ext cx="246803" cy="16418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6820264" y="8082322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6820264" y="8164413"/>
              <a:ext cx="246803" cy="0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6820264" y="8246505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6820264" y="8082322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1678528" y="6604680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1678528" y="6358406"/>
              <a:ext cx="246803" cy="24627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1678528" y="8082322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1678528" y="5865859"/>
              <a:ext cx="246803" cy="49254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1678528" y="7836049"/>
              <a:ext cx="246803" cy="82091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1678528" y="7015136"/>
              <a:ext cx="246803" cy="8209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1678528" y="7179319"/>
              <a:ext cx="246803" cy="32836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1678528" y="7507684"/>
              <a:ext cx="246803" cy="164182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1678528" y="8082322"/>
              <a:ext cx="246803" cy="82091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1678528" y="7671866"/>
              <a:ext cx="246803" cy="16418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1678528" y="8000231"/>
              <a:ext cx="246803" cy="0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1678528" y="7015136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1678528" y="8164413"/>
              <a:ext cx="246803" cy="8209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1678528" y="2664301"/>
              <a:ext cx="246803" cy="320155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1678528" y="6768863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1678528" y="7836049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1678528" y="7918140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1678528" y="8000231"/>
              <a:ext cx="246803" cy="82091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1678528" y="8000231"/>
              <a:ext cx="246803" cy="0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1678528" y="7097227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1678528" y="7507684"/>
              <a:ext cx="24680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2021310" y="6112133"/>
              <a:ext cx="246803" cy="16418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2021310" y="5701677"/>
              <a:ext cx="246803" cy="410456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2021310" y="8164413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2021310" y="4059852"/>
              <a:ext cx="246803" cy="164182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2021310" y="7753957"/>
              <a:ext cx="246803" cy="164182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2021310" y="7097227"/>
              <a:ext cx="246803" cy="16418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021310" y="7343501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021310" y="7425592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2021310" y="8164413"/>
              <a:ext cx="246803" cy="82091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2021310" y="7507684"/>
              <a:ext cx="246803" cy="164182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2021310" y="8000231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2021310" y="6522589"/>
              <a:ext cx="246803" cy="57463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2021310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2021310" y="3074757"/>
              <a:ext cx="246803" cy="98509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2021310" y="6276315"/>
              <a:ext cx="246803" cy="24627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2021310" y="7671866"/>
              <a:ext cx="246803" cy="82091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021310" y="7918140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021310" y="8164413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2021310" y="8082322"/>
              <a:ext cx="246803" cy="82091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2021310" y="7261410"/>
              <a:ext cx="246803" cy="8209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2021310" y="7343501"/>
              <a:ext cx="246803" cy="8209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4078005" y="7179319"/>
              <a:ext cx="246803" cy="8209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4078005" y="7097227"/>
              <a:ext cx="246803" cy="8209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4078005" y="6522589"/>
              <a:ext cx="246803" cy="5746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4078005" y="7918140"/>
              <a:ext cx="246803" cy="0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4078005" y="7261410"/>
              <a:ext cx="246803" cy="24627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4078005" y="7671866"/>
              <a:ext cx="24680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4078005" y="7836049"/>
              <a:ext cx="246803" cy="82091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4078005" y="7918140"/>
              <a:ext cx="246803" cy="0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4078005" y="8000231"/>
              <a:ext cx="246803" cy="82091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4078005" y="7261410"/>
              <a:ext cx="24680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4078005" y="5127038"/>
              <a:ext cx="246803" cy="13955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4078005" y="7261410"/>
              <a:ext cx="24680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4078005" y="7918140"/>
              <a:ext cx="246803" cy="0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4078005" y="7918140"/>
              <a:ext cx="246803" cy="82091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4078005" y="8246505"/>
              <a:ext cx="246803" cy="0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4078005" y="8082322"/>
              <a:ext cx="246803" cy="164182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4078005" y="7507684"/>
              <a:ext cx="246803" cy="16418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4078005" y="7671866"/>
              <a:ext cx="246803" cy="16418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1801930" y="3125908"/>
              <a:ext cx="11311818" cy="5120596"/>
            </a:xfrm>
            <a:custGeom>
              <a:avLst/>
              <a:pathLst>
                <a:path w="11311818" h="5120596">
                  <a:moveTo>
                    <a:pt x="0" y="0"/>
                  </a:moveTo>
                  <a:lnTo>
                    <a:pt x="342782" y="376514"/>
                  </a:lnTo>
                  <a:lnTo>
                    <a:pt x="685564" y="451817"/>
                  </a:lnTo>
                  <a:lnTo>
                    <a:pt x="1028347" y="677726"/>
                  </a:lnTo>
                  <a:lnTo>
                    <a:pt x="1371129" y="1129543"/>
                  </a:lnTo>
                  <a:lnTo>
                    <a:pt x="1713911" y="1355452"/>
                  </a:lnTo>
                  <a:lnTo>
                    <a:pt x="2056694" y="1807269"/>
                  </a:lnTo>
                  <a:lnTo>
                    <a:pt x="2399476" y="2259086"/>
                  </a:lnTo>
                  <a:lnTo>
                    <a:pt x="2742258" y="2259086"/>
                  </a:lnTo>
                  <a:lnTo>
                    <a:pt x="3085041" y="2259086"/>
                  </a:lnTo>
                  <a:lnTo>
                    <a:pt x="3427823" y="2409692"/>
                  </a:lnTo>
                  <a:lnTo>
                    <a:pt x="3770606" y="2484995"/>
                  </a:lnTo>
                  <a:lnTo>
                    <a:pt x="4113388" y="2484995"/>
                  </a:lnTo>
                  <a:lnTo>
                    <a:pt x="4456170" y="2484995"/>
                  </a:lnTo>
                  <a:lnTo>
                    <a:pt x="4798953" y="2484995"/>
                  </a:lnTo>
                  <a:lnTo>
                    <a:pt x="5141735" y="2484995"/>
                  </a:lnTo>
                  <a:lnTo>
                    <a:pt x="5484517" y="2786207"/>
                  </a:lnTo>
                  <a:lnTo>
                    <a:pt x="5827300" y="2786207"/>
                  </a:lnTo>
                  <a:lnTo>
                    <a:pt x="6170082" y="2786207"/>
                  </a:lnTo>
                  <a:lnTo>
                    <a:pt x="6512865" y="2786207"/>
                  </a:lnTo>
                  <a:lnTo>
                    <a:pt x="6855647" y="3012115"/>
                  </a:lnTo>
                  <a:lnTo>
                    <a:pt x="7198429" y="3162721"/>
                  </a:lnTo>
                  <a:lnTo>
                    <a:pt x="7541212" y="3238024"/>
                  </a:lnTo>
                  <a:lnTo>
                    <a:pt x="7883994" y="3313327"/>
                  </a:lnTo>
                  <a:lnTo>
                    <a:pt x="8226776" y="3463933"/>
                  </a:lnTo>
                  <a:lnTo>
                    <a:pt x="8569559" y="3765144"/>
                  </a:lnTo>
                  <a:lnTo>
                    <a:pt x="8912341" y="3915750"/>
                  </a:lnTo>
                  <a:lnTo>
                    <a:pt x="9255124" y="4066356"/>
                  </a:lnTo>
                  <a:lnTo>
                    <a:pt x="9597906" y="4141659"/>
                  </a:lnTo>
                  <a:lnTo>
                    <a:pt x="9940688" y="4216962"/>
                  </a:lnTo>
                  <a:lnTo>
                    <a:pt x="10283471" y="4292264"/>
                  </a:lnTo>
                  <a:lnTo>
                    <a:pt x="10626253" y="5045293"/>
                  </a:lnTo>
                  <a:lnTo>
                    <a:pt x="10969035" y="5045293"/>
                  </a:lnTo>
                  <a:lnTo>
                    <a:pt x="11311818" y="5120596"/>
                  </a:lnTo>
                  <a:lnTo>
                    <a:pt x="11311818" y="5120596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823494" y="489804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10336359" y="68559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11707489" y="730774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10679142" y="700652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137930" y="42203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11021924" y="715713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4851842" y="53498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565753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7936883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11364707" y="723243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9993577" y="655471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509059" y="53498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12393054" y="813607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880189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452365" y="354259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194624" y="55004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480712" y="444623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7251318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8622448" y="610289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537406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13078618" y="821137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9650795" y="64041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8279665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95147" y="376850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594100" y="58769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9308012" y="632880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12050271" y="738304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6222971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12735836" y="813607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8965230" y="625350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908536" y="5575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1766800" y="309077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109583" y="346729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166277" y="53498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1596260" y="2664301"/>
              <a:ext cx="0" cy="5582203"/>
            </a:xfrm>
            <a:custGeom>
              <a:avLst/>
              <a:pathLst>
                <a:path w="0" h="5582203">
                  <a:moveTo>
                    <a:pt x="0" y="558220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1440310" y="8193526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1358378" y="6551341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1358378" y="4909589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1358378" y="3267620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64" name="pl764"/>
            <p:cNvSpPr/>
            <p:nvPr/>
          </p:nvSpPr>
          <p:spPr>
            <a:xfrm>
              <a:off x="1555139" y="824650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1555139" y="6604680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1555139" y="496285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1555139" y="3321031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13319417" y="2664301"/>
              <a:ext cx="0" cy="5582203"/>
            </a:xfrm>
            <a:custGeom>
              <a:avLst/>
              <a:pathLst>
                <a:path w="0" h="5582203">
                  <a:moveTo>
                    <a:pt x="0" y="5582203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13319417" y="824650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13319417" y="665158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13319417" y="5056674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13319417" y="346175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tx773"/>
            <p:cNvSpPr/>
            <p:nvPr/>
          </p:nvSpPr>
          <p:spPr>
            <a:xfrm>
              <a:off x="13393435" y="8193526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13393435" y="6598251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13393435" y="5003407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13393435" y="3408348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777" name="pl777"/>
            <p:cNvSpPr/>
            <p:nvPr/>
          </p:nvSpPr>
          <p:spPr>
            <a:xfrm>
              <a:off x="1596260" y="8246505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18019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21447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248749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28302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317305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35158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38586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420140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45441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48869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522975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5725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91531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2581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6008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94366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72864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762923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797201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8314795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865757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9000360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9343142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968592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10028707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1037148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1071427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11057054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1139983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11742619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12085401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12428183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12770966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13113748" y="8246505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tx812"/>
            <p:cNvSpPr/>
            <p:nvPr/>
          </p:nvSpPr>
          <p:spPr>
            <a:xfrm rot="-5400000">
              <a:off x="1564577" y="8473927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813" name="tx813"/>
            <p:cNvSpPr/>
            <p:nvPr/>
          </p:nvSpPr>
          <p:spPr>
            <a:xfrm rot="-5400000">
              <a:off x="1893857" y="8516908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814" name="tx814"/>
            <p:cNvSpPr/>
            <p:nvPr/>
          </p:nvSpPr>
          <p:spPr>
            <a:xfrm rot="-5400000">
              <a:off x="2272905" y="8480643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815" name="tx815"/>
            <p:cNvSpPr/>
            <p:nvPr/>
          </p:nvSpPr>
          <p:spPr>
            <a:xfrm rot="-5400000">
              <a:off x="2565742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816" name="tx816"/>
            <p:cNvSpPr/>
            <p:nvPr/>
          </p:nvSpPr>
          <p:spPr>
            <a:xfrm rot="-5400000">
              <a:off x="2956914" y="8479017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817" name="tx817"/>
            <p:cNvSpPr/>
            <p:nvPr/>
          </p:nvSpPr>
          <p:spPr>
            <a:xfrm rot="-5400000">
              <a:off x="3250317" y="8502098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818" name="tx818"/>
            <p:cNvSpPr/>
            <p:nvPr/>
          </p:nvSpPr>
          <p:spPr>
            <a:xfrm rot="-5400000">
              <a:off x="3672276" y="8452542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819" name="tx819"/>
            <p:cNvSpPr/>
            <p:nvPr/>
          </p:nvSpPr>
          <p:spPr>
            <a:xfrm rot="-5400000">
              <a:off x="3907534" y="8530093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820" name="tx820"/>
            <p:cNvSpPr/>
            <p:nvPr/>
          </p:nvSpPr>
          <p:spPr>
            <a:xfrm rot="-5400000">
              <a:off x="4329528" y="8480572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821" name="tx821"/>
            <p:cNvSpPr/>
            <p:nvPr/>
          </p:nvSpPr>
          <p:spPr>
            <a:xfrm rot="-5400000">
              <a:off x="4599921" y="8520796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822" name="tx822"/>
            <p:cNvSpPr/>
            <p:nvPr/>
          </p:nvSpPr>
          <p:spPr>
            <a:xfrm rot="-5400000">
              <a:off x="4843520" y="8622807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823" name="tx823"/>
            <p:cNvSpPr/>
            <p:nvPr/>
          </p:nvSpPr>
          <p:spPr>
            <a:xfrm rot="-5400000">
              <a:off x="5282799" y="8526310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824" name="tx824"/>
            <p:cNvSpPr/>
            <p:nvPr/>
          </p:nvSpPr>
          <p:spPr>
            <a:xfrm rot="-5400000">
              <a:off x="5724658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825" name="tx825"/>
            <p:cNvSpPr/>
            <p:nvPr/>
          </p:nvSpPr>
          <p:spPr>
            <a:xfrm rot="-5400000">
              <a:off x="5993566" y="8527265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826" name="tx826"/>
            <p:cNvSpPr/>
            <p:nvPr/>
          </p:nvSpPr>
          <p:spPr>
            <a:xfrm rot="-5400000">
              <a:off x="6328466" y="8535430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827" name="tx827"/>
            <p:cNvSpPr/>
            <p:nvPr/>
          </p:nvSpPr>
          <p:spPr>
            <a:xfrm rot="-5400000">
              <a:off x="6670082" y="8510157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828" name="tx828"/>
            <p:cNvSpPr/>
            <p:nvPr/>
          </p:nvSpPr>
          <p:spPr>
            <a:xfrm rot="-5400000">
              <a:off x="7045101" y="8477921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829" name="tx829"/>
            <p:cNvSpPr/>
            <p:nvPr/>
          </p:nvSpPr>
          <p:spPr>
            <a:xfrm rot="-5400000">
              <a:off x="7281701" y="8581275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830" name="tx830"/>
            <p:cNvSpPr/>
            <p:nvPr/>
          </p:nvSpPr>
          <p:spPr>
            <a:xfrm rot="-5400000">
              <a:off x="7741340" y="8496725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831" name="tx831"/>
            <p:cNvSpPr/>
            <p:nvPr/>
          </p:nvSpPr>
          <p:spPr>
            <a:xfrm rot="-5400000">
              <a:off x="8047857" y="8500684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832" name="tx832"/>
            <p:cNvSpPr/>
            <p:nvPr/>
          </p:nvSpPr>
          <p:spPr>
            <a:xfrm rot="-5400000">
              <a:off x="8531496" y="8391922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833" name="tx833"/>
            <p:cNvSpPr/>
            <p:nvPr/>
          </p:nvSpPr>
          <p:spPr>
            <a:xfrm rot="-5400000">
              <a:off x="8771843" y="8466575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834" name="tx834"/>
            <p:cNvSpPr/>
            <p:nvPr/>
          </p:nvSpPr>
          <p:spPr>
            <a:xfrm rot="-5400000">
              <a:off x="9019790" y="8557097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835" name="tx835"/>
            <p:cNvSpPr/>
            <p:nvPr/>
          </p:nvSpPr>
          <p:spPr>
            <a:xfrm rot="-5400000">
              <a:off x="9428494" y="8494004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836" name="tx836"/>
            <p:cNvSpPr/>
            <p:nvPr/>
          </p:nvSpPr>
          <p:spPr>
            <a:xfrm rot="-5400000">
              <a:off x="9614267" y="8651014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837" name="tx837"/>
            <p:cNvSpPr/>
            <p:nvPr/>
          </p:nvSpPr>
          <p:spPr>
            <a:xfrm rot="-5400000">
              <a:off x="10138166" y="8469897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838" name="tx838"/>
            <p:cNvSpPr/>
            <p:nvPr/>
          </p:nvSpPr>
          <p:spPr>
            <a:xfrm rot="-5400000">
              <a:off x="10501838" y="8450492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839" name="tx839"/>
            <p:cNvSpPr/>
            <p:nvPr/>
          </p:nvSpPr>
          <p:spPr>
            <a:xfrm rot="-5400000">
              <a:off x="10661242" y="8629558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840" name="tx840"/>
            <p:cNvSpPr/>
            <p:nvPr/>
          </p:nvSpPr>
          <p:spPr>
            <a:xfrm rot="-5400000">
              <a:off x="11209176" y="8456218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841" name="tx841"/>
            <p:cNvSpPr/>
            <p:nvPr/>
          </p:nvSpPr>
          <p:spPr>
            <a:xfrm rot="-5400000">
              <a:off x="11375013" y="8601351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842" name="tx842"/>
            <p:cNvSpPr/>
            <p:nvPr/>
          </p:nvSpPr>
          <p:spPr>
            <a:xfrm rot="-5400000">
              <a:off x="11861126" y="8487005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843" name="tx843"/>
            <p:cNvSpPr/>
            <p:nvPr/>
          </p:nvSpPr>
          <p:spPr>
            <a:xfrm rot="-5400000">
              <a:off x="12049938" y="8614819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844" name="tx844"/>
            <p:cNvSpPr/>
            <p:nvPr/>
          </p:nvSpPr>
          <p:spPr>
            <a:xfrm rot="-5400000">
              <a:off x="12536334" y="8500684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845" name="tx845"/>
            <p:cNvSpPr/>
            <p:nvPr/>
          </p:nvSpPr>
          <p:spPr>
            <a:xfrm rot="-5400000">
              <a:off x="12895199" y="8484601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846" name="tx846"/>
            <p:cNvSpPr/>
            <p:nvPr/>
          </p:nvSpPr>
          <p:spPr>
            <a:xfrm>
              <a:off x="7116903" y="9240566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847" name="tx847"/>
            <p:cNvSpPr/>
            <p:nvPr/>
          </p:nvSpPr>
          <p:spPr>
            <a:xfrm rot="-5400000">
              <a:off x="302238" y="5389894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848" name="tx848"/>
            <p:cNvSpPr/>
            <p:nvPr/>
          </p:nvSpPr>
          <p:spPr>
            <a:xfrm rot="5400000">
              <a:off x="13443141" y="5373164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849" name="rc849"/>
            <p:cNvSpPr/>
            <p:nvPr/>
          </p:nvSpPr>
          <p:spPr>
            <a:xfrm>
              <a:off x="2425980" y="1315087"/>
              <a:ext cx="10063718" cy="11847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508221" y="139732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518857" y="140796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4247541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4258177" y="140796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6322503" y="1397328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6333139" y="140796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8642830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8653467" y="140796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10660317" y="139732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10670954" y="1407964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508221" y="161782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518857" y="162846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4247541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4258177" y="162846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6322503" y="1617826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6333139" y="162846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8642830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8653467" y="1628462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10660317" y="161782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10670954" y="1628462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508221" y="183832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518857" y="1848960"/>
              <a:ext cx="284727" cy="116983"/>
            </a:xfrm>
            <a:prstGeom prst="rect">
              <a:avLst/>
            </a:prstGeom>
            <a:solidFill>
              <a:srgbClr val="66C3F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4247541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4258177" y="1848960"/>
              <a:ext cx="284727" cy="116983"/>
            </a:xfrm>
            <a:prstGeom prst="rect">
              <a:avLst/>
            </a:prstGeom>
            <a:solidFill>
              <a:srgbClr val="24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6322503" y="1838324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6333139" y="1848960"/>
              <a:ext cx="284727" cy="116983"/>
            </a:xfrm>
            <a:prstGeom prst="rect">
              <a:avLst/>
            </a:prstGeom>
            <a:solidFill>
              <a:srgbClr val="BDB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8642830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8653467" y="1848960"/>
              <a:ext cx="284727" cy="116983"/>
            </a:xfrm>
            <a:prstGeom prst="rect">
              <a:avLst/>
            </a:prstGeom>
            <a:solidFill>
              <a:srgbClr val="B7C8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10660317" y="183832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10670954" y="1848960"/>
              <a:ext cx="284727" cy="116983"/>
            </a:xfrm>
            <a:prstGeom prst="rect">
              <a:avLst/>
            </a:prstGeom>
            <a:solidFill>
              <a:srgbClr val="EFE8A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508221" y="205882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518857" y="2069458"/>
              <a:ext cx="284727" cy="116983"/>
            </a:xfrm>
            <a:prstGeom prst="rect">
              <a:avLst/>
            </a:prstGeom>
            <a:solidFill>
              <a:srgbClr val="6F6A4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4247541" y="205882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4258177" y="2069458"/>
              <a:ext cx="284727" cy="116983"/>
            </a:xfrm>
            <a:prstGeom prst="rect">
              <a:avLst/>
            </a:prstGeom>
            <a:solidFill>
              <a:srgbClr val="EADF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6322503" y="2058822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6333139" y="2069458"/>
              <a:ext cx="284727" cy="116983"/>
            </a:xfrm>
            <a:prstGeom prst="rect">
              <a:avLst/>
            </a:prstGeom>
            <a:solidFill>
              <a:srgbClr val="4A4A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8642830" y="205882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8653467" y="2069458"/>
              <a:ext cx="284727" cy="116983"/>
            </a:xfrm>
            <a:prstGeom prst="rect">
              <a:avLst/>
            </a:prstGeom>
            <a:solidFill>
              <a:srgbClr val="8D7BD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10660317" y="2058822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10670954" y="2069458"/>
              <a:ext cx="284727" cy="116983"/>
            </a:xfrm>
            <a:prstGeom prst="rect">
              <a:avLst/>
            </a:prstGeom>
            <a:solidFill>
              <a:srgbClr val="3C7D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508221" y="2279320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518857" y="2289956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tx892"/>
            <p:cNvSpPr/>
            <p:nvPr/>
          </p:nvSpPr>
          <p:spPr>
            <a:xfrm>
              <a:off x="2896463" y="140765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893" name="tx893"/>
            <p:cNvSpPr/>
            <p:nvPr/>
          </p:nvSpPr>
          <p:spPr>
            <a:xfrm>
              <a:off x="4635783" y="140765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894" name="tx894"/>
            <p:cNvSpPr/>
            <p:nvPr/>
          </p:nvSpPr>
          <p:spPr>
            <a:xfrm>
              <a:off x="6710745" y="140765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895" name="tx895"/>
            <p:cNvSpPr/>
            <p:nvPr/>
          </p:nvSpPr>
          <p:spPr>
            <a:xfrm>
              <a:off x="9031072" y="140765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96" name="tx896"/>
            <p:cNvSpPr/>
            <p:nvPr/>
          </p:nvSpPr>
          <p:spPr>
            <a:xfrm>
              <a:off x="11048559" y="1407651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897" name="tx897"/>
            <p:cNvSpPr/>
            <p:nvPr/>
          </p:nvSpPr>
          <p:spPr>
            <a:xfrm>
              <a:off x="2896463" y="162814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898" name="tx898"/>
            <p:cNvSpPr/>
            <p:nvPr/>
          </p:nvSpPr>
          <p:spPr>
            <a:xfrm>
              <a:off x="4635783" y="162814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899" name="tx899"/>
            <p:cNvSpPr/>
            <p:nvPr/>
          </p:nvSpPr>
          <p:spPr>
            <a:xfrm>
              <a:off x="6710745" y="162814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00" name="tx900"/>
            <p:cNvSpPr/>
            <p:nvPr/>
          </p:nvSpPr>
          <p:spPr>
            <a:xfrm>
              <a:off x="9031072" y="1628149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11048559" y="1628149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2896463" y="1848647"/>
              <a:ext cx="117863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4635783" y="1848647"/>
              <a:ext cx="104785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710745" y="1848647"/>
              <a:ext cx="18498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9031072" y="1848647"/>
              <a:ext cx="118676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11048559" y="1848647"/>
              <a:ext cx="91672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2896463" y="2069144"/>
              <a:ext cx="102318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635783" y="2069144"/>
              <a:ext cx="1604478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6710745" y="2069144"/>
              <a:ext cx="1481544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9031072" y="2069144"/>
              <a:ext cx="15470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11048559" y="2069144"/>
              <a:ext cx="126869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896463" y="2289642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2026-03-19T11:02:13Z</dcterms:modified>
</cp:coreProperties>
</file>