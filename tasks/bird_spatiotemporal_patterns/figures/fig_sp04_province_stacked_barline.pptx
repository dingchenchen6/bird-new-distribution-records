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544700" y="1475740"/>
              <a:ext cx="7882677" cy="411916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544700" y="5594903"/>
              <a:ext cx="7882677" cy="0"/>
            </a:xfrm>
            <a:custGeom>
              <a:avLst/>
              <a:pathLst>
                <a:path w="7882677" h="0">
                  <a:moveTo>
                    <a:pt x="0" y="0"/>
                  </a:moveTo>
                  <a:lnTo>
                    <a:pt x="7882677" y="0"/>
                  </a:lnTo>
                  <a:lnTo>
                    <a:pt x="7882677" y="0"/>
                  </a:lnTo>
                </a:path>
              </a:pathLst>
            </a:custGeom>
            <a:ln w="13550" cap="flat">
              <a:solidFill>
                <a:srgbClr val="D6D6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544700" y="4383384"/>
              <a:ext cx="7882677" cy="0"/>
            </a:xfrm>
            <a:custGeom>
              <a:avLst/>
              <a:pathLst>
                <a:path w="7882677" h="0">
                  <a:moveTo>
                    <a:pt x="0" y="0"/>
                  </a:moveTo>
                  <a:lnTo>
                    <a:pt x="7882677" y="0"/>
                  </a:lnTo>
                  <a:lnTo>
                    <a:pt x="7882677" y="0"/>
                  </a:lnTo>
                </a:path>
              </a:pathLst>
            </a:custGeom>
            <a:ln w="13550" cap="flat">
              <a:solidFill>
                <a:srgbClr val="D6D6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544700" y="3171866"/>
              <a:ext cx="7882677" cy="0"/>
            </a:xfrm>
            <a:custGeom>
              <a:avLst/>
              <a:pathLst>
                <a:path w="7882677" h="0">
                  <a:moveTo>
                    <a:pt x="0" y="0"/>
                  </a:moveTo>
                  <a:lnTo>
                    <a:pt x="7882677" y="0"/>
                  </a:lnTo>
                  <a:lnTo>
                    <a:pt x="7882677" y="0"/>
                  </a:lnTo>
                </a:path>
              </a:pathLst>
            </a:custGeom>
            <a:ln w="13550" cap="flat">
              <a:solidFill>
                <a:srgbClr val="D6D6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44700" y="1960347"/>
              <a:ext cx="7882677" cy="0"/>
            </a:xfrm>
            <a:custGeom>
              <a:avLst/>
              <a:pathLst>
                <a:path w="7882677" h="0">
                  <a:moveTo>
                    <a:pt x="0" y="0"/>
                  </a:moveTo>
                  <a:lnTo>
                    <a:pt x="7882677" y="0"/>
                  </a:lnTo>
                  <a:lnTo>
                    <a:pt x="7882677" y="0"/>
                  </a:lnTo>
                </a:path>
              </a:pathLst>
            </a:custGeom>
            <a:ln w="13550" cap="flat">
              <a:solidFill>
                <a:srgbClr val="D6D6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1982943" y="4625688"/>
              <a:ext cx="165951" cy="242303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1982943" y="4443960"/>
              <a:ext cx="165951" cy="181727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1982943" y="5594903"/>
              <a:ext cx="165951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1982943" y="4141081"/>
              <a:ext cx="165951" cy="302879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1982943" y="5473751"/>
              <a:ext cx="165951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1982943" y="5231448"/>
              <a:ext cx="165951" cy="60575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1982943" y="5352599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982943" y="5352599"/>
              <a:ext cx="165951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982943" y="5594903"/>
              <a:ext cx="165951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982943" y="5352599"/>
              <a:ext cx="165951" cy="60575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982943" y="5473751"/>
              <a:ext cx="165951" cy="60575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982943" y="5049720"/>
              <a:ext cx="165951" cy="181727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982943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982943" y="2929562"/>
              <a:ext cx="165951" cy="1211518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982943" y="4867992"/>
              <a:ext cx="165951" cy="181727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982943" y="5413175"/>
              <a:ext cx="165951" cy="60575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982943" y="5473751"/>
              <a:ext cx="165951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82943" y="5594903"/>
              <a:ext cx="165951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982943" y="5534327"/>
              <a:ext cx="165951" cy="60575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1982943" y="5292023"/>
              <a:ext cx="165951" cy="60575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1982943" y="5352599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6362208" y="5110296"/>
              <a:ext cx="165951" cy="12115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6362208" y="5049720"/>
              <a:ext cx="165951" cy="60575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362208" y="5594903"/>
              <a:ext cx="165951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362208" y="4989144"/>
              <a:ext cx="165951" cy="60575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362208" y="5594903"/>
              <a:ext cx="165951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362208" y="5292023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362208" y="5352599"/>
              <a:ext cx="165951" cy="60575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362208" y="5473751"/>
              <a:ext cx="165951" cy="60575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6362208" y="5594903"/>
              <a:ext cx="165951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6362208" y="5534327"/>
              <a:ext cx="165951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6362208" y="5594903"/>
              <a:ext cx="165951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6362208" y="5231448"/>
              <a:ext cx="165951" cy="60575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6362208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6362208" y="4504536"/>
              <a:ext cx="165951" cy="484607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6362208" y="5231448"/>
              <a:ext cx="165951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6362208" y="5534327"/>
              <a:ext cx="165951" cy="60575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362208" y="5594903"/>
              <a:ext cx="165951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6362208" y="5594903"/>
              <a:ext cx="165951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6362208" y="5594903"/>
              <a:ext cx="165951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6362208" y="5292023"/>
              <a:ext cx="165951" cy="60575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6362208" y="5413175"/>
              <a:ext cx="165951" cy="60575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84159" y="5473751"/>
              <a:ext cx="165951" cy="60575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84159" y="5413175"/>
              <a:ext cx="165951" cy="60575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84159" y="5594903"/>
              <a:ext cx="165951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84159" y="5292023"/>
              <a:ext cx="165951" cy="121151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84159" y="5594903"/>
              <a:ext cx="165951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84159" y="5534327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84159" y="5594903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84159" y="5594903"/>
              <a:ext cx="165951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84159" y="5594903"/>
              <a:ext cx="165951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84159" y="5594903"/>
              <a:ext cx="165951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284159" y="5594903"/>
              <a:ext cx="165951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84159" y="5534327"/>
              <a:ext cx="165951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7284159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84159" y="4867992"/>
              <a:ext cx="165951" cy="424031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7284159" y="5534327"/>
              <a:ext cx="165951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7284159" y="5594903"/>
              <a:ext cx="165951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7284159" y="5594903"/>
              <a:ext cx="165951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7284159" y="5594903"/>
              <a:ext cx="165951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7284159" y="5594903"/>
              <a:ext cx="165951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7284159" y="5534327"/>
              <a:ext cx="165951" cy="60575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7284159" y="5594903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6592696" y="5110296"/>
              <a:ext cx="165951" cy="60575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6592696" y="5049720"/>
              <a:ext cx="165951" cy="60575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6592696" y="5594903"/>
              <a:ext cx="165951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6592696" y="4746840"/>
              <a:ext cx="165951" cy="302879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6592696" y="5473751"/>
              <a:ext cx="165951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6592696" y="5231448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6592696" y="5231448"/>
              <a:ext cx="165951" cy="121151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6592696" y="5473751"/>
              <a:ext cx="165951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6592696" y="5594903"/>
              <a:ext cx="165951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6592696" y="5473751"/>
              <a:ext cx="165951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6592696" y="5473751"/>
              <a:ext cx="165951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6592696" y="5170872"/>
              <a:ext cx="165951" cy="60575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6592696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6592696" y="4625688"/>
              <a:ext cx="165951" cy="121151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6592696" y="5170872"/>
              <a:ext cx="165951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6592696" y="5473751"/>
              <a:ext cx="165951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6592696" y="5473751"/>
              <a:ext cx="165951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6592696" y="5594903"/>
              <a:ext cx="165951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6592696" y="5473751"/>
              <a:ext cx="165951" cy="121151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6592696" y="5231448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6592696" y="5352599"/>
              <a:ext cx="165951" cy="121151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1521968" y="4322809"/>
              <a:ext cx="165951" cy="60575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1521968" y="4141081"/>
              <a:ext cx="165951" cy="181727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1521968" y="5594903"/>
              <a:ext cx="165951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1521968" y="3838201"/>
              <a:ext cx="165951" cy="302879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1521968" y="5352599"/>
              <a:ext cx="165951" cy="60575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1521968" y="5170872"/>
              <a:ext cx="165951" cy="121151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1521968" y="5352599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1521968" y="5352599"/>
              <a:ext cx="165951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1521968" y="5594903"/>
              <a:ext cx="165951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1521968" y="5352599"/>
              <a:ext cx="165951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1521968" y="5473751"/>
              <a:ext cx="165951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1521968" y="5049720"/>
              <a:ext cx="165951" cy="121151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1521968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1521968" y="2384379"/>
              <a:ext cx="165951" cy="145382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1521968" y="4928568"/>
              <a:ext cx="165951" cy="121151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1521968" y="5352599"/>
              <a:ext cx="165951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1521968" y="5413175"/>
              <a:ext cx="165951" cy="60575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1521968" y="5473751"/>
              <a:ext cx="165951" cy="121151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1521968" y="5473751"/>
              <a:ext cx="165951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1521968" y="5292023"/>
              <a:ext cx="165951" cy="60575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1521968" y="5352599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6823183" y="5049720"/>
              <a:ext cx="165951" cy="60575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6823183" y="4989144"/>
              <a:ext cx="165951" cy="60575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6823183" y="5594903"/>
              <a:ext cx="165951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6823183" y="4989144"/>
              <a:ext cx="165951" cy="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6823183" y="5534327"/>
              <a:ext cx="165951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6823183" y="5292023"/>
              <a:ext cx="165951" cy="121151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6823183" y="5413175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6823183" y="5473751"/>
              <a:ext cx="165951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6823183" y="5594903"/>
              <a:ext cx="165951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6823183" y="5473751"/>
              <a:ext cx="165951" cy="60575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6823183" y="5594903"/>
              <a:ext cx="165951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6823183" y="5231448"/>
              <a:ext cx="165951" cy="60575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6823183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6823183" y="4746840"/>
              <a:ext cx="165951" cy="242303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6823183" y="5110296"/>
              <a:ext cx="165951" cy="121151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6823183" y="5534327"/>
              <a:ext cx="165951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6823183" y="5534327"/>
              <a:ext cx="165951" cy="60575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6823183" y="5594903"/>
              <a:ext cx="165951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6823183" y="5594903"/>
              <a:ext cx="165951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6823183" y="5413175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6823183" y="5413175"/>
              <a:ext cx="165951" cy="60575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2674406" y="4928568"/>
              <a:ext cx="165951" cy="12115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2674406" y="4867992"/>
              <a:ext cx="165951" cy="60575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2674406" y="5534327"/>
              <a:ext cx="165951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2674406" y="4625688"/>
              <a:ext cx="165951" cy="24230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2674406" y="5413175"/>
              <a:ext cx="165951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2674406" y="5170872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2674406" y="5352599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2674406" y="5352599"/>
              <a:ext cx="165951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2674406" y="5534327"/>
              <a:ext cx="165951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2674406" y="5352599"/>
              <a:ext cx="165951" cy="60575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2674406" y="5534327"/>
              <a:ext cx="165951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2674406" y="5170872"/>
              <a:ext cx="165951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2674406" y="5534327"/>
              <a:ext cx="165951" cy="60575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2674406" y="3293018"/>
              <a:ext cx="165951" cy="1332670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2674406" y="5049720"/>
              <a:ext cx="165951" cy="121151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2674406" y="5413175"/>
              <a:ext cx="165951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2674406" y="5413175"/>
              <a:ext cx="165951" cy="121151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2674406" y="5534327"/>
              <a:ext cx="165951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2674406" y="5534327"/>
              <a:ext cx="165951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2674406" y="5170872"/>
              <a:ext cx="165951" cy="181727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2674406" y="5352599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3826844" y="5170872"/>
              <a:ext cx="165951" cy="60575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3826844" y="4867992"/>
              <a:ext cx="165951" cy="302879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3826844" y="5473751"/>
              <a:ext cx="165951" cy="121151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3826844" y="4565112"/>
              <a:ext cx="165951" cy="302879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3826844" y="5473751"/>
              <a:ext cx="165951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3826844" y="5473751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3826844" y="5473751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3826844" y="5473751"/>
              <a:ext cx="165951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3826844" y="5594903"/>
              <a:ext cx="165951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3826844" y="5473751"/>
              <a:ext cx="165951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3826844" y="5473751"/>
              <a:ext cx="165951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3826844" y="5473751"/>
              <a:ext cx="165951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3826844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3826844" y="3474745"/>
              <a:ext cx="165951" cy="1090366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3826844" y="5231448"/>
              <a:ext cx="165951" cy="242303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3826844" y="5473751"/>
              <a:ext cx="165951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3826844" y="5473751"/>
              <a:ext cx="165951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3826844" y="5473751"/>
              <a:ext cx="165951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3826844" y="5473751"/>
              <a:ext cx="165951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3826844" y="5473751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3826844" y="5473751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rc178"/>
            <p:cNvSpPr/>
            <p:nvPr/>
          </p:nvSpPr>
          <p:spPr>
            <a:xfrm>
              <a:off x="4748795" y="5352599"/>
              <a:ext cx="165951" cy="60575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rc179"/>
            <p:cNvSpPr/>
            <p:nvPr/>
          </p:nvSpPr>
          <p:spPr>
            <a:xfrm>
              <a:off x="4748795" y="5231448"/>
              <a:ext cx="165951" cy="12115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rc180"/>
            <p:cNvSpPr/>
            <p:nvPr/>
          </p:nvSpPr>
          <p:spPr>
            <a:xfrm>
              <a:off x="4748795" y="5594903"/>
              <a:ext cx="165951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rc181"/>
            <p:cNvSpPr/>
            <p:nvPr/>
          </p:nvSpPr>
          <p:spPr>
            <a:xfrm>
              <a:off x="4748795" y="4625688"/>
              <a:ext cx="165951" cy="605759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rc182"/>
            <p:cNvSpPr/>
            <p:nvPr/>
          </p:nvSpPr>
          <p:spPr>
            <a:xfrm>
              <a:off x="4748795" y="5594903"/>
              <a:ext cx="165951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rc183"/>
            <p:cNvSpPr/>
            <p:nvPr/>
          </p:nvSpPr>
          <p:spPr>
            <a:xfrm>
              <a:off x="4748795" y="5534327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rc184"/>
            <p:cNvSpPr/>
            <p:nvPr/>
          </p:nvSpPr>
          <p:spPr>
            <a:xfrm>
              <a:off x="4748795" y="5594903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rc185"/>
            <p:cNvSpPr/>
            <p:nvPr/>
          </p:nvSpPr>
          <p:spPr>
            <a:xfrm>
              <a:off x="4748795" y="5594903"/>
              <a:ext cx="165951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rc186"/>
            <p:cNvSpPr/>
            <p:nvPr/>
          </p:nvSpPr>
          <p:spPr>
            <a:xfrm>
              <a:off x="4748795" y="5594903"/>
              <a:ext cx="165951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rc187"/>
            <p:cNvSpPr/>
            <p:nvPr/>
          </p:nvSpPr>
          <p:spPr>
            <a:xfrm>
              <a:off x="4748795" y="5594903"/>
              <a:ext cx="165951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8" name="rc188"/>
            <p:cNvSpPr/>
            <p:nvPr/>
          </p:nvSpPr>
          <p:spPr>
            <a:xfrm>
              <a:off x="4748795" y="5594903"/>
              <a:ext cx="165951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9" name="rc189"/>
            <p:cNvSpPr/>
            <p:nvPr/>
          </p:nvSpPr>
          <p:spPr>
            <a:xfrm>
              <a:off x="4748795" y="5534327"/>
              <a:ext cx="165951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0" name="rc190"/>
            <p:cNvSpPr/>
            <p:nvPr/>
          </p:nvSpPr>
          <p:spPr>
            <a:xfrm>
              <a:off x="4748795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1" name="rc191"/>
            <p:cNvSpPr/>
            <p:nvPr/>
          </p:nvSpPr>
          <p:spPr>
            <a:xfrm>
              <a:off x="4748795" y="3717049"/>
              <a:ext cx="165951" cy="908639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2" name="rc192"/>
            <p:cNvSpPr/>
            <p:nvPr/>
          </p:nvSpPr>
          <p:spPr>
            <a:xfrm>
              <a:off x="4748795" y="5413175"/>
              <a:ext cx="165951" cy="121151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3" name="rc193"/>
            <p:cNvSpPr/>
            <p:nvPr/>
          </p:nvSpPr>
          <p:spPr>
            <a:xfrm>
              <a:off x="4748795" y="5594903"/>
              <a:ext cx="165951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4" name="rc194"/>
            <p:cNvSpPr/>
            <p:nvPr/>
          </p:nvSpPr>
          <p:spPr>
            <a:xfrm>
              <a:off x="4748795" y="5594903"/>
              <a:ext cx="165951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5" name="rc195"/>
            <p:cNvSpPr/>
            <p:nvPr/>
          </p:nvSpPr>
          <p:spPr>
            <a:xfrm>
              <a:off x="4748795" y="5594903"/>
              <a:ext cx="165951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6" name="rc196"/>
            <p:cNvSpPr/>
            <p:nvPr/>
          </p:nvSpPr>
          <p:spPr>
            <a:xfrm>
              <a:off x="4748795" y="5594903"/>
              <a:ext cx="165951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7" name="rc197"/>
            <p:cNvSpPr/>
            <p:nvPr/>
          </p:nvSpPr>
          <p:spPr>
            <a:xfrm>
              <a:off x="4748795" y="5534327"/>
              <a:ext cx="165951" cy="60575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8" name="rc198"/>
            <p:cNvSpPr/>
            <p:nvPr/>
          </p:nvSpPr>
          <p:spPr>
            <a:xfrm>
              <a:off x="4748795" y="5594903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9" name="rc199"/>
            <p:cNvSpPr/>
            <p:nvPr/>
          </p:nvSpPr>
          <p:spPr>
            <a:xfrm>
              <a:off x="7053671" y="5292023"/>
              <a:ext cx="165951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0" name="rc200"/>
            <p:cNvSpPr/>
            <p:nvPr/>
          </p:nvSpPr>
          <p:spPr>
            <a:xfrm>
              <a:off x="7053671" y="5170872"/>
              <a:ext cx="165951" cy="12115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1" name="rc201"/>
            <p:cNvSpPr/>
            <p:nvPr/>
          </p:nvSpPr>
          <p:spPr>
            <a:xfrm>
              <a:off x="7053671" y="5594903"/>
              <a:ext cx="165951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2" name="rc202"/>
            <p:cNvSpPr/>
            <p:nvPr/>
          </p:nvSpPr>
          <p:spPr>
            <a:xfrm>
              <a:off x="7053671" y="5110296"/>
              <a:ext cx="165951" cy="60575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3" name="rc203"/>
            <p:cNvSpPr/>
            <p:nvPr/>
          </p:nvSpPr>
          <p:spPr>
            <a:xfrm>
              <a:off x="7053671" y="5473751"/>
              <a:ext cx="165951" cy="60575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rc204"/>
            <p:cNvSpPr/>
            <p:nvPr/>
          </p:nvSpPr>
          <p:spPr>
            <a:xfrm>
              <a:off x="7053671" y="5292023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rc205"/>
            <p:cNvSpPr/>
            <p:nvPr/>
          </p:nvSpPr>
          <p:spPr>
            <a:xfrm>
              <a:off x="7053671" y="5352599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rc206"/>
            <p:cNvSpPr/>
            <p:nvPr/>
          </p:nvSpPr>
          <p:spPr>
            <a:xfrm>
              <a:off x="7053671" y="5413175"/>
              <a:ext cx="165951" cy="60575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rc207"/>
            <p:cNvSpPr/>
            <p:nvPr/>
          </p:nvSpPr>
          <p:spPr>
            <a:xfrm>
              <a:off x="7053671" y="5594903"/>
              <a:ext cx="165951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rc208"/>
            <p:cNvSpPr/>
            <p:nvPr/>
          </p:nvSpPr>
          <p:spPr>
            <a:xfrm>
              <a:off x="7053671" y="5473751"/>
              <a:ext cx="165951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rc209"/>
            <p:cNvSpPr/>
            <p:nvPr/>
          </p:nvSpPr>
          <p:spPr>
            <a:xfrm>
              <a:off x="7053671" y="5534327"/>
              <a:ext cx="165951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rc210"/>
            <p:cNvSpPr/>
            <p:nvPr/>
          </p:nvSpPr>
          <p:spPr>
            <a:xfrm>
              <a:off x="7053671" y="5292023"/>
              <a:ext cx="165951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rc211"/>
            <p:cNvSpPr/>
            <p:nvPr/>
          </p:nvSpPr>
          <p:spPr>
            <a:xfrm>
              <a:off x="7053671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rc212"/>
            <p:cNvSpPr/>
            <p:nvPr/>
          </p:nvSpPr>
          <p:spPr>
            <a:xfrm>
              <a:off x="7053671" y="4807416"/>
              <a:ext cx="165951" cy="302879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rc213"/>
            <p:cNvSpPr/>
            <p:nvPr/>
          </p:nvSpPr>
          <p:spPr>
            <a:xfrm>
              <a:off x="7053671" y="5292023"/>
              <a:ext cx="165951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rc214"/>
            <p:cNvSpPr/>
            <p:nvPr/>
          </p:nvSpPr>
          <p:spPr>
            <a:xfrm>
              <a:off x="7053671" y="5473751"/>
              <a:ext cx="165951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rc215"/>
            <p:cNvSpPr/>
            <p:nvPr/>
          </p:nvSpPr>
          <p:spPr>
            <a:xfrm>
              <a:off x="7053671" y="5534327"/>
              <a:ext cx="165951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rc216"/>
            <p:cNvSpPr/>
            <p:nvPr/>
          </p:nvSpPr>
          <p:spPr>
            <a:xfrm>
              <a:off x="7053671" y="5594903"/>
              <a:ext cx="165951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rc217"/>
            <p:cNvSpPr/>
            <p:nvPr/>
          </p:nvSpPr>
          <p:spPr>
            <a:xfrm>
              <a:off x="7053671" y="5534327"/>
              <a:ext cx="165951" cy="60575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rc218"/>
            <p:cNvSpPr/>
            <p:nvPr/>
          </p:nvSpPr>
          <p:spPr>
            <a:xfrm>
              <a:off x="7053671" y="5292023"/>
              <a:ext cx="165951" cy="60575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rc219"/>
            <p:cNvSpPr/>
            <p:nvPr/>
          </p:nvSpPr>
          <p:spPr>
            <a:xfrm>
              <a:off x="7053671" y="5352599"/>
              <a:ext cx="165951" cy="60575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rc220"/>
            <p:cNvSpPr/>
            <p:nvPr/>
          </p:nvSpPr>
          <p:spPr>
            <a:xfrm>
              <a:off x="6131721" y="5231448"/>
              <a:ext cx="165951" cy="12115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rc221"/>
            <p:cNvSpPr/>
            <p:nvPr/>
          </p:nvSpPr>
          <p:spPr>
            <a:xfrm>
              <a:off x="6131721" y="5170872"/>
              <a:ext cx="165951" cy="60575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rc222"/>
            <p:cNvSpPr/>
            <p:nvPr/>
          </p:nvSpPr>
          <p:spPr>
            <a:xfrm>
              <a:off x="6131721" y="5594903"/>
              <a:ext cx="165951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rc223"/>
            <p:cNvSpPr/>
            <p:nvPr/>
          </p:nvSpPr>
          <p:spPr>
            <a:xfrm>
              <a:off x="6131721" y="5110296"/>
              <a:ext cx="165951" cy="60575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rc224"/>
            <p:cNvSpPr/>
            <p:nvPr/>
          </p:nvSpPr>
          <p:spPr>
            <a:xfrm>
              <a:off x="6131721" y="5594903"/>
              <a:ext cx="165951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rc225"/>
            <p:cNvSpPr/>
            <p:nvPr/>
          </p:nvSpPr>
          <p:spPr>
            <a:xfrm>
              <a:off x="6131721" y="5473751"/>
              <a:ext cx="165951" cy="60575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rc226"/>
            <p:cNvSpPr/>
            <p:nvPr/>
          </p:nvSpPr>
          <p:spPr>
            <a:xfrm>
              <a:off x="6131721" y="5534327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rc227"/>
            <p:cNvSpPr/>
            <p:nvPr/>
          </p:nvSpPr>
          <p:spPr>
            <a:xfrm>
              <a:off x="6131721" y="5534327"/>
              <a:ext cx="165951" cy="60575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rc228"/>
            <p:cNvSpPr/>
            <p:nvPr/>
          </p:nvSpPr>
          <p:spPr>
            <a:xfrm>
              <a:off x="6131721" y="5594903"/>
              <a:ext cx="165951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rc229"/>
            <p:cNvSpPr/>
            <p:nvPr/>
          </p:nvSpPr>
          <p:spPr>
            <a:xfrm>
              <a:off x="6131721" y="5594903"/>
              <a:ext cx="165951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rc230"/>
            <p:cNvSpPr/>
            <p:nvPr/>
          </p:nvSpPr>
          <p:spPr>
            <a:xfrm>
              <a:off x="6131721" y="5594903"/>
              <a:ext cx="165951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rc231"/>
            <p:cNvSpPr/>
            <p:nvPr/>
          </p:nvSpPr>
          <p:spPr>
            <a:xfrm>
              <a:off x="6131721" y="5413175"/>
              <a:ext cx="165951" cy="60575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rc232"/>
            <p:cNvSpPr/>
            <p:nvPr/>
          </p:nvSpPr>
          <p:spPr>
            <a:xfrm>
              <a:off x="6131721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rc233"/>
            <p:cNvSpPr/>
            <p:nvPr/>
          </p:nvSpPr>
          <p:spPr>
            <a:xfrm>
              <a:off x="6131721" y="4262233"/>
              <a:ext cx="165951" cy="848063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rc234"/>
            <p:cNvSpPr/>
            <p:nvPr/>
          </p:nvSpPr>
          <p:spPr>
            <a:xfrm>
              <a:off x="6131721" y="5352599"/>
              <a:ext cx="165951" cy="60575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rc235"/>
            <p:cNvSpPr/>
            <p:nvPr/>
          </p:nvSpPr>
          <p:spPr>
            <a:xfrm>
              <a:off x="6131721" y="5594903"/>
              <a:ext cx="165951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rc236"/>
            <p:cNvSpPr/>
            <p:nvPr/>
          </p:nvSpPr>
          <p:spPr>
            <a:xfrm>
              <a:off x="6131721" y="5594903"/>
              <a:ext cx="165951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rc237"/>
            <p:cNvSpPr/>
            <p:nvPr/>
          </p:nvSpPr>
          <p:spPr>
            <a:xfrm>
              <a:off x="6131721" y="5594903"/>
              <a:ext cx="165951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rc238"/>
            <p:cNvSpPr/>
            <p:nvPr/>
          </p:nvSpPr>
          <p:spPr>
            <a:xfrm>
              <a:off x="6131721" y="5594903"/>
              <a:ext cx="165951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rc239"/>
            <p:cNvSpPr/>
            <p:nvPr/>
          </p:nvSpPr>
          <p:spPr>
            <a:xfrm>
              <a:off x="6131721" y="5534327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rc240"/>
            <p:cNvSpPr/>
            <p:nvPr/>
          </p:nvSpPr>
          <p:spPr>
            <a:xfrm>
              <a:off x="6131721" y="5534327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rc241"/>
            <p:cNvSpPr/>
            <p:nvPr/>
          </p:nvSpPr>
          <p:spPr>
            <a:xfrm>
              <a:off x="2443918" y="5049720"/>
              <a:ext cx="165951" cy="181727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rc242"/>
            <p:cNvSpPr/>
            <p:nvPr/>
          </p:nvSpPr>
          <p:spPr>
            <a:xfrm>
              <a:off x="2443918" y="4807416"/>
              <a:ext cx="165951" cy="242303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rc243"/>
            <p:cNvSpPr/>
            <p:nvPr/>
          </p:nvSpPr>
          <p:spPr>
            <a:xfrm>
              <a:off x="2443918" y="5594903"/>
              <a:ext cx="165951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rc244"/>
            <p:cNvSpPr/>
            <p:nvPr/>
          </p:nvSpPr>
          <p:spPr>
            <a:xfrm>
              <a:off x="2443918" y="4625688"/>
              <a:ext cx="165951" cy="181727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rc245"/>
            <p:cNvSpPr/>
            <p:nvPr/>
          </p:nvSpPr>
          <p:spPr>
            <a:xfrm>
              <a:off x="2443918" y="5594903"/>
              <a:ext cx="165951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rc246"/>
            <p:cNvSpPr/>
            <p:nvPr/>
          </p:nvSpPr>
          <p:spPr>
            <a:xfrm>
              <a:off x="2443918" y="5292023"/>
              <a:ext cx="165951" cy="60575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rc247"/>
            <p:cNvSpPr/>
            <p:nvPr/>
          </p:nvSpPr>
          <p:spPr>
            <a:xfrm>
              <a:off x="2443918" y="5413175"/>
              <a:ext cx="165951" cy="60575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rc248"/>
            <p:cNvSpPr/>
            <p:nvPr/>
          </p:nvSpPr>
          <p:spPr>
            <a:xfrm>
              <a:off x="2443918" y="5473751"/>
              <a:ext cx="165951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rc249"/>
            <p:cNvSpPr/>
            <p:nvPr/>
          </p:nvSpPr>
          <p:spPr>
            <a:xfrm>
              <a:off x="2443918" y="5594903"/>
              <a:ext cx="165951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rc250"/>
            <p:cNvSpPr/>
            <p:nvPr/>
          </p:nvSpPr>
          <p:spPr>
            <a:xfrm>
              <a:off x="2443918" y="5473751"/>
              <a:ext cx="165951" cy="121151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rc251"/>
            <p:cNvSpPr/>
            <p:nvPr/>
          </p:nvSpPr>
          <p:spPr>
            <a:xfrm>
              <a:off x="2443918" y="5594903"/>
              <a:ext cx="165951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rc252"/>
            <p:cNvSpPr/>
            <p:nvPr/>
          </p:nvSpPr>
          <p:spPr>
            <a:xfrm>
              <a:off x="2443918" y="5292023"/>
              <a:ext cx="165951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rc253"/>
            <p:cNvSpPr/>
            <p:nvPr/>
          </p:nvSpPr>
          <p:spPr>
            <a:xfrm>
              <a:off x="2443918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rc254"/>
            <p:cNvSpPr/>
            <p:nvPr/>
          </p:nvSpPr>
          <p:spPr>
            <a:xfrm>
              <a:off x="2443918" y="3293018"/>
              <a:ext cx="165951" cy="1332670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rc255"/>
            <p:cNvSpPr/>
            <p:nvPr/>
          </p:nvSpPr>
          <p:spPr>
            <a:xfrm>
              <a:off x="2443918" y="5231448"/>
              <a:ext cx="165951" cy="60575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rc256"/>
            <p:cNvSpPr/>
            <p:nvPr/>
          </p:nvSpPr>
          <p:spPr>
            <a:xfrm>
              <a:off x="2443918" y="5594903"/>
              <a:ext cx="165951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rc257"/>
            <p:cNvSpPr/>
            <p:nvPr/>
          </p:nvSpPr>
          <p:spPr>
            <a:xfrm>
              <a:off x="2443918" y="5594903"/>
              <a:ext cx="165951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rc258"/>
            <p:cNvSpPr/>
            <p:nvPr/>
          </p:nvSpPr>
          <p:spPr>
            <a:xfrm>
              <a:off x="2443918" y="5594903"/>
              <a:ext cx="165951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rc259"/>
            <p:cNvSpPr/>
            <p:nvPr/>
          </p:nvSpPr>
          <p:spPr>
            <a:xfrm>
              <a:off x="2443918" y="5594903"/>
              <a:ext cx="165951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rc260"/>
            <p:cNvSpPr/>
            <p:nvPr/>
          </p:nvSpPr>
          <p:spPr>
            <a:xfrm>
              <a:off x="2443918" y="5352599"/>
              <a:ext cx="165951" cy="60575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rc261"/>
            <p:cNvSpPr/>
            <p:nvPr/>
          </p:nvSpPr>
          <p:spPr>
            <a:xfrm>
              <a:off x="2443918" y="5473751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rc262"/>
            <p:cNvSpPr/>
            <p:nvPr/>
          </p:nvSpPr>
          <p:spPr>
            <a:xfrm>
              <a:off x="7745134" y="5594903"/>
              <a:ext cx="165951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rc263"/>
            <p:cNvSpPr/>
            <p:nvPr/>
          </p:nvSpPr>
          <p:spPr>
            <a:xfrm>
              <a:off x="7745134" y="5594903"/>
              <a:ext cx="165951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rc264"/>
            <p:cNvSpPr/>
            <p:nvPr/>
          </p:nvSpPr>
          <p:spPr>
            <a:xfrm>
              <a:off x="7745134" y="5594903"/>
              <a:ext cx="165951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rc265"/>
            <p:cNvSpPr/>
            <p:nvPr/>
          </p:nvSpPr>
          <p:spPr>
            <a:xfrm>
              <a:off x="7745134" y="5594903"/>
              <a:ext cx="165951" cy="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rc266"/>
            <p:cNvSpPr/>
            <p:nvPr/>
          </p:nvSpPr>
          <p:spPr>
            <a:xfrm>
              <a:off x="7745134" y="5594903"/>
              <a:ext cx="165951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rc267"/>
            <p:cNvSpPr/>
            <p:nvPr/>
          </p:nvSpPr>
          <p:spPr>
            <a:xfrm>
              <a:off x="7745134" y="5594903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rc268"/>
            <p:cNvSpPr/>
            <p:nvPr/>
          </p:nvSpPr>
          <p:spPr>
            <a:xfrm>
              <a:off x="7745134" y="5594903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rc269"/>
            <p:cNvSpPr/>
            <p:nvPr/>
          </p:nvSpPr>
          <p:spPr>
            <a:xfrm>
              <a:off x="7745134" y="5594903"/>
              <a:ext cx="165951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rc270"/>
            <p:cNvSpPr/>
            <p:nvPr/>
          </p:nvSpPr>
          <p:spPr>
            <a:xfrm>
              <a:off x="7745134" y="5594903"/>
              <a:ext cx="165951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rc271"/>
            <p:cNvSpPr/>
            <p:nvPr/>
          </p:nvSpPr>
          <p:spPr>
            <a:xfrm>
              <a:off x="7745134" y="5594903"/>
              <a:ext cx="165951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rc272"/>
            <p:cNvSpPr/>
            <p:nvPr/>
          </p:nvSpPr>
          <p:spPr>
            <a:xfrm>
              <a:off x="7745134" y="5594903"/>
              <a:ext cx="165951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rc273"/>
            <p:cNvSpPr/>
            <p:nvPr/>
          </p:nvSpPr>
          <p:spPr>
            <a:xfrm>
              <a:off x="7745134" y="5594903"/>
              <a:ext cx="165951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rc274"/>
            <p:cNvSpPr/>
            <p:nvPr/>
          </p:nvSpPr>
          <p:spPr>
            <a:xfrm>
              <a:off x="7745134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rc275"/>
            <p:cNvSpPr/>
            <p:nvPr/>
          </p:nvSpPr>
          <p:spPr>
            <a:xfrm>
              <a:off x="7745134" y="5534327"/>
              <a:ext cx="165951" cy="60575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rc276"/>
            <p:cNvSpPr/>
            <p:nvPr/>
          </p:nvSpPr>
          <p:spPr>
            <a:xfrm>
              <a:off x="7745134" y="5594903"/>
              <a:ext cx="165951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rc277"/>
            <p:cNvSpPr/>
            <p:nvPr/>
          </p:nvSpPr>
          <p:spPr>
            <a:xfrm>
              <a:off x="7745134" y="5594903"/>
              <a:ext cx="165951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8" name="rc278"/>
            <p:cNvSpPr/>
            <p:nvPr/>
          </p:nvSpPr>
          <p:spPr>
            <a:xfrm>
              <a:off x="7745134" y="5594903"/>
              <a:ext cx="165951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" name="rc279"/>
            <p:cNvSpPr/>
            <p:nvPr/>
          </p:nvSpPr>
          <p:spPr>
            <a:xfrm>
              <a:off x="7745134" y="5594903"/>
              <a:ext cx="165951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" name="rc280"/>
            <p:cNvSpPr/>
            <p:nvPr/>
          </p:nvSpPr>
          <p:spPr>
            <a:xfrm>
              <a:off x="7745134" y="5594903"/>
              <a:ext cx="165951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" name="rc281"/>
            <p:cNvSpPr/>
            <p:nvPr/>
          </p:nvSpPr>
          <p:spPr>
            <a:xfrm>
              <a:off x="7745134" y="5594903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2" name="rc282"/>
            <p:cNvSpPr/>
            <p:nvPr/>
          </p:nvSpPr>
          <p:spPr>
            <a:xfrm>
              <a:off x="7745134" y="5594903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" name="rc283"/>
            <p:cNvSpPr/>
            <p:nvPr/>
          </p:nvSpPr>
          <p:spPr>
            <a:xfrm>
              <a:off x="3365869" y="5534327"/>
              <a:ext cx="165951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4" name="rc284"/>
            <p:cNvSpPr/>
            <p:nvPr/>
          </p:nvSpPr>
          <p:spPr>
            <a:xfrm>
              <a:off x="3365869" y="5413175"/>
              <a:ext cx="165951" cy="12115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5" name="rc285"/>
            <p:cNvSpPr/>
            <p:nvPr/>
          </p:nvSpPr>
          <p:spPr>
            <a:xfrm>
              <a:off x="3365869" y="5594903"/>
              <a:ext cx="165951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6" name="rc286"/>
            <p:cNvSpPr/>
            <p:nvPr/>
          </p:nvSpPr>
          <p:spPr>
            <a:xfrm>
              <a:off x="3365869" y="4989144"/>
              <a:ext cx="165951" cy="424031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7" name="rc287"/>
            <p:cNvSpPr/>
            <p:nvPr/>
          </p:nvSpPr>
          <p:spPr>
            <a:xfrm>
              <a:off x="3365869" y="5594903"/>
              <a:ext cx="165951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8" name="rc288"/>
            <p:cNvSpPr/>
            <p:nvPr/>
          </p:nvSpPr>
          <p:spPr>
            <a:xfrm>
              <a:off x="3365869" y="5594903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9" name="rc289"/>
            <p:cNvSpPr/>
            <p:nvPr/>
          </p:nvSpPr>
          <p:spPr>
            <a:xfrm>
              <a:off x="3365869" y="5594903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0" name="rc290"/>
            <p:cNvSpPr/>
            <p:nvPr/>
          </p:nvSpPr>
          <p:spPr>
            <a:xfrm>
              <a:off x="3365869" y="5594903"/>
              <a:ext cx="165951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1" name="rc291"/>
            <p:cNvSpPr/>
            <p:nvPr/>
          </p:nvSpPr>
          <p:spPr>
            <a:xfrm>
              <a:off x="3365869" y="5594903"/>
              <a:ext cx="165951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2" name="rc292"/>
            <p:cNvSpPr/>
            <p:nvPr/>
          </p:nvSpPr>
          <p:spPr>
            <a:xfrm>
              <a:off x="3365869" y="5594903"/>
              <a:ext cx="165951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3" name="rc293"/>
            <p:cNvSpPr/>
            <p:nvPr/>
          </p:nvSpPr>
          <p:spPr>
            <a:xfrm>
              <a:off x="3365869" y="5594903"/>
              <a:ext cx="165951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4" name="rc294"/>
            <p:cNvSpPr/>
            <p:nvPr/>
          </p:nvSpPr>
          <p:spPr>
            <a:xfrm>
              <a:off x="3365869" y="5594903"/>
              <a:ext cx="165951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5" name="rc295"/>
            <p:cNvSpPr/>
            <p:nvPr/>
          </p:nvSpPr>
          <p:spPr>
            <a:xfrm>
              <a:off x="3365869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rc296"/>
            <p:cNvSpPr/>
            <p:nvPr/>
          </p:nvSpPr>
          <p:spPr>
            <a:xfrm>
              <a:off x="3365869" y="3474745"/>
              <a:ext cx="165951" cy="1514398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7" name="rc297"/>
            <p:cNvSpPr/>
            <p:nvPr/>
          </p:nvSpPr>
          <p:spPr>
            <a:xfrm>
              <a:off x="3365869" y="5534327"/>
              <a:ext cx="165951" cy="60575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8" name="rc298"/>
            <p:cNvSpPr/>
            <p:nvPr/>
          </p:nvSpPr>
          <p:spPr>
            <a:xfrm>
              <a:off x="3365869" y="5594903"/>
              <a:ext cx="165951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9" name="rc299"/>
            <p:cNvSpPr/>
            <p:nvPr/>
          </p:nvSpPr>
          <p:spPr>
            <a:xfrm>
              <a:off x="3365869" y="5594903"/>
              <a:ext cx="165951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0" name="rc300"/>
            <p:cNvSpPr/>
            <p:nvPr/>
          </p:nvSpPr>
          <p:spPr>
            <a:xfrm>
              <a:off x="3365869" y="5594903"/>
              <a:ext cx="165951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1" name="rc301"/>
            <p:cNvSpPr/>
            <p:nvPr/>
          </p:nvSpPr>
          <p:spPr>
            <a:xfrm>
              <a:off x="3365869" y="5594903"/>
              <a:ext cx="165951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rc302"/>
            <p:cNvSpPr/>
            <p:nvPr/>
          </p:nvSpPr>
          <p:spPr>
            <a:xfrm>
              <a:off x="3365869" y="5594903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3" name="rc303"/>
            <p:cNvSpPr/>
            <p:nvPr/>
          </p:nvSpPr>
          <p:spPr>
            <a:xfrm>
              <a:off x="3365869" y="5594903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4" name="rc304"/>
            <p:cNvSpPr/>
            <p:nvPr/>
          </p:nvSpPr>
          <p:spPr>
            <a:xfrm>
              <a:off x="1060993" y="4807416"/>
              <a:ext cx="165951" cy="363455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5" name="rc305"/>
            <p:cNvSpPr/>
            <p:nvPr/>
          </p:nvSpPr>
          <p:spPr>
            <a:xfrm>
              <a:off x="1060993" y="4746840"/>
              <a:ext cx="165951" cy="60575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6" name="rc306"/>
            <p:cNvSpPr/>
            <p:nvPr/>
          </p:nvSpPr>
          <p:spPr>
            <a:xfrm>
              <a:off x="1060993" y="5534327"/>
              <a:ext cx="165951" cy="60575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rc307"/>
            <p:cNvSpPr/>
            <p:nvPr/>
          </p:nvSpPr>
          <p:spPr>
            <a:xfrm>
              <a:off x="1060993" y="4443960"/>
              <a:ext cx="165951" cy="302879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rc308"/>
            <p:cNvSpPr/>
            <p:nvPr/>
          </p:nvSpPr>
          <p:spPr>
            <a:xfrm>
              <a:off x="1060993" y="5413175"/>
              <a:ext cx="165951" cy="60575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rc309"/>
            <p:cNvSpPr/>
            <p:nvPr/>
          </p:nvSpPr>
          <p:spPr>
            <a:xfrm>
              <a:off x="1060993" y="5292023"/>
              <a:ext cx="165951" cy="60575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rc310"/>
            <p:cNvSpPr/>
            <p:nvPr/>
          </p:nvSpPr>
          <p:spPr>
            <a:xfrm>
              <a:off x="1060993" y="5413175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rc311"/>
            <p:cNvSpPr/>
            <p:nvPr/>
          </p:nvSpPr>
          <p:spPr>
            <a:xfrm>
              <a:off x="1060993" y="5413175"/>
              <a:ext cx="165951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rc312"/>
            <p:cNvSpPr/>
            <p:nvPr/>
          </p:nvSpPr>
          <p:spPr>
            <a:xfrm>
              <a:off x="1060993" y="5594903"/>
              <a:ext cx="165951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rc313"/>
            <p:cNvSpPr/>
            <p:nvPr/>
          </p:nvSpPr>
          <p:spPr>
            <a:xfrm>
              <a:off x="1060993" y="5413175"/>
              <a:ext cx="165951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rc314"/>
            <p:cNvSpPr/>
            <p:nvPr/>
          </p:nvSpPr>
          <p:spPr>
            <a:xfrm>
              <a:off x="1060993" y="5534327"/>
              <a:ext cx="165951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rc315"/>
            <p:cNvSpPr/>
            <p:nvPr/>
          </p:nvSpPr>
          <p:spPr>
            <a:xfrm>
              <a:off x="1060993" y="5231448"/>
              <a:ext cx="165951" cy="60575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rc316"/>
            <p:cNvSpPr/>
            <p:nvPr/>
          </p:nvSpPr>
          <p:spPr>
            <a:xfrm>
              <a:off x="1060993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rc317"/>
            <p:cNvSpPr/>
            <p:nvPr/>
          </p:nvSpPr>
          <p:spPr>
            <a:xfrm>
              <a:off x="1060993" y="1839195"/>
              <a:ext cx="165951" cy="2604765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rc318"/>
            <p:cNvSpPr/>
            <p:nvPr/>
          </p:nvSpPr>
          <p:spPr>
            <a:xfrm>
              <a:off x="1060993" y="5170872"/>
              <a:ext cx="165951" cy="60575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rc319"/>
            <p:cNvSpPr/>
            <p:nvPr/>
          </p:nvSpPr>
          <p:spPr>
            <a:xfrm>
              <a:off x="1060993" y="5413175"/>
              <a:ext cx="165951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rc320"/>
            <p:cNvSpPr/>
            <p:nvPr/>
          </p:nvSpPr>
          <p:spPr>
            <a:xfrm>
              <a:off x="1060993" y="5473751"/>
              <a:ext cx="165951" cy="60575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rc321"/>
            <p:cNvSpPr/>
            <p:nvPr/>
          </p:nvSpPr>
          <p:spPr>
            <a:xfrm>
              <a:off x="1060993" y="5534327"/>
              <a:ext cx="165951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rc322"/>
            <p:cNvSpPr/>
            <p:nvPr/>
          </p:nvSpPr>
          <p:spPr>
            <a:xfrm>
              <a:off x="1060993" y="5534327"/>
              <a:ext cx="165951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rc323"/>
            <p:cNvSpPr/>
            <p:nvPr/>
          </p:nvSpPr>
          <p:spPr>
            <a:xfrm>
              <a:off x="1060993" y="5352599"/>
              <a:ext cx="165951" cy="60575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rc324"/>
            <p:cNvSpPr/>
            <p:nvPr/>
          </p:nvSpPr>
          <p:spPr>
            <a:xfrm>
              <a:off x="1060993" y="5413175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rc325"/>
            <p:cNvSpPr/>
            <p:nvPr/>
          </p:nvSpPr>
          <p:spPr>
            <a:xfrm>
              <a:off x="2904894" y="4928568"/>
              <a:ext cx="165951" cy="12115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rc326"/>
            <p:cNvSpPr/>
            <p:nvPr/>
          </p:nvSpPr>
          <p:spPr>
            <a:xfrm>
              <a:off x="2904894" y="4867992"/>
              <a:ext cx="165951" cy="60575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rc327"/>
            <p:cNvSpPr/>
            <p:nvPr/>
          </p:nvSpPr>
          <p:spPr>
            <a:xfrm>
              <a:off x="2904894" y="5534327"/>
              <a:ext cx="165951" cy="60575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rc328"/>
            <p:cNvSpPr/>
            <p:nvPr/>
          </p:nvSpPr>
          <p:spPr>
            <a:xfrm>
              <a:off x="2904894" y="4625688"/>
              <a:ext cx="165951" cy="24230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rc329"/>
            <p:cNvSpPr/>
            <p:nvPr/>
          </p:nvSpPr>
          <p:spPr>
            <a:xfrm>
              <a:off x="2904894" y="5534327"/>
              <a:ext cx="165951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rc330"/>
            <p:cNvSpPr/>
            <p:nvPr/>
          </p:nvSpPr>
          <p:spPr>
            <a:xfrm>
              <a:off x="2904894" y="5231448"/>
              <a:ext cx="165951" cy="121151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rc331"/>
            <p:cNvSpPr/>
            <p:nvPr/>
          </p:nvSpPr>
          <p:spPr>
            <a:xfrm>
              <a:off x="2904894" y="5413175"/>
              <a:ext cx="165951" cy="60575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rc332"/>
            <p:cNvSpPr/>
            <p:nvPr/>
          </p:nvSpPr>
          <p:spPr>
            <a:xfrm>
              <a:off x="2904894" y="5473751"/>
              <a:ext cx="165951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rc333"/>
            <p:cNvSpPr/>
            <p:nvPr/>
          </p:nvSpPr>
          <p:spPr>
            <a:xfrm>
              <a:off x="2904894" y="5594903"/>
              <a:ext cx="165951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rc334"/>
            <p:cNvSpPr/>
            <p:nvPr/>
          </p:nvSpPr>
          <p:spPr>
            <a:xfrm>
              <a:off x="2904894" y="5473751"/>
              <a:ext cx="165951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rc335"/>
            <p:cNvSpPr/>
            <p:nvPr/>
          </p:nvSpPr>
          <p:spPr>
            <a:xfrm>
              <a:off x="2904894" y="5534327"/>
              <a:ext cx="165951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rc336"/>
            <p:cNvSpPr/>
            <p:nvPr/>
          </p:nvSpPr>
          <p:spPr>
            <a:xfrm>
              <a:off x="2904894" y="5049720"/>
              <a:ext cx="165951" cy="181727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rc337"/>
            <p:cNvSpPr/>
            <p:nvPr/>
          </p:nvSpPr>
          <p:spPr>
            <a:xfrm>
              <a:off x="2904894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rc338"/>
            <p:cNvSpPr/>
            <p:nvPr/>
          </p:nvSpPr>
          <p:spPr>
            <a:xfrm>
              <a:off x="2904894" y="3414170"/>
              <a:ext cx="165951" cy="1211518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rc339"/>
            <p:cNvSpPr/>
            <p:nvPr/>
          </p:nvSpPr>
          <p:spPr>
            <a:xfrm>
              <a:off x="2904894" y="5049720"/>
              <a:ext cx="165951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rc340"/>
            <p:cNvSpPr/>
            <p:nvPr/>
          </p:nvSpPr>
          <p:spPr>
            <a:xfrm>
              <a:off x="2904894" y="5473751"/>
              <a:ext cx="165951" cy="60575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rc341"/>
            <p:cNvSpPr/>
            <p:nvPr/>
          </p:nvSpPr>
          <p:spPr>
            <a:xfrm>
              <a:off x="2904894" y="5534327"/>
              <a:ext cx="165951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rc342"/>
            <p:cNvSpPr/>
            <p:nvPr/>
          </p:nvSpPr>
          <p:spPr>
            <a:xfrm>
              <a:off x="2904894" y="5534327"/>
              <a:ext cx="165951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rc343"/>
            <p:cNvSpPr/>
            <p:nvPr/>
          </p:nvSpPr>
          <p:spPr>
            <a:xfrm>
              <a:off x="2904894" y="5534327"/>
              <a:ext cx="165951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rc344"/>
            <p:cNvSpPr/>
            <p:nvPr/>
          </p:nvSpPr>
          <p:spPr>
            <a:xfrm>
              <a:off x="2904894" y="5352599"/>
              <a:ext cx="165951" cy="60575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rc345"/>
            <p:cNvSpPr/>
            <p:nvPr/>
          </p:nvSpPr>
          <p:spPr>
            <a:xfrm>
              <a:off x="2904894" y="5473751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rc346"/>
            <p:cNvSpPr/>
            <p:nvPr/>
          </p:nvSpPr>
          <p:spPr>
            <a:xfrm>
              <a:off x="1752455" y="4807416"/>
              <a:ext cx="165951" cy="181727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rc347"/>
            <p:cNvSpPr/>
            <p:nvPr/>
          </p:nvSpPr>
          <p:spPr>
            <a:xfrm>
              <a:off x="1752455" y="4686264"/>
              <a:ext cx="165951" cy="12115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rc348"/>
            <p:cNvSpPr/>
            <p:nvPr/>
          </p:nvSpPr>
          <p:spPr>
            <a:xfrm>
              <a:off x="1752455" y="5594903"/>
              <a:ext cx="165951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rc349"/>
            <p:cNvSpPr/>
            <p:nvPr/>
          </p:nvSpPr>
          <p:spPr>
            <a:xfrm>
              <a:off x="1752455" y="4322809"/>
              <a:ext cx="165951" cy="363455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rc350"/>
            <p:cNvSpPr/>
            <p:nvPr/>
          </p:nvSpPr>
          <p:spPr>
            <a:xfrm>
              <a:off x="1752455" y="5534327"/>
              <a:ext cx="165951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rc351"/>
            <p:cNvSpPr/>
            <p:nvPr/>
          </p:nvSpPr>
          <p:spPr>
            <a:xfrm>
              <a:off x="1752455" y="5231448"/>
              <a:ext cx="165951" cy="60575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rc352"/>
            <p:cNvSpPr/>
            <p:nvPr/>
          </p:nvSpPr>
          <p:spPr>
            <a:xfrm>
              <a:off x="1752455" y="5292023"/>
              <a:ext cx="165951" cy="60575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rc353"/>
            <p:cNvSpPr/>
            <p:nvPr/>
          </p:nvSpPr>
          <p:spPr>
            <a:xfrm>
              <a:off x="1752455" y="5473751"/>
              <a:ext cx="165951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rc354"/>
            <p:cNvSpPr/>
            <p:nvPr/>
          </p:nvSpPr>
          <p:spPr>
            <a:xfrm>
              <a:off x="1752455" y="5594903"/>
              <a:ext cx="165951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rc355"/>
            <p:cNvSpPr/>
            <p:nvPr/>
          </p:nvSpPr>
          <p:spPr>
            <a:xfrm>
              <a:off x="1752455" y="5473751"/>
              <a:ext cx="165951" cy="60575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rc356"/>
            <p:cNvSpPr/>
            <p:nvPr/>
          </p:nvSpPr>
          <p:spPr>
            <a:xfrm>
              <a:off x="1752455" y="5534327"/>
              <a:ext cx="165951" cy="60575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rc357"/>
            <p:cNvSpPr/>
            <p:nvPr/>
          </p:nvSpPr>
          <p:spPr>
            <a:xfrm>
              <a:off x="1752455" y="5231448"/>
              <a:ext cx="165951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rc358"/>
            <p:cNvSpPr/>
            <p:nvPr/>
          </p:nvSpPr>
          <p:spPr>
            <a:xfrm>
              <a:off x="1752455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rc359"/>
            <p:cNvSpPr/>
            <p:nvPr/>
          </p:nvSpPr>
          <p:spPr>
            <a:xfrm>
              <a:off x="1752455" y="2566106"/>
              <a:ext cx="165951" cy="175670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rc360"/>
            <p:cNvSpPr/>
            <p:nvPr/>
          </p:nvSpPr>
          <p:spPr>
            <a:xfrm>
              <a:off x="1752455" y="4989144"/>
              <a:ext cx="165951" cy="242303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rc361"/>
            <p:cNvSpPr/>
            <p:nvPr/>
          </p:nvSpPr>
          <p:spPr>
            <a:xfrm>
              <a:off x="1752455" y="5534327"/>
              <a:ext cx="165951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rc362"/>
            <p:cNvSpPr/>
            <p:nvPr/>
          </p:nvSpPr>
          <p:spPr>
            <a:xfrm>
              <a:off x="1752455" y="5534327"/>
              <a:ext cx="165951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rc363"/>
            <p:cNvSpPr/>
            <p:nvPr/>
          </p:nvSpPr>
          <p:spPr>
            <a:xfrm>
              <a:off x="1752455" y="5594903"/>
              <a:ext cx="165951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rc364"/>
            <p:cNvSpPr/>
            <p:nvPr/>
          </p:nvSpPr>
          <p:spPr>
            <a:xfrm>
              <a:off x="1752455" y="5594903"/>
              <a:ext cx="165951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rc365"/>
            <p:cNvSpPr/>
            <p:nvPr/>
          </p:nvSpPr>
          <p:spPr>
            <a:xfrm>
              <a:off x="1752455" y="5292023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rc366"/>
            <p:cNvSpPr/>
            <p:nvPr/>
          </p:nvSpPr>
          <p:spPr>
            <a:xfrm>
              <a:off x="1752455" y="5352599"/>
              <a:ext cx="165951" cy="121151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rc367"/>
            <p:cNvSpPr/>
            <p:nvPr/>
          </p:nvSpPr>
          <p:spPr>
            <a:xfrm>
              <a:off x="4287819" y="5170872"/>
              <a:ext cx="165951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8" name="rc368"/>
            <p:cNvSpPr/>
            <p:nvPr/>
          </p:nvSpPr>
          <p:spPr>
            <a:xfrm>
              <a:off x="4287819" y="5110296"/>
              <a:ext cx="165951" cy="60575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rc369"/>
            <p:cNvSpPr/>
            <p:nvPr/>
          </p:nvSpPr>
          <p:spPr>
            <a:xfrm>
              <a:off x="4287819" y="5594903"/>
              <a:ext cx="165951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0" name="rc370"/>
            <p:cNvSpPr/>
            <p:nvPr/>
          </p:nvSpPr>
          <p:spPr>
            <a:xfrm>
              <a:off x="4287819" y="4928568"/>
              <a:ext cx="165951" cy="181727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1" name="rc371"/>
            <p:cNvSpPr/>
            <p:nvPr/>
          </p:nvSpPr>
          <p:spPr>
            <a:xfrm>
              <a:off x="4287819" y="5594903"/>
              <a:ext cx="165951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2" name="rc372"/>
            <p:cNvSpPr/>
            <p:nvPr/>
          </p:nvSpPr>
          <p:spPr>
            <a:xfrm>
              <a:off x="4287819" y="5352599"/>
              <a:ext cx="165951" cy="121151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3" name="rc373"/>
            <p:cNvSpPr/>
            <p:nvPr/>
          </p:nvSpPr>
          <p:spPr>
            <a:xfrm>
              <a:off x="4287819" y="5534327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4" name="rc374"/>
            <p:cNvSpPr/>
            <p:nvPr/>
          </p:nvSpPr>
          <p:spPr>
            <a:xfrm>
              <a:off x="4287819" y="5594903"/>
              <a:ext cx="165951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5" name="rc375"/>
            <p:cNvSpPr/>
            <p:nvPr/>
          </p:nvSpPr>
          <p:spPr>
            <a:xfrm>
              <a:off x="4287819" y="5594903"/>
              <a:ext cx="165951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6" name="rc376"/>
            <p:cNvSpPr/>
            <p:nvPr/>
          </p:nvSpPr>
          <p:spPr>
            <a:xfrm>
              <a:off x="4287819" y="5594903"/>
              <a:ext cx="165951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7" name="rc377"/>
            <p:cNvSpPr/>
            <p:nvPr/>
          </p:nvSpPr>
          <p:spPr>
            <a:xfrm>
              <a:off x="4287819" y="5594903"/>
              <a:ext cx="165951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rc378"/>
            <p:cNvSpPr/>
            <p:nvPr/>
          </p:nvSpPr>
          <p:spPr>
            <a:xfrm>
              <a:off x="4287819" y="5231448"/>
              <a:ext cx="165951" cy="121151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9" name="rc379"/>
            <p:cNvSpPr/>
            <p:nvPr/>
          </p:nvSpPr>
          <p:spPr>
            <a:xfrm>
              <a:off x="4287819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0" name="rc380"/>
            <p:cNvSpPr/>
            <p:nvPr/>
          </p:nvSpPr>
          <p:spPr>
            <a:xfrm>
              <a:off x="4287819" y="3717049"/>
              <a:ext cx="165951" cy="1211518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1" name="rc381"/>
            <p:cNvSpPr/>
            <p:nvPr/>
          </p:nvSpPr>
          <p:spPr>
            <a:xfrm>
              <a:off x="4287819" y="5170872"/>
              <a:ext cx="165951" cy="60575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2" name="rc382"/>
            <p:cNvSpPr/>
            <p:nvPr/>
          </p:nvSpPr>
          <p:spPr>
            <a:xfrm>
              <a:off x="4287819" y="5594903"/>
              <a:ext cx="165951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3" name="rc383"/>
            <p:cNvSpPr/>
            <p:nvPr/>
          </p:nvSpPr>
          <p:spPr>
            <a:xfrm>
              <a:off x="4287819" y="5594903"/>
              <a:ext cx="165951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4" name="rc384"/>
            <p:cNvSpPr/>
            <p:nvPr/>
          </p:nvSpPr>
          <p:spPr>
            <a:xfrm>
              <a:off x="4287819" y="5594903"/>
              <a:ext cx="165951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5" name="rc385"/>
            <p:cNvSpPr/>
            <p:nvPr/>
          </p:nvSpPr>
          <p:spPr>
            <a:xfrm>
              <a:off x="4287819" y="5594903"/>
              <a:ext cx="165951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6" name="rc386"/>
            <p:cNvSpPr/>
            <p:nvPr/>
          </p:nvSpPr>
          <p:spPr>
            <a:xfrm>
              <a:off x="4287819" y="5473751"/>
              <a:ext cx="165951" cy="60575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7" name="rc387"/>
            <p:cNvSpPr/>
            <p:nvPr/>
          </p:nvSpPr>
          <p:spPr>
            <a:xfrm>
              <a:off x="4287819" y="5534327"/>
              <a:ext cx="165951" cy="60575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8" name="rc388"/>
            <p:cNvSpPr/>
            <p:nvPr/>
          </p:nvSpPr>
          <p:spPr>
            <a:xfrm>
              <a:off x="5209770" y="5231448"/>
              <a:ext cx="165951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9" name="rc389"/>
            <p:cNvSpPr/>
            <p:nvPr/>
          </p:nvSpPr>
          <p:spPr>
            <a:xfrm>
              <a:off x="5209770" y="4807416"/>
              <a:ext cx="165951" cy="42403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0" name="rc390"/>
            <p:cNvSpPr/>
            <p:nvPr/>
          </p:nvSpPr>
          <p:spPr>
            <a:xfrm>
              <a:off x="5209770" y="5594903"/>
              <a:ext cx="165951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1" name="rc391"/>
            <p:cNvSpPr/>
            <p:nvPr/>
          </p:nvSpPr>
          <p:spPr>
            <a:xfrm>
              <a:off x="5209770" y="4383384"/>
              <a:ext cx="165951" cy="424031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2" name="rc392"/>
            <p:cNvSpPr/>
            <p:nvPr/>
          </p:nvSpPr>
          <p:spPr>
            <a:xfrm>
              <a:off x="5209770" y="5534327"/>
              <a:ext cx="165951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3" name="rc393"/>
            <p:cNvSpPr/>
            <p:nvPr/>
          </p:nvSpPr>
          <p:spPr>
            <a:xfrm>
              <a:off x="5209770" y="5473751"/>
              <a:ext cx="165951" cy="60575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4" name="rc394"/>
            <p:cNvSpPr/>
            <p:nvPr/>
          </p:nvSpPr>
          <p:spPr>
            <a:xfrm>
              <a:off x="5209770" y="5534327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5" name="rc395"/>
            <p:cNvSpPr/>
            <p:nvPr/>
          </p:nvSpPr>
          <p:spPr>
            <a:xfrm>
              <a:off x="5209770" y="5534327"/>
              <a:ext cx="165951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6" name="rc396"/>
            <p:cNvSpPr/>
            <p:nvPr/>
          </p:nvSpPr>
          <p:spPr>
            <a:xfrm>
              <a:off x="5209770" y="5594903"/>
              <a:ext cx="165951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7" name="rc397"/>
            <p:cNvSpPr/>
            <p:nvPr/>
          </p:nvSpPr>
          <p:spPr>
            <a:xfrm>
              <a:off x="5209770" y="5534327"/>
              <a:ext cx="165951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8" name="rc398"/>
            <p:cNvSpPr/>
            <p:nvPr/>
          </p:nvSpPr>
          <p:spPr>
            <a:xfrm>
              <a:off x="5209770" y="5534327"/>
              <a:ext cx="165951" cy="60575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9" name="rc399"/>
            <p:cNvSpPr/>
            <p:nvPr/>
          </p:nvSpPr>
          <p:spPr>
            <a:xfrm>
              <a:off x="5209770" y="5292023"/>
              <a:ext cx="165951" cy="181727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0" name="rc400"/>
            <p:cNvSpPr/>
            <p:nvPr/>
          </p:nvSpPr>
          <p:spPr>
            <a:xfrm>
              <a:off x="5209770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1" name="rc401"/>
            <p:cNvSpPr/>
            <p:nvPr/>
          </p:nvSpPr>
          <p:spPr>
            <a:xfrm>
              <a:off x="5209770" y="3898777"/>
              <a:ext cx="165951" cy="484607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rc402"/>
            <p:cNvSpPr/>
            <p:nvPr/>
          </p:nvSpPr>
          <p:spPr>
            <a:xfrm>
              <a:off x="5209770" y="5231448"/>
              <a:ext cx="165951" cy="60575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rc403"/>
            <p:cNvSpPr/>
            <p:nvPr/>
          </p:nvSpPr>
          <p:spPr>
            <a:xfrm>
              <a:off x="5209770" y="5534327"/>
              <a:ext cx="165951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rc404"/>
            <p:cNvSpPr/>
            <p:nvPr/>
          </p:nvSpPr>
          <p:spPr>
            <a:xfrm>
              <a:off x="5209770" y="5534327"/>
              <a:ext cx="165951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rc405"/>
            <p:cNvSpPr/>
            <p:nvPr/>
          </p:nvSpPr>
          <p:spPr>
            <a:xfrm>
              <a:off x="5209770" y="5594903"/>
              <a:ext cx="165951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rc406"/>
            <p:cNvSpPr/>
            <p:nvPr/>
          </p:nvSpPr>
          <p:spPr>
            <a:xfrm>
              <a:off x="5209770" y="5594903"/>
              <a:ext cx="165951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rc407"/>
            <p:cNvSpPr/>
            <p:nvPr/>
          </p:nvSpPr>
          <p:spPr>
            <a:xfrm>
              <a:off x="5209770" y="5534327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rc408"/>
            <p:cNvSpPr/>
            <p:nvPr/>
          </p:nvSpPr>
          <p:spPr>
            <a:xfrm>
              <a:off x="5209770" y="5534327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rc409"/>
            <p:cNvSpPr/>
            <p:nvPr/>
          </p:nvSpPr>
          <p:spPr>
            <a:xfrm>
              <a:off x="3135381" y="4686264"/>
              <a:ext cx="165951" cy="242303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rc410"/>
            <p:cNvSpPr/>
            <p:nvPr/>
          </p:nvSpPr>
          <p:spPr>
            <a:xfrm>
              <a:off x="3135381" y="4504536"/>
              <a:ext cx="165951" cy="181727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rc411"/>
            <p:cNvSpPr/>
            <p:nvPr/>
          </p:nvSpPr>
          <p:spPr>
            <a:xfrm>
              <a:off x="3135381" y="5594903"/>
              <a:ext cx="165951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rc412"/>
            <p:cNvSpPr/>
            <p:nvPr/>
          </p:nvSpPr>
          <p:spPr>
            <a:xfrm>
              <a:off x="3135381" y="4080505"/>
              <a:ext cx="165951" cy="424031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rc413"/>
            <p:cNvSpPr/>
            <p:nvPr/>
          </p:nvSpPr>
          <p:spPr>
            <a:xfrm>
              <a:off x="3135381" y="5534327"/>
              <a:ext cx="165951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rc414"/>
            <p:cNvSpPr/>
            <p:nvPr/>
          </p:nvSpPr>
          <p:spPr>
            <a:xfrm>
              <a:off x="3135381" y="5110296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rc415"/>
            <p:cNvSpPr/>
            <p:nvPr/>
          </p:nvSpPr>
          <p:spPr>
            <a:xfrm>
              <a:off x="3135381" y="5110296"/>
              <a:ext cx="165951" cy="60575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rc416"/>
            <p:cNvSpPr/>
            <p:nvPr/>
          </p:nvSpPr>
          <p:spPr>
            <a:xfrm>
              <a:off x="3135381" y="5292023"/>
              <a:ext cx="165951" cy="181727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rc417"/>
            <p:cNvSpPr/>
            <p:nvPr/>
          </p:nvSpPr>
          <p:spPr>
            <a:xfrm>
              <a:off x="3135381" y="5594903"/>
              <a:ext cx="165951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rc418"/>
            <p:cNvSpPr/>
            <p:nvPr/>
          </p:nvSpPr>
          <p:spPr>
            <a:xfrm>
              <a:off x="3135381" y="5473751"/>
              <a:ext cx="165951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rc419"/>
            <p:cNvSpPr/>
            <p:nvPr/>
          </p:nvSpPr>
          <p:spPr>
            <a:xfrm>
              <a:off x="3135381" y="5534327"/>
              <a:ext cx="165951" cy="60575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rc420"/>
            <p:cNvSpPr/>
            <p:nvPr/>
          </p:nvSpPr>
          <p:spPr>
            <a:xfrm>
              <a:off x="3135381" y="5049720"/>
              <a:ext cx="165951" cy="60575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rc421"/>
            <p:cNvSpPr/>
            <p:nvPr/>
          </p:nvSpPr>
          <p:spPr>
            <a:xfrm>
              <a:off x="3135381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rc422"/>
            <p:cNvSpPr/>
            <p:nvPr/>
          </p:nvSpPr>
          <p:spPr>
            <a:xfrm>
              <a:off x="3135381" y="3474745"/>
              <a:ext cx="165951" cy="605759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rc423"/>
            <p:cNvSpPr/>
            <p:nvPr/>
          </p:nvSpPr>
          <p:spPr>
            <a:xfrm>
              <a:off x="3135381" y="4928568"/>
              <a:ext cx="165951" cy="121151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rc424"/>
            <p:cNvSpPr/>
            <p:nvPr/>
          </p:nvSpPr>
          <p:spPr>
            <a:xfrm>
              <a:off x="3135381" y="5473751"/>
              <a:ext cx="165951" cy="60575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rc425"/>
            <p:cNvSpPr/>
            <p:nvPr/>
          </p:nvSpPr>
          <p:spPr>
            <a:xfrm>
              <a:off x="3135381" y="5534327"/>
              <a:ext cx="165951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rc426"/>
            <p:cNvSpPr/>
            <p:nvPr/>
          </p:nvSpPr>
          <p:spPr>
            <a:xfrm>
              <a:off x="3135381" y="5594903"/>
              <a:ext cx="165951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rc427"/>
            <p:cNvSpPr/>
            <p:nvPr/>
          </p:nvSpPr>
          <p:spPr>
            <a:xfrm>
              <a:off x="3135381" y="5594903"/>
              <a:ext cx="165951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rc428"/>
            <p:cNvSpPr/>
            <p:nvPr/>
          </p:nvSpPr>
          <p:spPr>
            <a:xfrm>
              <a:off x="3135381" y="5110296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rc429"/>
            <p:cNvSpPr/>
            <p:nvPr/>
          </p:nvSpPr>
          <p:spPr>
            <a:xfrm>
              <a:off x="3135381" y="5170872"/>
              <a:ext cx="165951" cy="121151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rc430"/>
            <p:cNvSpPr/>
            <p:nvPr/>
          </p:nvSpPr>
          <p:spPr>
            <a:xfrm>
              <a:off x="8206109" y="5594903"/>
              <a:ext cx="165951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rc431"/>
            <p:cNvSpPr/>
            <p:nvPr/>
          </p:nvSpPr>
          <p:spPr>
            <a:xfrm>
              <a:off x="8206109" y="5594903"/>
              <a:ext cx="165951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rc432"/>
            <p:cNvSpPr/>
            <p:nvPr/>
          </p:nvSpPr>
          <p:spPr>
            <a:xfrm>
              <a:off x="8206109" y="5594903"/>
              <a:ext cx="165951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rc433"/>
            <p:cNvSpPr/>
            <p:nvPr/>
          </p:nvSpPr>
          <p:spPr>
            <a:xfrm>
              <a:off x="8206109" y="5594903"/>
              <a:ext cx="165951" cy="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rc434"/>
            <p:cNvSpPr/>
            <p:nvPr/>
          </p:nvSpPr>
          <p:spPr>
            <a:xfrm>
              <a:off x="8206109" y="5594903"/>
              <a:ext cx="165951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rc435"/>
            <p:cNvSpPr/>
            <p:nvPr/>
          </p:nvSpPr>
          <p:spPr>
            <a:xfrm>
              <a:off x="8206109" y="5594903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rc436"/>
            <p:cNvSpPr/>
            <p:nvPr/>
          </p:nvSpPr>
          <p:spPr>
            <a:xfrm>
              <a:off x="8206109" y="5594903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rc437"/>
            <p:cNvSpPr/>
            <p:nvPr/>
          </p:nvSpPr>
          <p:spPr>
            <a:xfrm>
              <a:off x="8206109" y="5594903"/>
              <a:ext cx="165951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rc438"/>
            <p:cNvSpPr/>
            <p:nvPr/>
          </p:nvSpPr>
          <p:spPr>
            <a:xfrm>
              <a:off x="8206109" y="5594903"/>
              <a:ext cx="165951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rc439"/>
            <p:cNvSpPr/>
            <p:nvPr/>
          </p:nvSpPr>
          <p:spPr>
            <a:xfrm>
              <a:off x="8206109" y="5594903"/>
              <a:ext cx="165951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rc440"/>
            <p:cNvSpPr/>
            <p:nvPr/>
          </p:nvSpPr>
          <p:spPr>
            <a:xfrm>
              <a:off x="8206109" y="5594903"/>
              <a:ext cx="165951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rc441"/>
            <p:cNvSpPr/>
            <p:nvPr/>
          </p:nvSpPr>
          <p:spPr>
            <a:xfrm>
              <a:off x="8206109" y="5594903"/>
              <a:ext cx="165951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rc442"/>
            <p:cNvSpPr/>
            <p:nvPr/>
          </p:nvSpPr>
          <p:spPr>
            <a:xfrm>
              <a:off x="8206109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rc443"/>
            <p:cNvSpPr/>
            <p:nvPr/>
          </p:nvSpPr>
          <p:spPr>
            <a:xfrm>
              <a:off x="8206109" y="5594903"/>
              <a:ext cx="165951" cy="0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rc444"/>
            <p:cNvSpPr/>
            <p:nvPr/>
          </p:nvSpPr>
          <p:spPr>
            <a:xfrm>
              <a:off x="8206109" y="5594903"/>
              <a:ext cx="165951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rc445"/>
            <p:cNvSpPr/>
            <p:nvPr/>
          </p:nvSpPr>
          <p:spPr>
            <a:xfrm>
              <a:off x="8206109" y="5594903"/>
              <a:ext cx="165951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rc446"/>
            <p:cNvSpPr/>
            <p:nvPr/>
          </p:nvSpPr>
          <p:spPr>
            <a:xfrm>
              <a:off x="8206109" y="5594903"/>
              <a:ext cx="165951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rc447"/>
            <p:cNvSpPr/>
            <p:nvPr/>
          </p:nvSpPr>
          <p:spPr>
            <a:xfrm>
              <a:off x="8206109" y="5594903"/>
              <a:ext cx="165951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rc448"/>
            <p:cNvSpPr/>
            <p:nvPr/>
          </p:nvSpPr>
          <p:spPr>
            <a:xfrm>
              <a:off x="8206109" y="5594903"/>
              <a:ext cx="165951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rc449"/>
            <p:cNvSpPr/>
            <p:nvPr/>
          </p:nvSpPr>
          <p:spPr>
            <a:xfrm>
              <a:off x="8206109" y="5594903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rc450"/>
            <p:cNvSpPr/>
            <p:nvPr/>
          </p:nvSpPr>
          <p:spPr>
            <a:xfrm>
              <a:off x="8206109" y="5594903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rc451"/>
            <p:cNvSpPr/>
            <p:nvPr/>
          </p:nvSpPr>
          <p:spPr>
            <a:xfrm>
              <a:off x="5901233" y="5170872"/>
              <a:ext cx="165951" cy="181727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rc452"/>
            <p:cNvSpPr/>
            <p:nvPr/>
          </p:nvSpPr>
          <p:spPr>
            <a:xfrm>
              <a:off x="5901233" y="5110296"/>
              <a:ext cx="165951" cy="60575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rc453"/>
            <p:cNvSpPr/>
            <p:nvPr/>
          </p:nvSpPr>
          <p:spPr>
            <a:xfrm>
              <a:off x="5901233" y="5594903"/>
              <a:ext cx="165951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rc454"/>
            <p:cNvSpPr/>
            <p:nvPr/>
          </p:nvSpPr>
          <p:spPr>
            <a:xfrm>
              <a:off x="5901233" y="4867992"/>
              <a:ext cx="165951" cy="24230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rc455"/>
            <p:cNvSpPr/>
            <p:nvPr/>
          </p:nvSpPr>
          <p:spPr>
            <a:xfrm>
              <a:off x="5901233" y="5534327"/>
              <a:ext cx="165951" cy="60575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rc456"/>
            <p:cNvSpPr/>
            <p:nvPr/>
          </p:nvSpPr>
          <p:spPr>
            <a:xfrm>
              <a:off x="5901233" y="5473751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rc457"/>
            <p:cNvSpPr/>
            <p:nvPr/>
          </p:nvSpPr>
          <p:spPr>
            <a:xfrm>
              <a:off x="5901233" y="5473751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rc458"/>
            <p:cNvSpPr/>
            <p:nvPr/>
          </p:nvSpPr>
          <p:spPr>
            <a:xfrm>
              <a:off x="5901233" y="5473751"/>
              <a:ext cx="165951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9" name="rc459"/>
            <p:cNvSpPr/>
            <p:nvPr/>
          </p:nvSpPr>
          <p:spPr>
            <a:xfrm>
              <a:off x="5901233" y="5594903"/>
              <a:ext cx="165951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0" name="rc460"/>
            <p:cNvSpPr/>
            <p:nvPr/>
          </p:nvSpPr>
          <p:spPr>
            <a:xfrm>
              <a:off x="5901233" y="5473751"/>
              <a:ext cx="165951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1" name="rc461"/>
            <p:cNvSpPr/>
            <p:nvPr/>
          </p:nvSpPr>
          <p:spPr>
            <a:xfrm>
              <a:off x="5901233" y="5594903"/>
              <a:ext cx="165951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2" name="rc462"/>
            <p:cNvSpPr/>
            <p:nvPr/>
          </p:nvSpPr>
          <p:spPr>
            <a:xfrm>
              <a:off x="5901233" y="5352599"/>
              <a:ext cx="165951" cy="121151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3" name="rc463"/>
            <p:cNvSpPr/>
            <p:nvPr/>
          </p:nvSpPr>
          <p:spPr>
            <a:xfrm>
              <a:off x="5901233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4" name="rc464"/>
            <p:cNvSpPr/>
            <p:nvPr/>
          </p:nvSpPr>
          <p:spPr>
            <a:xfrm>
              <a:off x="5901233" y="4141081"/>
              <a:ext cx="165951" cy="726911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5" name="rc465"/>
            <p:cNvSpPr/>
            <p:nvPr/>
          </p:nvSpPr>
          <p:spPr>
            <a:xfrm>
              <a:off x="5901233" y="5352599"/>
              <a:ext cx="165951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6" name="rc466"/>
            <p:cNvSpPr/>
            <p:nvPr/>
          </p:nvSpPr>
          <p:spPr>
            <a:xfrm>
              <a:off x="5901233" y="5473751"/>
              <a:ext cx="165951" cy="60575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7" name="rc467"/>
            <p:cNvSpPr/>
            <p:nvPr/>
          </p:nvSpPr>
          <p:spPr>
            <a:xfrm>
              <a:off x="5901233" y="5594903"/>
              <a:ext cx="165951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8" name="rc468"/>
            <p:cNvSpPr/>
            <p:nvPr/>
          </p:nvSpPr>
          <p:spPr>
            <a:xfrm>
              <a:off x="5901233" y="5594903"/>
              <a:ext cx="165951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9" name="rc469"/>
            <p:cNvSpPr/>
            <p:nvPr/>
          </p:nvSpPr>
          <p:spPr>
            <a:xfrm>
              <a:off x="5901233" y="5594903"/>
              <a:ext cx="165951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0" name="rc470"/>
            <p:cNvSpPr/>
            <p:nvPr/>
          </p:nvSpPr>
          <p:spPr>
            <a:xfrm>
              <a:off x="5901233" y="5473751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1" name="rc471"/>
            <p:cNvSpPr/>
            <p:nvPr/>
          </p:nvSpPr>
          <p:spPr>
            <a:xfrm>
              <a:off x="5901233" y="5473751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2" name="rc472"/>
            <p:cNvSpPr/>
            <p:nvPr/>
          </p:nvSpPr>
          <p:spPr>
            <a:xfrm>
              <a:off x="4979282" y="5049720"/>
              <a:ext cx="165951" cy="60575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3" name="rc473"/>
            <p:cNvSpPr/>
            <p:nvPr/>
          </p:nvSpPr>
          <p:spPr>
            <a:xfrm>
              <a:off x="4979282" y="5049720"/>
              <a:ext cx="165951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4" name="rc474"/>
            <p:cNvSpPr/>
            <p:nvPr/>
          </p:nvSpPr>
          <p:spPr>
            <a:xfrm>
              <a:off x="4979282" y="5594903"/>
              <a:ext cx="165951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5" name="rc475"/>
            <p:cNvSpPr/>
            <p:nvPr/>
          </p:nvSpPr>
          <p:spPr>
            <a:xfrm>
              <a:off x="4979282" y="4989144"/>
              <a:ext cx="165951" cy="60575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6" name="rc476"/>
            <p:cNvSpPr/>
            <p:nvPr/>
          </p:nvSpPr>
          <p:spPr>
            <a:xfrm>
              <a:off x="4979282" y="5473751"/>
              <a:ext cx="165951" cy="60575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7" name="rc477"/>
            <p:cNvSpPr/>
            <p:nvPr/>
          </p:nvSpPr>
          <p:spPr>
            <a:xfrm>
              <a:off x="4979282" y="5231448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8" name="rc478"/>
            <p:cNvSpPr/>
            <p:nvPr/>
          </p:nvSpPr>
          <p:spPr>
            <a:xfrm>
              <a:off x="4979282" y="5231448"/>
              <a:ext cx="165951" cy="121151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9" name="rc479"/>
            <p:cNvSpPr/>
            <p:nvPr/>
          </p:nvSpPr>
          <p:spPr>
            <a:xfrm>
              <a:off x="4979282" y="5352599"/>
              <a:ext cx="165951" cy="60575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0" name="rc480"/>
            <p:cNvSpPr/>
            <p:nvPr/>
          </p:nvSpPr>
          <p:spPr>
            <a:xfrm>
              <a:off x="4979282" y="5594903"/>
              <a:ext cx="165951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1" name="rc481"/>
            <p:cNvSpPr/>
            <p:nvPr/>
          </p:nvSpPr>
          <p:spPr>
            <a:xfrm>
              <a:off x="4979282" y="5413175"/>
              <a:ext cx="165951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2" name="rc482"/>
            <p:cNvSpPr/>
            <p:nvPr/>
          </p:nvSpPr>
          <p:spPr>
            <a:xfrm>
              <a:off x="4979282" y="5594903"/>
              <a:ext cx="165951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rc483"/>
            <p:cNvSpPr/>
            <p:nvPr/>
          </p:nvSpPr>
          <p:spPr>
            <a:xfrm>
              <a:off x="4979282" y="5170872"/>
              <a:ext cx="165951" cy="60575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rc484"/>
            <p:cNvSpPr/>
            <p:nvPr/>
          </p:nvSpPr>
          <p:spPr>
            <a:xfrm>
              <a:off x="4979282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5" name="rc485"/>
            <p:cNvSpPr/>
            <p:nvPr/>
          </p:nvSpPr>
          <p:spPr>
            <a:xfrm>
              <a:off x="4979282" y="3717049"/>
              <a:ext cx="165951" cy="1272094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6" name="rc486"/>
            <p:cNvSpPr/>
            <p:nvPr/>
          </p:nvSpPr>
          <p:spPr>
            <a:xfrm>
              <a:off x="4979282" y="5110296"/>
              <a:ext cx="165951" cy="60575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7" name="rc487"/>
            <p:cNvSpPr/>
            <p:nvPr/>
          </p:nvSpPr>
          <p:spPr>
            <a:xfrm>
              <a:off x="4979282" y="5413175"/>
              <a:ext cx="165951" cy="60575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8" name="rc488"/>
            <p:cNvSpPr/>
            <p:nvPr/>
          </p:nvSpPr>
          <p:spPr>
            <a:xfrm>
              <a:off x="4979282" y="5534327"/>
              <a:ext cx="165951" cy="60575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9" name="rc489"/>
            <p:cNvSpPr/>
            <p:nvPr/>
          </p:nvSpPr>
          <p:spPr>
            <a:xfrm>
              <a:off x="4979282" y="5594903"/>
              <a:ext cx="165951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0" name="rc490"/>
            <p:cNvSpPr/>
            <p:nvPr/>
          </p:nvSpPr>
          <p:spPr>
            <a:xfrm>
              <a:off x="4979282" y="5594903"/>
              <a:ext cx="165951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1" name="rc491"/>
            <p:cNvSpPr/>
            <p:nvPr/>
          </p:nvSpPr>
          <p:spPr>
            <a:xfrm>
              <a:off x="4979282" y="5231448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2" name="rc492"/>
            <p:cNvSpPr/>
            <p:nvPr/>
          </p:nvSpPr>
          <p:spPr>
            <a:xfrm>
              <a:off x="4979282" y="5352599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3" name="rc493"/>
            <p:cNvSpPr/>
            <p:nvPr/>
          </p:nvSpPr>
          <p:spPr>
            <a:xfrm>
              <a:off x="1291480" y="4504536"/>
              <a:ext cx="165951" cy="3028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4" name="rc494"/>
            <p:cNvSpPr/>
            <p:nvPr/>
          </p:nvSpPr>
          <p:spPr>
            <a:xfrm>
              <a:off x="1291480" y="4262233"/>
              <a:ext cx="165951" cy="242303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5" name="rc495"/>
            <p:cNvSpPr/>
            <p:nvPr/>
          </p:nvSpPr>
          <p:spPr>
            <a:xfrm>
              <a:off x="1291480" y="5534327"/>
              <a:ext cx="165951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" name="rc496"/>
            <p:cNvSpPr/>
            <p:nvPr/>
          </p:nvSpPr>
          <p:spPr>
            <a:xfrm>
              <a:off x="1291480" y="3595897"/>
              <a:ext cx="165951" cy="666335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" name="rc497"/>
            <p:cNvSpPr/>
            <p:nvPr/>
          </p:nvSpPr>
          <p:spPr>
            <a:xfrm>
              <a:off x="1291480" y="5292023"/>
              <a:ext cx="165951" cy="60575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" name="rc498"/>
            <p:cNvSpPr/>
            <p:nvPr/>
          </p:nvSpPr>
          <p:spPr>
            <a:xfrm>
              <a:off x="1291480" y="4989144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9" name="rc499"/>
            <p:cNvSpPr/>
            <p:nvPr/>
          </p:nvSpPr>
          <p:spPr>
            <a:xfrm>
              <a:off x="1291480" y="4989144"/>
              <a:ext cx="165951" cy="60575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0" name="rc500"/>
            <p:cNvSpPr/>
            <p:nvPr/>
          </p:nvSpPr>
          <p:spPr>
            <a:xfrm>
              <a:off x="1291480" y="5110296"/>
              <a:ext cx="165951" cy="121151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1" name="rc501"/>
            <p:cNvSpPr/>
            <p:nvPr/>
          </p:nvSpPr>
          <p:spPr>
            <a:xfrm>
              <a:off x="1291480" y="5534327"/>
              <a:ext cx="165951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rc502"/>
            <p:cNvSpPr/>
            <p:nvPr/>
          </p:nvSpPr>
          <p:spPr>
            <a:xfrm>
              <a:off x="1291480" y="5231448"/>
              <a:ext cx="165951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rc503"/>
            <p:cNvSpPr/>
            <p:nvPr/>
          </p:nvSpPr>
          <p:spPr>
            <a:xfrm>
              <a:off x="1291480" y="5352599"/>
              <a:ext cx="165951" cy="60575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rc504"/>
            <p:cNvSpPr/>
            <p:nvPr/>
          </p:nvSpPr>
          <p:spPr>
            <a:xfrm>
              <a:off x="1291480" y="4928568"/>
              <a:ext cx="165951" cy="60575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rc505"/>
            <p:cNvSpPr/>
            <p:nvPr/>
          </p:nvSpPr>
          <p:spPr>
            <a:xfrm>
              <a:off x="1291480" y="5534327"/>
              <a:ext cx="165951" cy="60575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rc506"/>
            <p:cNvSpPr/>
            <p:nvPr/>
          </p:nvSpPr>
          <p:spPr>
            <a:xfrm>
              <a:off x="1291480" y="2020923"/>
              <a:ext cx="165951" cy="1574974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rc507"/>
            <p:cNvSpPr/>
            <p:nvPr/>
          </p:nvSpPr>
          <p:spPr>
            <a:xfrm>
              <a:off x="1291480" y="4807416"/>
              <a:ext cx="165951" cy="121151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rc508"/>
            <p:cNvSpPr/>
            <p:nvPr/>
          </p:nvSpPr>
          <p:spPr>
            <a:xfrm>
              <a:off x="1291480" y="5231448"/>
              <a:ext cx="165951" cy="60575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rc509"/>
            <p:cNvSpPr/>
            <p:nvPr/>
          </p:nvSpPr>
          <p:spPr>
            <a:xfrm>
              <a:off x="1291480" y="5352599"/>
              <a:ext cx="165951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rc510"/>
            <p:cNvSpPr/>
            <p:nvPr/>
          </p:nvSpPr>
          <p:spPr>
            <a:xfrm>
              <a:off x="1291480" y="5413175"/>
              <a:ext cx="165951" cy="121151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rc511"/>
            <p:cNvSpPr/>
            <p:nvPr/>
          </p:nvSpPr>
          <p:spPr>
            <a:xfrm>
              <a:off x="1291480" y="5413175"/>
              <a:ext cx="165951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rc512"/>
            <p:cNvSpPr/>
            <p:nvPr/>
          </p:nvSpPr>
          <p:spPr>
            <a:xfrm>
              <a:off x="1291480" y="4989144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rc513"/>
            <p:cNvSpPr/>
            <p:nvPr/>
          </p:nvSpPr>
          <p:spPr>
            <a:xfrm>
              <a:off x="1291480" y="5049720"/>
              <a:ext cx="165951" cy="60575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rc514"/>
            <p:cNvSpPr/>
            <p:nvPr/>
          </p:nvSpPr>
          <p:spPr>
            <a:xfrm>
              <a:off x="4518307" y="5049720"/>
              <a:ext cx="165951" cy="60575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rc515"/>
            <p:cNvSpPr/>
            <p:nvPr/>
          </p:nvSpPr>
          <p:spPr>
            <a:xfrm>
              <a:off x="4518307" y="4807416"/>
              <a:ext cx="165951" cy="242303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rc516"/>
            <p:cNvSpPr/>
            <p:nvPr/>
          </p:nvSpPr>
          <p:spPr>
            <a:xfrm>
              <a:off x="4518307" y="5594903"/>
              <a:ext cx="165951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rc517"/>
            <p:cNvSpPr/>
            <p:nvPr/>
          </p:nvSpPr>
          <p:spPr>
            <a:xfrm>
              <a:off x="4518307" y="4565112"/>
              <a:ext cx="165951" cy="24230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rc518"/>
            <p:cNvSpPr/>
            <p:nvPr/>
          </p:nvSpPr>
          <p:spPr>
            <a:xfrm>
              <a:off x="4518307" y="5534327"/>
              <a:ext cx="165951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rc519"/>
            <p:cNvSpPr/>
            <p:nvPr/>
          </p:nvSpPr>
          <p:spPr>
            <a:xfrm>
              <a:off x="4518307" y="5292023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rc520"/>
            <p:cNvSpPr/>
            <p:nvPr/>
          </p:nvSpPr>
          <p:spPr>
            <a:xfrm>
              <a:off x="4518307" y="5292023"/>
              <a:ext cx="165951" cy="121151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rc521"/>
            <p:cNvSpPr/>
            <p:nvPr/>
          </p:nvSpPr>
          <p:spPr>
            <a:xfrm>
              <a:off x="4518307" y="5413175"/>
              <a:ext cx="165951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rc522"/>
            <p:cNvSpPr/>
            <p:nvPr/>
          </p:nvSpPr>
          <p:spPr>
            <a:xfrm>
              <a:off x="4518307" y="5594903"/>
              <a:ext cx="165951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rc523"/>
            <p:cNvSpPr/>
            <p:nvPr/>
          </p:nvSpPr>
          <p:spPr>
            <a:xfrm>
              <a:off x="4518307" y="5413175"/>
              <a:ext cx="165951" cy="60575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rc524"/>
            <p:cNvSpPr/>
            <p:nvPr/>
          </p:nvSpPr>
          <p:spPr>
            <a:xfrm>
              <a:off x="4518307" y="5594903"/>
              <a:ext cx="165951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rc525"/>
            <p:cNvSpPr/>
            <p:nvPr/>
          </p:nvSpPr>
          <p:spPr>
            <a:xfrm>
              <a:off x="4518307" y="5231448"/>
              <a:ext cx="165951" cy="60575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rc526"/>
            <p:cNvSpPr/>
            <p:nvPr/>
          </p:nvSpPr>
          <p:spPr>
            <a:xfrm>
              <a:off x="4518307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rc527"/>
            <p:cNvSpPr/>
            <p:nvPr/>
          </p:nvSpPr>
          <p:spPr>
            <a:xfrm>
              <a:off x="4518307" y="3717049"/>
              <a:ext cx="165951" cy="848063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rc528"/>
            <p:cNvSpPr/>
            <p:nvPr/>
          </p:nvSpPr>
          <p:spPr>
            <a:xfrm>
              <a:off x="4518307" y="5110296"/>
              <a:ext cx="165951" cy="121151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rc529"/>
            <p:cNvSpPr/>
            <p:nvPr/>
          </p:nvSpPr>
          <p:spPr>
            <a:xfrm>
              <a:off x="4518307" y="5473751"/>
              <a:ext cx="165951" cy="60575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rc530"/>
            <p:cNvSpPr/>
            <p:nvPr/>
          </p:nvSpPr>
          <p:spPr>
            <a:xfrm>
              <a:off x="4518307" y="5534327"/>
              <a:ext cx="165951" cy="60575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rc531"/>
            <p:cNvSpPr/>
            <p:nvPr/>
          </p:nvSpPr>
          <p:spPr>
            <a:xfrm>
              <a:off x="4518307" y="5594903"/>
              <a:ext cx="165951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rc532"/>
            <p:cNvSpPr/>
            <p:nvPr/>
          </p:nvSpPr>
          <p:spPr>
            <a:xfrm>
              <a:off x="4518307" y="5594903"/>
              <a:ext cx="165951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rc533"/>
            <p:cNvSpPr/>
            <p:nvPr/>
          </p:nvSpPr>
          <p:spPr>
            <a:xfrm>
              <a:off x="4518307" y="5292023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rc534"/>
            <p:cNvSpPr/>
            <p:nvPr/>
          </p:nvSpPr>
          <p:spPr>
            <a:xfrm>
              <a:off x="4518307" y="5413175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rc535"/>
            <p:cNvSpPr/>
            <p:nvPr/>
          </p:nvSpPr>
          <p:spPr>
            <a:xfrm>
              <a:off x="5670745" y="5352599"/>
              <a:ext cx="165951" cy="60575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rc536"/>
            <p:cNvSpPr/>
            <p:nvPr/>
          </p:nvSpPr>
          <p:spPr>
            <a:xfrm>
              <a:off x="5670745" y="5231448"/>
              <a:ext cx="165951" cy="12115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rc537"/>
            <p:cNvSpPr/>
            <p:nvPr/>
          </p:nvSpPr>
          <p:spPr>
            <a:xfrm>
              <a:off x="5670745" y="5594903"/>
              <a:ext cx="165951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rc538"/>
            <p:cNvSpPr/>
            <p:nvPr/>
          </p:nvSpPr>
          <p:spPr>
            <a:xfrm>
              <a:off x="5670745" y="5110296"/>
              <a:ext cx="165951" cy="121151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rc539"/>
            <p:cNvSpPr/>
            <p:nvPr/>
          </p:nvSpPr>
          <p:spPr>
            <a:xfrm>
              <a:off x="5670745" y="5534327"/>
              <a:ext cx="165951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rc540"/>
            <p:cNvSpPr/>
            <p:nvPr/>
          </p:nvSpPr>
          <p:spPr>
            <a:xfrm>
              <a:off x="5670745" y="5413175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rc541"/>
            <p:cNvSpPr/>
            <p:nvPr/>
          </p:nvSpPr>
          <p:spPr>
            <a:xfrm>
              <a:off x="5670745" y="5413175"/>
              <a:ext cx="165951" cy="60575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rc542"/>
            <p:cNvSpPr/>
            <p:nvPr/>
          </p:nvSpPr>
          <p:spPr>
            <a:xfrm>
              <a:off x="5670745" y="5473751"/>
              <a:ext cx="165951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rc543"/>
            <p:cNvSpPr/>
            <p:nvPr/>
          </p:nvSpPr>
          <p:spPr>
            <a:xfrm>
              <a:off x="5670745" y="5594903"/>
              <a:ext cx="165951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rc544"/>
            <p:cNvSpPr/>
            <p:nvPr/>
          </p:nvSpPr>
          <p:spPr>
            <a:xfrm>
              <a:off x="5670745" y="5473751"/>
              <a:ext cx="165951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rc545"/>
            <p:cNvSpPr/>
            <p:nvPr/>
          </p:nvSpPr>
          <p:spPr>
            <a:xfrm>
              <a:off x="5670745" y="5534327"/>
              <a:ext cx="165951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rc546"/>
            <p:cNvSpPr/>
            <p:nvPr/>
          </p:nvSpPr>
          <p:spPr>
            <a:xfrm>
              <a:off x="5670745" y="5413175"/>
              <a:ext cx="165951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rc547"/>
            <p:cNvSpPr/>
            <p:nvPr/>
          </p:nvSpPr>
          <p:spPr>
            <a:xfrm>
              <a:off x="5670745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rc548"/>
            <p:cNvSpPr/>
            <p:nvPr/>
          </p:nvSpPr>
          <p:spPr>
            <a:xfrm>
              <a:off x="5670745" y="4080505"/>
              <a:ext cx="165951" cy="1029790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rc549"/>
            <p:cNvSpPr/>
            <p:nvPr/>
          </p:nvSpPr>
          <p:spPr>
            <a:xfrm>
              <a:off x="5670745" y="5413175"/>
              <a:ext cx="165951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rc550"/>
            <p:cNvSpPr/>
            <p:nvPr/>
          </p:nvSpPr>
          <p:spPr>
            <a:xfrm>
              <a:off x="5670745" y="5473751"/>
              <a:ext cx="165951" cy="60575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rc551"/>
            <p:cNvSpPr/>
            <p:nvPr/>
          </p:nvSpPr>
          <p:spPr>
            <a:xfrm>
              <a:off x="5670745" y="5534327"/>
              <a:ext cx="165951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rc552"/>
            <p:cNvSpPr/>
            <p:nvPr/>
          </p:nvSpPr>
          <p:spPr>
            <a:xfrm>
              <a:off x="5670745" y="5594903"/>
              <a:ext cx="165951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rc553"/>
            <p:cNvSpPr/>
            <p:nvPr/>
          </p:nvSpPr>
          <p:spPr>
            <a:xfrm>
              <a:off x="5670745" y="5534327"/>
              <a:ext cx="165951" cy="60575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rc554"/>
            <p:cNvSpPr/>
            <p:nvPr/>
          </p:nvSpPr>
          <p:spPr>
            <a:xfrm>
              <a:off x="5670745" y="5413175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5" name="rc555"/>
            <p:cNvSpPr/>
            <p:nvPr/>
          </p:nvSpPr>
          <p:spPr>
            <a:xfrm>
              <a:off x="5670745" y="5473751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6" name="rc556"/>
            <p:cNvSpPr/>
            <p:nvPr/>
          </p:nvSpPr>
          <p:spPr>
            <a:xfrm>
              <a:off x="7514646" y="5231448"/>
              <a:ext cx="165951" cy="60575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7" name="rc557"/>
            <p:cNvSpPr/>
            <p:nvPr/>
          </p:nvSpPr>
          <p:spPr>
            <a:xfrm>
              <a:off x="7514646" y="5231448"/>
              <a:ext cx="165951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8" name="rc558"/>
            <p:cNvSpPr/>
            <p:nvPr/>
          </p:nvSpPr>
          <p:spPr>
            <a:xfrm>
              <a:off x="7514646" y="5594903"/>
              <a:ext cx="165951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9" name="rc559"/>
            <p:cNvSpPr/>
            <p:nvPr/>
          </p:nvSpPr>
          <p:spPr>
            <a:xfrm>
              <a:off x="7514646" y="5170872"/>
              <a:ext cx="165951" cy="60575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0" name="rc560"/>
            <p:cNvSpPr/>
            <p:nvPr/>
          </p:nvSpPr>
          <p:spPr>
            <a:xfrm>
              <a:off x="7514646" y="5594903"/>
              <a:ext cx="165951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1" name="rc561"/>
            <p:cNvSpPr/>
            <p:nvPr/>
          </p:nvSpPr>
          <p:spPr>
            <a:xfrm>
              <a:off x="7514646" y="5413175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2" name="rc562"/>
            <p:cNvSpPr/>
            <p:nvPr/>
          </p:nvSpPr>
          <p:spPr>
            <a:xfrm>
              <a:off x="7514646" y="5473751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3" name="rc563"/>
            <p:cNvSpPr/>
            <p:nvPr/>
          </p:nvSpPr>
          <p:spPr>
            <a:xfrm>
              <a:off x="7514646" y="5473751"/>
              <a:ext cx="165951" cy="60575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4" name="rc564"/>
            <p:cNvSpPr/>
            <p:nvPr/>
          </p:nvSpPr>
          <p:spPr>
            <a:xfrm>
              <a:off x="7514646" y="5594903"/>
              <a:ext cx="165951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5" name="rc565"/>
            <p:cNvSpPr/>
            <p:nvPr/>
          </p:nvSpPr>
          <p:spPr>
            <a:xfrm>
              <a:off x="7514646" y="5534327"/>
              <a:ext cx="165951" cy="60575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6" name="rc566"/>
            <p:cNvSpPr/>
            <p:nvPr/>
          </p:nvSpPr>
          <p:spPr>
            <a:xfrm>
              <a:off x="7514646" y="5594903"/>
              <a:ext cx="165951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7" name="rc567"/>
            <p:cNvSpPr/>
            <p:nvPr/>
          </p:nvSpPr>
          <p:spPr>
            <a:xfrm>
              <a:off x="7514646" y="5352599"/>
              <a:ext cx="165951" cy="60575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8" name="rc568"/>
            <p:cNvSpPr/>
            <p:nvPr/>
          </p:nvSpPr>
          <p:spPr>
            <a:xfrm>
              <a:off x="7514646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9" name="rc569"/>
            <p:cNvSpPr/>
            <p:nvPr/>
          </p:nvSpPr>
          <p:spPr>
            <a:xfrm>
              <a:off x="7514646" y="4928568"/>
              <a:ext cx="165951" cy="242303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rc570"/>
            <p:cNvSpPr/>
            <p:nvPr/>
          </p:nvSpPr>
          <p:spPr>
            <a:xfrm>
              <a:off x="7514646" y="5292023"/>
              <a:ext cx="165951" cy="60575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1" name="rc571"/>
            <p:cNvSpPr/>
            <p:nvPr/>
          </p:nvSpPr>
          <p:spPr>
            <a:xfrm>
              <a:off x="7514646" y="5594903"/>
              <a:ext cx="165951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2" name="rc572"/>
            <p:cNvSpPr/>
            <p:nvPr/>
          </p:nvSpPr>
          <p:spPr>
            <a:xfrm>
              <a:off x="7514646" y="5594903"/>
              <a:ext cx="165951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rc573"/>
            <p:cNvSpPr/>
            <p:nvPr/>
          </p:nvSpPr>
          <p:spPr>
            <a:xfrm>
              <a:off x="7514646" y="5594903"/>
              <a:ext cx="165951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rc574"/>
            <p:cNvSpPr/>
            <p:nvPr/>
          </p:nvSpPr>
          <p:spPr>
            <a:xfrm>
              <a:off x="7514646" y="5594903"/>
              <a:ext cx="165951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rc575"/>
            <p:cNvSpPr/>
            <p:nvPr/>
          </p:nvSpPr>
          <p:spPr>
            <a:xfrm>
              <a:off x="7514646" y="5413175"/>
              <a:ext cx="165951" cy="60575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rc576"/>
            <p:cNvSpPr/>
            <p:nvPr/>
          </p:nvSpPr>
          <p:spPr>
            <a:xfrm>
              <a:off x="7514646" y="5473751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7" name="rc577"/>
            <p:cNvSpPr/>
            <p:nvPr/>
          </p:nvSpPr>
          <p:spPr>
            <a:xfrm>
              <a:off x="3596357" y="4989144"/>
              <a:ext cx="165951" cy="60575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8" name="rc578"/>
            <p:cNvSpPr/>
            <p:nvPr/>
          </p:nvSpPr>
          <p:spPr>
            <a:xfrm>
              <a:off x="3596357" y="4867992"/>
              <a:ext cx="165951" cy="12115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9" name="rc579"/>
            <p:cNvSpPr/>
            <p:nvPr/>
          </p:nvSpPr>
          <p:spPr>
            <a:xfrm>
              <a:off x="3596357" y="5594903"/>
              <a:ext cx="165951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0" name="rc580"/>
            <p:cNvSpPr/>
            <p:nvPr/>
          </p:nvSpPr>
          <p:spPr>
            <a:xfrm>
              <a:off x="3596357" y="4443960"/>
              <a:ext cx="165951" cy="424031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1" name="rc581"/>
            <p:cNvSpPr/>
            <p:nvPr/>
          </p:nvSpPr>
          <p:spPr>
            <a:xfrm>
              <a:off x="3596357" y="5413175"/>
              <a:ext cx="165951" cy="60575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2" name="rc582"/>
            <p:cNvSpPr/>
            <p:nvPr/>
          </p:nvSpPr>
          <p:spPr>
            <a:xfrm>
              <a:off x="3596357" y="5292023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3" name="rc583"/>
            <p:cNvSpPr/>
            <p:nvPr/>
          </p:nvSpPr>
          <p:spPr>
            <a:xfrm>
              <a:off x="3596357" y="5292023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4" name="rc584"/>
            <p:cNvSpPr/>
            <p:nvPr/>
          </p:nvSpPr>
          <p:spPr>
            <a:xfrm>
              <a:off x="3596357" y="5292023"/>
              <a:ext cx="165951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5" name="rc585"/>
            <p:cNvSpPr/>
            <p:nvPr/>
          </p:nvSpPr>
          <p:spPr>
            <a:xfrm>
              <a:off x="3596357" y="5594903"/>
              <a:ext cx="165951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6" name="rc586"/>
            <p:cNvSpPr/>
            <p:nvPr/>
          </p:nvSpPr>
          <p:spPr>
            <a:xfrm>
              <a:off x="3596357" y="5292023"/>
              <a:ext cx="165951" cy="60575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7" name="rc587"/>
            <p:cNvSpPr/>
            <p:nvPr/>
          </p:nvSpPr>
          <p:spPr>
            <a:xfrm>
              <a:off x="3596357" y="5534327"/>
              <a:ext cx="165951" cy="60575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8" name="rc588"/>
            <p:cNvSpPr/>
            <p:nvPr/>
          </p:nvSpPr>
          <p:spPr>
            <a:xfrm>
              <a:off x="3596357" y="5170872"/>
              <a:ext cx="165951" cy="121151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9" name="rc589"/>
            <p:cNvSpPr/>
            <p:nvPr/>
          </p:nvSpPr>
          <p:spPr>
            <a:xfrm>
              <a:off x="3596357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0" name="rc590"/>
            <p:cNvSpPr/>
            <p:nvPr/>
          </p:nvSpPr>
          <p:spPr>
            <a:xfrm>
              <a:off x="3596357" y="3474745"/>
              <a:ext cx="165951" cy="969214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1" name="rc591"/>
            <p:cNvSpPr/>
            <p:nvPr/>
          </p:nvSpPr>
          <p:spPr>
            <a:xfrm>
              <a:off x="3596357" y="5049720"/>
              <a:ext cx="165951" cy="121151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2" name="rc592"/>
            <p:cNvSpPr/>
            <p:nvPr/>
          </p:nvSpPr>
          <p:spPr>
            <a:xfrm>
              <a:off x="3596357" y="5352599"/>
              <a:ext cx="165951" cy="60575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3" name="rc593"/>
            <p:cNvSpPr/>
            <p:nvPr/>
          </p:nvSpPr>
          <p:spPr>
            <a:xfrm>
              <a:off x="3596357" y="5473751"/>
              <a:ext cx="165951" cy="60575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4" name="rc594"/>
            <p:cNvSpPr/>
            <p:nvPr/>
          </p:nvSpPr>
          <p:spPr>
            <a:xfrm>
              <a:off x="3596357" y="5594903"/>
              <a:ext cx="165951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5" name="rc595"/>
            <p:cNvSpPr/>
            <p:nvPr/>
          </p:nvSpPr>
          <p:spPr>
            <a:xfrm>
              <a:off x="3596357" y="5594903"/>
              <a:ext cx="165951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6" name="rc596"/>
            <p:cNvSpPr/>
            <p:nvPr/>
          </p:nvSpPr>
          <p:spPr>
            <a:xfrm>
              <a:off x="3596357" y="5292023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7" name="rc597"/>
            <p:cNvSpPr/>
            <p:nvPr/>
          </p:nvSpPr>
          <p:spPr>
            <a:xfrm>
              <a:off x="3596357" y="5292023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8" name="rc598"/>
            <p:cNvSpPr/>
            <p:nvPr/>
          </p:nvSpPr>
          <p:spPr>
            <a:xfrm>
              <a:off x="7975622" y="5534327"/>
              <a:ext cx="165951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9" name="rc599"/>
            <p:cNvSpPr/>
            <p:nvPr/>
          </p:nvSpPr>
          <p:spPr>
            <a:xfrm>
              <a:off x="7975622" y="5534327"/>
              <a:ext cx="165951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0" name="rc600"/>
            <p:cNvSpPr/>
            <p:nvPr/>
          </p:nvSpPr>
          <p:spPr>
            <a:xfrm>
              <a:off x="7975622" y="5594903"/>
              <a:ext cx="165951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1" name="rc601"/>
            <p:cNvSpPr/>
            <p:nvPr/>
          </p:nvSpPr>
          <p:spPr>
            <a:xfrm>
              <a:off x="7975622" y="5534327"/>
              <a:ext cx="165951" cy="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2" name="rc602"/>
            <p:cNvSpPr/>
            <p:nvPr/>
          </p:nvSpPr>
          <p:spPr>
            <a:xfrm>
              <a:off x="7975622" y="5594903"/>
              <a:ext cx="165951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3" name="rc603"/>
            <p:cNvSpPr/>
            <p:nvPr/>
          </p:nvSpPr>
          <p:spPr>
            <a:xfrm>
              <a:off x="7975622" y="5534327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4" name="rc604"/>
            <p:cNvSpPr/>
            <p:nvPr/>
          </p:nvSpPr>
          <p:spPr>
            <a:xfrm>
              <a:off x="7975622" y="5534327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rc605"/>
            <p:cNvSpPr/>
            <p:nvPr/>
          </p:nvSpPr>
          <p:spPr>
            <a:xfrm>
              <a:off x="7975622" y="5594903"/>
              <a:ext cx="165951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6" name="rc606"/>
            <p:cNvSpPr/>
            <p:nvPr/>
          </p:nvSpPr>
          <p:spPr>
            <a:xfrm>
              <a:off x="7975622" y="5594903"/>
              <a:ext cx="165951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rc607"/>
            <p:cNvSpPr/>
            <p:nvPr/>
          </p:nvSpPr>
          <p:spPr>
            <a:xfrm>
              <a:off x="7975622" y="5594903"/>
              <a:ext cx="165951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rc608"/>
            <p:cNvSpPr/>
            <p:nvPr/>
          </p:nvSpPr>
          <p:spPr>
            <a:xfrm>
              <a:off x="7975622" y="5594903"/>
              <a:ext cx="165951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rc609"/>
            <p:cNvSpPr/>
            <p:nvPr/>
          </p:nvSpPr>
          <p:spPr>
            <a:xfrm>
              <a:off x="7975622" y="5534327"/>
              <a:ext cx="165951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rc610"/>
            <p:cNvSpPr/>
            <p:nvPr/>
          </p:nvSpPr>
          <p:spPr>
            <a:xfrm>
              <a:off x="7975622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rc611"/>
            <p:cNvSpPr/>
            <p:nvPr/>
          </p:nvSpPr>
          <p:spPr>
            <a:xfrm>
              <a:off x="7975622" y="5534327"/>
              <a:ext cx="165951" cy="0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rc612"/>
            <p:cNvSpPr/>
            <p:nvPr/>
          </p:nvSpPr>
          <p:spPr>
            <a:xfrm>
              <a:off x="7975622" y="5534327"/>
              <a:ext cx="165951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rc613"/>
            <p:cNvSpPr/>
            <p:nvPr/>
          </p:nvSpPr>
          <p:spPr>
            <a:xfrm>
              <a:off x="7975622" y="5594903"/>
              <a:ext cx="165951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rc614"/>
            <p:cNvSpPr/>
            <p:nvPr/>
          </p:nvSpPr>
          <p:spPr>
            <a:xfrm>
              <a:off x="7975622" y="5594903"/>
              <a:ext cx="165951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rc615"/>
            <p:cNvSpPr/>
            <p:nvPr/>
          </p:nvSpPr>
          <p:spPr>
            <a:xfrm>
              <a:off x="7975622" y="5594903"/>
              <a:ext cx="165951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rc616"/>
            <p:cNvSpPr/>
            <p:nvPr/>
          </p:nvSpPr>
          <p:spPr>
            <a:xfrm>
              <a:off x="7975622" y="5594903"/>
              <a:ext cx="165951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rc617"/>
            <p:cNvSpPr/>
            <p:nvPr/>
          </p:nvSpPr>
          <p:spPr>
            <a:xfrm>
              <a:off x="7975622" y="5534327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rc618"/>
            <p:cNvSpPr/>
            <p:nvPr/>
          </p:nvSpPr>
          <p:spPr>
            <a:xfrm>
              <a:off x="7975622" y="5534327"/>
              <a:ext cx="165951" cy="60575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rc619"/>
            <p:cNvSpPr/>
            <p:nvPr/>
          </p:nvSpPr>
          <p:spPr>
            <a:xfrm>
              <a:off x="5440258" y="4989144"/>
              <a:ext cx="165951" cy="181727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rc620"/>
            <p:cNvSpPr/>
            <p:nvPr/>
          </p:nvSpPr>
          <p:spPr>
            <a:xfrm>
              <a:off x="5440258" y="4928568"/>
              <a:ext cx="165951" cy="60575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rc621"/>
            <p:cNvSpPr/>
            <p:nvPr/>
          </p:nvSpPr>
          <p:spPr>
            <a:xfrm>
              <a:off x="5440258" y="5594903"/>
              <a:ext cx="165951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rc622"/>
            <p:cNvSpPr/>
            <p:nvPr/>
          </p:nvSpPr>
          <p:spPr>
            <a:xfrm>
              <a:off x="5440258" y="4686264"/>
              <a:ext cx="165951" cy="24230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rc623"/>
            <p:cNvSpPr/>
            <p:nvPr/>
          </p:nvSpPr>
          <p:spPr>
            <a:xfrm>
              <a:off x="5440258" y="5473751"/>
              <a:ext cx="165951" cy="60575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rc624"/>
            <p:cNvSpPr/>
            <p:nvPr/>
          </p:nvSpPr>
          <p:spPr>
            <a:xfrm>
              <a:off x="5440258" y="5413175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rc625"/>
            <p:cNvSpPr/>
            <p:nvPr/>
          </p:nvSpPr>
          <p:spPr>
            <a:xfrm>
              <a:off x="5440258" y="5413175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rc626"/>
            <p:cNvSpPr/>
            <p:nvPr/>
          </p:nvSpPr>
          <p:spPr>
            <a:xfrm>
              <a:off x="5440258" y="5413175"/>
              <a:ext cx="165951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7" name="rc627"/>
            <p:cNvSpPr/>
            <p:nvPr/>
          </p:nvSpPr>
          <p:spPr>
            <a:xfrm>
              <a:off x="5440258" y="5594903"/>
              <a:ext cx="165951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rc628"/>
            <p:cNvSpPr/>
            <p:nvPr/>
          </p:nvSpPr>
          <p:spPr>
            <a:xfrm>
              <a:off x="5440258" y="5413175"/>
              <a:ext cx="165951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9" name="rc629"/>
            <p:cNvSpPr/>
            <p:nvPr/>
          </p:nvSpPr>
          <p:spPr>
            <a:xfrm>
              <a:off x="5440258" y="5534327"/>
              <a:ext cx="165951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0" name="rc630"/>
            <p:cNvSpPr/>
            <p:nvPr/>
          </p:nvSpPr>
          <p:spPr>
            <a:xfrm>
              <a:off x="5440258" y="5352599"/>
              <a:ext cx="165951" cy="60575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rc631"/>
            <p:cNvSpPr/>
            <p:nvPr/>
          </p:nvSpPr>
          <p:spPr>
            <a:xfrm>
              <a:off x="5440258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2" name="rc632"/>
            <p:cNvSpPr/>
            <p:nvPr/>
          </p:nvSpPr>
          <p:spPr>
            <a:xfrm>
              <a:off x="5440258" y="4019929"/>
              <a:ext cx="165951" cy="666335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rc633"/>
            <p:cNvSpPr/>
            <p:nvPr/>
          </p:nvSpPr>
          <p:spPr>
            <a:xfrm>
              <a:off x="5440258" y="5170872"/>
              <a:ext cx="165951" cy="181727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4" name="rc634"/>
            <p:cNvSpPr/>
            <p:nvPr/>
          </p:nvSpPr>
          <p:spPr>
            <a:xfrm>
              <a:off x="5440258" y="5413175"/>
              <a:ext cx="165951" cy="60575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rc635"/>
            <p:cNvSpPr/>
            <p:nvPr/>
          </p:nvSpPr>
          <p:spPr>
            <a:xfrm>
              <a:off x="5440258" y="5534327"/>
              <a:ext cx="165951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rc636"/>
            <p:cNvSpPr/>
            <p:nvPr/>
          </p:nvSpPr>
          <p:spPr>
            <a:xfrm>
              <a:off x="5440258" y="5594903"/>
              <a:ext cx="165951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rc637"/>
            <p:cNvSpPr/>
            <p:nvPr/>
          </p:nvSpPr>
          <p:spPr>
            <a:xfrm>
              <a:off x="5440258" y="5534327"/>
              <a:ext cx="165951" cy="60575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rc638"/>
            <p:cNvSpPr/>
            <p:nvPr/>
          </p:nvSpPr>
          <p:spPr>
            <a:xfrm>
              <a:off x="5440258" y="5413175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rc639"/>
            <p:cNvSpPr/>
            <p:nvPr/>
          </p:nvSpPr>
          <p:spPr>
            <a:xfrm>
              <a:off x="5440258" y="5413175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rc640"/>
            <p:cNvSpPr/>
            <p:nvPr/>
          </p:nvSpPr>
          <p:spPr>
            <a:xfrm>
              <a:off x="4057332" y="5170872"/>
              <a:ext cx="165951" cy="181727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1" name="rc641"/>
            <p:cNvSpPr/>
            <p:nvPr/>
          </p:nvSpPr>
          <p:spPr>
            <a:xfrm>
              <a:off x="4057332" y="4989144"/>
              <a:ext cx="165951" cy="181727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2" name="rc642"/>
            <p:cNvSpPr/>
            <p:nvPr/>
          </p:nvSpPr>
          <p:spPr>
            <a:xfrm>
              <a:off x="4057332" y="5594903"/>
              <a:ext cx="165951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3" name="rc643"/>
            <p:cNvSpPr/>
            <p:nvPr/>
          </p:nvSpPr>
          <p:spPr>
            <a:xfrm>
              <a:off x="4057332" y="4565112"/>
              <a:ext cx="165951" cy="424031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4" name="rc644"/>
            <p:cNvSpPr/>
            <p:nvPr/>
          </p:nvSpPr>
          <p:spPr>
            <a:xfrm>
              <a:off x="4057332" y="5534327"/>
              <a:ext cx="165951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5" name="rc645"/>
            <p:cNvSpPr/>
            <p:nvPr/>
          </p:nvSpPr>
          <p:spPr>
            <a:xfrm>
              <a:off x="4057332" y="5473751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6" name="rc646"/>
            <p:cNvSpPr/>
            <p:nvPr/>
          </p:nvSpPr>
          <p:spPr>
            <a:xfrm>
              <a:off x="4057332" y="5473751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7" name="rc647"/>
            <p:cNvSpPr/>
            <p:nvPr/>
          </p:nvSpPr>
          <p:spPr>
            <a:xfrm>
              <a:off x="4057332" y="5473751"/>
              <a:ext cx="165951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8" name="rc648"/>
            <p:cNvSpPr/>
            <p:nvPr/>
          </p:nvSpPr>
          <p:spPr>
            <a:xfrm>
              <a:off x="4057332" y="5594903"/>
              <a:ext cx="165951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9" name="rc649"/>
            <p:cNvSpPr/>
            <p:nvPr/>
          </p:nvSpPr>
          <p:spPr>
            <a:xfrm>
              <a:off x="4057332" y="5473751"/>
              <a:ext cx="165951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0" name="rc650"/>
            <p:cNvSpPr/>
            <p:nvPr/>
          </p:nvSpPr>
          <p:spPr>
            <a:xfrm>
              <a:off x="4057332" y="5534327"/>
              <a:ext cx="165951" cy="60575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1" name="rc651"/>
            <p:cNvSpPr/>
            <p:nvPr/>
          </p:nvSpPr>
          <p:spPr>
            <a:xfrm>
              <a:off x="4057332" y="5473751"/>
              <a:ext cx="165951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2" name="rc652"/>
            <p:cNvSpPr/>
            <p:nvPr/>
          </p:nvSpPr>
          <p:spPr>
            <a:xfrm>
              <a:off x="4057332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3" name="rc653"/>
            <p:cNvSpPr/>
            <p:nvPr/>
          </p:nvSpPr>
          <p:spPr>
            <a:xfrm>
              <a:off x="4057332" y="3474745"/>
              <a:ext cx="165951" cy="1090366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4" name="rc654"/>
            <p:cNvSpPr/>
            <p:nvPr/>
          </p:nvSpPr>
          <p:spPr>
            <a:xfrm>
              <a:off x="4057332" y="5352599"/>
              <a:ext cx="165951" cy="121151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5" name="rc655"/>
            <p:cNvSpPr/>
            <p:nvPr/>
          </p:nvSpPr>
          <p:spPr>
            <a:xfrm>
              <a:off x="4057332" y="5473751"/>
              <a:ext cx="165951" cy="60575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6" name="rc656"/>
            <p:cNvSpPr/>
            <p:nvPr/>
          </p:nvSpPr>
          <p:spPr>
            <a:xfrm>
              <a:off x="4057332" y="5534327"/>
              <a:ext cx="165951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7" name="rc657"/>
            <p:cNvSpPr/>
            <p:nvPr/>
          </p:nvSpPr>
          <p:spPr>
            <a:xfrm>
              <a:off x="4057332" y="5594903"/>
              <a:ext cx="165951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8" name="rc658"/>
            <p:cNvSpPr/>
            <p:nvPr/>
          </p:nvSpPr>
          <p:spPr>
            <a:xfrm>
              <a:off x="4057332" y="5594903"/>
              <a:ext cx="165951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9" name="rc659"/>
            <p:cNvSpPr/>
            <p:nvPr/>
          </p:nvSpPr>
          <p:spPr>
            <a:xfrm>
              <a:off x="4057332" y="5473751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0" name="rc660"/>
            <p:cNvSpPr/>
            <p:nvPr/>
          </p:nvSpPr>
          <p:spPr>
            <a:xfrm>
              <a:off x="4057332" y="5473751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1" name="rc661"/>
            <p:cNvSpPr/>
            <p:nvPr/>
          </p:nvSpPr>
          <p:spPr>
            <a:xfrm>
              <a:off x="600017" y="4383384"/>
              <a:ext cx="165951" cy="12115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2" name="rc662"/>
            <p:cNvSpPr/>
            <p:nvPr/>
          </p:nvSpPr>
          <p:spPr>
            <a:xfrm>
              <a:off x="600017" y="4201657"/>
              <a:ext cx="165951" cy="181727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3" name="rc663"/>
            <p:cNvSpPr/>
            <p:nvPr/>
          </p:nvSpPr>
          <p:spPr>
            <a:xfrm>
              <a:off x="600017" y="5473751"/>
              <a:ext cx="165951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4" name="rc664"/>
            <p:cNvSpPr/>
            <p:nvPr/>
          </p:nvSpPr>
          <p:spPr>
            <a:xfrm>
              <a:off x="600017" y="3838201"/>
              <a:ext cx="165951" cy="363455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5" name="rc665"/>
            <p:cNvSpPr/>
            <p:nvPr/>
          </p:nvSpPr>
          <p:spPr>
            <a:xfrm>
              <a:off x="600017" y="5292023"/>
              <a:ext cx="165951" cy="60575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6" name="rc666"/>
            <p:cNvSpPr/>
            <p:nvPr/>
          </p:nvSpPr>
          <p:spPr>
            <a:xfrm>
              <a:off x="600017" y="4686264"/>
              <a:ext cx="165951" cy="60575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7" name="rc667"/>
            <p:cNvSpPr/>
            <p:nvPr/>
          </p:nvSpPr>
          <p:spPr>
            <a:xfrm>
              <a:off x="600017" y="4807416"/>
              <a:ext cx="165951" cy="242303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8" name="rc668"/>
            <p:cNvSpPr/>
            <p:nvPr/>
          </p:nvSpPr>
          <p:spPr>
            <a:xfrm>
              <a:off x="600017" y="5049720"/>
              <a:ext cx="165951" cy="121151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9" name="rc669"/>
            <p:cNvSpPr/>
            <p:nvPr/>
          </p:nvSpPr>
          <p:spPr>
            <a:xfrm>
              <a:off x="600017" y="5473751"/>
              <a:ext cx="165951" cy="60575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0" name="rc670"/>
            <p:cNvSpPr/>
            <p:nvPr/>
          </p:nvSpPr>
          <p:spPr>
            <a:xfrm>
              <a:off x="600017" y="5170872"/>
              <a:ext cx="165951" cy="121151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1" name="rc671"/>
            <p:cNvSpPr/>
            <p:nvPr/>
          </p:nvSpPr>
          <p:spPr>
            <a:xfrm>
              <a:off x="600017" y="5413175"/>
              <a:ext cx="165951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2" name="rc672"/>
            <p:cNvSpPr/>
            <p:nvPr/>
          </p:nvSpPr>
          <p:spPr>
            <a:xfrm>
              <a:off x="600017" y="4686264"/>
              <a:ext cx="165951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3" name="rc673"/>
            <p:cNvSpPr/>
            <p:nvPr/>
          </p:nvSpPr>
          <p:spPr>
            <a:xfrm>
              <a:off x="600017" y="5534327"/>
              <a:ext cx="165951" cy="60575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4" name="rc674"/>
            <p:cNvSpPr/>
            <p:nvPr/>
          </p:nvSpPr>
          <p:spPr>
            <a:xfrm>
              <a:off x="600017" y="1475740"/>
              <a:ext cx="165951" cy="2362461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5" name="rc675"/>
            <p:cNvSpPr/>
            <p:nvPr/>
          </p:nvSpPr>
          <p:spPr>
            <a:xfrm>
              <a:off x="600017" y="4504536"/>
              <a:ext cx="165951" cy="181727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6" name="rc676"/>
            <p:cNvSpPr/>
            <p:nvPr/>
          </p:nvSpPr>
          <p:spPr>
            <a:xfrm>
              <a:off x="600017" y="5292023"/>
              <a:ext cx="165951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7" name="rc677"/>
            <p:cNvSpPr/>
            <p:nvPr/>
          </p:nvSpPr>
          <p:spPr>
            <a:xfrm>
              <a:off x="600017" y="5352599"/>
              <a:ext cx="165951" cy="60575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8" name="rc678"/>
            <p:cNvSpPr/>
            <p:nvPr/>
          </p:nvSpPr>
          <p:spPr>
            <a:xfrm>
              <a:off x="600017" y="5413175"/>
              <a:ext cx="165951" cy="60575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9" name="rc679"/>
            <p:cNvSpPr/>
            <p:nvPr/>
          </p:nvSpPr>
          <p:spPr>
            <a:xfrm>
              <a:off x="600017" y="5413175"/>
              <a:ext cx="165951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0" name="rc680"/>
            <p:cNvSpPr/>
            <p:nvPr/>
          </p:nvSpPr>
          <p:spPr>
            <a:xfrm>
              <a:off x="600017" y="4746840"/>
              <a:ext cx="165951" cy="60575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1" name="rc681"/>
            <p:cNvSpPr/>
            <p:nvPr/>
          </p:nvSpPr>
          <p:spPr>
            <a:xfrm>
              <a:off x="600017" y="5049720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2" name="rc682"/>
            <p:cNvSpPr/>
            <p:nvPr/>
          </p:nvSpPr>
          <p:spPr>
            <a:xfrm>
              <a:off x="830505" y="4019929"/>
              <a:ext cx="165951" cy="12115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3" name="rc683"/>
            <p:cNvSpPr/>
            <p:nvPr/>
          </p:nvSpPr>
          <p:spPr>
            <a:xfrm>
              <a:off x="830505" y="3717049"/>
              <a:ext cx="165951" cy="302879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4" name="rc684"/>
            <p:cNvSpPr/>
            <p:nvPr/>
          </p:nvSpPr>
          <p:spPr>
            <a:xfrm>
              <a:off x="830505" y="5534327"/>
              <a:ext cx="165951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5" name="rc685"/>
            <p:cNvSpPr/>
            <p:nvPr/>
          </p:nvSpPr>
          <p:spPr>
            <a:xfrm>
              <a:off x="830505" y="2505531"/>
              <a:ext cx="165951" cy="1211518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6" name="rc686"/>
            <p:cNvSpPr/>
            <p:nvPr/>
          </p:nvSpPr>
          <p:spPr>
            <a:xfrm>
              <a:off x="830505" y="5231448"/>
              <a:ext cx="165951" cy="121151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7" name="rc687"/>
            <p:cNvSpPr/>
            <p:nvPr/>
          </p:nvSpPr>
          <p:spPr>
            <a:xfrm>
              <a:off x="830505" y="4746840"/>
              <a:ext cx="165951" cy="121151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8" name="rc688"/>
            <p:cNvSpPr/>
            <p:nvPr/>
          </p:nvSpPr>
          <p:spPr>
            <a:xfrm>
              <a:off x="830505" y="4928568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9" name="rc689"/>
            <p:cNvSpPr/>
            <p:nvPr/>
          </p:nvSpPr>
          <p:spPr>
            <a:xfrm>
              <a:off x="830505" y="4989144"/>
              <a:ext cx="165951" cy="60575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0" name="rc690"/>
            <p:cNvSpPr/>
            <p:nvPr/>
          </p:nvSpPr>
          <p:spPr>
            <a:xfrm>
              <a:off x="830505" y="5534327"/>
              <a:ext cx="165951" cy="60575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1" name="rc691"/>
            <p:cNvSpPr/>
            <p:nvPr/>
          </p:nvSpPr>
          <p:spPr>
            <a:xfrm>
              <a:off x="830505" y="5049720"/>
              <a:ext cx="165951" cy="121151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2" name="rc692"/>
            <p:cNvSpPr/>
            <p:nvPr/>
          </p:nvSpPr>
          <p:spPr>
            <a:xfrm>
              <a:off x="830505" y="5413175"/>
              <a:ext cx="165951" cy="60575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3" name="rc693"/>
            <p:cNvSpPr/>
            <p:nvPr/>
          </p:nvSpPr>
          <p:spPr>
            <a:xfrm>
              <a:off x="830505" y="4322809"/>
              <a:ext cx="165951" cy="424031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4" name="rc694"/>
            <p:cNvSpPr/>
            <p:nvPr/>
          </p:nvSpPr>
          <p:spPr>
            <a:xfrm>
              <a:off x="830505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5" name="rc695"/>
            <p:cNvSpPr/>
            <p:nvPr/>
          </p:nvSpPr>
          <p:spPr>
            <a:xfrm>
              <a:off x="830505" y="1778619"/>
              <a:ext cx="165951" cy="726911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6" name="rc696"/>
            <p:cNvSpPr/>
            <p:nvPr/>
          </p:nvSpPr>
          <p:spPr>
            <a:xfrm>
              <a:off x="830505" y="4141081"/>
              <a:ext cx="165951" cy="181727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7" name="rc697"/>
            <p:cNvSpPr/>
            <p:nvPr/>
          </p:nvSpPr>
          <p:spPr>
            <a:xfrm>
              <a:off x="830505" y="5170872"/>
              <a:ext cx="165951" cy="60575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8" name="rc698"/>
            <p:cNvSpPr/>
            <p:nvPr/>
          </p:nvSpPr>
          <p:spPr>
            <a:xfrm>
              <a:off x="830505" y="5352599"/>
              <a:ext cx="165951" cy="60575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9" name="rc699"/>
            <p:cNvSpPr/>
            <p:nvPr/>
          </p:nvSpPr>
          <p:spPr>
            <a:xfrm>
              <a:off x="830505" y="5534327"/>
              <a:ext cx="165951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0" name="rc700"/>
            <p:cNvSpPr/>
            <p:nvPr/>
          </p:nvSpPr>
          <p:spPr>
            <a:xfrm>
              <a:off x="830505" y="5473751"/>
              <a:ext cx="165951" cy="60575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1" name="rc701"/>
            <p:cNvSpPr/>
            <p:nvPr/>
          </p:nvSpPr>
          <p:spPr>
            <a:xfrm>
              <a:off x="830505" y="4867992"/>
              <a:ext cx="165951" cy="60575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2" name="rc702"/>
            <p:cNvSpPr/>
            <p:nvPr/>
          </p:nvSpPr>
          <p:spPr>
            <a:xfrm>
              <a:off x="830505" y="4928568"/>
              <a:ext cx="165951" cy="60575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3" name="rc703"/>
            <p:cNvSpPr/>
            <p:nvPr/>
          </p:nvSpPr>
          <p:spPr>
            <a:xfrm>
              <a:off x="2213431" y="4807416"/>
              <a:ext cx="165951" cy="60575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4" name="rc704"/>
            <p:cNvSpPr/>
            <p:nvPr/>
          </p:nvSpPr>
          <p:spPr>
            <a:xfrm>
              <a:off x="2213431" y="4746840"/>
              <a:ext cx="165951" cy="60575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5" name="rc705"/>
            <p:cNvSpPr/>
            <p:nvPr/>
          </p:nvSpPr>
          <p:spPr>
            <a:xfrm>
              <a:off x="2213431" y="5594903"/>
              <a:ext cx="165951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6" name="rc706"/>
            <p:cNvSpPr/>
            <p:nvPr/>
          </p:nvSpPr>
          <p:spPr>
            <a:xfrm>
              <a:off x="2213431" y="4322809"/>
              <a:ext cx="165951" cy="424031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7" name="rc707"/>
            <p:cNvSpPr/>
            <p:nvPr/>
          </p:nvSpPr>
          <p:spPr>
            <a:xfrm>
              <a:off x="2213431" y="5352599"/>
              <a:ext cx="165951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8" name="rc708"/>
            <p:cNvSpPr/>
            <p:nvPr/>
          </p:nvSpPr>
          <p:spPr>
            <a:xfrm>
              <a:off x="2213431" y="4867992"/>
              <a:ext cx="165951" cy="181727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9" name="rc709"/>
            <p:cNvSpPr/>
            <p:nvPr/>
          </p:nvSpPr>
          <p:spPr>
            <a:xfrm>
              <a:off x="2213431" y="5170872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0" name="rc710"/>
            <p:cNvSpPr/>
            <p:nvPr/>
          </p:nvSpPr>
          <p:spPr>
            <a:xfrm>
              <a:off x="2213431" y="5292023"/>
              <a:ext cx="165951" cy="60575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1" name="rc711"/>
            <p:cNvSpPr/>
            <p:nvPr/>
          </p:nvSpPr>
          <p:spPr>
            <a:xfrm>
              <a:off x="2213431" y="5594903"/>
              <a:ext cx="165951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2" name="rc712"/>
            <p:cNvSpPr/>
            <p:nvPr/>
          </p:nvSpPr>
          <p:spPr>
            <a:xfrm>
              <a:off x="2213431" y="5352599"/>
              <a:ext cx="165951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3" name="rc713"/>
            <p:cNvSpPr/>
            <p:nvPr/>
          </p:nvSpPr>
          <p:spPr>
            <a:xfrm>
              <a:off x="2213431" y="5413175"/>
              <a:ext cx="165951" cy="60575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4" name="rc714"/>
            <p:cNvSpPr/>
            <p:nvPr/>
          </p:nvSpPr>
          <p:spPr>
            <a:xfrm>
              <a:off x="2213431" y="4867992"/>
              <a:ext cx="165951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5" name="rc715"/>
            <p:cNvSpPr/>
            <p:nvPr/>
          </p:nvSpPr>
          <p:spPr>
            <a:xfrm>
              <a:off x="2213431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" name="rc716"/>
            <p:cNvSpPr/>
            <p:nvPr/>
          </p:nvSpPr>
          <p:spPr>
            <a:xfrm>
              <a:off x="2213431" y="3293018"/>
              <a:ext cx="165951" cy="1029790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" name="rc717"/>
            <p:cNvSpPr/>
            <p:nvPr/>
          </p:nvSpPr>
          <p:spPr>
            <a:xfrm>
              <a:off x="2213431" y="4867992"/>
              <a:ext cx="165951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" name="rc718"/>
            <p:cNvSpPr/>
            <p:nvPr/>
          </p:nvSpPr>
          <p:spPr>
            <a:xfrm>
              <a:off x="2213431" y="5352599"/>
              <a:ext cx="165951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" name="rc719"/>
            <p:cNvSpPr/>
            <p:nvPr/>
          </p:nvSpPr>
          <p:spPr>
            <a:xfrm>
              <a:off x="2213431" y="5352599"/>
              <a:ext cx="165951" cy="60575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" name="rc720"/>
            <p:cNvSpPr/>
            <p:nvPr/>
          </p:nvSpPr>
          <p:spPr>
            <a:xfrm>
              <a:off x="2213431" y="5594903"/>
              <a:ext cx="165951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" name="rc721"/>
            <p:cNvSpPr/>
            <p:nvPr/>
          </p:nvSpPr>
          <p:spPr>
            <a:xfrm>
              <a:off x="2213431" y="5473751"/>
              <a:ext cx="165951" cy="121151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" name="rc722"/>
            <p:cNvSpPr/>
            <p:nvPr/>
          </p:nvSpPr>
          <p:spPr>
            <a:xfrm>
              <a:off x="2213431" y="5049720"/>
              <a:ext cx="165951" cy="121151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" name="rc723"/>
            <p:cNvSpPr/>
            <p:nvPr/>
          </p:nvSpPr>
          <p:spPr>
            <a:xfrm>
              <a:off x="2213431" y="5170872"/>
              <a:ext cx="165951" cy="121151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" name="pl724"/>
            <p:cNvSpPr/>
            <p:nvPr/>
          </p:nvSpPr>
          <p:spPr>
            <a:xfrm>
              <a:off x="682993" y="1816364"/>
              <a:ext cx="7606091" cy="3778539"/>
            </a:xfrm>
            <a:custGeom>
              <a:avLst/>
              <a:pathLst>
                <a:path w="7606091" h="3778539">
                  <a:moveTo>
                    <a:pt x="0" y="0"/>
                  </a:moveTo>
                  <a:lnTo>
                    <a:pt x="230487" y="277833"/>
                  </a:lnTo>
                  <a:lnTo>
                    <a:pt x="460975" y="333400"/>
                  </a:lnTo>
                  <a:lnTo>
                    <a:pt x="691462" y="500100"/>
                  </a:lnTo>
                  <a:lnTo>
                    <a:pt x="921950" y="833501"/>
                  </a:lnTo>
                  <a:lnTo>
                    <a:pt x="1152438" y="1000201"/>
                  </a:lnTo>
                  <a:lnTo>
                    <a:pt x="1382925" y="1333602"/>
                  </a:lnTo>
                  <a:lnTo>
                    <a:pt x="1613413" y="1667002"/>
                  </a:lnTo>
                  <a:lnTo>
                    <a:pt x="1843901" y="1667002"/>
                  </a:lnTo>
                  <a:lnTo>
                    <a:pt x="2074388" y="1667002"/>
                  </a:lnTo>
                  <a:lnTo>
                    <a:pt x="2304876" y="1778136"/>
                  </a:lnTo>
                  <a:lnTo>
                    <a:pt x="2535363" y="1833702"/>
                  </a:lnTo>
                  <a:lnTo>
                    <a:pt x="2765851" y="1833702"/>
                  </a:lnTo>
                  <a:lnTo>
                    <a:pt x="2996339" y="1833702"/>
                  </a:lnTo>
                  <a:lnTo>
                    <a:pt x="3226826" y="1833702"/>
                  </a:lnTo>
                  <a:lnTo>
                    <a:pt x="3457314" y="1833702"/>
                  </a:lnTo>
                  <a:lnTo>
                    <a:pt x="3687802" y="2055969"/>
                  </a:lnTo>
                  <a:lnTo>
                    <a:pt x="3918289" y="2055969"/>
                  </a:lnTo>
                  <a:lnTo>
                    <a:pt x="4148777" y="2055969"/>
                  </a:lnTo>
                  <a:lnTo>
                    <a:pt x="4379265" y="2055969"/>
                  </a:lnTo>
                  <a:lnTo>
                    <a:pt x="4609752" y="2222670"/>
                  </a:lnTo>
                  <a:lnTo>
                    <a:pt x="4840240" y="2333803"/>
                  </a:lnTo>
                  <a:lnTo>
                    <a:pt x="5070727" y="2389370"/>
                  </a:lnTo>
                  <a:lnTo>
                    <a:pt x="5301215" y="2444937"/>
                  </a:lnTo>
                  <a:lnTo>
                    <a:pt x="5531703" y="2556070"/>
                  </a:lnTo>
                  <a:lnTo>
                    <a:pt x="5762190" y="2778337"/>
                  </a:lnTo>
                  <a:lnTo>
                    <a:pt x="5992678" y="2889471"/>
                  </a:lnTo>
                  <a:lnTo>
                    <a:pt x="6223166" y="3000604"/>
                  </a:lnTo>
                  <a:lnTo>
                    <a:pt x="6453653" y="3056171"/>
                  </a:lnTo>
                  <a:lnTo>
                    <a:pt x="6684141" y="3111738"/>
                  </a:lnTo>
                  <a:lnTo>
                    <a:pt x="6914629" y="3167305"/>
                  </a:lnTo>
                  <a:lnTo>
                    <a:pt x="7145116" y="3722972"/>
                  </a:lnTo>
                  <a:lnTo>
                    <a:pt x="7375604" y="3722972"/>
                  </a:lnTo>
                  <a:lnTo>
                    <a:pt x="7606091" y="3778539"/>
                  </a:lnTo>
                  <a:lnTo>
                    <a:pt x="7606091" y="3778539"/>
                  </a:lnTo>
                </a:path>
              </a:pathLst>
            </a:custGeom>
            <a:ln w="19512" cap="flat">
              <a:solidFill>
                <a:srgbClr val="000000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2030789" y="3114836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6410054" y="4559572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7332005" y="4892973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6640542" y="4670706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1569814" y="2614736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6871029" y="4781839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2722252" y="3448237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3874690" y="3614937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796641" y="383720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7101517" y="4837406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6179567" y="4337305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2491764" y="3448237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7792980" y="5504207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3413715" y="3614937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1108839" y="2114635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952740" y="3559370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1800301" y="2781436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335665" y="383720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5257616" y="400390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183227" y="3614937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8253955" y="555977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949079" y="4226171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027128" y="383720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1339326" y="2281335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566153" y="383720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718591" y="4170605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7562492" y="4948539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3644203" y="3614937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8023468" y="5504207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5488104" y="4115038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105178" y="3614937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647863" y="178123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878351" y="2059068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2261277" y="3448237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l759"/>
            <p:cNvSpPr/>
            <p:nvPr/>
          </p:nvSpPr>
          <p:spPr>
            <a:xfrm>
              <a:off x="544700" y="1475740"/>
              <a:ext cx="0" cy="4119163"/>
            </a:xfrm>
            <a:custGeom>
              <a:avLst/>
              <a:pathLst>
                <a:path w="0" h="4119163">
                  <a:moveTo>
                    <a:pt x="0" y="4119163"/>
                  </a:moveTo>
                  <a:lnTo>
                    <a:pt x="0" y="0"/>
                  </a:lnTo>
                </a:path>
              </a:pathLst>
            </a:custGeom>
            <a:ln w="1626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tx760"/>
            <p:cNvSpPr/>
            <p:nvPr/>
          </p:nvSpPr>
          <p:spPr>
            <a:xfrm>
              <a:off x="388750" y="5541924"/>
              <a:ext cx="81932" cy="1058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61" name="tx761"/>
            <p:cNvSpPr/>
            <p:nvPr/>
          </p:nvSpPr>
          <p:spPr>
            <a:xfrm>
              <a:off x="306818" y="4330046"/>
              <a:ext cx="163864" cy="106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762" name="tx762"/>
            <p:cNvSpPr/>
            <p:nvPr/>
          </p:nvSpPr>
          <p:spPr>
            <a:xfrm>
              <a:off x="306818" y="3118599"/>
              <a:ext cx="163864" cy="1061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763" name="tx763"/>
            <p:cNvSpPr/>
            <p:nvPr/>
          </p:nvSpPr>
          <p:spPr>
            <a:xfrm>
              <a:off x="306818" y="1906936"/>
              <a:ext cx="163864" cy="106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764" name="pl764"/>
            <p:cNvSpPr/>
            <p:nvPr/>
          </p:nvSpPr>
          <p:spPr>
            <a:xfrm>
              <a:off x="503579" y="5594903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l765"/>
            <p:cNvSpPr/>
            <p:nvPr/>
          </p:nvSpPr>
          <p:spPr>
            <a:xfrm>
              <a:off x="503579" y="4383384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l766"/>
            <p:cNvSpPr/>
            <p:nvPr/>
          </p:nvSpPr>
          <p:spPr>
            <a:xfrm>
              <a:off x="503579" y="3171866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l767"/>
            <p:cNvSpPr/>
            <p:nvPr/>
          </p:nvSpPr>
          <p:spPr>
            <a:xfrm>
              <a:off x="503579" y="1960347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l768"/>
            <p:cNvSpPr/>
            <p:nvPr/>
          </p:nvSpPr>
          <p:spPr>
            <a:xfrm>
              <a:off x="8427377" y="1475740"/>
              <a:ext cx="0" cy="4119163"/>
            </a:xfrm>
            <a:custGeom>
              <a:avLst/>
              <a:pathLst>
                <a:path w="0" h="4119163">
                  <a:moveTo>
                    <a:pt x="0" y="4119163"/>
                  </a:moveTo>
                  <a:lnTo>
                    <a:pt x="0" y="0"/>
                  </a:lnTo>
                </a:path>
              </a:pathLst>
            </a:custGeom>
            <a:ln w="1626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l769"/>
            <p:cNvSpPr/>
            <p:nvPr/>
          </p:nvSpPr>
          <p:spPr>
            <a:xfrm>
              <a:off x="8427377" y="5594903"/>
              <a:ext cx="41120" cy="0"/>
            </a:xfrm>
            <a:custGeom>
              <a:avLst/>
              <a:pathLst>
                <a:path w="41120" h="0">
                  <a:moveTo>
                    <a:pt x="41120" y="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l770"/>
            <p:cNvSpPr/>
            <p:nvPr/>
          </p:nvSpPr>
          <p:spPr>
            <a:xfrm>
              <a:off x="8427377" y="4417999"/>
              <a:ext cx="41120" cy="0"/>
            </a:xfrm>
            <a:custGeom>
              <a:avLst/>
              <a:pathLst>
                <a:path w="41120" h="0">
                  <a:moveTo>
                    <a:pt x="41120" y="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l771"/>
            <p:cNvSpPr/>
            <p:nvPr/>
          </p:nvSpPr>
          <p:spPr>
            <a:xfrm>
              <a:off x="8427377" y="3241095"/>
              <a:ext cx="41120" cy="0"/>
            </a:xfrm>
            <a:custGeom>
              <a:avLst/>
              <a:pathLst>
                <a:path w="41120" h="0">
                  <a:moveTo>
                    <a:pt x="41120" y="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l772"/>
            <p:cNvSpPr/>
            <p:nvPr/>
          </p:nvSpPr>
          <p:spPr>
            <a:xfrm>
              <a:off x="8427377" y="2064192"/>
              <a:ext cx="41120" cy="0"/>
            </a:xfrm>
            <a:custGeom>
              <a:avLst/>
              <a:pathLst>
                <a:path w="41120" h="0">
                  <a:moveTo>
                    <a:pt x="41120" y="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tx773"/>
            <p:cNvSpPr/>
            <p:nvPr/>
          </p:nvSpPr>
          <p:spPr>
            <a:xfrm>
              <a:off x="8501395" y="5541924"/>
              <a:ext cx="335786" cy="1058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0.0%</a:t>
              </a:r>
            </a:p>
          </p:txBody>
        </p:sp>
        <p:sp>
          <p:nvSpPr>
            <p:cNvPr id="774" name="tx774"/>
            <p:cNvSpPr/>
            <p:nvPr/>
          </p:nvSpPr>
          <p:spPr>
            <a:xfrm>
              <a:off x="8501395" y="4364661"/>
              <a:ext cx="335786" cy="106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2.0%</a:t>
              </a:r>
            </a:p>
          </p:txBody>
        </p:sp>
        <p:sp>
          <p:nvSpPr>
            <p:cNvPr id="775" name="tx775"/>
            <p:cNvSpPr/>
            <p:nvPr/>
          </p:nvSpPr>
          <p:spPr>
            <a:xfrm>
              <a:off x="8501395" y="3187829"/>
              <a:ext cx="335786" cy="1061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4.0%</a:t>
              </a:r>
            </a:p>
          </p:txBody>
        </p:sp>
        <p:sp>
          <p:nvSpPr>
            <p:cNvPr id="776" name="tx776"/>
            <p:cNvSpPr/>
            <p:nvPr/>
          </p:nvSpPr>
          <p:spPr>
            <a:xfrm>
              <a:off x="8501395" y="2010781"/>
              <a:ext cx="335786" cy="106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6.0%</a:t>
              </a:r>
            </a:p>
          </p:txBody>
        </p:sp>
        <p:sp>
          <p:nvSpPr>
            <p:cNvPr id="777" name="pl777"/>
            <p:cNvSpPr/>
            <p:nvPr/>
          </p:nvSpPr>
          <p:spPr>
            <a:xfrm>
              <a:off x="544700" y="5594903"/>
              <a:ext cx="7882677" cy="0"/>
            </a:xfrm>
            <a:custGeom>
              <a:avLst/>
              <a:pathLst>
                <a:path w="7882677" h="0">
                  <a:moveTo>
                    <a:pt x="0" y="0"/>
                  </a:moveTo>
                  <a:lnTo>
                    <a:pt x="7882677" y="0"/>
                  </a:lnTo>
                </a:path>
              </a:pathLst>
            </a:custGeom>
            <a:ln w="1626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l778"/>
            <p:cNvSpPr/>
            <p:nvPr/>
          </p:nvSpPr>
          <p:spPr>
            <a:xfrm>
              <a:off x="682993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l779"/>
            <p:cNvSpPr/>
            <p:nvPr/>
          </p:nvSpPr>
          <p:spPr>
            <a:xfrm>
              <a:off x="913481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l780"/>
            <p:cNvSpPr/>
            <p:nvPr/>
          </p:nvSpPr>
          <p:spPr>
            <a:xfrm>
              <a:off x="1143968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l781"/>
            <p:cNvSpPr/>
            <p:nvPr/>
          </p:nvSpPr>
          <p:spPr>
            <a:xfrm>
              <a:off x="1374456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l782"/>
            <p:cNvSpPr/>
            <p:nvPr/>
          </p:nvSpPr>
          <p:spPr>
            <a:xfrm>
              <a:off x="1604943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l783"/>
            <p:cNvSpPr/>
            <p:nvPr/>
          </p:nvSpPr>
          <p:spPr>
            <a:xfrm>
              <a:off x="1835431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l784"/>
            <p:cNvSpPr/>
            <p:nvPr/>
          </p:nvSpPr>
          <p:spPr>
            <a:xfrm>
              <a:off x="2065919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l785"/>
            <p:cNvSpPr/>
            <p:nvPr/>
          </p:nvSpPr>
          <p:spPr>
            <a:xfrm>
              <a:off x="2296406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l786"/>
            <p:cNvSpPr/>
            <p:nvPr/>
          </p:nvSpPr>
          <p:spPr>
            <a:xfrm>
              <a:off x="2526894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l787"/>
            <p:cNvSpPr/>
            <p:nvPr/>
          </p:nvSpPr>
          <p:spPr>
            <a:xfrm>
              <a:off x="2757382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l788"/>
            <p:cNvSpPr/>
            <p:nvPr/>
          </p:nvSpPr>
          <p:spPr>
            <a:xfrm>
              <a:off x="2987869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l789"/>
            <p:cNvSpPr/>
            <p:nvPr/>
          </p:nvSpPr>
          <p:spPr>
            <a:xfrm>
              <a:off x="3218357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l790"/>
            <p:cNvSpPr/>
            <p:nvPr/>
          </p:nvSpPr>
          <p:spPr>
            <a:xfrm>
              <a:off x="3448844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l791"/>
            <p:cNvSpPr/>
            <p:nvPr/>
          </p:nvSpPr>
          <p:spPr>
            <a:xfrm>
              <a:off x="3679332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l792"/>
            <p:cNvSpPr/>
            <p:nvPr/>
          </p:nvSpPr>
          <p:spPr>
            <a:xfrm>
              <a:off x="3909820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l793"/>
            <p:cNvSpPr/>
            <p:nvPr/>
          </p:nvSpPr>
          <p:spPr>
            <a:xfrm>
              <a:off x="4140307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l794"/>
            <p:cNvSpPr/>
            <p:nvPr/>
          </p:nvSpPr>
          <p:spPr>
            <a:xfrm>
              <a:off x="4370795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l795"/>
            <p:cNvSpPr/>
            <p:nvPr/>
          </p:nvSpPr>
          <p:spPr>
            <a:xfrm>
              <a:off x="4601283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l796"/>
            <p:cNvSpPr/>
            <p:nvPr/>
          </p:nvSpPr>
          <p:spPr>
            <a:xfrm>
              <a:off x="4831770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l797"/>
            <p:cNvSpPr/>
            <p:nvPr/>
          </p:nvSpPr>
          <p:spPr>
            <a:xfrm>
              <a:off x="5062258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l798"/>
            <p:cNvSpPr/>
            <p:nvPr/>
          </p:nvSpPr>
          <p:spPr>
            <a:xfrm>
              <a:off x="5292746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l799"/>
            <p:cNvSpPr/>
            <p:nvPr/>
          </p:nvSpPr>
          <p:spPr>
            <a:xfrm>
              <a:off x="5523233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l800"/>
            <p:cNvSpPr/>
            <p:nvPr/>
          </p:nvSpPr>
          <p:spPr>
            <a:xfrm>
              <a:off x="5753721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l801"/>
            <p:cNvSpPr/>
            <p:nvPr/>
          </p:nvSpPr>
          <p:spPr>
            <a:xfrm>
              <a:off x="5984208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l802"/>
            <p:cNvSpPr/>
            <p:nvPr/>
          </p:nvSpPr>
          <p:spPr>
            <a:xfrm>
              <a:off x="6214696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l803"/>
            <p:cNvSpPr/>
            <p:nvPr/>
          </p:nvSpPr>
          <p:spPr>
            <a:xfrm>
              <a:off x="6445184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l804"/>
            <p:cNvSpPr/>
            <p:nvPr/>
          </p:nvSpPr>
          <p:spPr>
            <a:xfrm>
              <a:off x="6675671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l805"/>
            <p:cNvSpPr/>
            <p:nvPr/>
          </p:nvSpPr>
          <p:spPr>
            <a:xfrm>
              <a:off x="6906159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l806"/>
            <p:cNvSpPr/>
            <p:nvPr/>
          </p:nvSpPr>
          <p:spPr>
            <a:xfrm>
              <a:off x="7136647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l807"/>
            <p:cNvSpPr/>
            <p:nvPr/>
          </p:nvSpPr>
          <p:spPr>
            <a:xfrm>
              <a:off x="7367134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l808"/>
            <p:cNvSpPr/>
            <p:nvPr/>
          </p:nvSpPr>
          <p:spPr>
            <a:xfrm>
              <a:off x="7597622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l809"/>
            <p:cNvSpPr/>
            <p:nvPr/>
          </p:nvSpPr>
          <p:spPr>
            <a:xfrm>
              <a:off x="7828110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l810"/>
            <p:cNvSpPr/>
            <p:nvPr/>
          </p:nvSpPr>
          <p:spPr>
            <a:xfrm>
              <a:off x="8058597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l811"/>
            <p:cNvSpPr/>
            <p:nvPr/>
          </p:nvSpPr>
          <p:spPr>
            <a:xfrm>
              <a:off x="8289085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tx812"/>
            <p:cNvSpPr/>
            <p:nvPr/>
          </p:nvSpPr>
          <p:spPr>
            <a:xfrm rot="-5400000">
              <a:off x="445640" y="5822325"/>
              <a:ext cx="442681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Xizang</a:t>
              </a:r>
            </a:p>
          </p:txBody>
        </p:sp>
        <p:sp>
          <p:nvSpPr>
            <p:cNvPr id="813" name="tx813"/>
            <p:cNvSpPr/>
            <p:nvPr/>
          </p:nvSpPr>
          <p:spPr>
            <a:xfrm rot="-5400000">
              <a:off x="662625" y="5865307"/>
              <a:ext cx="499165" cy="1063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Yunnan</a:t>
              </a:r>
            </a:p>
          </p:txBody>
        </p:sp>
        <p:sp>
          <p:nvSpPr>
            <p:cNvPr id="814" name="tx814"/>
            <p:cNvSpPr/>
            <p:nvPr/>
          </p:nvSpPr>
          <p:spPr>
            <a:xfrm rot="-5400000">
              <a:off x="929378" y="5829041"/>
              <a:ext cx="426634" cy="1063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Hunan</a:t>
              </a:r>
            </a:p>
          </p:txBody>
        </p:sp>
        <p:sp>
          <p:nvSpPr>
            <p:cNvPr id="815" name="tx815"/>
            <p:cNvSpPr/>
            <p:nvPr/>
          </p:nvSpPr>
          <p:spPr>
            <a:xfrm rot="-5400000">
              <a:off x="1109921" y="5875663"/>
              <a:ext cx="523201" cy="1097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Shaanxi</a:t>
              </a:r>
            </a:p>
          </p:txBody>
        </p:sp>
        <p:sp>
          <p:nvSpPr>
            <p:cNvPr id="816" name="tx816"/>
            <p:cNvSpPr/>
            <p:nvPr/>
          </p:nvSpPr>
          <p:spPr>
            <a:xfrm rot="-5400000">
              <a:off x="1388798" y="5827415"/>
              <a:ext cx="426563" cy="1095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Gansu</a:t>
              </a:r>
            </a:p>
          </p:txBody>
        </p:sp>
        <p:sp>
          <p:nvSpPr>
            <p:cNvPr id="817" name="tx817"/>
            <p:cNvSpPr/>
            <p:nvPr/>
          </p:nvSpPr>
          <p:spPr>
            <a:xfrm rot="-5400000">
              <a:off x="1569907" y="5850496"/>
              <a:ext cx="499024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Jiangsu</a:t>
              </a:r>
            </a:p>
          </p:txBody>
        </p:sp>
        <p:sp>
          <p:nvSpPr>
            <p:cNvPr id="818" name="tx818"/>
            <p:cNvSpPr/>
            <p:nvPr/>
          </p:nvSpPr>
          <p:spPr>
            <a:xfrm rot="-5400000">
              <a:off x="1879571" y="5800940"/>
              <a:ext cx="370291" cy="1062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Anhui</a:t>
              </a:r>
            </a:p>
          </p:txBody>
        </p:sp>
        <p:sp>
          <p:nvSpPr>
            <p:cNvPr id="819" name="tx819"/>
            <p:cNvSpPr/>
            <p:nvPr/>
          </p:nvSpPr>
          <p:spPr>
            <a:xfrm rot="-5400000">
              <a:off x="2002534" y="5878491"/>
              <a:ext cx="555367" cy="1362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Zhejiang</a:t>
              </a:r>
            </a:p>
          </p:txBody>
        </p:sp>
        <p:sp>
          <p:nvSpPr>
            <p:cNvPr id="820" name="tx820"/>
            <p:cNvSpPr/>
            <p:nvPr/>
          </p:nvSpPr>
          <p:spPr>
            <a:xfrm rot="-5400000">
              <a:off x="2312234" y="5828970"/>
              <a:ext cx="426634" cy="10653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Henan</a:t>
              </a:r>
            </a:p>
          </p:txBody>
        </p:sp>
        <p:sp>
          <p:nvSpPr>
            <p:cNvPr id="821" name="tx821"/>
            <p:cNvSpPr/>
            <p:nvPr/>
          </p:nvSpPr>
          <p:spPr>
            <a:xfrm rot="-5400000">
              <a:off x="2470331" y="5869195"/>
              <a:ext cx="539248" cy="1387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Guangxi</a:t>
              </a:r>
            </a:p>
          </p:txBody>
        </p:sp>
        <p:sp>
          <p:nvSpPr>
            <p:cNvPr id="822" name="tx822"/>
            <p:cNvSpPr/>
            <p:nvPr/>
          </p:nvSpPr>
          <p:spPr>
            <a:xfrm rot="-5400000">
              <a:off x="2601636" y="5971205"/>
              <a:ext cx="740442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Neimenggu</a:t>
              </a:r>
            </a:p>
          </p:txBody>
        </p:sp>
        <p:sp>
          <p:nvSpPr>
            <p:cNvPr id="823" name="tx823"/>
            <p:cNvSpPr/>
            <p:nvPr/>
          </p:nvSpPr>
          <p:spPr>
            <a:xfrm rot="-5400000">
              <a:off x="2928620" y="5874709"/>
              <a:ext cx="547449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Liaoning</a:t>
              </a:r>
            </a:p>
          </p:txBody>
        </p:sp>
        <p:sp>
          <p:nvSpPr>
            <p:cNvPr id="824" name="tx824"/>
            <p:cNvSpPr/>
            <p:nvPr/>
          </p:nvSpPr>
          <p:spPr>
            <a:xfrm rot="-5400000">
              <a:off x="3258185" y="5804617"/>
              <a:ext cx="378280" cy="1068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Hubei</a:t>
              </a:r>
            </a:p>
          </p:txBody>
        </p:sp>
        <p:sp>
          <p:nvSpPr>
            <p:cNvPr id="825" name="tx825"/>
            <p:cNvSpPr/>
            <p:nvPr/>
          </p:nvSpPr>
          <p:spPr>
            <a:xfrm rot="-5400000">
              <a:off x="3414798" y="5875663"/>
              <a:ext cx="523201" cy="1097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Sichuan</a:t>
              </a:r>
            </a:p>
          </p:txBody>
        </p:sp>
        <p:sp>
          <p:nvSpPr>
            <p:cNvPr id="826" name="tx826"/>
            <p:cNvSpPr/>
            <p:nvPr/>
          </p:nvSpPr>
          <p:spPr>
            <a:xfrm rot="-5400000">
              <a:off x="3637403" y="5883828"/>
              <a:ext cx="539248" cy="1094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Guizhou</a:t>
              </a:r>
            </a:p>
          </p:txBody>
        </p:sp>
        <p:sp>
          <p:nvSpPr>
            <p:cNvPr id="827" name="tx827"/>
            <p:cNvSpPr/>
            <p:nvPr/>
          </p:nvSpPr>
          <p:spPr>
            <a:xfrm rot="-5400000">
              <a:off x="3866724" y="5858556"/>
              <a:ext cx="515142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Xinjiang</a:t>
              </a:r>
            </a:p>
          </p:txBody>
        </p:sp>
        <p:sp>
          <p:nvSpPr>
            <p:cNvPr id="828" name="tx828"/>
            <p:cNvSpPr/>
            <p:nvPr/>
          </p:nvSpPr>
          <p:spPr>
            <a:xfrm rot="-5400000">
              <a:off x="4129448" y="5826319"/>
              <a:ext cx="450670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Jiangxi</a:t>
              </a:r>
            </a:p>
          </p:txBody>
        </p:sp>
        <p:sp>
          <p:nvSpPr>
            <p:cNvPr id="829" name="tx829"/>
            <p:cNvSpPr/>
            <p:nvPr/>
          </p:nvSpPr>
          <p:spPr>
            <a:xfrm rot="-5400000">
              <a:off x="4253754" y="5929673"/>
              <a:ext cx="660205" cy="1387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Shandong</a:t>
              </a:r>
            </a:p>
          </p:txBody>
        </p:sp>
        <p:sp>
          <p:nvSpPr>
            <p:cNvPr id="830" name="tx830"/>
            <p:cNvSpPr/>
            <p:nvPr/>
          </p:nvSpPr>
          <p:spPr>
            <a:xfrm rot="-5400000">
              <a:off x="4601098" y="5845124"/>
              <a:ext cx="458799" cy="1063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Hainan</a:t>
              </a:r>
            </a:p>
          </p:txBody>
        </p:sp>
        <p:sp>
          <p:nvSpPr>
            <p:cNvPr id="831" name="tx831"/>
            <p:cNvSpPr/>
            <p:nvPr/>
          </p:nvSpPr>
          <p:spPr>
            <a:xfrm rot="-5400000">
              <a:off x="4795320" y="5849083"/>
              <a:ext cx="499024" cy="1387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Qinghai</a:t>
              </a:r>
            </a:p>
          </p:txBody>
        </p:sp>
        <p:sp>
          <p:nvSpPr>
            <p:cNvPr id="832" name="tx832"/>
            <p:cNvSpPr/>
            <p:nvPr/>
          </p:nvSpPr>
          <p:spPr>
            <a:xfrm rot="-5400000">
              <a:off x="5166664" y="5740321"/>
              <a:ext cx="249406" cy="1066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Jilin</a:t>
              </a:r>
            </a:p>
          </p:txBody>
        </p:sp>
        <p:sp>
          <p:nvSpPr>
            <p:cNvPr id="833" name="tx833"/>
            <p:cNvSpPr/>
            <p:nvPr/>
          </p:nvSpPr>
          <p:spPr>
            <a:xfrm rot="-5400000">
              <a:off x="5294717" y="5814973"/>
              <a:ext cx="426493" cy="1343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Tianjin</a:t>
              </a:r>
            </a:p>
          </p:txBody>
        </p:sp>
        <p:sp>
          <p:nvSpPr>
            <p:cNvPr id="834" name="tx834"/>
            <p:cNvSpPr/>
            <p:nvPr/>
          </p:nvSpPr>
          <p:spPr>
            <a:xfrm rot="-5400000">
              <a:off x="5430369" y="5905496"/>
              <a:ext cx="611851" cy="1387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Shanghai</a:t>
              </a:r>
            </a:p>
          </p:txBody>
        </p:sp>
        <p:sp>
          <p:nvSpPr>
            <p:cNvPr id="835" name="tx835"/>
            <p:cNvSpPr/>
            <p:nvPr/>
          </p:nvSpPr>
          <p:spPr>
            <a:xfrm rot="-5400000">
              <a:off x="5726779" y="5842402"/>
              <a:ext cx="482835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Ningxia</a:t>
              </a:r>
            </a:p>
          </p:txBody>
        </p:sp>
        <p:sp>
          <p:nvSpPr>
            <p:cNvPr id="836" name="tx836"/>
            <p:cNvSpPr/>
            <p:nvPr/>
          </p:nvSpPr>
          <p:spPr>
            <a:xfrm rot="-5400000">
              <a:off x="5800256" y="5999412"/>
              <a:ext cx="796855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Heilongjiang</a:t>
              </a:r>
            </a:p>
          </p:txBody>
        </p:sp>
        <p:sp>
          <p:nvSpPr>
            <p:cNvPr id="837" name="tx837"/>
            <p:cNvSpPr/>
            <p:nvPr/>
          </p:nvSpPr>
          <p:spPr>
            <a:xfrm rot="-5400000">
              <a:off x="6211860" y="5818296"/>
              <a:ext cx="434622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Beijing</a:t>
              </a:r>
            </a:p>
          </p:txBody>
        </p:sp>
        <p:sp>
          <p:nvSpPr>
            <p:cNvPr id="838" name="tx838"/>
            <p:cNvSpPr/>
            <p:nvPr/>
          </p:nvSpPr>
          <p:spPr>
            <a:xfrm rot="-5400000">
              <a:off x="6463238" y="5798890"/>
              <a:ext cx="394327" cy="1343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Fujian</a:t>
              </a:r>
            </a:p>
          </p:txBody>
        </p:sp>
        <p:sp>
          <p:nvSpPr>
            <p:cNvPr id="839" name="tx839"/>
            <p:cNvSpPr/>
            <p:nvPr/>
          </p:nvSpPr>
          <p:spPr>
            <a:xfrm rot="-5400000">
              <a:off x="6510347" y="5977957"/>
              <a:ext cx="756772" cy="1387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Guangdong</a:t>
              </a:r>
            </a:p>
          </p:txBody>
        </p:sp>
        <p:sp>
          <p:nvSpPr>
            <p:cNvPr id="840" name="tx840"/>
            <p:cNvSpPr/>
            <p:nvPr/>
          </p:nvSpPr>
          <p:spPr>
            <a:xfrm rot="-5400000">
              <a:off x="6945987" y="5804617"/>
              <a:ext cx="378280" cy="1068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Hebei</a:t>
              </a:r>
            </a:p>
          </p:txBody>
        </p:sp>
        <p:sp>
          <p:nvSpPr>
            <p:cNvPr id="841" name="tx841"/>
            <p:cNvSpPr/>
            <p:nvPr/>
          </p:nvSpPr>
          <p:spPr>
            <a:xfrm rot="-5400000">
              <a:off x="6999529" y="5949750"/>
              <a:ext cx="700359" cy="1387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Chongqing</a:t>
              </a:r>
            </a:p>
          </p:txBody>
        </p:sp>
        <p:sp>
          <p:nvSpPr>
            <p:cNvPr id="842" name="tx842"/>
            <p:cNvSpPr/>
            <p:nvPr/>
          </p:nvSpPr>
          <p:spPr>
            <a:xfrm rot="-5400000">
              <a:off x="7373347" y="5835403"/>
              <a:ext cx="442681" cy="1097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Shanxi</a:t>
              </a:r>
            </a:p>
          </p:txBody>
        </p:sp>
        <p:sp>
          <p:nvSpPr>
            <p:cNvPr id="843" name="tx843"/>
            <p:cNvSpPr/>
            <p:nvPr/>
          </p:nvSpPr>
          <p:spPr>
            <a:xfrm rot="-5400000">
              <a:off x="7449865" y="5963217"/>
              <a:ext cx="724465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Hong Kong</a:t>
              </a:r>
            </a:p>
          </p:txBody>
        </p:sp>
        <p:sp>
          <p:nvSpPr>
            <p:cNvPr id="844" name="tx844"/>
            <p:cNvSpPr/>
            <p:nvPr/>
          </p:nvSpPr>
          <p:spPr>
            <a:xfrm rot="-5400000">
              <a:off x="7823966" y="5849083"/>
              <a:ext cx="466717" cy="1063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Taiwan</a:t>
              </a:r>
            </a:p>
          </p:txBody>
        </p:sp>
        <p:sp>
          <p:nvSpPr>
            <p:cNvPr id="845" name="tx845"/>
            <p:cNvSpPr/>
            <p:nvPr/>
          </p:nvSpPr>
          <p:spPr>
            <a:xfrm rot="-5400000">
              <a:off x="8070536" y="5833000"/>
              <a:ext cx="434552" cy="1063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Macau</a:t>
              </a:r>
            </a:p>
          </p:txBody>
        </p:sp>
        <p:sp>
          <p:nvSpPr>
            <p:cNvPr id="846" name="tx846"/>
            <p:cNvSpPr/>
            <p:nvPr/>
          </p:nvSpPr>
          <p:spPr>
            <a:xfrm>
              <a:off x="4145103" y="6588964"/>
              <a:ext cx="681870" cy="1290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Province</a:t>
              </a:r>
            </a:p>
          </p:txBody>
        </p:sp>
        <p:sp>
          <p:nvSpPr>
            <p:cNvPr id="847" name="tx847"/>
            <p:cNvSpPr/>
            <p:nvPr/>
          </p:nvSpPr>
          <p:spPr>
            <a:xfrm rot="-5400000">
              <a:off x="-749321" y="3469813"/>
              <a:ext cx="1821488" cy="131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new records</a:t>
              </a:r>
            </a:p>
          </p:txBody>
        </p:sp>
        <p:sp>
          <p:nvSpPr>
            <p:cNvPr id="848" name="tx848"/>
            <p:cNvSpPr/>
            <p:nvPr/>
          </p:nvSpPr>
          <p:spPr>
            <a:xfrm rot="5400000">
              <a:off x="8551101" y="3453083"/>
              <a:ext cx="896410" cy="1644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Percentage</a:t>
              </a:r>
            </a:p>
          </p:txBody>
        </p:sp>
        <p:sp>
          <p:nvSpPr>
            <p:cNvPr id="849" name="rc849"/>
            <p:cNvSpPr/>
            <p:nvPr/>
          </p:nvSpPr>
          <p:spPr>
            <a:xfrm>
              <a:off x="0" y="126525"/>
              <a:ext cx="9144000" cy="11847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" name="rc850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" name="rc851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" name="rc852"/>
            <p:cNvSpPr/>
            <p:nvPr/>
          </p:nvSpPr>
          <p:spPr>
            <a:xfrm>
              <a:off x="1275741" y="208767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" name="rc853"/>
            <p:cNvSpPr/>
            <p:nvPr/>
          </p:nvSpPr>
          <p:spPr>
            <a:xfrm>
              <a:off x="1286377" y="219403"/>
              <a:ext cx="284727" cy="11698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" name="rc854"/>
            <p:cNvSpPr/>
            <p:nvPr/>
          </p:nvSpPr>
          <p:spPr>
            <a:xfrm>
              <a:off x="3350703" y="208767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" name="rc855"/>
            <p:cNvSpPr/>
            <p:nvPr/>
          </p:nvSpPr>
          <p:spPr>
            <a:xfrm>
              <a:off x="3361339" y="219403"/>
              <a:ext cx="284727" cy="116983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" name="rc856"/>
            <p:cNvSpPr/>
            <p:nvPr/>
          </p:nvSpPr>
          <p:spPr>
            <a:xfrm>
              <a:off x="5671030" y="208767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" name="rc857"/>
            <p:cNvSpPr/>
            <p:nvPr/>
          </p:nvSpPr>
          <p:spPr>
            <a:xfrm>
              <a:off x="5681667" y="219403"/>
              <a:ext cx="284727" cy="116983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" name="rc858"/>
            <p:cNvSpPr/>
            <p:nvPr/>
          </p:nvSpPr>
          <p:spPr>
            <a:xfrm>
              <a:off x="7688517" y="208767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" name="rc859"/>
            <p:cNvSpPr/>
            <p:nvPr/>
          </p:nvSpPr>
          <p:spPr>
            <a:xfrm>
              <a:off x="7699154" y="219403"/>
              <a:ext cx="284727" cy="116983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" name="rc860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" name="rc861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" name="rc862"/>
            <p:cNvSpPr/>
            <p:nvPr/>
          </p:nvSpPr>
          <p:spPr>
            <a:xfrm>
              <a:off x="1275741" y="429265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" name="rc863"/>
            <p:cNvSpPr/>
            <p:nvPr/>
          </p:nvSpPr>
          <p:spPr>
            <a:xfrm>
              <a:off x="1286377" y="439901"/>
              <a:ext cx="284727" cy="116983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" name="rc864"/>
            <p:cNvSpPr/>
            <p:nvPr/>
          </p:nvSpPr>
          <p:spPr>
            <a:xfrm>
              <a:off x="3350703" y="429265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" name="rc865"/>
            <p:cNvSpPr/>
            <p:nvPr/>
          </p:nvSpPr>
          <p:spPr>
            <a:xfrm>
              <a:off x="3361339" y="439901"/>
              <a:ext cx="284727" cy="116983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6" name="rc866"/>
            <p:cNvSpPr/>
            <p:nvPr/>
          </p:nvSpPr>
          <p:spPr>
            <a:xfrm>
              <a:off x="5671030" y="429265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7" name="rc867"/>
            <p:cNvSpPr/>
            <p:nvPr/>
          </p:nvSpPr>
          <p:spPr>
            <a:xfrm>
              <a:off x="5681667" y="439901"/>
              <a:ext cx="284727" cy="116983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8" name="rc868"/>
            <p:cNvSpPr/>
            <p:nvPr/>
          </p:nvSpPr>
          <p:spPr>
            <a:xfrm>
              <a:off x="7688517" y="429265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9" name="rc869"/>
            <p:cNvSpPr/>
            <p:nvPr/>
          </p:nvSpPr>
          <p:spPr>
            <a:xfrm>
              <a:off x="7699154" y="439901"/>
              <a:ext cx="284727" cy="116983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0" name="rc870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1" name="rc871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2" name="rc872"/>
            <p:cNvSpPr/>
            <p:nvPr/>
          </p:nvSpPr>
          <p:spPr>
            <a:xfrm>
              <a:off x="1275741" y="649763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3" name="rc873"/>
            <p:cNvSpPr/>
            <p:nvPr/>
          </p:nvSpPr>
          <p:spPr>
            <a:xfrm>
              <a:off x="1286377" y="660399"/>
              <a:ext cx="284727" cy="116983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4" name="rc874"/>
            <p:cNvSpPr/>
            <p:nvPr/>
          </p:nvSpPr>
          <p:spPr>
            <a:xfrm>
              <a:off x="3350703" y="649763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5" name="rc875"/>
            <p:cNvSpPr/>
            <p:nvPr/>
          </p:nvSpPr>
          <p:spPr>
            <a:xfrm>
              <a:off x="3361339" y="660399"/>
              <a:ext cx="284727" cy="116983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6" name="rc876"/>
            <p:cNvSpPr/>
            <p:nvPr/>
          </p:nvSpPr>
          <p:spPr>
            <a:xfrm>
              <a:off x="5671030" y="649763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7" name="rc877"/>
            <p:cNvSpPr/>
            <p:nvPr/>
          </p:nvSpPr>
          <p:spPr>
            <a:xfrm>
              <a:off x="5681667" y="660399"/>
              <a:ext cx="284727" cy="116983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8" name="rc878"/>
            <p:cNvSpPr/>
            <p:nvPr/>
          </p:nvSpPr>
          <p:spPr>
            <a:xfrm>
              <a:off x="7688517" y="649763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9" name="rc879"/>
            <p:cNvSpPr/>
            <p:nvPr/>
          </p:nvSpPr>
          <p:spPr>
            <a:xfrm>
              <a:off x="7699154" y="660399"/>
              <a:ext cx="284727" cy="116983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0" name="rc880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1" name="rc881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2" name="rc882"/>
            <p:cNvSpPr/>
            <p:nvPr/>
          </p:nvSpPr>
          <p:spPr>
            <a:xfrm>
              <a:off x="1275741" y="870261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3" name="rc883"/>
            <p:cNvSpPr/>
            <p:nvPr/>
          </p:nvSpPr>
          <p:spPr>
            <a:xfrm>
              <a:off x="1286377" y="880897"/>
              <a:ext cx="284727" cy="116983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4" name="rc884"/>
            <p:cNvSpPr/>
            <p:nvPr/>
          </p:nvSpPr>
          <p:spPr>
            <a:xfrm>
              <a:off x="3350703" y="870261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5" name="rc885"/>
            <p:cNvSpPr/>
            <p:nvPr/>
          </p:nvSpPr>
          <p:spPr>
            <a:xfrm>
              <a:off x="3361339" y="880897"/>
              <a:ext cx="284727" cy="116983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6" name="rc886"/>
            <p:cNvSpPr/>
            <p:nvPr/>
          </p:nvSpPr>
          <p:spPr>
            <a:xfrm>
              <a:off x="5671030" y="870261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7" name="rc887"/>
            <p:cNvSpPr/>
            <p:nvPr/>
          </p:nvSpPr>
          <p:spPr>
            <a:xfrm>
              <a:off x="5681667" y="880897"/>
              <a:ext cx="284727" cy="116983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8" name="rc888"/>
            <p:cNvSpPr/>
            <p:nvPr/>
          </p:nvSpPr>
          <p:spPr>
            <a:xfrm>
              <a:off x="7688517" y="870261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9" name="rc889"/>
            <p:cNvSpPr/>
            <p:nvPr/>
          </p:nvSpPr>
          <p:spPr>
            <a:xfrm>
              <a:off x="7699154" y="880897"/>
              <a:ext cx="284727" cy="116983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0" name="rc890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1" name="rc891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2" name="tx892"/>
            <p:cNvSpPr/>
            <p:nvPr/>
          </p:nvSpPr>
          <p:spPr>
            <a:xfrm>
              <a:off x="-75336" y="219089"/>
              <a:ext cx="1268836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PASSERIFORMES</a:t>
              </a:r>
            </a:p>
          </p:txBody>
        </p:sp>
        <p:sp>
          <p:nvSpPr>
            <p:cNvPr id="893" name="tx893"/>
            <p:cNvSpPr/>
            <p:nvPr/>
          </p:nvSpPr>
          <p:spPr>
            <a:xfrm>
              <a:off x="1663983" y="219089"/>
              <a:ext cx="1440542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CHARADRIIFORMES</a:t>
              </a:r>
            </a:p>
          </p:txBody>
        </p:sp>
        <p:sp>
          <p:nvSpPr>
            <p:cNvPr id="894" name="tx894"/>
            <p:cNvSpPr/>
            <p:nvPr/>
          </p:nvSpPr>
          <p:spPr>
            <a:xfrm>
              <a:off x="3738945" y="219089"/>
              <a:ext cx="1178703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ANSERIFORMES</a:t>
              </a:r>
            </a:p>
          </p:txBody>
        </p:sp>
        <p:sp>
          <p:nvSpPr>
            <p:cNvPr id="895" name="tx895"/>
            <p:cNvSpPr/>
            <p:nvPr/>
          </p:nvSpPr>
          <p:spPr>
            <a:xfrm>
              <a:off x="6059272" y="219089"/>
              <a:ext cx="1358681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ACCIPITRIFORMES</a:t>
              </a:r>
            </a:p>
          </p:txBody>
        </p:sp>
        <p:sp>
          <p:nvSpPr>
            <p:cNvPr id="896" name="tx896"/>
            <p:cNvSpPr/>
            <p:nvPr/>
          </p:nvSpPr>
          <p:spPr>
            <a:xfrm>
              <a:off x="8076759" y="219089"/>
              <a:ext cx="1358897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PELECANIFORMES</a:t>
              </a:r>
            </a:p>
          </p:txBody>
        </p:sp>
        <p:sp>
          <p:nvSpPr>
            <p:cNvPr id="897" name="tx897"/>
            <p:cNvSpPr/>
            <p:nvPr/>
          </p:nvSpPr>
          <p:spPr>
            <a:xfrm>
              <a:off x="-75336" y="439587"/>
              <a:ext cx="998510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GRUIFORMES</a:t>
              </a:r>
            </a:p>
          </p:txBody>
        </p:sp>
        <p:sp>
          <p:nvSpPr>
            <p:cNvPr id="898" name="tx898"/>
            <p:cNvSpPr/>
            <p:nvPr/>
          </p:nvSpPr>
          <p:spPr>
            <a:xfrm>
              <a:off x="1663983" y="439587"/>
              <a:ext cx="1301422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COLUMBIFORMES</a:t>
              </a:r>
            </a:p>
          </p:txBody>
        </p:sp>
        <p:sp>
          <p:nvSpPr>
            <p:cNvPr id="899" name="tx899"/>
            <p:cNvSpPr/>
            <p:nvPr/>
          </p:nvSpPr>
          <p:spPr>
            <a:xfrm>
              <a:off x="3738945" y="439587"/>
              <a:ext cx="1121300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STRIGIFORMES</a:t>
              </a:r>
            </a:p>
          </p:txBody>
        </p:sp>
        <p:sp>
          <p:nvSpPr>
            <p:cNvPr id="900" name="tx900"/>
            <p:cNvSpPr/>
            <p:nvPr/>
          </p:nvSpPr>
          <p:spPr>
            <a:xfrm>
              <a:off x="6059272" y="439587"/>
              <a:ext cx="1244091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CORACIIFORMES</a:t>
              </a:r>
            </a:p>
          </p:txBody>
        </p:sp>
        <p:sp>
          <p:nvSpPr>
            <p:cNvPr id="901" name="tx901"/>
            <p:cNvSpPr/>
            <p:nvPr/>
          </p:nvSpPr>
          <p:spPr>
            <a:xfrm>
              <a:off x="8076759" y="439587"/>
              <a:ext cx="957723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SULIFORMES</a:t>
              </a:r>
            </a:p>
          </p:txBody>
        </p:sp>
        <p:sp>
          <p:nvSpPr>
            <p:cNvPr id="902" name="tx902"/>
            <p:cNvSpPr/>
            <p:nvPr/>
          </p:nvSpPr>
          <p:spPr>
            <a:xfrm>
              <a:off x="-75336" y="660085"/>
              <a:ext cx="1178631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CUCULIFORMES</a:t>
              </a:r>
            </a:p>
          </p:txBody>
        </p:sp>
        <p:sp>
          <p:nvSpPr>
            <p:cNvPr id="903" name="tx903"/>
            <p:cNvSpPr/>
            <p:nvPr/>
          </p:nvSpPr>
          <p:spPr>
            <a:xfrm>
              <a:off x="1663983" y="660085"/>
              <a:ext cx="1047856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GALLIFORMES</a:t>
              </a:r>
            </a:p>
          </p:txBody>
        </p:sp>
        <p:sp>
          <p:nvSpPr>
            <p:cNvPr id="904" name="tx904"/>
            <p:cNvSpPr/>
            <p:nvPr/>
          </p:nvSpPr>
          <p:spPr>
            <a:xfrm>
              <a:off x="3738945" y="660085"/>
              <a:ext cx="1849844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PHOENICOPTERIFORMES</a:t>
              </a:r>
            </a:p>
          </p:txBody>
        </p:sp>
        <p:sp>
          <p:nvSpPr>
            <p:cNvPr id="905" name="tx905"/>
            <p:cNvSpPr/>
            <p:nvPr/>
          </p:nvSpPr>
          <p:spPr>
            <a:xfrm>
              <a:off x="6059272" y="660085"/>
              <a:ext cx="1186760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CICONIIFORMES</a:t>
              </a:r>
            </a:p>
          </p:txBody>
        </p:sp>
        <p:sp>
          <p:nvSpPr>
            <p:cNvPr id="906" name="tx906"/>
            <p:cNvSpPr/>
            <p:nvPr/>
          </p:nvSpPr>
          <p:spPr>
            <a:xfrm>
              <a:off x="8076759" y="660085"/>
              <a:ext cx="916721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PICIFORMES</a:t>
              </a:r>
            </a:p>
          </p:txBody>
        </p:sp>
        <p:sp>
          <p:nvSpPr>
            <p:cNvPr id="907" name="tx907"/>
            <p:cNvSpPr/>
            <p:nvPr/>
          </p:nvSpPr>
          <p:spPr>
            <a:xfrm>
              <a:off x="-75336" y="880583"/>
              <a:ext cx="1023183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GAVIIFORMES</a:t>
              </a:r>
            </a:p>
          </p:txBody>
        </p:sp>
        <p:sp>
          <p:nvSpPr>
            <p:cNvPr id="908" name="tx908"/>
            <p:cNvSpPr/>
            <p:nvPr/>
          </p:nvSpPr>
          <p:spPr>
            <a:xfrm>
              <a:off x="1663983" y="880583"/>
              <a:ext cx="1604478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PROCELLARIIFORMES</a:t>
              </a:r>
            </a:p>
          </p:txBody>
        </p:sp>
        <p:sp>
          <p:nvSpPr>
            <p:cNvPr id="909" name="tx909"/>
            <p:cNvSpPr/>
            <p:nvPr/>
          </p:nvSpPr>
          <p:spPr>
            <a:xfrm>
              <a:off x="3738945" y="880583"/>
              <a:ext cx="1481544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PODICIPEDIFORMES</a:t>
              </a:r>
            </a:p>
          </p:txBody>
        </p:sp>
        <p:sp>
          <p:nvSpPr>
            <p:cNvPr id="910" name="tx910"/>
            <p:cNvSpPr/>
            <p:nvPr/>
          </p:nvSpPr>
          <p:spPr>
            <a:xfrm>
              <a:off x="6059272" y="880583"/>
              <a:ext cx="1547003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CAPRIMULGIFORMES</a:t>
              </a:r>
            </a:p>
          </p:txBody>
        </p:sp>
        <p:sp>
          <p:nvSpPr>
            <p:cNvPr id="911" name="tx911"/>
            <p:cNvSpPr/>
            <p:nvPr/>
          </p:nvSpPr>
          <p:spPr>
            <a:xfrm>
              <a:off x="8076759" y="880583"/>
              <a:ext cx="1268692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FALCONIFORMES</a:t>
              </a:r>
            </a:p>
          </p:txBody>
        </p:sp>
        <p:sp>
          <p:nvSpPr>
            <p:cNvPr id="912" name="tx912"/>
            <p:cNvSpPr/>
            <p:nvPr/>
          </p:nvSpPr>
          <p:spPr>
            <a:xfrm>
              <a:off x="-75336" y="1101081"/>
              <a:ext cx="613881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OTHERS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2026-03-19T08:23:57Z</dcterms:modified>
  <cp:category/>
</cp:coreProperties>
</file>