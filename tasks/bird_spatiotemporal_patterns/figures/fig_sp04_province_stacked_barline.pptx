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44700" y="1475740"/>
              <a:ext cx="7882677" cy="41191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44700" y="5594903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44700" y="4383384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44700" y="3171866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44700" y="1960347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982943" y="4625688"/>
              <a:ext cx="165951" cy="24230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982943" y="4443960"/>
              <a:ext cx="165951" cy="18172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982943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982943" y="4141081"/>
              <a:ext cx="165951" cy="30287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982943" y="5473751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982943" y="5231448"/>
              <a:ext cx="165951" cy="605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982943" y="5352599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82943" y="5352599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982943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982943" y="5352599"/>
              <a:ext cx="165951" cy="60575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982943" y="5473751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982943" y="5049720"/>
              <a:ext cx="165951" cy="18172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982943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82943" y="2929562"/>
              <a:ext cx="165951" cy="121151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82943" y="4867992"/>
              <a:ext cx="165951" cy="18172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982943" y="5413175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82943" y="5473751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82943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982943" y="5534327"/>
              <a:ext cx="165951" cy="60575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982943" y="5292023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982943" y="5352599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6362208" y="5110296"/>
              <a:ext cx="165951" cy="1211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362208" y="5049720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362208" y="4989144"/>
              <a:ext cx="165951" cy="6057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362208" y="529202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362208" y="5352599"/>
              <a:ext cx="165951" cy="605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362208" y="5473751"/>
              <a:ext cx="165951" cy="60575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362208" y="5534327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6362208" y="5231448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6362208" y="4504536"/>
              <a:ext cx="165951" cy="48460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6362208" y="5231448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6362208" y="5534327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6362208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6362208" y="5292023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362208" y="5413175"/>
              <a:ext cx="165951" cy="605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84159" y="5473751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84159" y="5413175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84159" y="5292023"/>
              <a:ext cx="165951" cy="12115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84159" y="5534327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84159" y="5534327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84159" y="4867992"/>
              <a:ext cx="165951" cy="42403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284159" y="5534327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7284159" y="5534327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592696" y="5110296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592696" y="5049720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592696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92696" y="4746840"/>
              <a:ext cx="165951" cy="30287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592696" y="5473751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592696" y="5231448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92696" y="5231448"/>
              <a:ext cx="165951" cy="12115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592696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592696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592696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6592696" y="5473751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6592696" y="5170872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6592696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592696" y="4625688"/>
              <a:ext cx="165951" cy="12115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592696" y="5170872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592696" y="5473751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6592696" y="5473751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592696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592696" y="5473751"/>
              <a:ext cx="165951" cy="121151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592696" y="5231448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592696" y="5352599"/>
              <a:ext cx="165951" cy="12115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521968" y="4322809"/>
              <a:ext cx="165951" cy="60575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21968" y="4141081"/>
              <a:ext cx="165951" cy="18172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521968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521968" y="3838201"/>
              <a:ext cx="165951" cy="30287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521968" y="5352599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521968" y="5170872"/>
              <a:ext cx="165951" cy="12115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521968" y="5352599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521968" y="5352599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521968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521968" y="5352599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521968" y="5473751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521968" y="5049720"/>
              <a:ext cx="165951" cy="12115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1521968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1521968" y="2384379"/>
              <a:ext cx="165951" cy="145382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1521968" y="4928568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1521968" y="5352599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1521968" y="5413175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521968" y="5473751"/>
              <a:ext cx="165951" cy="121151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521968" y="5473751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521968" y="5292023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21968" y="5352599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6823183" y="5049720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6823183" y="4989144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6823183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6823183" y="4989144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6823183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6823183" y="5292023"/>
              <a:ext cx="165951" cy="12115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6823183" y="5413175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6823183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6823183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6823183" y="5473751"/>
              <a:ext cx="165951" cy="60575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6823183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6823183" y="5231448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6823183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823183" y="4746840"/>
              <a:ext cx="165951" cy="24230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823183" y="5110296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823183" y="5534327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823183" y="5534327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823183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823183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823183" y="5413175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23183" y="5413175"/>
              <a:ext cx="165951" cy="605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2674406" y="4928568"/>
              <a:ext cx="165951" cy="1211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2674406" y="4867992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2674406" y="5534327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2674406" y="4625688"/>
              <a:ext cx="165951" cy="24230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2674406" y="5413175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2674406" y="5170872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2674406" y="5352599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2674406" y="5352599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2674406" y="5534327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2674406" y="5352599"/>
              <a:ext cx="165951" cy="60575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2674406" y="5534327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2674406" y="5170872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2674406" y="5534327"/>
              <a:ext cx="165951" cy="605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2674406" y="3293018"/>
              <a:ext cx="165951" cy="133267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2674406" y="5049720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2674406" y="5413175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2674406" y="5413175"/>
              <a:ext cx="165951" cy="12115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2674406" y="5534327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2674406" y="5534327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2674406" y="5170872"/>
              <a:ext cx="165951" cy="18172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2674406" y="5352599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3826844" y="5170872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3826844" y="4867992"/>
              <a:ext cx="165951" cy="302879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3826844" y="5473751"/>
              <a:ext cx="165951" cy="121151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3826844" y="4565112"/>
              <a:ext cx="165951" cy="30287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3826844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3826844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3826844" y="3474745"/>
              <a:ext cx="165951" cy="109036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3826844" y="5231448"/>
              <a:ext cx="165951" cy="24230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3826844" y="547375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4748795" y="5352599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4748795" y="5231448"/>
              <a:ext cx="165951" cy="12115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4748795" y="4625688"/>
              <a:ext cx="165951" cy="60575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4748795" y="5534327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4748795" y="5534327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4748795" y="3717049"/>
              <a:ext cx="165951" cy="90863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4748795" y="5413175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4748795" y="5534327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7053671" y="5292023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7053671" y="5170872"/>
              <a:ext cx="165951" cy="12115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7053671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7053671" y="5110296"/>
              <a:ext cx="165951" cy="6057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7053671" y="5473751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7053671" y="529202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7053671" y="5352599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7053671" y="5413175"/>
              <a:ext cx="165951" cy="60575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7053671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7053671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7053671" y="5534327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7053671" y="529202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7053671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7053671" y="4807416"/>
              <a:ext cx="165951" cy="30287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7053671" y="5292023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7053671" y="5473751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7053671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7053671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7053671" y="5534327"/>
              <a:ext cx="165951" cy="60575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7053671" y="5292023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7053671" y="5352599"/>
              <a:ext cx="165951" cy="605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6131721" y="5231448"/>
              <a:ext cx="165951" cy="1211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6131721" y="5170872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6131721" y="5110296"/>
              <a:ext cx="165951" cy="6057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6131721" y="5473751"/>
              <a:ext cx="165951" cy="605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6131721" y="5534327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6131721" y="5534327"/>
              <a:ext cx="165951" cy="60575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6131721" y="5413175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6131721" y="4262233"/>
              <a:ext cx="165951" cy="84806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6131721" y="5352599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6131721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6131721" y="5534327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6131721" y="5534327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2443918" y="5049720"/>
              <a:ext cx="165951" cy="18172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2443918" y="4807416"/>
              <a:ext cx="165951" cy="24230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2443918" y="4625688"/>
              <a:ext cx="165951" cy="18172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2443918" y="5292023"/>
              <a:ext cx="165951" cy="605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2443918" y="5413175"/>
              <a:ext cx="165951" cy="605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2443918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2443918" y="5473751"/>
              <a:ext cx="165951" cy="12115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2443918" y="529202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2443918" y="3293018"/>
              <a:ext cx="165951" cy="133267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2443918" y="5231448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2443918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2443918" y="5352599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2443918" y="547375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7745134" y="5534327"/>
              <a:ext cx="165951" cy="6057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3365869" y="5534327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3365869" y="5413175"/>
              <a:ext cx="165951" cy="12115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3365869" y="4989144"/>
              <a:ext cx="165951" cy="42403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3365869" y="3474745"/>
              <a:ext cx="165951" cy="151439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3365869" y="5534327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1060993" y="4807416"/>
              <a:ext cx="165951" cy="36345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1060993" y="4746840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1060993" y="5534327"/>
              <a:ext cx="165951" cy="60575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1060993" y="4443960"/>
              <a:ext cx="165951" cy="30287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1060993" y="5413175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1060993" y="5292023"/>
              <a:ext cx="165951" cy="605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1060993" y="5413175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1060993" y="5413175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1060993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1060993" y="5413175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1060993" y="5534327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1060993" y="5231448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1060993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1060993" y="1839195"/>
              <a:ext cx="165951" cy="260476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1060993" y="5170872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1060993" y="5413175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1060993" y="5473751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1060993" y="5534327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1060993" y="5534327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1060993" y="5352599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1060993" y="5413175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2904894" y="4928568"/>
              <a:ext cx="165951" cy="1211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2904894" y="4867992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2904894" y="5534327"/>
              <a:ext cx="165951" cy="60575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2904894" y="4625688"/>
              <a:ext cx="165951" cy="24230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2904894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2904894" y="5231448"/>
              <a:ext cx="165951" cy="12115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2904894" y="5413175"/>
              <a:ext cx="165951" cy="605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2904894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2904894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2904894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2904894" y="5534327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2904894" y="5049720"/>
              <a:ext cx="165951" cy="18172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2904894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2904894" y="3414170"/>
              <a:ext cx="165951" cy="121151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2904894" y="5049720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2904894" y="5473751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2904894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2904894" y="5534327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2904894" y="5534327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2904894" y="5352599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2904894" y="547375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1752455" y="4807416"/>
              <a:ext cx="165951" cy="18172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1752455" y="4686264"/>
              <a:ext cx="165951" cy="12115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1752455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1752455" y="4322809"/>
              <a:ext cx="165951" cy="36345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1752455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1752455" y="5231448"/>
              <a:ext cx="165951" cy="605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1752455" y="5292023"/>
              <a:ext cx="165951" cy="605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1752455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1752455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1752455" y="5473751"/>
              <a:ext cx="165951" cy="60575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1752455" y="5534327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1752455" y="5231448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1752455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1752455" y="2566106"/>
              <a:ext cx="165951" cy="175670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1752455" y="4989144"/>
              <a:ext cx="165951" cy="24230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1752455" y="5534327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1752455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1752455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1752455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1752455" y="529202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1752455" y="5352599"/>
              <a:ext cx="165951" cy="12115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287819" y="5170872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4287819" y="5110296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287819" y="4928568"/>
              <a:ext cx="165951" cy="18172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4287819" y="5352599"/>
              <a:ext cx="165951" cy="12115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4287819" y="5534327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4287819" y="5231448"/>
              <a:ext cx="165951" cy="12115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4287819" y="3717049"/>
              <a:ext cx="165951" cy="121151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4287819" y="5170872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4287819" y="5473751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4287819" y="5534327"/>
              <a:ext cx="165951" cy="605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rc388"/>
            <p:cNvSpPr/>
            <p:nvPr/>
          </p:nvSpPr>
          <p:spPr>
            <a:xfrm>
              <a:off x="5209770" y="5231448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rc389"/>
            <p:cNvSpPr/>
            <p:nvPr/>
          </p:nvSpPr>
          <p:spPr>
            <a:xfrm>
              <a:off x="5209770" y="4807416"/>
              <a:ext cx="165951" cy="42403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5209770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5209770" y="4383384"/>
              <a:ext cx="165951" cy="42403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5209770" y="5473751"/>
              <a:ext cx="165951" cy="605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5209770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5209770" y="5534327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5209770" y="5292023"/>
              <a:ext cx="165951" cy="18172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5209770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5209770" y="3898777"/>
              <a:ext cx="165951" cy="48460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5209770" y="5231448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5209770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5209770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5209770" y="5534327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3135381" y="4686264"/>
              <a:ext cx="165951" cy="24230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3135381" y="4504536"/>
              <a:ext cx="165951" cy="18172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3135381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3135381" y="4080505"/>
              <a:ext cx="165951" cy="42403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3135381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3135381" y="5110296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3135381" y="5110296"/>
              <a:ext cx="165951" cy="605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3135381" y="5292023"/>
              <a:ext cx="165951" cy="181727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3135381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3135381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3135381" y="5534327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3135381" y="5049720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3135381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3135381" y="3474745"/>
              <a:ext cx="165951" cy="60575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3135381" y="4928568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3135381" y="5473751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3135381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3135381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3135381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3135381" y="5110296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3135381" y="5170872"/>
              <a:ext cx="165951" cy="12115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5901233" y="5170872"/>
              <a:ext cx="165951" cy="18172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5901233" y="5110296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5901233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5901233" y="4867992"/>
              <a:ext cx="165951" cy="24230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5901233" y="5534327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5901233" y="5473751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5901233" y="547375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5901233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5901233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5901233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5901233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5901233" y="5352599"/>
              <a:ext cx="165951" cy="12115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5901233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5901233" y="4141081"/>
              <a:ext cx="165951" cy="72691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5901233" y="5352599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5901233" y="5473751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5901233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5901233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5901233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5901233" y="5473751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5901233" y="547375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4979282" y="5049720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4979282" y="5049720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4979282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4979282" y="4989144"/>
              <a:ext cx="165951" cy="6057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4979282" y="5473751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4979282" y="5231448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4979282" y="5231448"/>
              <a:ext cx="165951" cy="12115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4979282" y="5352599"/>
              <a:ext cx="165951" cy="60575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4979282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4979282" y="5413175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4979282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4979282" y="5170872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4979282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4979282" y="3717049"/>
              <a:ext cx="165951" cy="127209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4979282" y="5110296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4979282" y="5413175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4979282" y="5534327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4979282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4979282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4979282" y="5231448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4979282" y="5352599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1291480" y="4504536"/>
              <a:ext cx="165951" cy="3028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1291480" y="4262233"/>
              <a:ext cx="165951" cy="24230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1291480" y="5534327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1291480" y="3595897"/>
              <a:ext cx="165951" cy="66633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1291480" y="5292023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1291480" y="4989144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1291480" y="4989144"/>
              <a:ext cx="165951" cy="605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1291480" y="5110296"/>
              <a:ext cx="165951" cy="12115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1291480" y="5534327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1291480" y="5231448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1291480" y="5352599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1291480" y="4928568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1291480" y="5534327"/>
              <a:ext cx="165951" cy="605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1291480" y="2020923"/>
              <a:ext cx="165951" cy="157497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1291480" y="4807416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1291480" y="5231448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1291480" y="5352599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1291480" y="5413175"/>
              <a:ext cx="165951" cy="121151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1291480" y="5413175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1291480" y="4989144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1291480" y="5049720"/>
              <a:ext cx="165951" cy="605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4518307" y="5049720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4518307" y="4807416"/>
              <a:ext cx="165951" cy="24230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4518307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4518307" y="4565112"/>
              <a:ext cx="165951" cy="24230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4518307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4518307" y="529202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4518307" y="5292023"/>
              <a:ext cx="165951" cy="12115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4518307" y="5413175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4518307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4518307" y="5413175"/>
              <a:ext cx="165951" cy="60575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4518307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4518307" y="5231448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4518307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4518307" y="3717049"/>
              <a:ext cx="165951" cy="84806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4518307" y="5110296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4518307" y="5473751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4518307" y="5534327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4518307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rc532"/>
            <p:cNvSpPr/>
            <p:nvPr/>
          </p:nvSpPr>
          <p:spPr>
            <a:xfrm>
              <a:off x="4518307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rc533"/>
            <p:cNvSpPr/>
            <p:nvPr/>
          </p:nvSpPr>
          <p:spPr>
            <a:xfrm>
              <a:off x="4518307" y="529202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4518307" y="5413175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5670745" y="5352599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rc536"/>
            <p:cNvSpPr/>
            <p:nvPr/>
          </p:nvSpPr>
          <p:spPr>
            <a:xfrm>
              <a:off x="5670745" y="5231448"/>
              <a:ext cx="165951" cy="12115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rc537"/>
            <p:cNvSpPr/>
            <p:nvPr/>
          </p:nvSpPr>
          <p:spPr>
            <a:xfrm>
              <a:off x="5670745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5670745" y="5110296"/>
              <a:ext cx="165951" cy="12115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5670745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rc540"/>
            <p:cNvSpPr/>
            <p:nvPr/>
          </p:nvSpPr>
          <p:spPr>
            <a:xfrm>
              <a:off x="5670745" y="5413175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rc541"/>
            <p:cNvSpPr/>
            <p:nvPr/>
          </p:nvSpPr>
          <p:spPr>
            <a:xfrm>
              <a:off x="5670745" y="5413175"/>
              <a:ext cx="165951" cy="605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rc542"/>
            <p:cNvSpPr/>
            <p:nvPr/>
          </p:nvSpPr>
          <p:spPr>
            <a:xfrm>
              <a:off x="5670745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rc543"/>
            <p:cNvSpPr/>
            <p:nvPr/>
          </p:nvSpPr>
          <p:spPr>
            <a:xfrm>
              <a:off x="5670745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rc544"/>
            <p:cNvSpPr/>
            <p:nvPr/>
          </p:nvSpPr>
          <p:spPr>
            <a:xfrm>
              <a:off x="5670745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rc545"/>
            <p:cNvSpPr/>
            <p:nvPr/>
          </p:nvSpPr>
          <p:spPr>
            <a:xfrm>
              <a:off x="5670745" y="5534327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5670745" y="5413175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5670745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rc548"/>
            <p:cNvSpPr/>
            <p:nvPr/>
          </p:nvSpPr>
          <p:spPr>
            <a:xfrm>
              <a:off x="5670745" y="4080505"/>
              <a:ext cx="165951" cy="102979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rc549"/>
            <p:cNvSpPr/>
            <p:nvPr/>
          </p:nvSpPr>
          <p:spPr>
            <a:xfrm>
              <a:off x="5670745" y="5413175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rc550"/>
            <p:cNvSpPr/>
            <p:nvPr/>
          </p:nvSpPr>
          <p:spPr>
            <a:xfrm>
              <a:off x="5670745" y="5473751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rc551"/>
            <p:cNvSpPr/>
            <p:nvPr/>
          </p:nvSpPr>
          <p:spPr>
            <a:xfrm>
              <a:off x="5670745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5670745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5670745" y="5534327"/>
              <a:ext cx="165951" cy="60575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rc554"/>
            <p:cNvSpPr/>
            <p:nvPr/>
          </p:nvSpPr>
          <p:spPr>
            <a:xfrm>
              <a:off x="5670745" y="5413175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rc555"/>
            <p:cNvSpPr/>
            <p:nvPr/>
          </p:nvSpPr>
          <p:spPr>
            <a:xfrm>
              <a:off x="5670745" y="547375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rc556"/>
            <p:cNvSpPr/>
            <p:nvPr/>
          </p:nvSpPr>
          <p:spPr>
            <a:xfrm>
              <a:off x="7514646" y="5231448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rc557"/>
            <p:cNvSpPr/>
            <p:nvPr/>
          </p:nvSpPr>
          <p:spPr>
            <a:xfrm>
              <a:off x="7514646" y="5231448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rc558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rc559"/>
            <p:cNvSpPr/>
            <p:nvPr/>
          </p:nvSpPr>
          <p:spPr>
            <a:xfrm>
              <a:off x="7514646" y="5170872"/>
              <a:ext cx="165951" cy="6057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rc560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rc561"/>
            <p:cNvSpPr/>
            <p:nvPr/>
          </p:nvSpPr>
          <p:spPr>
            <a:xfrm>
              <a:off x="7514646" y="5413175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rc562"/>
            <p:cNvSpPr/>
            <p:nvPr/>
          </p:nvSpPr>
          <p:spPr>
            <a:xfrm>
              <a:off x="7514646" y="547375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rc563"/>
            <p:cNvSpPr/>
            <p:nvPr/>
          </p:nvSpPr>
          <p:spPr>
            <a:xfrm>
              <a:off x="7514646" y="5473751"/>
              <a:ext cx="165951" cy="60575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rc564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rc565"/>
            <p:cNvSpPr/>
            <p:nvPr/>
          </p:nvSpPr>
          <p:spPr>
            <a:xfrm>
              <a:off x="7514646" y="5534327"/>
              <a:ext cx="165951" cy="60575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rc566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rc567"/>
            <p:cNvSpPr/>
            <p:nvPr/>
          </p:nvSpPr>
          <p:spPr>
            <a:xfrm>
              <a:off x="7514646" y="5352599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rc568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rc569"/>
            <p:cNvSpPr/>
            <p:nvPr/>
          </p:nvSpPr>
          <p:spPr>
            <a:xfrm>
              <a:off x="7514646" y="4928568"/>
              <a:ext cx="165951" cy="24230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rc570"/>
            <p:cNvSpPr/>
            <p:nvPr/>
          </p:nvSpPr>
          <p:spPr>
            <a:xfrm>
              <a:off x="7514646" y="5292023"/>
              <a:ext cx="165951" cy="605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rc571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rc572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rc573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rc574"/>
            <p:cNvSpPr/>
            <p:nvPr/>
          </p:nvSpPr>
          <p:spPr>
            <a:xfrm>
              <a:off x="7514646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rc575"/>
            <p:cNvSpPr/>
            <p:nvPr/>
          </p:nvSpPr>
          <p:spPr>
            <a:xfrm>
              <a:off x="7514646" y="5413175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rc576"/>
            <p:cNvSpPr/>
            <p:nvPr/>
          </p:nvSpPr>
          <p:spPr>
            <a:xfrm>
              <a:off x="7514646" y="547375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rc577"/>
            <p:cNvSpPr/>
            <p:nvPr/>
          </p:nvSpPr>
          <p:spPr>
            <a:xfrm>
              <a:off x="3596357" y="4989144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rc578"/>
            <p:cNvSpPr/>
            <p:nvPr/>
          </p:nvSpPr>
          <p:spPr>
            <a:xfrm>
              <a:off x="3596357" y="4867992"/>
              <a:ext cx="165951" cy="12115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rc579"/>
            <p:cNvSpPr/>
            <p:nvPr/>
          </p:nvSpPr>
          <p:spPr>
            <a:xfrm>
              <a:off x="3596357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rc580"/>
            <p:cNvSpPr/>
            <p:nvPr/>
          </p:nvSpPr>
          <p:spPr>
            <a:xfrm>
              <a:off x="3596357" y="4443960"/>
              <a:ext cx="165951" cy="42403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rc581"/>
            <p:cNvSpPr/>
            <p:nvPr/>
          </p:nvSpPr>
          <p:spPr>
            <a:xfrm>
              <a:off x="3596357" y="5413175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rc582"/>
            <p:cNvSpPr/>
            <p:nvPr/>
          </p:nvSpPr>
          <p:spPr>
            <a:xfrm>
              <a:off x="3596357" y="529202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rc583"/>
            <p:cNvSpPr/>
            <p:nvPr/>
          </p:nvSpPr>
          <p:spPr>
            <a:xfrm>
              <a:off x="3596357" y="529202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rc584"/>
            <p:cNvSpPr/>
            <p:nvPr/>
          </p:nvSpPr>
          <p:spPr>
            <a:xfrm>
              <a:off x="3596357" y="529202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rc585"/>
            <p:cNvSpPr/>
            <p:nvPr/>
          </p:nvSpPr>
          <p:spPr>
            <a:xfrm>
              <a:off x="3596357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rc586"/>
            <p:cNvSpPr/>
            <p:nvPr/>
          </p:nvSpPr>
          <p:spPr>
            <a:xfrm>
              <a:off x="3596357" y="5292023"/>
              <a:ext cx="165951" cy="60575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rc587"/>
            <p:cNvSpPr/>
            <p:nvPr/>
          </p:nvSpPr>
          <p:spPr>
            <a:xfrm>
              <a:off x="3596357" y="5534327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rc588"/>
            <p:cNvSpPr/>
            <p:nvPr/>
          </p:nvSpPr>
          <p:spPr>
            <a:xfrm>
              <a:off x="3596357" y="5170872"/>
              <a:ext cx="165951" cy="12115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rc589"/>
            <p:cNvSpPr/>
            <p:nvPr/>
          </p:nvSpPr>
          <p:spPr>
            <a:xfrm>
              <a:off x="3596357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rc590"/>
            <p:cNvSpPr/>
            <p:nvPr/>
          </p:nvSpPr>
          <p:spPr>
            <a:xfrm>
              <a:off x="3596357" y="3474745"/>
              <a:ext cx="165951" cy="96921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rc591"/>
            <p:cNvSpPr/>
            <p:nvPr/>
          </p:nvSpPr>
          <p:spPr>
            <a:xfrm>
              <a:off x="3596357" y="5049720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rc592"/>
            <p:cNvSpPr/>
            <p:nvPr/>
          </p:nvSpPr>
          <p:spPr>
            <a:xfrm>
              <a:off x="3596357" y="5352599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rc593"/>
            <p:cNvSpPr/>
            <p:nvPr/>
          </p:nvSpPr>
          <p:spPr>
            <a:xfrm>
              <a:off x="3596357" y="5473751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rc594"/>
            <p:cNvSpPr/>
            <p:nvPr/>
          </p:nvSpPr>
          <p:spPr>
            <a:xfrm>
              <a:off x="3596357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rc595"/>
            <p:cNvSpPr/>
            <p:nvPr/>
          </p:nvSpPr>
          <p:spPr>
            <a:xfrm>
              <a:off x="3596357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rc596"/>
            <p:cNvSpPr/>
            <p:nvPr/>
          </p:nvSpPr>
          <p:spPr>
            <a:xfrm>
              <a:off x="3596357" y="529202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rc597"/>
            <p:cNvSpPr/>
            <p:nvPr/>
          </p:nvSpPr>
          <p:spPr>
            <a:xfrm>
              <a:off x="3596357" y="529202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rc598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rc599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rc600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rc601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rc602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rc603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4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rc605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6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rc607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8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rc609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10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rc611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2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rc613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4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rc615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6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rc617"/>
            <p:cNvSpPr/>
            <p:nvPr/>
          </p:nvSpPr>
          <p:spPr>
            <a:xfrm>
              <a:off x="7975622" y="5534327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8"/>
            <p:cNvSpPr/>
            <p:nvPr/>
          </p:nvSpPr>
          <p:spPr>
            <a:xfrm>
              <a:off x="7975622" y="5534327"/>
              <a:ext cx="165951" cy="605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rc619"/>
            <p:cNvSpPr/>
            <p:nvPr/>
          </p:nvSpPr>
          <p:spPr>
            <a:xfrm>
              <a:off x="5440258" y="4989144"/>
              <a:ext cx="165951" cy="18172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20"/>
            <p:cNvSpPr/>
            <p:nvPr/>
          </p:nvSpPr>
          <p:spPr>
            <a:xfrm>
              <a:off x="5440258" y="4928568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rc621"/>
            <p:cNvSpPr/>
            <p:nvPr/>
          </p:nvSpPr>
          <p:spPr>
            <a:xfrm>
              <a:off x="5440258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2"/>
            <p:cNvSpPr/>
            <p:nvPr/>
          </p:nvSpPr>
          <p:spPr>
            <a:xfrm>
              <a:off x="5440258" y="4686264"/>
              <a:ext cx="165951" cy="24230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rc623"/>
            <p:cNvSpPr/>
            <p:nvPr/>
          </p:nvSpPr>
          <p:spPr>
            <a:xfrm>
              <a:off x="5440258" y="5473751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4"/>
            <p:cNvSpPr/>
            <p:nvPr/>
          </p:nvSpPr>
          <p:spPr>
            <a:xfrm>
              <a:off x="5440258" y="5413175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rc625"/>
            <p:cNvSpPr/>
            <p:nvPr/>
          </p:nvSpPr>
          <p:spPr>
            <a:xfrm>
              <a:off x="5440258" y="5413175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rc626"/>
            <p:cNvSpPr/>
            <p:nvPr/>
          </p:nvSpPr>
          <p:spPr>
            <a:xfrm>
              <a:off x="5440258" y="5413175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rc627"/>
            <p:cNvSpPr/>
            <p:nvPr/>
          </p:nvSpPr>
          <p:spPr>
            <a:xfrm>
              <a:off x="5440258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rc628"/>
            <p:cNvSpPr/>
            <p:nvPr/>
          </p:nvSpPr>
          <p:spPr>
            <a:xfrm>
              <a:off x="5440258" y="5413175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rc629"/>
            <p:cNvSpPr/>
            <p:nvPr/>
          </p:nvSpPr>
          <p:spPr>
            <a:xfrm>
              <a:off x="5440258" y="5534327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rc630"/>
            <p:cNvSpPr/>
            <p:nvPr/>
          </p:nvSpPr>
          <p:spPr>
            <a:xfrm>
              <a:off x="5440258" y="5352599"/>
              <a:ext cx="165951" cy="605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rc631"/>
            <p:cNvSpPr/>
            <p:nvPr/>
          </p:nvSpPr>
          <p:spPr>
            <a:xfrm>
              <a:off x="5440258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rc632"/>
            <p:cNvSpPr/>
            <p:nvPr/>
          </p:nvSpPr>
          <p:spPr>
            <a:xfrm>
              <a:off x="5440258" y="4019929"/>
              <a:ext cx="165951" cy="66633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rc633"/>
            <p:cNvSpPr/>
            <p:nvPr/>
          </p:nvSpPr>
          <p:spPr>
            <a:xfrm>
              <a:off x="5440258" y="5170872"/>
              <a:ext cx="165951" cy="18172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rc634"/>
            <p:cNvSpPr/>
            <p:nvPr/>
          </p:nvSpPr>
          <p:spPr>
            <a:xfrm>
              <a:off x="5440258" y="5413175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rc635"/>
            <p:cNvSpPr/>
            <p:nvPr/>
          </p:nvSpPr>
          <p:spPr>
            <a:xfrm>
              <a:off x="5440258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6"/>
            <p:cNvSpPr/>
            <p:nvPr/>
          </p:nvSpPr>
          <p:spPr>
            <a:xfrm>
              <a:off x="5440258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rc637"/>
            <p:cNvSpPr/>
            <p:nvPr/>
          </p:nvSpPr>
          <p:spPr>
            <a:xfrm>
              <a:off x="5440258" y="5534327"/>
              <a:ext cx="165951" cy="60575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8"/>
            <p:cNvSpPr/>
            <p:nvPr/>
          </p:nvSpPr>
          <p:spPr>
            <a:xfrm>
              <a:off x="5440258" y="5413175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rc639"/>
            <p:cNvSpPr/>
            <p:nvPr/>
          </p:nvSpPr>
          <p:spPr>
            <a:xfrm>
              <a:off x="5440258" y="5413175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40"/>
            <p:cNvSpPr/>
            <p:nvPr/>
          </p:nvSpPr>
          <p:spPr>
            <a:xfrm>
              <a:off x="4057332" y="5170872"/>
              <a:ext cx="165951" cy="18172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rc641"/>
            <p:cNvSpPr/>
            <p:nvPr/>
          </p:nvSpPr>
          <p:spPr>
            <a:xfrm>
              <a:off x="4057332" y="4989144"/>
              <a:ext cx="165951" cy="18172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2"/>
            <p:cNvSpPr/>
            <p:nvPr/>
          </p:nvSpPr>
          <p:spPr>
            <a:xfrm>
              <a:off x="4057332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rc643"/>
            <p:cNvSpPr/>
            <p:nvPr/>
          </p:nvSpPr>
          <p:spPr>
            <a:xfrm>
              <a:off x="4057332" y="4565112"/>
              <a:ext cx="165951" cy="42403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4"/>
            <p:cNvSpPr/>
            <p:nvPr/>
          </p:nvSpPr>
          <p:spPr>
            <a:xfrm>
              <a:off x="4057332" y="5534327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rc645"/>
            <p:cNvSpPr/>
            <p:nvPr/>
          </p:nvSpPr>
          <p:spPr>
            <a:xfrm>
              <a:off x="4057332" y="5473751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6"/>
            <p:cNvSpPr/>
            <p:nvPr/>
          </p:nvSpPr>
          <p:spPr>
            <a:xfrm>
              <a:off x="4057332" y="547375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rc647"/>
            <p:cNvSpPr/>
            <p:nvPr/>
          </p:nvSpPr>
          <p:spPr>
            <a:xfrm>
              <a:off x="4057332" y="5473751"/>
              <a:ext cx="165951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8"/>
            <p:cNvSpPr/>
            <p:nvPr/>
          </p:nvSpPr>
          <p:spPr>
            <a:xfrm>
              <a:off x="4057332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rc649"/>
            <p:cNvSpPr/>
            <p:nvPr/>
          </p:nvSpPr>
          <p:spPr>
            <a:xfrm>
              <a:off x="4057332" y="5473751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50"/>
            <p:cNvSpPr/>
            <p:nvPr/>
          </p:nvSpPr>
          <p:spPr>
            <a:xfrm>
              <a:off x="4057332" y="5534327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rc651"/>
            <p:cNvSpPr/>
            <p:nvPr/>
          </p:nvSpPr>
          <p:spPr>
            <a:xfrm>
              <a:off x="4057332" y="5473751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2"/>
            <p:cNvSpPr/>
            <p:nvPr/>
          </p:nvSpPr>
          <p:spPr>
            <a:xfrm>
              <a:off x="4057332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rc653"/>
            <p:cNvSpPr/>
            <p:nvPr/>
          </p:nvSpPr>
          <p:spPr>
            <a:xfrm>
              <a:off x="4057332" y="3474745"/>
              <a:ext cx="165951" cy="109036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rc654"/>
            <p:cNvSpPr/>
            <p:nvPr/>
          </p:nvSpPr>
          <p:spPr>
            <a:xfrm>
              <a:off x="4057332" y="5352599"/>
              <a:ext cx="165951" cy="1211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rc655"/>
            <p:cNvSpPr/>
            <p:nvPr/>
          </p:nvSpPr>
          <p:spPr>
            <a:xfrm>
              <a:off x="4057332" y="5473751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rc656"/>
            <p:cNvSpPr/>
            <p:nvPr/>
          </p:nvSpPr>
          <p:spPr>
            <a:xfrm>
              <a:off x="4057332" y="5534327"/>
              <a:ext cx="165951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rc657"/>
            <p:cNvSpPr/>
            <p:nvPr/>
          </p:nvSpPr>
          <p:spPr>
            <a:xfrm>
              <a:off x="4057332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rc658"/>
            <p:cNvSpPr/>
            <p:nvPr/>
          </p:nvSpPr>
          <p:spPr>
            <a:xfrm>
              <a:off x="4057332" y="5594903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4057332" y="5473751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4057332" y="547375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rc661"/>
            <p:cNvSpPr/>
            <p:nvPr/>
          </p:nvSpPr>
          <p:spPr>
            <a:xfrm>
              <a:off x="600017" y="4383384"/>
              <a:ext cx="165951" cy="1211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600017" y="4201657"/>
              <a:ext cx="165951" cy="18172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600017" y="5473751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rc664"/>
            <p:cNvSpPr/>
            <p:nvPr/>
          </p:nvSpPr>
          <p:spPr>
            <a:xfrm>
              <a:off x="600017" y="3838201"/>
              <a:ext cx="165951" cy="36345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rc665"/>
            <p:cNvSpPr/>
            <p:nvPr/>
          </p:nvSpPr>
          <p:spPr>
            <a:xfrm>
              <a:off x="600017" y="5292023"/>
              <a:ext cx="165951" cy="60575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600017" y="4686264"/>
              <a:ext cx="165951" cy="605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600017" y="4807416"/>
              <a:ext cx="165951" cy="24230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rc668"/>
            <p:cNvSpPr/>
            <p:nvPr/>
          </p:nvSpPr>
          <p:spPr>
            <a:xfrm>
              <a:off x="600017" y="5049720"/>
              <a:ext cx="165951" cy="12115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rc669"/>
            <p:cNvSpPr/>
            <p:nvPr/>
          </p:nvSpPr>
          <p:spPr>
            <a:xfrm>
              <a:off x="600017" y="5473751"/>
              <a:ext cx="165951" cy="60575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rc670"/>
            <p:cNvSpPr/>
            <p:nvPr/>
          </p:nvSpPr>
          <p:spPr>
            <a:xfrm>
              <a:off x="600017" y="5170872"/>
              <a:ext cx="165951" cy="12115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rc671"/>
            <p:cNvSpPr/>
            <p:nvPr/>
          </p:nvSpPr>
          <p:spPr>
            <a:xfrm>
              <a:off x="600017" y="5413175"/>
              <a:ext cx="165951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rc672"/>
            <p:cNvSpPr/>
            <p:nvPr/>
          </p:nvSpPr>
          <p:spPr>
            <a:xfrm>
              <a:off x="600017" y="4686264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rc673"/>
            <p:cNvSpPr/>
            <p:nvPr/>
          </p:nvSpPr>
          <p:spPr>
            <a:xfrm>
              <a:off x="600017" y="5534327"/>
              <a:ext cx="165951" cy="605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rc674"/>
            <p:cNvSpPr/>
            <p:nvPr/>
          </p:nvSpPr>
          <p:spPr>
            <a:xfrm>
              <a:off x="600017" y="1475740"/>
              <a:ext cx="165951" cy="236246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rc675"/>
            <p:cNvSpPr/>
            <p:nvPr/>
          </p:nvSpPr>
          <p:spPr>
            <a:xfrm>
              <a:off x="600017" y="4504536"/>
              <a:ext cx="165951" cy="18172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rc676"/>
            <p:cNvSpPr/>
            <p:nvPr/>
          </p:nvSpPr>
          <p:spPr>
            <a:xfrm>
              <a:off x="600017" y="5292023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rc677"/>
            <p:cNvSpPr/>
            <p:nvPr/>
          </p:nvSpPr>
          <p:spPr>
            <a:xfrm>
              <a:off x="600017" y="5352599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rc678"/>
            <p:cNvSpPr/>
            <p:nvPr/>
          </p:nvSpPr>
          <p:spPr>
            <a:xfrm>
              <a:off x="600017" y="5413175"/>
              <a:ext cx="165951" cy="60575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rc679"/>
            <p:cNvSpPr/>
            <p:nvPr/>
          </p:nvSpPr>
          <p:spPr>
            <a:xfrm>
              <a:off x="600017" y="5413175"/>
              <a:ext cx="165951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rc680"/>
            <p:cNvSpPr/>
            <p:nvPr/>
          </p:nvSpPr>
          <p:spPr>
            <a:xfrm>
              <a:off x="600017" y="4746840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600017" y="5049720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830505" y="4019929"/>
              <a:ext cx="165951" cy="1211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rc683"/>
            <p:cNvSpPr/>
            <p:nvPr/>
          </p:nvSpPr>
          <p:spPr>
            <a:xfrm>
              <a:off x="830505" y="3717049"/>
              <a:ext cx="165951" cy="302879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rc684"/>
            <p:cNvSpPr/>
            <p:nvPr/>
          </p:nvSpPr>
          <p:spPr>
            <a:xfrm>
              <a:off x="830505" y="5534327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rc685"/>
            <p:cNvSpPr/>
            <p:nvPr/>
          </p:nvSpPr>
          <p:spPr>
            <a:xfrm>
              <a:off x="830505" y="2505531"/>
              <a:ext cx="165951" cy="121151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rc686"/>
            <p:cNvSpPr/>
            <p:nvPr/>
          </p:nvSpPr>
          <p:spPr>
            <a:xfrm>
              <a:off x="830505" y="5231448"/>
              <a:ext cx="165951" cy="12115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rc687"/>
            <p:cNvSpPr/>
            <p:nvPr/>
          </p:nvSpPr>
          <p:spPr>
            <a:xfrm>
              <a:off x="830505" y="4746840"/>
              <a:ext cx="165951" cy="12115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rc688"/>
            <p:cNvSpPr/>
            <p:nvPr/>
          </p:nvSpPr>
          <p:spPr>
            <a:xfrm>
              <a:off x="830505" y="4928568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rc689"/>
            <p:cNvSpPr/>
            <p:nvPr/>
          </p:nvSpPr>
          <p:spPr>
            <a:xfrm>
              <a:off x="830505" y="4989144"/>
              <a:ext cx="165951" cy="60575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rc690"/>
            <p:cNvSpPr/>
            <p:nvPr/>
          </p:nvSpPr>
          <p:spPr>
            <a:xfrm>
              <a:off x="830505" y="5534327"/>
              <a:ext cx="165951" cy="60575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rc691"/>
            <p:cNvSpPr/>
            <p:nvPr/>
          </p:nvSpPr>
          <p:spPr>
            <a:xfrm>
              <a:off x="830505" y="5049720"/>
              <a:ext cx="165951" cy="12115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830505" y="5413175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rc693"/>
            <p:cNvSpPr/>
            <p:nvPr/>
          </p:nvSpPr>
          <p:spPr>
            <a:xfrm>
              <a:off x="830505" y="4322809"/>
              <a:ext cx="165951" cy="42403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830505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rc695"/>
            <p:cNvSpPr/>
            <p:nvPr/>
          </p:nvSpPr>
          <p:spPr>
            <a:xfrm>
              <a:off x="830505" y="1778619"/>
              <a:ext cx="165951" cy="72691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rc696"/>
            <p:cNvSpPr/>
            <p:nvPr/>
          </p:nvSpPr>
          <p:spPr>
            <a:xfrm>
              <a:off x="830505" y="4141081"/>
              <a:ext cx="165951" cy="18172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rc697"/>
            <p:cNvSpPr/>
            <p:nvPr/>
          </p:nvSpPr>
          <p:spPr>
            <a:xfrm>
              <a:off x="830505" y="5170872"/>
              <a:ext cx="165951" cy="60575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rc698"/>
            <p:cNvSpPr/>
            <p:nvPr/>
          </p:nvSpPr>
          <p:spPr>
            <a:xfrm>
              <a:off x="830505" y="5352599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rc699"/>
            <p:cNvSpPr/>
            <p:nvPr/>
          </p:nvSpPr>
          <p:spPr>
            <a:xfrm>
              <a:off x="830505" y="5534327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rc700"/>
            <p:cNvSpPr/>
            <p:nvPr/>
          </p:nvSpPr>
          <p:spPr>
            <a:xfrm>
              <a:off x="830505" y="5473751"/>
              <a:ext cx="165951" cy="60575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rc701"/>
            <p:cNvSpPr/>
            <p:nvPr/>
          </p:nvSpPr>
          <p:spPr>
            <a:xfrm>
              <a:off x="830505" y="4867992"/>
              <a:ext cx="165951" cy="605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rc702"/>
            <p:cNvSpPr/>
            <p:nvPr/>
          </p:nvSpPr>
          <p:spPr>
            <a:xfrm>
              <a:off x="830505" y="4928568"/>
              <a:ext cx="165951" cy="605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rc703"/>
            <p:cNvSpPr/>
            <p:nvPr/>
          </p:nvSpPr>
          <p:spPr>
            <a:xfrm>
              <a:off x="2213431" y="4807416"/>
              <a:ext cx="165951" cy="605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rc704"/>
            <p:cNvSpPr/>
            <p:nvPr/>
          </p:nvSpPr>
          <p:spPr>
            <a:xfrm>
              <a:off x="2213431" y="4746840"/>
              <a:ext cx="165951" cy="605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rc705"/>
            <p:cNvSpPr/>
            <p:nvPr/>
          </p:nvSpPr>
          <p:spPr>
            <a:xfrm>
              <a:off x="2213431" y="5594903"/>
              <a:ext cx="165951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rc706"/>
            <p:cNvSpPr/>
            <p:nvPr/>
          </p:nvSpPr>
          <p:spPr>
            <a:xfrm>
              <a:off x="2213431" y="4322809"/>
              <a:ext cx="165951" cy="42403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rc707"/>
            <p:cNvSpPr/>
            <p:nvPr/>
          </p:nvSpPr>
          <p:spPr>
            <a:xfrm>
              <a:off x="2213431" y="5352599"/>
              <a:ext cx="165951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rc708"/>
            <p:cNvSpPr/>
            <p:nvPr/>
          </p:nvSpPr>
          <p:spPr>
            <a:xfrm>
              <a:off x="2213431" y="4867992"/>
              <a:ext cx="165951" cy="181727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rc709"/>
            <p:cNvSpPr/>
            <p:nvPr/>
          </p:nvSpPr>
          <p:spPr>
            <a:xfrm>
              <a:off x="2213431" y="5170872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rc710"/>
            <p:cNvSpPr/>
            <p:nvPr/>
          </p:nvSpPr>
          <p:spPr>
            <a:xfrm>
              <a:off x="2213431" y="5292023"/>
              <a:ext cx="165951" cy="60575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rc711"/>
            <p:cNvSpPr/>
            <p:nvPr/>
          </p:nvSpPr>
          <p:spPr>
            <a:xfrm>
              <a:off x="2213431" y="5594903"/>
              <a:ext cx="165951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rc712"/>
            <p:cNvSpPr/>
            <p:nvPr/>
          </p:nvSpPr>
          <p:spPr>
            <a:xfrm>
              <a:off x="2213431" y="5352599"/>
              <a:ext cx="165951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rc713"/>
            <p:cNvSpPr/>
            <p:nvPr/>
          </p:nvSpPr>
          <p:spPr>
            <a:xfrm>
              <a:off x="2213431" y="5413175"/>
              <a:ext cx="165951" cy="60575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rc714"/>
            <p:cNvSpPr/>
            <p:nvPr/>
          </p:nvSpPr>
          <p:spPr>
            <a:xfrm>
              <a:off x="2213431" y="4867992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rc715"/>
            <p:cNvSpPr/>
            <p:nvPr/>
          </p:nvSpPr>
          <p:spPr>
            <a:xfrm>
              <a:off x="2213431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rc716"/>
            <p:cNvSpPr/>
            <p:nvPr/>
          </p:nvSpPr>
          <p:spPr>
            <a:xfrm>
              <a:off x="2213431" y="3293018"/>
              <a:ext cx="165951" cy="102979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rc717"/>
            <p:cNvSpPr/>
            <p:nvPr/>
          </p:nvSpPr>
          <p:spPr>
            <a:xfrm>
              <a:off x="2213431" y="4867992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rc718"/>
            <p:cNvSpPr/>
            <p:nvPr/>
          </p:nvSpPr>
          <p:spPr>
            <a:xfrm>
              <a:off x="2213431" y="5352599"/>
              <a:ext cx="165951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rc719"/>
            <p:cNvSpPr/>
            <p:nvPr/>
          </p:nvSpPr>
          <p:spPr>
            <a:xfrm>
              <a:off x="2213431" y="5352599"/>
              <a:ext cx="165951" cy="60575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20"/>
            <p:cNvSpPr/>
            <p:nvPr/>
          </p:nvSpPr>
          <p:spPr>
            <a:xfrm>
              <a:off x="2213431" y="5594903"/>
              <a:ext cx="165951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1"/>
            <p:cNvSpPr/>
            <p:nvPr/>
          </p:nvSpPr>
          <p:spPr>
            <a:xfrm>
              <a:off x="2213431" y="5473751"/>
              <a:ext cx="165951" cy="121151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rc722"/>
            <p:cNvSpPr/>
            <p:nvPr/>
          </p:nvSpPr>
          <p:spPr>
            <a:xfrm>
              <a:off x="2213431" y="5049720"/>
              <a:ext cx="165951" cy="12115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rc723"/>
            <p:cNvSpPr/>
            <p:nvPr/>
          </p:nvSpPr>
          <p:spPr>
            <a:xfrm>
              <a:off x="2213431" y="5170872"/>
              <a:ext cx="165951" cy="12115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82993" y="1816364"/>
              <a:ext cx="7606091" cy="3778539"/>
            </a:xfrm>
            <a:custGeom>
              <a:avLst/>
              <a:pathLst>
                <a:path w="7606091" h="3778539">
                  <a:moveTo>
                    <a:pt x="0" y="0"/>
                  </a:moveTo>
                  <a:lnTo>
                    <a:pt x="230487" y="277833"/>
                  </a:lnTo>
                  <a:lnTo>
                    <a:pt x="460975" y="333400"/>
                  </a:lnTo>
                  <a:lnTo>
                    <a:pt x="691462" y="500100"/>
                  </a:lnTo>
                  <a:lnTo>
                    <a:pt x="921950" y="833501"/>
                  </a:lnTo>
                  <a:lnTo>
                    <a:pt x="1152438" y="1000201"/>
                  </a:lnTo>
                  <a:lnTo>
                    <a:pt x="1382925" y="1333602"/>
                  </a:lnTo>
                  <a:lnTo>
                    <a:pt x="1613413" y="1667002"/>
                  </a:lnTo>
                  <a:lnTo>
                    <a:pt x="1843901" y="1667002"/>
                  </a:lnTo>
                  <a:lnTo>
                    <a:pt x="2074388" y="1667002"/>
                  </a:lnTo>
                  <a:lnTo>
                    <a:pt x="2304876" y="1778136"/>
                  </a:lnTo>
                  <a:lnTo>
                    <a:pt x="2535363" y="1833702"/>
                  </a:lnTo>
                  <a:lnTo>
                    <a:pt x="2765851" y="1833702"/>
                  </a:lnTo>
                  <a:lnTo>
                    <a:pt x="2996339" y="1833702"/>
                  </a:lnTo>
                  <a:lnTo>
                    <a:pt x="3226826" y="1833702"/>
                  </a:lnTo>
                  <a:lnTo>
                    <a:pt x="3457314" y="1833702"/>
                  </a:lnTo>
                  <a:lnTo>
                    <a:pt x="3687802" y="2055969"/>
                  </a:lnTo>
                  <a:lnTo>
                    <a:pt x="3918289" y="2055969"/>
                  </a:lnTo>
                  <a:lnTo>
                    <a:pt x="4148777" y="2055969"/>
                  </a:lnTo>
                  <a:lnTo>
                    <a:pt x="4379265" y="2055969"/>
                  </a:lnTo>
                  <a:lnTo>
                    <a:pt x="4609752" y="2222670"/>
                  </a:lnTo>
                  <a:lnTo>
                    <a:pt x="4840240" y="2333803"/>
                  </a:lnTo>
                  <a:lnTo>
                    <a:pt x="5070727" y="2389370"/>
                  </a:lnTo>
                  <a:lnTo>
                    <a:pt x="5301215" y="2444937"/>
                  </a:lnTo>
                  <a:lnTo>
                    <a:pt x="5531703" y="2556070"/>
                  </a:lnTo>
                  <a:lnTo>
                    <a:pt x="5762190" y="2778337"/>
                  </a:lnTo>
                  <a:lnTo>
                    <a:pt x="5992678" y="2889471"/>
                  </a:lnTo>
                  <a:lnTo>
                    <a:pt x="6223166" y="3000604"/>
                  </a:lnTo>
                  <a:lnTo>
                    <a:pt x="6453653" y="3056171"/>
                  </a:lnTo>
                  <a:lnTo>
                    <a:pt x="6684141" y="3111738"/>
                  </a:lnTo>
                  <a:lnTo>
                    <a:pt x="6914629" y="3167305"/>
                  </a:lnTo>
                  <a:lnTo>
                    <a:pt x="7145116" y="3722972"/>
                  </a:lnTo>
                  <a:lnTo>
                    <a:pt x="7375604" y="3722972"/>
                  </a:lnTo>
                  <a:lnTo>
                    <a:pt x="7606091" y="3778539"/>
                  </a:lnTo>
                  <a:lnTo>
                    <a:pt x="7606091" y="3778539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030789" y="311483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6410054" y="455957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7332005" y="489297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6640542" y="467070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1569814" y="261473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6871029" y="478183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722252" y="34482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874690" y="36149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96641" y="383720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7101517" y="483740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6179567" y="43373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2491764" y="34482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7792980" y="550420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13715" y="36149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1108839" y="211463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952740" y="355937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1800301" y="278143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335665" y="383720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257616" y="400390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183227" y="36149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8253955" y="55597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949079" y="422617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027128" y="383720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1339326" y="228133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566153" y="383720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718591" y="41706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7562492" y="494853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644203" y="36149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8023468" y="550420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488104" y="411503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105178" y="36149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47863" y="178123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878351" y="205906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261277" y="34482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44700" y="1475740"/>
              <a:ext cx="0" cy="4119163"/>
            </a:xfrm>
            <a:custGeom>
              <a:avLst/>
              <a:pathLst>
                <a:path w="0" h="4119163">
                  <a:moveTo>
                    <a:pt x="0" y="4119163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tx760"/>
            <p:cNvSpPr/>
            <p:nvPr/>
          </p:nvSpPr>
          <p:spPr>
            <a:xfrm>
              <a:off x="388750" y="5541924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306818" y="4330046"/>
              <a:ext cx="163864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306818" y="3118599"/>
              <a:ext cx="163864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306818" y="1906936"/>
              <a:ext cx="163864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764" name="pl764"/>
            <p:cNvSpPr/>
            <p:nvPr/>
          </p:nvSpPr>
          <p:spPr>
            <a:xfrm>
              <a:off x="503579" y="559490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03579" y="4383384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03579" y="3171866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03579" y="1960347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8427377" y="1475740"/>
              <a:ext cx="0" cy="4119163"/>
            </a:xfrm>
            <a:custGeom>
              <a:avLst/>
              <a:pathLst>
                <a:path w="0" h="4119163">
                  <a:moveTo>
                    <a:pt x="0" y="4119163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8427377" y="5594903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8427377" y="4417999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8427377" y="3241095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8427377" y="2064192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tx773"/>
            <p:cNvSpPr/>
            <p:nvPr/>
          </p:nvSpPr>
          <p:spPr>
            <a:xfrm>
              <a:off x="8501395" y="5541924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8501395" y="4364661"/>
              <a:ext cx="335786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2.0%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8501395" y="3187829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4.0%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8501395" y="2010781"/>
              <a:ext cx="335786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6.0%</a:t>
              </a:r>
            </a:p>
          </p:txBody>
        </p:sp>
        <p:sp>
          <p:nvSpPr>
            <p:cNvPr id="777" name="pl777"/>
            <p:cNvSpPr/>
            <p:nvPr/>
          </p:nvSpPr>
          <p:spPr>
            <a:xfrm>
              <a:off x="544700" y="5594903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68299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91348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1143968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137445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160494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183543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2065919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229640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252689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2757382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2987869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321835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344884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3679332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3909820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414030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4370795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460128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4831770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062258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29274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52323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5372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984208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621469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644518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667567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6906159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713664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736713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7597622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7828110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805859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8289085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tx812"/>
            <p:cNvSpPr/>
            <p:nvPr/>
          </p:nvSpPr>
          <p:spPr>
            <a:xfrm rot="-5400000">
              <a:off x="445640" y="5822325"/>
              <a:ext cx="442681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Xizang</a:t>
              </a:r>
            </a:p>
          </p:txBody>
        </p:sp>
        <p:sp>
          <p:nvSpPr>
            <p:cNvPr id="813" name="tx813"/>
            <p:cNvSpPr/>
            <p:nvPr/>
          </p:nvSpPr>
          <p:spPr>
            <a:xfrm rot="-5400000">
              <a:off x="662625" y="5865307"/>
              <a:ext cx="499165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Yunnan</a:t>
              </a:r>
            </a:p>
          </p:txBody>
        </p:sp>
        <p:sp>
          <p:nvSpPr>
            <p:cNvPr id="814" name="tx814"/>
            <p:cNvSpPr/>
            <p:nvPr/>
          </p:nvSpPr>
          <p:spPr>
            <a:xfrm rot="-5400000">
              <a:off x="929378" y="5829041"/>
              <a:ext cx="426634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Hunan</a:t>
              </a:r>
            </a:p>
          </p:txBody>
        </p:sp>
        <p:sp>
          <p:nvSpPr>
            <p:cNvPr id="815" name="tx815"/>
            <p:cNvSpPr/>
            <p:nvPr/>
          </p:nvSpPr>
          <p:spPr>
            <a:xfrm rot="-5400000">
              <a:off x="1109921" y="5875663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Shaanxi</a:t>
              </a:r>
            </a:p>
          </p:txBody>
        </p:sp>
        <p:sp>
          <p:nvSpPr>
            <p:cNvPr id="816" name="tx816"/>
            <p:cNvSpPr/>
            <p:nvPr/>
          </p:nvSpPr>
          <p:spPr>
            <a:xfrm rot="-5400000">
              <a:off x="1388798" y="5827415"/>
              <a:ext cx="426563" cy="109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Gansu</a:t>
              </a:r>
            </a:p>
          </p:txBody>
        </p:sp>
        <p:sp>
          <p:nvSpPr>
            <p:cNvPr id="817" name="tx817"/>
            <p:cNvSpPr/>
            <p:nvPr/>
          </p:nvSpPr>
          <p:spPr>
            <a:xfrm rot="-5400000">
              <a:off x="1569907" y="5850496"/>
              <a:ext cx="499024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Jiangsu</a:t>
              </a:r>
            </a:p>
          </p:txBody>
        </p:sp>
        <p:sp>
          <p:nvSpPr>
            <p:cNvPr id="818" name="tx818"/>
            <p:cNvSpPr/>
            <p:nvPr/>
          </p:nvSpPr>
          <p:spPr>
            <a:xfrm rot="-5400000">
              <a:off x="1879571" y="5800940"/>
              <a:ext cx="370291" cy="1062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Anhui</a:t>
              </a:r>
            </a:p>
          </p:txBody>
        </p:sp>
        <p:sp>
          <p:nvSpPr>
            <p:cNvPr id="819" name="tx819"/>
            <p:cNvSpPr/>
            <p:nvPr/>
          </p:nvSpPr>
          <p:spPr>
            <a:xfrm rot="-5400000">
              <a:off x="2002534" y="5878491"/>
              <a:ext cx="555367" cy="1362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Zhejiang</a:t>
              </a:r>
            </a:p>
          </p:txBody>
        </p:sp>
        <p:sp>
          <p:nvSpPr>
            <p:cNvPr id="820" name="tx820"/>
            <p:cNvSpPr/>
            <p:nvPr/>
          </p:nvSpPr>
          <p:spPr>
            <a:xfrm rot="-5400000">
              <a:off x="2312234" y="5828970"/>
              <a:ext cx="426634" cy="1065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Henan</a:t>
              </a:r>
            </a:p>
          </p:txBody>
        </p:sp>
        <p:sp>
          <p:nvSpPr>
            <p:cNvPr id="821" name="tx821"/>
            <p:cNvSpPr/>
            <p:nvPr/>
          </p:nvSpPr>
          <p:spPr>
            <a:xfrm rot="-5400000">
              <a:off x="2470331" y="5869195"/>
              <a:ext cx="539248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Guangxi</a:t>
              </a:r>
            </a:p>
          </p:txBody>
        </p:sp>
        <p:sp>
          <p:nvSpPr>
            <p:cNvPr id="822" name="tx822"/>
            <p:cNvSpPr/>
            <p:nvPr/>
          </p:nvSpPr>
          <p:spPr>
            <a:xfrm rot="-5400000">
              <a:off x="2601636" y="5971205"/>
              <a:ext cx="7404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Neimenggu</a:t>
              </a:r>
            </a:p>
          </p:txBody>
        </p:sp>
        <p:sp>
          <p:nvSpPr>
            <p:cNvPr id="823" name="tx823"/>
            <p:cNvSpPr/>
            <p:nvPr/>
          </p:nvSpPr>
          <p:spPr>
            <a:xfrm rot="-5400000">
              <a:off x="2928620" y="5874709"/>
              <a:ext cx="547449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Liaoning</a:t>
              </a:r>
            </a:p>
          </p:txBody>
        </p:sp>
        <p:sp>
          <p:nvSpPr>
            <p:cNvPr id="824" name="tx824"/>
            <p:cNvSpPr/>
            <p:nvPr/>
          </p:nvSpPr>
          <p:spPr>
            <a:xfrm rot="-5400000">
              <a:off x="3258185" y="5804617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Hubei</a:t>
              </a:r>
            </a:p>
          </p:txBody>
        </p:sp>
        <p:sp>
          <p:nvSpPr>
            <p:cNvPr id="825" name="tx825"/>
            <p:cNvSpPr/>
            <p:nvPr/>
          </p:nvSpPr>
          <p:spPr>
            <a:xfrm rot="-5400000">
              <a:off x="3414798" y="5875663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Sichuan</a:t>
              </a:r>
            </a:p>
          </p:txBody>
        </p:sp>
        <p:sp>
          <p:nvSpPr>
            <p:cNvPr id="826" name="tx826"/>
            <p:cNvSpPr/>
            <p:nvPr/>
          </p:nvSpPr>
          <p:spPr>
            <a:xfrm rot="-5400000">
              <a:off x="3637403" y="5883828"/>
              <a:ext cx="539248" cy="1094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Guizhou</a:t>
              </a:r>
            </a:p>
          </p:txBody>
        </p:sp>
        <p:sp>
          <p:nvSpPr>
            <p:cNvPr id="827" name="tx827"/>
            <p:cNvSpPr/>
            <p:nvPr/>
          </p:nvSpPr>
          <p:spPr>
            <a:xfrm rot="-5400000">
              <a:off x="3866724" y="5858556"/>
              <a:ext cx="5151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Xinjiang</a:t>
              </a:r>
            </a:p>
          </p:txBody>
        </p:sp>
        <p:sp>
          <p:nvSpPr>
            <p:cNvPr id="828" name="tx828"/>
            <p:cNvSpPr/>
            <p:nvPr/>
          </p:nvSpPr>
          <p:spPr>
            <a:xfrm rot="-5400000">
              <a:off x="4129448" y="5826319"/>
              <a:ext cx="450670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Jiangxi</a:t>
              </a:r>
            </a:p>
          </p:txBody>
        </p:sp>
        <p:sp>
          <p:nvSpPr>
            <p:cNvPr id="829" name="tx829"/>
            <p:cNvSpPr/>
            <p:nvPr/>
          </p:nvSpPr>
          <p:spPr>
            <a:xfrm rot="-5400000">
              <a:off x="4253754" y="5929673"/>
              <a:ext cx="660205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Shandong</a:t>
              </a:r>
            </a:p>
          </p:txBody>
        </p:sp>
        <p:sp>
          <p:nvSpPr>
            <p:cNvPr id="830" name="tx830"/>
            <p:cNvSpPr/>
            <p:nvPr/>
          </p:nvSpPr>
          <p:spPr>
            <a:xfrm rot="-5400000">
              <a:off x="4601098" y="5845124"/>
              <a:ext cx="458799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Hainan</a:t>
              </a:r>
            </a:p>
          </p:txBody>
        </p:sp>
        <p:sp>
          <p:nvSpPr>
            <p:cNvPr id="831" name="tx831"/>
            <p:cNvSpPr/>
            <p:nvPr/>
          </p:nvSpPr>
          <p:spPr>
            <a:xfrm rot="-5400000">
              <a:off x="4795320" y="5849083"/>
              <a:ext cx="499024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Qinghai</a:t>
              </a:r>
            </a:p>
          </p:txBody>
        </p:sp>
        <p:sp>
          <p:nvSpPr>
            <p:cNvPr id="832" name="tx832"/>
            <p:cNvSpPr/>
            <p:nvPr/>
          </p:nvSpPr>
          <p:spPr>
            <a:xfrm rot="-5400000">
              <a:off x="5166664" y="5740321"/>
              <a:ext cx="249406" cy="1066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Jilin</a:t>
              </a:r>
            </a:p>
          </p:txBody>
        </p:sp>
        <p:sp>
          <p:nvSpPr>
            <p:cNvPr id="833" name="tx833"/>
            <p:cNvSpPr/>
            <p:nvPr/>
          </p:nvSpPr>
          <p:spPr>
            <a:xfrm rot="-5400000">
              <a:off x="5294717" y="5814973"/>
              <a:ext cx="426493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Tianjin</a:t>
              </a:r>
            </a:p>
          </p:txBody>
        </p:sp>
        <p:sp>
          <p:nvSpPr>
            <p:cNvPr id="834" name="tx834"/>
            <p:cNvSpPr/>
            <p:nvPr/>
          </p:nvSpPr>
          <p:spPr>
            <a:xfrm rot="-5400000">
              <a:off x="5430369" y="5905496"/>
              <a:ext cx="611851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Shanghai</a:t>
              </a:r>
            </a:p>
          </p:txBody>
        </p:sp>
        <p:sp>
          <p:nvSpPr>
            <p:cNvPr id="835" name="tx835"/>
            <p:cNvSpPr/>
            <p:nvPr/>
          </p:nvSpPr>
          <p:spPr>
            <a:xfrm rot="-5400000">
              <a:off x="5726779" y="5842402"/>
              <a:ext cx="48283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Ningxia</a:t>
              </a:r>
            </a:p>
          </p:txBody>
        </p:sp>
        <p:sp>
          <p:nvSpPr>
            <p:cNvPr id="836" name="tx836"/>
            <p:cNvSpPr/>
            <p:nvPr/>
          </p:nvSpPr>
          <p:spPr>
            <a:xfrm rot="-5400000">
              <a:off x="5800256" y="5999412"/>
              <a:ext cx="79685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Heilongjiang</a:t>
              </a:r>
            </a:p>
          </p:txBody>
        </p:sp>
        <p:sp>
          <p:nvSpPr>
            <p:cNvPr id="837" name="tx837"/>
            <p:cNvSpPr/>
            <p:nvPr/>
          </p:nvSpPr>
          <p:spPr>
            <a:xfrm rot="-5400000">
              <a:off x="6211860" y="5818296"/>
              <a:ext cx="43462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Beijing</a:t>
              </a:r>
            </a:p>
          </p:txBody>
        </p:sp>
        <p:sp>
          <p:nvSpPr>
            <p:cNvPr id="838" name="tx838"/>
            <p:cNvSpPr/>
            <p:nvPr/>
          </p:nvSpPr>
          <p:spPr>
            <a:xfrm rot="-5400000">
              <a:off x="6463238" y="5798890"/>
              <a:ext cx="394327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Fujian</a:t>
              </a:r>
            </a:p>
          </p:txBody>
        </p:sp>
        <p:sp>
          <p:nvSpPr>
            <p:cNvPr id="839" name="tx839"/>
            <p:cNvSpPr/>
            <p:nvPr/>
          </p:nvSpPr>
          <p:spPr>
            <a:xfrm rot="-5400000">
              <a:off x="6510347" y="5977957"/>
              <a:ext cx="756772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Guangdong</a:t>
              </a:r>
            </a:p>
          </p:txBody>
        </p:sp>
        <p:sp>
          <p:nvSpPr>
            <p:cNvPr id="840" name="tx840"/>
            <p:cNvSpPr/>
            <p:nvPr/>
          </p:nvSpPr>
          <p:spPr>
            <a:xfrm rot="-5400000">
              <a:off x="6945987" y="5804617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Hebei</a:t>
              </a:r>
            </a:p>
          </p:txBody>
        </p:sp>
        <p:sp>
          <p:nvSpPr>
            <p:cNvPr id="841" name="tx841"/>
            <p:cNvSpPr/>
            <p:nvPr/>
          </p:nvSpPr>
          <p:spPr>
            <a:xfrm rot="-5400000">
              <a:off x="6999529" y="5949750"/>
              <a:ext cx="700359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Chongqing</a:t>
              </a:r>
            </a:p>
          </p:txBody>
        </p:sp>
        <p:sp>
          <p:nvSpPr>
            <p:cNvPr id="842" name="tx842"/>
            <p:cNvSpPr/>
            <p:nvPr/>
          </p:nvSpPr>
          <p:spPr>
            <a:xfrm rot="-5400000">
              <a:off x="7373347" y="5835403"/>
              <a:ext cx="44268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Shanxi</a:t>
              </a:r>
            </a:p>
          </p:txBody>
        </p:sp>
        <p:sp>
          <p:nvSpPr>
            <p:cNvPr id="843" name="tx843"/>
            <p:cNvSpPr/>
            <p:nvPr/>
          </p:nvSpPr>
          <p:spPr>
            <a:xfrm rot="-5400000">
              <a:off x="7449865" y="5963217"/>
              <a:ext cx="72446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Hong Kong</a:t>
              </a:r>
            </a:p>
          </p:txBody>
        </p:sp>
        <p:sp>
          <p:nvSpPr>
            <p:cNvPr id="844" name="tx844"/>
            <p:cNvSpPr/>
            <p:nvPr/>
          </p:nvSpPr>
          <p:spPr>
            <a:xfrm rot="-5400000">
              <a:off x="7823966" y="5849083"/>
              <a:ext cx="466717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Taiwan</a:t>
              </a:r>
            </a:p>
          </p:txBody>
        </p:sp>
        <p:sp>
          <p:nvSpPr>
            <p:cNvPr id="845" name="tx845"/>
            <p:cNvSpPr/>
            <p:nvPr/>
          </p:nvSpPr>
          <p:spPr>
            <a:xfrm rot="-5400000">
              <a:off x="8070536" y="5833000"/>
              <a:ext cx="434552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Macau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4145103" y="6588964"/>
              <a:ext cx="681870" cy="1290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Province</a:t>
              </a:r>
            </a:p>
          </p:txBody>
        </p:sp>
        <p:sp>
          <p:nvSpPr>
            <p:cNvPr id="847" name="tx847"/>
            <p:cNvSpPr/>
            <p:nvPr/>
          </p:nvSpPr>
          <p:spPr>
            <a:xfrm rot="-5400000">
              <a:off x="-749321" y="3469813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848" name="tx848"/>
            <p:cNvSpPr/>
            <p:nvPr/>
          </p:nvSpPr>
          <p:spPr>
            <a:xfrm rot="5400000">
              <a:off x="8551101" y="3453083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849" name="rc849"/>
            <p:cNvSpPr/>
            <p:nvPr/>
          </p:nvSpPr>
          <p:spPr>
            <a:xfrm>
              <a:off x="0" y="126525"/>
              <a:ext cx="9144000" cy="11847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rc85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rc85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rc852"/>
            <p:cNvSpPr/>
            <p:nvPr/>
          </p:nvSpPr>
          <p:spPr>
            <a:xfrm>
              <a:off x="1275741" y="208767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rc853"/>
            <p:cNvSpPr/>
            <p:nvPr/>
          </p:nvSpPr>
          <p:spPr>
            <a:xfrm>
              <a:off x="1286377" y="219403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rc854"/>
            <p:cNvSpPr/>
            <p:nvPr/>
          </p:nvSpPr>
          <p:spPr>
            <a:xfrm>
              <a:off x="3350703" y="208767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rc855"/>
            <p:cNvSpPr/>
            <p:nvPr/>
          </p:nvSpPr>
          <p:spPr>
            <a:xfrm>
              <a:off x="3361339" y="219403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rc856"/>
            <p:cNvSpPr/>
            <p:nvPr/>
          </p:nvSpPr>
          <p:spPr>
            <a:xfrm>
              <a:off x="5671030" y="208767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rc857"/>
            <p:cNvSpPr/>
            <p:nvPr/>
          </p:nvSpPr>
          <p:spPr>
            <a:xfrm>
              <a:off x="5681667" y="219403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rc858"/>
            <p:cNvSpPr/>
            <p:nvPr/>
          </p:nvSpPr>
          <p:spPr>
            <a:xfrm>
              <a:off x="7688517" y="208767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rc859"/>
            <p:cNvSpPr/>
            <p:nvPr/>
          </p:nvSpPr>
          <p:spPr>
            <a:xfrm>
              <a:off x="7699154" y="219403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rc86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rc86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rc862"/>
            <p:cNvSpPr/>
            <p:nvPr/>
          </p:nvSpPr>
          <p:spPr>
            <a:xfrm>
              <a:off x="1275741" y="429265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rc863"/>
            <p:cNvSpPr/>
            <p:nvPr/>
          </p:nvSpPr>
          <p:spPr>
            <a:xfrm>
              <a:off x="1286377" y="439901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rc864"/>
            <p:cNvSpPr/>
            <p:nvPr/>
          </p:nvSpPr>
          <p:spPr>
            <a:xfrm>
              <a:off x="3350703" y="429265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rc865"/>
            <p:cNvSpPr/>
            <p:nvPr/>
          </p:nvSpPr>
          <p:spPr>
            <a:xfrm>
              <a:off x="3361339" y="439901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rc866"/>
            <p:cNvSpPr/>
            <p:nvPr/>
          </p:nvSpPr>
          <p:spPr>
            <a:xfrm>
              <a:off x="5671030" y="429265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rc867"/>
            <p:cNvSpPr/>
            <p:nvPr/>
          </p:nvSpPr>
          <p:spPr>
            <a:xfrm>
              <a:off x="5681667" y="439901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rc868"/>
            <p:cNvSpPr/>
            <p:nvPr/>
          </p:nvSpPr>
          <p:spPr>
            <a:xfrm>
              <a:off x="7688517" y="429265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rc869"/>
            <p:cNvSpPr/>
            <p:nvPr/>
          </p:nvSpPr>
          <p:spPr>
            <a:xfrm>
              <a:off x="7699154" y="439901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rc87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rc87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rc872"/>
            <p:cNvSpPr/>
            <p:nvPr/>
          </p:nvSpPr>
          <p:spPr>
            <a:xfrm>
              <a:off x="1275741" y="649763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rc873"/>
            <p:cNvSpPr/>
            <p:nvPr/>
          </p:nvSpPr>
          <p:spPr>
            <a:xfrm>
              <a:off x="1286377" y="660399"/>
              <a:ext cx="284727" cy="116983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rc874"/>
            <p:cNvSpPr/>
            <p:nvPr/>
          </p:nvSpPr>
          <p:spPr>
            <a:xfrm>
              <a:off x="3350703" y="649763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rc875"/>
            <p:cNvSpPr/>
            <p:nvPr/>
          </p:nvSpPr>
          <p:spPr>
            <a:xfrm>
              <a:off x="3361339" y="660399"/>
              <a:ext cx="284727" cy="116983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rc876"/>
            <p:cNvSpPr/>
            <p:nvPr/>
          </p:nvSpPr>
          <p:spPr>
            <a:xfrm>
              <a:off x="5671030" y="649763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rc877"/>
            <p:cNvSpPr/>
            <p:nvPr/>
          </p:nvSpPr>
          <p:spPr>
            <a:xfrm>
              <a:off x="5681667" y="660399"/>
              <a:ext cx="284727" cy="116983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rc878"/>
            <p:cNvSpPr/>
            <p:nvPr/>
          </p:nvSpPr>
          <p:spPr>
            <a:xfrm>
              <a:off x="7688517" y="649763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rc879"/>
            <p:cNvSpPr/>
            <p:nvPr/>
          </p:nvSpPr>
          <p:spPr>
            <a:xfrm>
              <a:off x="7699154" y="660399"/>
              <a:ext cx="284727" cy="116983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rc88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rc88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rc882"/>
            <p:cNvSpPr/>
            <p:nvPr/>
          </p:nvSpPr>
          <p:spPr>
            <a:xfrm>
              <a:off x="1275741" y="870261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rc883"/>
            <p:cNvSpPr/>
            <p:nvPr/>
          </p:nvSpPr>
          <p:spPr>
            <a:xfrm>
              <a:off x="1286377" y="880897"/>
              <a:ext cx="284727" cy="116983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rc884"/>
            <p:cNvSpPr/>
            <p:nvPr/>
          </p:nvSpPr>
          <p:spPr>
            <a:xfrm>
              <a:off x="3350703" y="870261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rc885"/>
            <p:cNvSpPr/>
            <p:nvPr/>
          </p:nvSpPr>
          <p:spPr>
            <a:xfrm>
              <a:off x="3361339" y="880897"/>
              <a:ext cx="284727" cy="116983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rc886"/>
            <p:cNvSpPr/>
            <p:nvPr/>
          </p:nvSpPr>
          <p:spPr>
            <a:xfrm>
              <a:off x="5671030" y="870261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rc887"/>
            <p:cNvSpPr/>
            <p:nvPr/>
          </p:nvSpPr>
          <p:spPr>
            <a:xfrm>
              <a:off x="5681667" y="880897"/>
              <a:ext cx="284727" cy="116983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rc888"/>
            <p:cNvSpPr/>
            <p:nvPr/>
          </p:nvSpPr>
          <p:spPr>
            <a:xfrm>
              <a:off x="7688517" y="870261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rc889"/>
            <p:cNvSpPr/>
            <p:nvPr/>
          </p:nvSpPr>
          <p:spPr>
            <a:xfrm>
              <a:off x="7699154" y="880897"/>
              <a:ext cx="284727" cy="116983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rc89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rc89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tx892"/>
            <p:cNvSpPr/>
            <p:nvPr/>
          </p:nvSpPr>
          <p:spPr>
            <a:xfrm>
              <a:off x="-75336" y="219089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1663983" y="219089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3738945" y="219089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6059272" y="219089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8076759" y="219089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-75336" y="439587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1663983" y="439587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3738945" y="439587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6059272" y="439587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8076759" y="439587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-75336" y="660085"/>
              <a:ext cx="117863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1663983" y="660085"/>
              <a:ext cx="104785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3738945" y="660085"/>
              <a:ext cx="18498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6059272" y="660085"/>
              <a:ext cx="118676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8076759" y="660085"/>
              <a:ext cx="91672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-75336" y="880583"/>
              <a:ext cx="102318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1663983" y="880583"/>
              <a:ext cx="1604478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3738945" y="880583"/>
              <a:ext cx="14815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6059272" y="880583"/>
              <a:ext cx="15470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8076759" y="880583"/>
              <a:ext cx="126869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-75336" y="1101081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2026-03-19T07:00:55Z</dcterms:modified>
  <cp:category/>
</cp:coreProperties>
</file>