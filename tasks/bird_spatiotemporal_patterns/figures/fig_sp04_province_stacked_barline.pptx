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188562"/>
            <a:ext cx="12984480" cy="8321040"/>
            <a:chOff x="1051560" y="1188562"/>
            <a:chExt cx="12984480" cy="8321040"/>
          </a:xfrm>
        </p:grpSpPr>
        <p:sp>
          <p:nvSpPr>
            <p:cNvPr id="3" name="rc3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664301"/>
              <a:ext cx="11723157" cy="5582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604680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496285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3321031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35222" y="6933045"/>
              <a:ext cx="246803" cy="32836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735222" y="6686771"/>
              <a:ext cx="246803" cy="24627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735222" y="6276315"/>
              <a:ext cx="246803" cy="41045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735222" y="808232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35222" y="7753957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35222" y="7918140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735222" y="7918140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735222" y="7918140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735222" y="8082322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735222" y="7507684"/>
              <a:ext cx="246803" cy="24627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735222" y="4634491"/>
              <a:ext cx="246803" cy="164182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735222" y="7261410"/>
              <a:ext cx="246803" cy="24627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35222" y="8000231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735222" y="808232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735222" y="8164413"/>
              <a:ext cx="246803" cy="82091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735222" y="7836049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735222" y="7918140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0248087" y="7589775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0248087" y="7507684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0248087" y="7425592"/>
              <a:ext cx="246803" cy="8209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0248087" y="783604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0248087" y="7918140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0248087" y="8082322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0248087" y="8164413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0248087" y="7753957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248087" y="6768863"/>
              <a:ext cx="246803" cy="6567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248087" y="7753957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0248087" y="8164413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248087" y="7836049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248087" y="8000231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1619217" y="8082322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1619217" y="8000231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1619217" y="7836049"/>
              <a:ext cx="246803" cy="1641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1619217" y="8164413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619217" y="8164413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1619217" y="7261410"/>
              <a:ext cx="246803" cy="57463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1619217" y="8164413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1619217" y="8164413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0590870" y="7589775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0590870" y="7507684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0590870" y="7097227"/>
              <a:ext cx="246803" cy="41045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10590870" y="7753957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0590870" y="7753957"/>
              <a:ext cx="246803" cy="16418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10590870" y="7671866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10590870" y="6933045"/>
              <a:ext cx="246803" cy="1641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10590870" y="767186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10590870" y="808232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0590870" y="8082322"/>
              <a:ext cx="246803" cy="164182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0590870" y="7753957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0590870" y="7918140"/>
              <a:ext cx="246803" cy="16418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049658" y="6522589"/>
              <a:ext cx="246803" cy="82091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049658" y="6276315"/>
              <a:ext cx="246803" cy="24627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3049658" y="5865859"/>
              <a:ext cx="246803" cy="41045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049658" y="7918140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049658" y="7671866"/>
              <a:ext cx="246803" cy="16418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049658" y="7918140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049658" y="7918140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049658" y="7918140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049658" y="808232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049658" y="7507684"/>
              <a:ext cx="246803" cy="16418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049658" y="3895670"/>
              <a:ext cx="246803" cy="197018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049658" y="7343501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049658" y="7918140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049658" y="8000231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049658" y="8082322"/>
              <a:ext cx="246803" cy="164182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049658" y="8082322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049658" y="7836049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049658" y="7918140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0933652" y="7507684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0933652" y="7425592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0933652" y="7425592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0933652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0933652" y="7836049"/>
              <a:ext cx="246803" cy="16418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0933652" y="800023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0933652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0933652" y="8082322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10933652" y="7753957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10933652" y="7097227"/>
              <a:ext cx="246803" cy="32836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0933652" y="7589775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10933652" y="8164413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10933652" y="8164413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10933652" y="8000231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0933652" y="8000231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763569" y="7343501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763569" y="7261410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763569" y="8164413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763569" y="6933045"/>
              <a:ext cx="246803" cy="3283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763569" y="8000231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763569" y="767186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763569" y="7918140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763569" y="7918140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763569" y="8164413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763569" y="7918140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763569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763569" y="767186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763569" y="8164413"/>
              <a:ext cx="246803" cy="8209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763569" y="5127038"/>
              <a:ext cx="246803" cy="180600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763569" y="7507684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763569" y="8000231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763569" y="8000231"/>
              <a:ext cx="246803" cy="164182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763569" y="8164413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763569" y="8164413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763569" y="7671866"/>
              <a:ext cx="246803" cy="24627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763569" y="7918140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477481" y="7671866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477481" y="7261410"/>
              <a:ext cx="246803" cy="41045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477481" y="8082322"/>
              <a:ext cx="246803" cy="164182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477481" y="6850954"/>
              <a:ext cx="246803" cy="41045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6477481" y="5373312"/>
              <a:ext cx="246803" cy="147764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6477481" y="7753957"/>
              <a:ext cx="246803" cy="32836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6477481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848611" y="7918140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848611" y="7753957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848611" y="6933045"/>
              <a:ext cx="246803" cy="82091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848611" y="8164413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848611" y="8164413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848611" y="5701677"/>
              <a:ext cx="246803" cy="123136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848611" y="8000231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848611" y="8164413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11276434" y="7836049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11276434" y="7671866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11276434" y="7589775"/>
              <a:ext cx="246803" cy="8209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11276434" y="8082322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11276434" y="783604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11276434" y="7918140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11276434" y="8000231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11276434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11276434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11276434" y="7836049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11276434" y="7179319"/>
              <a:ext cx="246803" cy="41045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11276434" y="783604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11276434" y="808232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11276434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11276434" y="8164413"/>
              <a:ext cx="246803" cy="82091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11276434" y="7836049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11276434" y="7918140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9905305" y="7753957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9905305" y="7671866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9905305" y="7589775"/>
              <a:ext cx="246803" cy="8209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9905305" y="8082322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9905305" y="8164413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9905305" y="8164413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9905305" y="8000231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9905305" y="6440498"/>
              <a:ext cx="246803" cy="114927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9905305" y="7918140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9905305" y="8164413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9905305" y="8164413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4420787" y="7507684"/>
              <a:ext cx="246803" cy="24627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4420787" y="7179319"/>
              <a:ext cx="246803" cy="32836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4420787" y="6933045"/>
              <a:ext cx="246803" cy="24627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4420787" y="7836049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4420787" y="8000231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4420787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4420787" y="8082322"/>
              <a:ext cx="246803" cy="16418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4420787" y="7836049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4420787" y="5127038"/>
              <a:ext cx="246803" cy="180600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4420787" y="7753957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442078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4420787" y="7918140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4420787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12304782" y="8164413"/>
              <a:ext cx="246803" cy="8209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5791917" y="8164413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5791917" y="8000231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5791917" y="7425592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5791917" y="5373312"/>
              <a:ext cx="246803" cy="205228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5791917" y="8164413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2364093" y="7179319"/>
              <a:ext cx="246803" cy="49254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364093" y="7097227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364093" y="8164413"/>
              <a:ext cx="246803" cy="82091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364093" y="6686771"/>
              <a:ext cx="246803" cy="41045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364093" y="8000231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2364093" y="7836049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2364093" y="800023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2364093" y="8000231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236409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364093" y="8000231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2364093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2364093" y="7753957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236409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2364093" y="3156848"/>
              <a:ext cx="246803" cy="352992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2364093" y="7671866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2364093" y="8000231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2364093" y="8082322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2364093" y="8164413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2364093" y="8164413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2364093" y="7918140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2364093" y="800023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5106352" y="7343501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5106352" y="7261410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5106352" y="8164413"/>
              <a:ext cx="246803" cy="82091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5106352" y="6933045"/>
              <a:ext cx="246803" cy="3283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5106352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5106352" y="7753957"/>
              <a:ext cx="246803" cy="16418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5106352" y="8000231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5106352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5106352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5106352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5106352" y="7507684"/>
              <a:ext cx="246803" cy="24627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5106352" y="5291220"/>
              <a:ext cx="246803" cy="164182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5106352" y="7507684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5106352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5106352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5106352" y="8164413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5106352" y="8164413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5106352" y="7918140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5106352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3392440" y="7179319"/>
              <a:ext cx="246803" cy="24627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3392440" y="7015136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3392440" y="6522589"/>
              <a:ext cx="246803" cy="49254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3392440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3392440" y="7753957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3392440" y="7836049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3392440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3392440" y="8082322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3392440" y="8164413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3392440" y="7753957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392440" y="4141943"/>
              <a:ext cx="246803" cy="238064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3392440" y="7425592"/>
              <a:ext cx="246803" cy="32836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3392440" y="8164413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3392440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392440" y="783604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3392440" y="7918140"/>
              <a:ext cx="246803" cy="16418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7163046" y="7671866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7163046" y="7589775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7163046" y="7343501"/>
              <a:ext cx="246803" cy="24627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7163046" y="7918140"/>
              <a:ext cx="246803" cy="16418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7163046" y="8164413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7163046" y="7753957"/>
              <a:ext cx="246803" cy="16418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7163046" y="5701677"/>
              <a:ext cx="246803" cy="164182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7163046" y="7671866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163046" y="8082322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7163046" y="8164413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8534176" y="7753957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8534176" y="7179319"/>
              <a:ext cx="246803" cy="57463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8534176" y="6604680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8534176" y="8082322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8534176" y="8164413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8534176" y="7836049"/>
              <a:ext cx="246803" cy="24627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8534176" y="5947950"/>
              <a:ext cx="246803" cy="6567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8534176" y="7753957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8534176" y="8164413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5449134" y="7015136"/>
              <a:ext cx="246803" cy="32836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5449134" y="6768863"/>
              <a:ext cx="246803" cy="24627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5449134" y="6194224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5449134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5449134" y="758977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5449134" y="7589775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5449134" y="7836049"/>
              <a:ext cx="246803" cy="246273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5449134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5449134" y="8164413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5449134" y="7507684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5449134" y="5373312"/>
              <a:ext cx="246803" cy="82091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5449134" y="7343501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5449134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5449134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5449134" y="758977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5449134" y="7671866"/>
              <a:ext cx="246803" cy="16418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9562523" y="7671866"/>
              <a:ext cx="246803" cy="24627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9562523" y="7589775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9562523" y="7261410"/>
              <a:ext cx="246803" cy="3283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9562523" y="8164413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9562523" y="7918140"/>
              <a:ext cx="246803" cy="16418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9562523" y="6276315"/>
              <a:ext cx="246803" cy="98509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9562523" y="7918140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9562523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9562523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8191393" y="7507684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8191393" y="7507684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8191393" y="7425592"/>
              <a:ext cx="246803" cy="8209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8191393" y="8082322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8191393" y="7753957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8191393" y="7753957"/>
              <a:ext cx="246803" cy="16418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8191393" y="7918140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8191393" y="8000231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8191393" y="7671866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8191393" y="5701677"/>
              <a:ext cx="246803" cy="172391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8191393" y="7589775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8191393" y="8000231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8191393" y="8164413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8191393" y="7753957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8191393" y="7918140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2706875" y="6768863"/>
              <a:ext cx="246803" cy="41045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2706875" y="6440498"/>
              <a:ext cx="246803" cy="32836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2706875" y="8164413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2706875" y="5537494"/>
              <a:ext cx="246803" cy="90300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2706875" y="7836049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2706875" y="742559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2706875" y="7425592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2706875" y="7589775"/>
              <a:ext cx="246803" cy="164182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2706875" y="8164413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2706875" y="7753957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2706875" y="7918140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2706875" y="7343501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2706875" y="8164413"/>
              <a:ext cx="246803" cy="8209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2706875" y="3403122"/>
              <a:ext cx="246803" cy="213437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2706875" y="7179319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2706875" y="7753957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2706875" y="7918140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2706875" y="8000231"/>
              <a:ext cx="246803" cy="164182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2706875" y="8000231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2706875" y="742559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2706875" y="7507684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7505828" y="7507684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7505828" y="7179319"/>
              <a:ext cx="246803" cy="32836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7505828" y="6850954"/>
              <a:ext cx="246803" cy="3283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7505828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7505828" y="783604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7505828" y="7836049"/>
              <a:ext cx="246803" cy="16418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7505828" y="8000231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505828" y="8000231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7505828" y="7753957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7505828" y="5701677"/>
              <a:ext cx="246803" cy="114927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7505828" y="7589775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7505828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505828" y="8164413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7505828" y="783604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7505828" y="800023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9219740" y="7918140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9219740" y="7753957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9219740" y="7589775"/>
              <a:ext cx="246803" cy="1641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9219740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9219740" y="8000231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9219740" y="8000231"/>
              <a:ext cx="246803" cy="8209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9219740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9219740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9219740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9219740" y="8000231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9219740" y="6194224"/>
              <a:ext cx="246803" cy="13955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9219740" y="8000231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9219740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9219740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9219740" y="8164413"/>
              <a:ext cx="246803" cy="82091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9219740" y="8000231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9219740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11961999" y="7753957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11961999" y="7753957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11961999" y="7671866"/>
              <a:ext cx="246803" cy="8209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11961999" y="8000231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11961999" y="808232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11961999" y="8082322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11961999" y="8164413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11961999" y="7918140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11961999" y="7343501"/>
              <a:ext cx="246803" cy="32836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11961999" y="7836049"/>
              <a:ext cx="246803" cy="8209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11961999" y="8000231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11961999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6134699" y="7425592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6134699" y="7261410"/>
              <a:ext cx="246803" cy="1641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6134699" y="6686771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6134699" y="8000231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6134699" y="783604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6134699" y="783604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6134699" y="7836049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6134699" y="7836049"/>
              <a:ext cx="246803" cy="8209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6134699" y="8164413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6134699" y="7671866"/>
              <a:ext cx="246803" cy="16418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6134699" y="5373312"/>
              <a:ext cx="246803" cy="131345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6134699" y="7507684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6134699" y="7918140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6134699" y="8082322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6134699" y="783604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6134699" y="783604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12647564" y="8164413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12647564" y="8164413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8876958" y="7425592"/>
              <a:ext cx="246803" cy="24627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8876958" y="7343501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8876958" y="7015136"/>
              <a:ext cx="246803" cy="3283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8876958" y="8082322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8876958" y="8164413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8876958" y="7918140"/>
              <a:ext cx="246803" cy="8209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8876958" y="6112133"/>
              <a:ext cx="246803" cy="9030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8876958" y="7671866"/>
              <a:ext cx="246803" cy="24627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8876958" y="8000231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8876958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8876958" y="8164413"/>
              <a:ext cx="246803" cy="82091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8876958" y="8000231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6820264" y="7671866"/>
              <a:ext cx="246803" cy="24627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6820264" y="7425592"/>
              <a:ext cx="246803" cy="24627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6820264" y="6850954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6820264" y="8164413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820264" y="8164413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820264" y="5373312"/>
              <a:ext cx="246803" cy="147764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820264" y="7918140"/>
              <a:ext cx="246803" cy="16418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820264" y="8082322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820264" y="8164413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820264" y="808232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1678528" y="6604680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1678528" y="6358406"/>
              <a:ext cx="246803" cy="24627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1678528" y="8082322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1678528" y="5865859"/>
              <a:ext cx="246803" cy="49254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1678528" y="7836049"/>
              <a:ext cx="246803" cy="82091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1678528" y="7015136"/>
              <a:ext cx="246803" cy="8209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678528" y="7179319"/>
              <a:ext cx="246803" cy="328364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1678528" y="7507684"/>
              <a:ext cx="246803" cy="164182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1678528" y="8082322"/>
              <a:ext cx="246803" cy="82091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1678528" y="7671866"/>
              <a:ext cx="246803" cy="16418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1678528" y="8000231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1678528" y="701513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1678528" y="8164413"/>
              <a:ext cx="246803" cy="8209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1678528" y="2664301"/>
              <a:ext cx="246803" cy="320155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1678528" y="6768863"/>
              <a:ext cx="246803" cy="24627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1678528" y="7836049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1678528" y="7918140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1678528" y="8000231"/>
              <a:ext cx="246803" cy="82091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1678528" y="8000231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1678528" y="7097227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1678528" y="7507684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2021310" y="6112133"/>
              <a:ext cx="246803" cy="1641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2021310" y="5701677"/>
              <a:ext cx="246803" cy="41045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2021310" y="8164413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2021310" y="4059852"/>
              <a:ext cx="246803" cy="164182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2021310" y="7753957"/>
              <a:ext cx="246803" cy="164182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2021310" y="7097227"/>
              <a:ext cx="246803" cy="16418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2021310" y="7343501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2021310" y="7425592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2021310" y="8164413"/>
              <a:ext cx="246803" cy="82091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2021310" y="7507684"/>
              <a:ext cx="246803" cy="16418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2021310" y="8000231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2021310" y="6522589"/>
              <a:ext cx="246803" cy="57463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202131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2021310" y="3074757"/>
              <a:ext cx="246803" cy="98509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2021310" y="6276315"/>
              <a:ext cx="246803" cy="24627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2021310" y="7671866"/>
              <a:ext cx="246803" cy="8209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2021310" y="7918140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2021310" y="8164413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2021310" y="8082322"/>
              <a:ext cx="246803" cy="82091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2021310" y="7261410"/>
              <a:ext cx="246803" cy="8209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2021310" y="7343501"/>
              <a:ext cx="246803" cy="8209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4078005" y="7179319"/>
              <a:ext cx="246803" cy="8209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4078005" y="7097227"/>
              <a:ext cx="246803" cy="8209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4078005" y="6522589"/>
              <a:ext cx="246803" cy="5746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4078005" y="7918140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4078005" y="7261410"/>
              <a:ext cx="246803" cy="24627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4078005" y="767186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4078005" y="7836049"/>
              <a:ext cx="246803" cy="8209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4078005" y="7918140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4078005" y="8000231"/>
              <a:ext cx="246803" cy="82091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4078005" y="7261410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4078005" y="5127038"/>
              <a:ext cx="246803" cy="13955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4078005" y="7261410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4078005" y="7918140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4078005" y="7918140"/>
              <a:ext cx="246803" cy="82091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4078005" y="8082322"/>
              <a:ext cx="246803" cy="164182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4078005" y="7507684"/>
              <a:ext cx="246803" cy="164182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4078005" y="7671866"/>
              <a:ext cx="246803" cy="16418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1801930" y="3125908"/>
              <a:ext cx="11311818" cy="5120596"/>
            </a:xfrm>
            <a:custGeom>
              <a:avLst/>
              <a:pathLst>
                <a:path w="11311818" h="5120596">
                  <a:moveTo>
                    <a:pt x="0" y="0"/>
                  </a:moveTo>
                  <a:lnTo>
                    <a:pt x="342782" y="376514"/>
                  </a:lnTo>
                  <a:lnTo>
                    <a:pt x="685564" y="451817"/>
                  </a:lnTo>
                  <a:lnTo>
                    <a:pt x="1028347" y="677726"/>
                  </a:lnTo>
                  <a:lnTo>
                    <a:pt x="1371129" y="1129543"/>
                  </a:lnTo>
                  <a:lnTo>
                    <a:pt x="1713911" y="1355452"/>
                  </a:lnTo>
                  <a:lnTo>
                    <a:pt x="2056694" y="1807269"/>
                  </a:lnTo>
                  <a:lnTo>
                    <a:pt x="2399476" y="2259086"/>
                  </a:lnTo>
                  <a:lnTo>
                    <a:pt x="2742258" y="2259086"/>
                  </a:lnTo>
                  <a:lnTo>
                    <a:pt x="3085041" y="2259086"/>
                  </a:lnTo>
                  <a:lnTo>
                    <a:pt x="3427823" y="2409692"/>
                  </a:lnTo>
                  <a:lnTo>
                    <a:pt x="3770606" y="2484995"/>
                  </a:lnTo>
                  <a:lnTo>
                    <a:pt x="4113388" y="2484995"/>
                  </a:lnTo>
                  <a:lnTo>
                    <a:pt x="4456170" y="2484995"/>
                  </a:lnTo>
                  <a:lnTo>
                    <a:pt x="4798953" y="2484995"/>
                  </a:lnTo>
                  <a:lnTo>
                    <a:pt x="5141735" y="2484995"/>
                  </a:lnTo>
                  <a:lnTo>
                    <a:pt x="5484517" y="2786207"/>
                  </a:lnTo>
                  <a:lnTo>
                    <a:pt x="5827300" y="2786207"/>
                  </a:lnTo>
                  <a:lnTo>
                    <a:pt x="6170082" y="2786207"/>
                  </a:lnTo>
                  <a:lnTo>
                    <a:pt x="6512865" y="2786207"/>
                  </a:lnTo>
                  <a:lnTo>
                    <a:pt x="6855647" y="3012115"/>
                  </a:lnTo>
                  <a:lnTo>
                    <a:pt x="7198429" y="3162721"/>
                  </a:lnTo>
                  <a:lnTo>
                    <a:pt x="7541212" y="3238024"/>
                  </a:lnTo>
                  <a:lnTo>
                    <a:pt x="7883994" y="3313327"/>
                  </a:lnTo>
                  <a:lnTo>
                    <a:pt x="8226776" y="3463933"/>
                  </a:lnTo>
                  <a:lnTo>
                    <a:pt x="8569559" y="3765144"/>
                  </a:lnTo>
                  <a:lnTo>
                    <a:pt x="8912341" y="3915750"/>
                  </a:lnTo>
                  <a:lnTo>
                    <a:pt x="9255124" y="4066356"/>
                  </a:lnTo>
                  <a:lnTo>
                    <a:pt x="9597906" y="4141659"/>
                  </a:lnTo>
                  <a:lnTo>
                    <a:pt x="9940688" y="4216962"/>
                  </a:lnTo>
                  <a:lnTo>
                    <a:pt x="10283471" y="4292264"/>
                  </a:lnTo>
                  <a:lnTo>
                    <a:pt x="10626253" y="5045293"/>
                  </a:lnTo>
                  <a:lnTo>
                    <a:pt x="10969035" y="5045293"/>
                  </a:lnTo>
                  <a:lnTo>
                    <a:pt x="11311818" y="5120596"/>
                  </a:lnTo>
                  <a:lnTo>
                    <a:pt x="11311818" y="5120596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823494" y="489804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10336359" y="68559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11707489" y="730774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10679142" y="700652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137930" y="422032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11021924" y="715713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851842" y="534986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565753" y="557577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7936883" y="58769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11364707" y="723243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993577" y="655471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509059" y="534986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12393054" y="81360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880189" y="557577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2452365" y="354259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194624" y="550047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480712" y="444623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7251318" y="58769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8622448" y="610289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5537406" y="557577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13078618" y="821137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650795" y="640410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8279665" y="58769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795147" y="37685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594100" y="58769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9308012" y="632880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12050271" y="738304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6222971" y="557577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12735836" y="81360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8965230" y="625350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908536" y="557577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1766800" y="309077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2109583" y="346729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166277" y="534986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1596260" y="2664301"/>
              <a:ext cx="0" cy="5582203"/>
            </a:xfrm>
            <a:custGeom>
              <a:avLst/>
              <a:pathLst>
                <a:path w="0" h="5582203">
                  <a:moveTo>
                    <a:pt x="0" y="5582203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1440310" y="8193526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1358378" y="6551341"/>
              <a:ext cx="163864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1358378" y="4909589"/>
              <a:ext cx="163864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1358378" y="3267620"/>
              <a:ext cx="163864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764" name="pl764"/>
            <p:cNvSpPr/>
            <p:nvPr/>
          </p:nvSpPr>
          <p:spPr>
            <a:xfrm>
              <a:off x="1555139" y="824650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1555139" y="660468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1555139" y="49628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1555139" y="332103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13319417" y="2664301"/>
              <a:ext cx="0" cy="5582203"/>
            </a:xfrm>
            <a:custGeom>
              <a:avLst/>
              <a:pathLst>
                <a:path w="0" h="5582203">
                  <a:moveTo>
                    <a:pt x="0" y="5582203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13319417" y="824650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13319417" y="6651589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13319417" y="5056674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13319417" y="3461759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tx773"/>
            <p:cNvSpPr/>
            <p:nvPr/>
          </p:nvSpPr>
          <p:spPr>
            <a:xfrm>
              <a:off x="13393435" y="8193526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13393435" y="6598251"/>
              <a:ext cx="335786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2.0%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13393435" y="5003407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4.0%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13393435" y="3408348"/>
              <a:ext cx="335786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6.0%</a:t>
              </a:r>
            </a:p>
          </p:txBody>
        </p:sp>
        <p:sp>
          <p:nvSpPr>
            <p:cNvPr id="777" name="pl777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18019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21447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248749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28302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317305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35158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38586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420140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45441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48869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522975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5725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91531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62581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66008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694366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72864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76292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79720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831479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86575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00036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93431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96859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1002870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103714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107142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1105705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113998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1174261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120854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124281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1277096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131137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 rot="-5400000">
              <a:off x="1564577" y="8473927"/>
              <a:ext cx="442681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Xizang</a:t>
              </a:r>
            </a:p>
          </p:txBody>
        </p:sp>
        <p:sp>
          <p:nvSpPr>
            <p:cNvPr id="813" name="tx813"/>
            <p:cNvSpPr/>
            <p:nvPr/>
          </p:nvSpPr>
          <p:spPr>
            <a:xfrm rot="-5400000">
              <a:off x="1893857" y="8516908"/>
              <a:ext cx="499165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Yunnan</a:t>
              </a:r>
            </a:p>
          </p:txBody>
        </p:sp>
        <p:sp>
          <p:nvSpPr>
            <p:cNvPr id="814" name="tx814"/>
            <p:cNvSpPr/>
            <p:nvPr/>
          </p:nvSpPr>
          <p:spPr>
            <a:xfrm rot="-5400000">
              <a:off x="2272905" y="8480643"/>
              <a:ext cx="426634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Hunan</a:t>
              </a:r>
            </a:p>
          </p:txBody>
        </p:sp>
        <p:sp>
          <p:nvSpPr>
            <p:cNvPr id="815" name="tx815"/>
            <p:cNvSpPr/>
            <p:nvPr/>
          </p:nvSpPr>
          <p:spPr>
            <a:xfrm rot="-5400000">
              <a:off x="2565742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Shaanxi</a:t>
              </a:r>
            </a:p>
          </p:txBody>
        </p:sp>
        <p:sp>
          <p:nvSpPr>
            <p:cNvPr id="816" name="tx816"/>
            <p:cNvSpPr/>
            <p:nvPr/>
          </p:nvSpPr>
          <p:spPr>
            <a:xfrm rot="-5400000">
              <a:off x="2956914" y="8479017"/>
              <a:ext cx="426563" cy="109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Gansu</a:t>
              </a:r>
            </a:p>
          </p:txBody>
        </p:sp>
        <p:sp>
          <p:nvSpPr>
            <p:cNvPr id="817" name="tx817"/>
            <p:cNvSpPr/>
            <p:nvPr/>
          </p:nvSpPr>
          <p:spPr>
            <a:xfrm rot="-5400000">
              <a:off x="3250317" y="8502098"/>
              <a:ext cx="499024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Jiangsu</a:t>
              </a:r>
            </a:p>
          </p:txBody>
        </p:sp>
        <p:sp>
          <p:nvSpPr>
            <p:cNvPr id="818" name="tx818"/>
            <p:cNvSpPr/>
            <p:nvPr/>
          </p:nvSpPr>
          <p:spPr>
            <a:xfrm rot="-5400000">
              <a:off x="3672276" y="8452542"/>
              <a:ext cx="370291" cy="106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Anhui</a:t>
              </a:r>
            </a:p>
          </p:txBody>
        </p:sp>
        <p:sp>
          <p:nvSpPr>
            <p:cNvPr id="819" name="tx819"/>
            <p:cNvSpPr/>
            <p:nvPr/>
          </p:nvSpPr>
          <p:spPr>
            <a:xfrm rot="-5400000">
              <a:off x="3907534" y="8530093"/>
              <a:ext cx="555367" cy="136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Zhejiang</a:t>
              </a:r>
            </a:p>
          </p:txBody>
        </p:sp>
        <p:sp>
          <p:nvSpPr>
            <p:cNvPr id="820" name="tx820"/>
            <p:cNvSpPr/>
            <p:nvPr/>
          </p:nvSpPr>
          <p:spPr>
            <a:xfrm rot="-5400000">
              <a:off x="4329528" y="8480572"/>
              <a:ext cx="426634" cy="1065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Henan</a:t>
              </a:r>
            </a:p>
          </p:txBody>
        </p:sp>
        <p:sp>
          <p:nvSpPr>
            <p:cNvPr id="821" name="tx821"/>
            <p:cNvSpPr/>
            <p:nvPr/>
          </p:nvSpPr>
          <p:spPr>
            <a:xfrm rot="-5400000">
              <a:off x="4599921" y="8520796"/>
              <a:ext cx="539248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Guangxi</a:t>
              </a:r>
            </a:p>
          </p:txBody>
        </p:sp>
        <p:sp>
          <p:nvSpPr>
            <p:cNvPr id="822" name="tx822"/>
            <p:cNvSpPr/>
            <p:nvPr/>
          </p:nvSpPr>
          <p:spPr>
            <a:xfrm rot="-5400000">
              <a:off x="4843520" y="8622807"/>
              <a:ext cx="7404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Neimenggu</a:t>
              </a:r>
            </a:p>
          </p:txBody>
        </p:sp>
        <p:sp>
          <p:nvSpPr>
            <p:cNvPr id="823" name="tx823"/>
            <p:cNvSpPr/>
            <p:nvPr/>
          </p:nvSpPr>
          <p:spPr>
            <a:xfrm rot="-5400000">
              <a:off x="5282799" y="8526310"/>
              <a:ext cx="547449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Liaoning</a:t>
              </a:r>
            </a:p>
          </p:txBody>
        </p:sp>
        <p:sp>
          <p:nvSpPr>
            <p:cNvPr id="824" name="tx824"/>
            <p:cNvSpPr/>
            <p:nvPr/>
          </p:nvSpPr>
          <p:spPr>
            <a:xfrm rot="-5400000">
              <a:off x="5724658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Hubei</a:t>
              </a:r>
            </a:p>
          </p:txBody>
        </p:sp>
        <p:sp>
          <p:nvSpPr>
            <p:cNvPr id="825" name="tx825"/>
            <p:cNvSpPr/>
            <p:nvPr/>
          </p:nvSpPr>
          <p:spPr>
            <a:xfrm rot="-5400000">
              <a:off x="5993566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Sichuan</a:t>
              </a:r>
            </a:p>
          </p:txBody>
        </p:sp>
        <p:sp>
          <p:nvSpPr>
            <p:cNvPr id="826" name="tx826"/>
            <p:cNvSpPr/>
            <p:nvPr/>
          </p:nvSpPr>
          <p:spPr>
            <a:xfrm rot="-5400000">
              <a:off x="6328466" y="8535430"/>
              <a:ext cx="539248" cy="1094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Guizhou</a:t>
              </a:r>
            </a:p>
          </p:txBody>
        </p:sp>
        <p:sp>
          <p:nvSpPr>
            <p:cNvPr id="827" name="tx827"/>
            <p:cNvSpPr/>
            <p:nvPr/>
          </p:nvSpPr>
          <p:spPr>
            <a:xfrm rot="-5400000">
              <a:off x="6670082" y="8510157"/>
              <a:ext cx="5151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Xinjiang</a:t>
              </a:r>
            </a:p>
          </p:txBody>
        </p:sp>
        <p:sp>
          <p:nvSpPr>
            <p:cNvPr id="828" name="tx828"/>
            <p:cNvSpPr/>
            <p:nvPr/>
          </p:nvSpPr>
          <p:spPr>
            <a:xfrm rot="-5400000">
              <a:off x="7045101" y="8477921"/>
              <a:ext cx="450670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Jiangxi</a:t>
              </a:r>
            </a:p>
          </p:txBody>
        </p:sp>
        <p:sp>
          <p:nvSpPr>
            <p:cNvPr id="829" name="tx829"/>
            <p:cNvSpPr/>
            <p:nvPr/>
          </p:nvSpPr>
          <p:spPr>
            <a:xfrm rot="-5400000">
              <a:off x="7281701" y="8581275"/>
              <a:ext cx="660205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Shandong</a:t>
              </a:r>
            </a:p>
          </p:txBody>
        </p:sp>
        <p:sp>
          <p:nvSpPr>
            <p:cNvPr id="830" name="tx830"/>
            <p:cNvSpPr/>
            <p:nvPr/>
          </p:nvSpPr>
          <p:spPr>
            <a:xfrm rot="-5400000">
              <a:off x="7741340" y="8496725"/>
              <a:ext cx="458799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Hainan</a:t>
              </a:r>
            </a:p>
          </p:txBody>
        </p:sp>
        <p:sp>
          <p:nvSpPr>
            <p:cNvPr id="831" name="tx831"/>
            <p:cNvSpPr/>
            <p:nvPr/>
          </p:nvSpPr>
          <p:spPr>
            <a:xfrm rot="-5400000">
              <a:off x="8047857" y="8500684"/>
              <a:ext cx="499024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Qinghai</a:t>
              </a:r>
            </a:p>
          </p:txBody>
        </p:sp>
        <p:sp>
          <p:nvSpPr>
            <p:cNvPr id="832" name="tx832"/>
            <p:cNvSpPr/>
            <p:nvPr/>
          </p:nvSpPr>
          <p:spPr>
            <a:xfrm rot="-5400000">
              <a:off x="8531496" y="8391922"/>
              <a:ext cx="249406" cy="1066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Jilin</a:t>
              </a:r>
            </a:p>
          </p:txBody>
        </p:sp>
        <p:sp>
          <p:nvSpPr>
            <p:cNvPr id="833" name="tx833"/>
            <p:cNvSpPr/>
            <p:nvPr/>
          </p:nvSpPr>
          <p:spPr>
            <a:xfrm rot="-5400000">
              <a:off x="8771843" y="8466575"/>
              <a:ext cx="426493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Tianjin</a:t>
              </a:r>
            </a:p>
          </p:txBody>
        </p:sp>
        <p:sp>
          <p:nvSpPr>
            <p:cNvPr id="834" name="tx834"/>
            <p:cNvSpPr/>
            <p:nvPr/>
          </p:nvSpPr>
          <p:spPr>
            <a:xfrm rot="-5400000">
              <a:off x="9019790" y="8557097"/>
              <a:ext cx="611851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Shanghai</a:t>
              </a:r>
            </a:p>
          </p:txBody>
        </p:sp>
        <p:sp>
          <p:nvSpPr>
            <p:cNvPr id="835" name="tx835"/>
            <p:cNvSpPr/>
            <p:nvPr/>
          </p:nvSpPr>
          <p:spPr>
            <a:xfrm rot="-5400000">
              <a:off x="9428494" y="8494004"/>
              <a:ext cx="48283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Ningxia</a:t>
              </a:r>
            </a:p>
          </p:txBody>
        </p:sp>
        <p:sp>
          <p:nvSpPr>
            <p:cNvPr id="836" name="tx836"/>
            <p:cNvSpPr/>
            <p:nvPr/>
          </p:nvSpPr>
          <p:spPr>
            <a:xfrm rot="-5400000">
              <a:off x="9614267" y="8651014"/>
              <a:ext cx="79685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Heilongjiang</a:t>
              </a:r>
            </a:p>
          </p:txBody>
        </p:sp>
        <p:sp>
          <p:nvSpPr>
            <p:cNvPr id="837" name="tx837"/>
            <p:cNvSpPr/>
            <p:nvPr/>
          </p:nvSpPr>
          <p:spPr>
            <a:xfrm rot="-5400000">
              <a:off x="10138166" y="8469897"/>
              <a:ext cx="43462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Beijing</a:t>
              </a:r>
            </a:p>
          </p:txBody>
        </p:sp>
        <p:sp>
          <p:nvSpPr>
            <p:cNvPr id="838" name="tx838"/>
            <p:cNvSpPr/>
            <p:nvPr/>
          </p:nvSpPr>
          <p:spPr>
            <a:xfrm rot="-5400000">
              <a:off x="10501838" y="8450492"/>
              <a:ext cx="394327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Fujian</a:t>
              </a:r>
            </a:p>
          </p:txBody>
        </p:sp>
        <p:sp>
          <p:nvSpPr>
            <p:cNvPr id="839" name="tx839"/>
            <p:cNvSpPr/>
            <p:nvPr/>
          </p:nvSpPr>
          <p:spPr>
            <a:xfrm rot="-5400000">
              <a:off x="10661242" y="8629558"/>
              <a:ext cx="756772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Guangdong</a:t>
              </a:r>
            </a:p>
          </p:txBody>
        </p:sp>
        <p:sp>
          <p:nvSpPr>
            <p:cNvPr id="840" name="tx840"/>
            <p:cNvSpPr/>
            <p:nvPr/>
          </p:nvSpPr>
          <p:spPr>
            <a:xfrm rot="-5400000">
              <a:off x="11209176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Hebei</a:t>
              </a:r>
            </a:p>
          </p:txBody>
        </p:sp>
        <p:sp>
          <p:nvSpPr>
            <p:cNvPr id="841" name="tx841"/>
            <p:cNvSpPr/>
            <p:nvPr/>
          </p:nvSpPr>
          <p:spPr>
            <a:xfrm rot="-5400000">
              <a:off x="11375013" y="8601351"/>
              <a:ext cx="700359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Chongqing</a:t>
              </a:r>
            </a:p>
          </p:txBody>
        </p:sp>
        <p:sp>
          <p:nvSpPr>
            <p:cNvPr id="842" name="tx842"/>
            <p:cNvSpPr/>
            <p:nvPr/>
          </p:nvSpPr>
          <p:spPr>
            <a:xfrm rot="-5400000">
              <a:off x="11861126" y="8487005"/>
              <a:ext cx="44268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Shanxi</a:t>
              </a:r>
            </a:p>
          </p:txBody>
        </p:sp>
        <p:sp>
          <p:nvSpPr>
            <p:cNvPr id="843" name="tx843"/>
            <p:cNvSpPr/>
            <p:nvPr/>
          </p:nvSpPr>
          <p:spPr>
            <a:xfrm rot="-5400000">
              <a:off x="12049938" y="8614819"/>
              <a:ext cx="72446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Hong Kong</a:t>
              </a:r>
            </a:p>
          </p:txBody>
        </p:sp>
        <p:sp>
          <p:nvSpPr>
            <p:cNvPr id="844" name="tx844"/>
            <p:cNvSpPr/>
            <p:nvPr/>
          </p:nvSpPr>
          <p:spPr>
            <a:xfrm rot="-5400000">
              <a:off x="12536334" y="8500684"/>
              <a:ext cx="466717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Taiwan</a:t>
              </a:r>
            </a:p>
          </p:txBody>
        </p:sp>
        <p:sp>
          <p:nvSpPr>
            <p:cNvPr id="845" name="tx845"/>
            <p:cNvSpPr/>
            <p:nvPr/>
          </p:nvSpPr>
          <p:spPr>
            <a:xfrm rot="-5400000">
              <a:off x="12895199" y="8484601"/>
              <a:ext cx="434552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Macau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7116903" y="9240566"/>
              <a:ext cx="681870" cy="129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Province</a:t>
              </a:r>
            </a:p>
          </p:txBody>
        </p:sp>
        <p:sp>
          <p:nvSpPr>
            <p:cNvPr id="847" name="tx847"/>
            <p:cNvSpPr/>
            <p:nvPr/>
          </p:nvSpPr>
          <p:spPr>
            <a:xfrm rot="-5400000">
              <a:off x="302238" y="5389894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848" name="tx848"/>
            <p:cNvSpPr/>
            <p:nvPr/>
          </p:nvSpPr>
          <p:spPr>
            <a:xfrm rot="5400000">
              <a:off x="13443141" y="5373164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849" name="rc849"/>
            <p:cNvSpPr/>
            <p:nvPr/>
          </p:nvSpPr>
          <p:spPr>
            <a:xfrm>
              <a:off x="2425980" y="1315087"/>
              <a:ext cx="10063718" cy="1184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2508221" y="1397328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2518857" y="140796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4247541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4258177" y="140796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6322503" y="1397328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6333139" y="140796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8642830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8653467" y="140796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10660317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10670954" y="1407964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2508221" y="1617826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2518857" y="162846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4247541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4258177" y="162846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6322503" y="1617826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6333139" y="162846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8642830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8653467" y="1628462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10660317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10670954" y="1628462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2508221" y="1838324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2518857" y="1848960"/>
              <a:ext cx="284727" cy="116983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4247541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4258177" y="1848960"/>
              <a:ext cx="284727" cy="116983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6322503" y="1838324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6333139" y="1848960"/>
              <a:ext cx="284727" cy="116983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8642830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8653467" y="1848960"/>
              <a:ext cx="284727" cy="116983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10660317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10670954" y="1848960"/>
              <a:ext cx="284727" cy="116983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2508221" y="2058822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2518857" y="2069458"/>
              <a:ext cx="284727" cy="116983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4247541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4258177" y="2069458"/>
              <a:ext cx="284727" cy="116983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6322503" y="2058822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6333139" y="2069458"/>
              <a:ext cx="284727" cy="116983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8642830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8653467" y="2069458"/>
              <a:ext cx="284727" cy="116983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10660317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10670954" y="2069458"/>
              <a:ext cx="284727" cy="116983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2508221" y="2279320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2518857" y="2289956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tx892"/>
            <p:cNvSpPr/>
            <p:nvPr/>
          </p:nvSpPr>
          <p:spPr>
            <a:xfrm>
              <a:off x="2896463" y="140765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4635783" y="140765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6710745" y="140765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9031072" y="140765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11048559" y="1407651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2896463" y="162814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4635783" y="162814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710745" y="162814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9031072" y="1628149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11048559" y="1628149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2896463" y="1848647"/>
              <a:ext cx="117863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4635783" y="1848647"/>
              <a:ext cx="104785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710745" y="1848647"/>
              <a:ext cx="18498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9031072" y="1848647"/>
              <a:ext cx="118676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11048559" y="1848647"/>
              <a:ext cx="91672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2896463" y="2069144"/>
              <a:ext cx="102318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635783" y="2069144"/>
              <a:ext cx="1604478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6710745" y="2069144"/>
              <a:ext cx="14815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9031072" y="2069144"/>
              <a:ext cx="15470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11048559" y="2069144"/>
              <a:ext cx="126869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96463" y="2289642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2026-03-19T09:58:59Z</dcterms:modified>
</cp:coreProperties>
</file>