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44700" y="1034744"/>
              <a:ext cx="7882677" cy="50609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44700" y="6095721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44700" y="4720456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4700" y="3345190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44700" y="1969924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  <a:lnTo>
                    <a:pt x="788267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616908" y="5985700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16908" y="5930690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616908" y="5875679"/>
              <a:ext cx="216623" cy="5501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16908" y="6040711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16908" y="604071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16908" y="6040711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16908" y="6040711"/>
              <a:ext cx="216623" cy="5501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16908" y="5765658"/>
              <a:ext cx="216623" cy="11002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16908" y="5985700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16908" y="6040711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16908" y="604071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917774" y="5765658"/>
              <a:ext cx="216623" cy="11002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917774" y="5710647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917774" y="5655636"/>
              <a:ext cx="216623" cy="5501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917774" y="598570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917774" y="598570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917774" y="5930690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917774" y="6040711"/>
              <a:ext cx="216623" cy="5501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917774" y="5490605"/>
              <a:ext cx="216623" cy="16503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917774" y="5875679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917774" y="598570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917774" y="5985700"/>
              <a:ext cx="216623" cy="5501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218639" y="5875679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218639" y="5875679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218639" y="5875679"/>
              <a:ext cx="21662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218639" y="6040711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218639" y="5930690"/>
              <a:ext cx="216623" cy="11002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218639" y="5655636"/>
              <a:ext cx="216623" cy="22004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218639" y="5875679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218639" y="6040711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218639" y="609572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19505" y="5820668"/>
              <a:ext cx="216623" cy="5501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19505" y="5820668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1519505" y="5820668"/>
              <a:ext cx="21662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1519505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19505" y="593069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1519505" y="5930690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1519505" y="5930690"/>
              <a:ext cx="216623" cy="16503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1519505" y="5545615"/>
              <a:ext cx="216623" cy="27505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1519505" y="5875679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1519505" y="593069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519505" y="593069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820370" y="5930690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820370" y="5875679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820370" y="5875679"/>
              <a:ext cx="216623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820370" y="6040711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820370" y="5985700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820370" y="5710647"/>
              <a:ext cx="216623" cy="16503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820370" y="5930690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820370" y="6040711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820370" y="609572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121236" y="5930690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121236" y="5930690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121236" y="5875679"/>
              <a:ext cx="216623" cy="5501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121236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121236" y="6040711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121236" y="5930690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121236" y="6040711"/>
              <a:ext cx="216623" cy="5501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121236" y="5710647"/>
              <a:ext cx="216623" cy="16503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121236" y="5930690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121236" y="5930690"/>
              <a:ext cx="216623" cy="11002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121236" y="604071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422101" y="5325573"/>
              <a:ext cx="216623" cy="5501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422101" y="5215551"/>
              <a:ext cx="216623" cy="11002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422101" y="4720456"/>
              <a:ext cx="216623" cy="49509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422101" y="5600626"/>
              <a:ext cx="216623" cy="11002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422101" y="5710647"/>
              <a:ext cx="216623" cy="11002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422101" y="5600626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422101" y="5875679"/>
              <a:ext cx="216623" cy="220042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422101" y="3400201"/>
              <a:ext cx="216623" cy="132025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2422101" y="5380583"/>
              <a:ext cx="216623" cy="22004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2422101" y="5710647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2422101" y="5820668"/>
              <a:ext cx="216623" cy="5501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722967" y="5765658"/>
              <a:ext cx="216623" cy="11002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2722967" y="5655636"/>
              <a:ext cx="216623" cy="11002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722967" y="5380583"/>
              <a:ext cx="216623" cy="27505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722967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722967" y="593069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722967" y="5875679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722967" y="5930690"/>
              <a:ext cx="216623" cy="16503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2722967" y="4555424"/>
              <a:ext cx="216623" cy="82515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2722967" y="5875679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2722967" y="593069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2722967" y="593069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3023832" y="5765658"/>
              <a:ext cx="216623" cy="5501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023832" y="5655636"/>
              <a:ext cx="216623" cy="11002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3023832" y="5545615"/>
              <a:ext cx="216623" cy="11002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023832" y="5875679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023832" y="5930690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3023832" y="5875679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023832" y="5985700"/>
              <a:ext cx="216623" cy="11002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023832" y="4995509"/>
              <a:ext cx="216623" cy="55010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023832" y="5820668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023832" y="5875679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023832" y="598570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324698" y="5820668"/>
              <a:ext cx="216623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324698" y="5765658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324698" y="5600626"/>
              <a:ext cx="216623" cy="16503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324698" y="598570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3324698" y="5985700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324698" y="5875679"/>
              <a:ext cx="216623" cy="11002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3324698" y="6040711"/>
              <a:ext cx="216623" cy="5501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3324698" y="4885488"/>
              <a:ext cx="216623" cy="71513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3324698" y="5820668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3324698" y="598570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3324698" y="604071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625563" y="5490605"/>
              <a:ext cx="216623" cy="27505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625563" y="5325573"/>
              <a:ext cx="216623" cy="16503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625563" y="4940498"/>
              <a:ext cx="216623" cy="38507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625563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3625563" y="5930690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3625563" y="5875679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3625563" y="5985700"/>
              <a:ext cx="216623" cy="11002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3625563" y="3400201"/>
              <a:ext cx="216623" cy="154029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625563" y="5765658"/>
              <a:ext cx="216623" cy="11002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625563" y="593069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625563" y="598570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926429" y="5600626"/>
              <a:ext cx="216623" cy="5501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926429" y="5490605"/>
              <a:ext cx="216623" cy="11002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926429" y="5050520"/>
              <a:ext cx="216623" cy="44008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926429" y="5765658"/>
              <a:ext cx="216623" cy="11002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926429" y="5930690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3926429" y="5655636"/>
              <a:ext cx="216623" cy="11002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3926429" y="6040711"/>
              <a:ext cx="216623" cy="5501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3926429" y="3840286"/>
              <a:ext cx="216623" cy="121023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3926429" y="5655636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3926429" y="5875679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3926429" y="5985700"/>
              <a:ext cx="216623" cy="5501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227294" y="5655636"/>
              <a:ext cx="216623" cy="16503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227294" y="5600626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227294" y="5380583"/>
              <a:ext cx="216623" cy="22004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227294" y="5875679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227294" y="593069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4227294" y="5820668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227294" y="5985700"/>
              <a:ext cx="216623" cy="11002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227294" y="4830477"/>
              <a:ext cx="216623" cy="55010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227294" y="5820668"/>
              <a:ext cx="216623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227294" y="5875679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4227294" y="5930690"/>
              <a:ext cx="216623" cy="5501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4528160" y="5380583"/>
              <a:ext cx="216623" cy="27505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528160" y="5380583"/>
              <a:ext cx="216623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528160" y="4995509"/>
              <a:ext cx="216623" cy="38507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4528160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4528160" y="5930690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4528160" y="5765658"/>
              <a:ext cx="216623" cy="16503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4528160" y="5930690"/>
              <a:ext cx="216623" cy="16503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4528160" y="3840286"/>
              <a:ext cx="216623" cy="115522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4528160" y="5655636"/>
              <a:ext cx="216623" cy="11002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4528160" y="593069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4528160" y="593069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4829026" y="5380583"/>
              <a:ext cx="216623" cy="11002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4829026" y="5270562"/>
              <a:ext cx="216623" cy="11002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4829026" y="4885488"/>
              <a:ext cx="216623" cy="38507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4829026" y="5600626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4829026" y="5655636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4829026" y="5600626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4829026" y="5710647"/>
              <a:ext cx="216623" cy="385074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4829026" y="3510222"/>
              <a:ext cx="216623" cy="137526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4829026" y="5490605"/>
              <a:ext cx="216623" cy="11002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4829026" y="5600626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4829026" y="5710647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5129891" y="5545615"/>
              <a:ext cx="216623" cy="16503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5129891" y="5490605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5129891" y="5270562"/>
              <a:ext cx="216623" cy="220042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5129891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5129891" y="5985700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5129891" y="5875679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5129891" y="6040711"/>
              <a:ext cx="216623" cy="5501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5129891" y="4225360"/>
              <a:ext cx="216623" cy="104520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5129891" y="5710647"/>
              <a:ext cx="216623" cy="16503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5129891" y="5930690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5129891" y="6040711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5430757" y="5380583"/>
              <a:ext cx="216623" cy="16503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5430757" y="5215551"/>
              <a:ext cx="216623" cy="16503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5430757" y="5050520"/>
              <a:ext cx="216623" cy="16503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5430757" y="5655636"/>
              <a:ext cx="216623" cy="5501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5430757" y="5710647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5430757" y="5655636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5430757" y="5710647"/>
              <a:ext cx="216623" cy="385074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5430757" y="3785275"/>
              <a:ext cx="216623" cy="126524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5430757" y="5545615"/>
              <a:ext cx="216623" cy="11002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5430757" y="5710647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5430757" y="5710647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5731622" y="5050520"/>
              <a:ext cx="216623" cy="5501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5731622" y="4610435"/>
              <a:ext cx="216623" cy="44008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5731622" y="4225360"/>
              <a:ext cx="216623" cy="38507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5731622" y="5490605"/>
              <a:ext cx="216623" cy="11002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5731622" y="5600626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5731622" y="5380583"/>
              <a:ext cx="216623" cy="11002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5731622" y="5765658"/>
              <a:ext cx="216623" cy="33006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5731622" y="2299988"/>
              <a:ext cx="216623" cy="192537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5731622" y="5105530"/>
              <a:ext cx="216623" cy="27505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5731622" y="5600626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5731622" y="5655636"/>
              <a:ext cx="216623" cy="11002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6032488" y="5160541"/>
              <a:ext cx="216623" cy="22004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6032488" y="4885488"/>
              <a:ext cx="216623" cy="27505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6032488" y="4500413"/>
              <a:ext cx="216623" cy="385074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6032488" y="5435594"/>
              <a:ext cx="216623" cy="5501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6032488" y="5490605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6032488" y="5435594"/>
              <a:ext cx="216623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6032488" y="5600626"/>
              <a:ext cx="216623" cy="4950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6032488" y="2905105"/>
              <a:ext cx="216623" cy="159530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6032488" y="5380583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6032488" y="5490605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6032488" y="5545615"/>
              <a:ext cx="216623" cy="5501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6333353" y="5105530"/>
              <a:ext cx="216623" cy="11002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6333353" y="4775466"/>
              <a:ext cx="216623" cy="33006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6333353" y="3840286"/>
              <a:ext cx="216623" cy="93518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6333353" y="5545615"/>
              <a:ext cx="216623" cy="5501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6333353" y="5710647"/>
              <a:ext cx="216623" cy="110021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6333353" y="5490605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6333353" y="5820668"/>
              <a:ext cx="216623" cy="27505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6333353" y="2079946"/>
              <a:ext cx="216623" cy="176034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6333353" y="5215551"/>
              <a:ext cx="216623" cy="27505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6333353" y="5600626"/>
              <a:ext cx="216623" cy="11002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6333353" y="5820668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6634219" y="5710647"/>
              <a:ext cx="216623" cy="11002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6634219" y="5655636"/>
              <a:ext cx="216623" cy="5501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6634219" y="5325573"/>
              <a:ext cx="216623" cy="33006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6634219" y="5930690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6634219" y="5930690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6634219" y="5875679"/>
              <a:ext cx="216623" cy="5501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6634219" y="5985700"/>
              <a:ext cx="216623" cy="11002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6634219" y="3785275"/>
              <a:ext cx="216623" cy="154029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6634219" y="5820668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6634219" y="5930690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6634219" y="598570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6935084" y="4610435"/>
              <a:ext cx="216623" cy="44008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6935084" y="4390392"/>
              <a:ext cx="216623" cy="220042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6935084" y="3675254"/>
              <a:ext cx="216623" cy="715138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6935084" y="5270562"/>
              <a:ext cx="216623" cy="11002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6935084" y="5435594"/>
              <a:ext cx="216623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6935084" y="5160541"/>
              <a:ext cx="216623" cy="11002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6935084" y="5600626"/>
              <a:ext cx="216623" cy="4950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6935084" y="2795084"/>
              <a:ext cx="216623" cy="88017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6935084" y="5050520"/>
              <a:ext cx="216623" cy="11002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6935084" y="5380583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6935084" y="5435594"/>
              <a:ext cx="216623" cy="16503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7235950" y="4995509"/>
              <a:ext cx="216623" cy="11002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7235950" y="4665445"/>
              <a:ext cx="216623" cy="33006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7235950" y="4335381"/>
              <a:ext cx="216623" cy="33006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7235950" y="5435594"/>
              <a:ext cx="216623" cy="16503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7235950" y="5655636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7235950" y="5215551"/>
              <a:ext cx="216623" cy="220042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7235950" y="5710647"/>
              <a:ext cx="216623" cy="385074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7235950" y="2630052"/>
              <a:ext cx="216623" cy="170532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7235950" y="5105530"/>
              <a:ext cx="216623" cy="11002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7235950" y="5600626"/>
              <a:ext cx="216623" cy="5501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7235950" y="5710647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7536815" y="4665445"/>
              <a:ext cx="216623" cy="49509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7536815" y="4390392"/>
              <a:ext cx="216623" cy="27505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7536815" y="3950307"/>
              <a:ext cx="216623" cy="44008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7536815" y="5490605"/>
              <a:ext cx="216623" cy="220042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7536815" y="5875679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7536815" y="5215551"/>
              <a:ext cx="216623" cy="27505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7536815" y="5930690"/>
              <a:ext cx="216623" cy="165031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7536815" y="1859903"/>
              <a:ext cx="216623" cy="20904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7536815" y="5160541"/>
              <a:ext cx="216623" cy="5501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7536815" y="5710647"/>
              <a:ext cx="216623" cy="16503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7536815" y="5930690"/>
              <a:ext cx="216623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7837681" y="4665445"/>
              <a:ext cx="216623" cy="220042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7837681" y="4335381"/>
              <a:ext cx="216623" cy="33006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7837681" y="3675254"/>
              <a:ext cx="216623" cy="66012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7837681" y="5160541"/>
              <a:ext cx="216623" cy="110021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7837681" y="5380583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7837681" y="5050520"/>
              <a:ext cx="216623" cy="11002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7837681" y="5600626"/>
              <a:ext cx="216623" cy="49509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7837681" y="1034744"/>
              <a:ext cx="216623" cy="264051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7837681" y="4885488"/>
              <a:ext cx="216623" cy="165031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7837681" y="5270562"/>
              <a:ext cx="216623" cy="110021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7837681" y="5435594"/>
              <a:ext cx="216623" cy="16503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8138547" y="4940498"/>
              <a:ext cx="216623" cy="33006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8138547" y="4665445"/>
              <a:ext cx="216623" cy="27505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8138547" y="3730264"/>
              <a:ext cx="216623" cy="93518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8138547" y="5655636"/>
              <a:ext cx="216623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8138547" y="5655636"/>
              <a:ext cx="216623" cy="5501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8138547" y="5490605"/>
              <a:ext cx="216623" cy="165031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8138547" y="5820668"/>
              <a:ext cx="216623" cy="27505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8138547" y="1694871"/>
              <a:ext cx="216623" cy="203539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8138547" y="5270562"/>
              <a:ext cx="216623" cy="220042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8138547" y="5655636"/>
              <a:ext cx="216623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8138547" y="5710647"/>
              <a:ext cx="216623" cy="110021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25220" y="1210505"/>
              <a:ext cx="7521638" cy="4566615"/>
            </a:xfrm>
            <a:custGeom>
              <a:avLst/>
              <a:pathLst>
                <a:path w="7521638" h="4566615">
                  <a:moveTo>
                    <a:pt x="0" y="4566615"/>
                  </a:moveTo>
                  <a:lnTo>
                    <a:pt x="300865" y="4301114"/>
                  </a:lnTo>
                  <a:lnTo>
                    <a:pt x="601731" y="4460414"/>
                  </a:lnTo>
                  <a:lnTo>
                    <a:pt x="902596" y="4354214"/>
                  </a:lnTo>
                  <a:lnTo>
                    <a:pt x="1203462" y="4513514"/>
                  </a:lnTo>
                  <a:lnTo>
                    <a:pt x="1504327" y="4513514"/>
                  </a:lnTo>
                  <a:lnTo>
                    <a:pt x="1805193" y="2283307"/>
                  </a:lnTo>
                  <a:lnTo>
                    <a:pt x="2106058" y="3398411"/>
                  </a:lnTo>
                  <a:lnTo>
                    <a:pt x="2406924" y="3823212"/>
                  </a:lnTo>
                  <a:lnTo>
                    <a:pt x="2707789" y="3717012"/>
                  </a:lnTo>
                  <a:lnTo>
                    <a:pt x="3008655" y="2283307"/>
                  </a:lnTo>
                  <a:lnTo>
                    <a:pt x="3309520" y="2708108"/>
                  </a:lnTo>
                  <a:lnTo>
                    <a:pt x="3610386" y="3663912"/>
                  </a:lnTo>
                  <a:lnTo>
                    <a:pt x="3911252" y="2708108"/>
                  </a:lnTo>
                  <a:lnTo>
                    <a:pt x="4212117" y="2389507"/>
                  </a:lnTo>
                  <a:lnTo>
                    <a:pt x="4512983" y="3079810"/>
                  </a:lnTo>
                  <a:lnTo>
                    <a:pt x="4813848" y="2655008"/>
                  </a:lnTo>
                  <a:lnTo>
                    <a:pt x="5114714" y="1221304"/>
                  </a:lnTo>
                  <a:lnTo>
                    <a:pt x="5415579" y="1805405"/>
                  </a:lnTo>
                  <a:lnTo>
                    <a:pt x="5716445" y="1008903"/>
                  </a:lnTo>
                  <a:lnTo>
                    <a:pt x="6017310" y="2655008"/>
                  </a:lnTo>
                  <a:lnTo>
                    <a:pt x="6318176" y="1699205"/>
                  </a:lnTo>
                  <a:lnTo>
                    <a:pt x="6619041" y="1539905"/>
                  </a:lnTo>
                  <a:lnTo>
                    <a:pt x="6919907" y="796502"/>
                  </a:lnTo>
                  <a:lnTo>
                    <a:pt x="7220772" y="0"/>
                  </a:lnTo>
                  <a:lnTo>
                    <a:pt x="7521638" y="637202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90090" y="574199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990956" y="547649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1291821" y="563579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1592687" y="552959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893552" y="568889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194418" y="568889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2495283" y="345868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796149" y="457378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097014" y="499858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397880" y="489238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698745" y="345868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999611" y="38834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300477" y="483928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601342" y="38834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4902208" y="356488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5203073" y="425518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5503939" y="38303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5804804" y="239668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6105670" y="298078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406535" y="218427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6707401" y="383038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7008266" y="287458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7309132" y="2715281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7609997" y="197187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7910863" y="117537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8211729" y="181257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544700" y="1034744"/>
              <a:ext cx="0" cy="5060977"/>
            </a:xfrm>
            <a:custGeom>
              <a:avLst/>
              <a:pathLst>
                <a:path w="0" h="5060977">
                  <a:moveTo>
                    <a:pt x="0" y="5060977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tx324"/>
            <p:cNvSpPr/>
            <p:nvPr/>
          </p:nvSpPr>
          <p:spPr>
            <a:xfrm>
              <a:off x="388750" y="6042742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306818" y="4667333"/>
              <a:ext cx="163864" cy="105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306818" y="3292211"/>
              <a:ext cx="163864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306818" y="1918887"/>
              <a:ext cx="163864" cy="103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28" name="pl328"/>
            <p:cNvSpPr/>
            <p:nvPr/>
          </p:nvSpPr>
          <p:spPr>
            <a:xfrm>
              <a:off x="503579" y="609572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503579" y="472045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503579" y="3345190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503579" y="196992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8427377" y="1034744"/>
              <a:ext cx="0" cy="5060977"/>
            </a:xfrm>
            <a:custGeom>
              <a:avLst/>
              <a:pathLst>
                <a:path w="0" h="5060977">
                  <a:moveTo>
                    <a:pt x="0" y="5060977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8427377" y="6095721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8427377" y="4689894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8427377" y="3284067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8427377" y="1878240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tx337"/>
            <p:cNvSpPr/>
            <p:nvPr/>
          </p:nvSpPr>
          <p:spPr>
            <a:xfrm>
              <a:off x="8501395" y="6042742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8501395" y="4636627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2.5%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8501395" y="3231088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5.0%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8501395" y="1825764"/>
              <a:ext cx="335786" cy="1053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7.5%</a:t>
              </a:r>
            </a:p>
          </p:txBody>
        </p:sp>
        <p:sp>
          <p:nvSpPr>
            <p:cNvPr id="341" name="pl341"/>
            <p:cNvSpPr/>
            <p:nvPr/>
          </p:nvSpPr>
          <p:spPr>
            <a:xfrm>
              <a:off x="544700" y="6095721"/>
              <a:ext cx="7882677" cy="0"/>
            </a:xfrm>
            <a:custGeom>
              <a:avLst/>
              <a:pathLst>
                <a:path w="7882677" h="0">
                  <a:moveTo>
                    <a:pt x="0" y="0"/>
                  </a:moveTo>
                  <a:lnTo>
                    <a:pt x="788267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25220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026085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326951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627816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928682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2229547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2530413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2831278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3132144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3433009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3733875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4034741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4335606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4636472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4937337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5238203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5539068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5839934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6140799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6441665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6742530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043396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344261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645127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945993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8246858" y="6095721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tx368"/>
            <p:cNvSpPr/>
            <p:nvPr/>
          </p:nvSpPr>
          <p:spPr>
            <a:xfrm rot="-2100000">
              <a:off x="461905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2000</a:t>
              </a:r>
            </a:p>
          </p:txBody>
        </p:sp>
        <p:sp>
          <p:nvSpPr>
            <p:cNvPr id="369" name="tx369"/>
            <p:cNvSpPr/>
            <p:nvPr/>
          </p:nvSpPr>
          <p:spPr>
            <a:xfrm rot="-2100000">
              <a:off x="762770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2001</a:t>
              </a:r>
            </a:p>
          </p:txBody>
        </p:sp>
        <p:sp>
          <p:nvSpPr>
            <p:cNvPr id="370" name="tx370"/>
            <p:cNvSpPr/>
            <p:nvPr/>
          </p:nvSpPr>
          <p:spPr>
            <a:xfrm rot="-2100000">
              <a:off x="1063636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2002</a:t>
              </a:r>
            </a:p>
          </p:txBody>
        </p:sp>
        <p:sp>
          <p:nvSpPr>
            <p:cNvPr id="371" name="tx371"/>
            <p:cNvSpPr/>
            <p:nvPr/>
          </p:nvSpPr>
          <p:spPr>
            <a:xfrm rot="-2100000">
              <a:off x="1364502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2003</a:t>
              </a:r>
            </a:p>
          </p:txBody>
        </p:sp>
        <p:sp>
          <p:nvSpPr>
            <p:cNvPr id="372" name="tx372"/>
            <p:cNvSpPr/>
            <p:nvPr/>
          </p:nvSpPr>
          <p:spPr>
            <a:xfrm rot="-2100000">
              <a:off x="1665367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2004</a:t>
              </a:r>
            </a:p>
          </p:txBody>
        </p:sp>
        <p:sp>
          <p:nvSpPr>
            <p:cNvPr id="373" name="tx373"/>
            <p:cNvSpPr/>
            <p:nvPr/>
          </p:nvSpPr>
          <p:spPr>
            <a:xfrm rot="-2100000">
              <a:off x="1966233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2005</a:t>
              </a:r>
            </a:p>
          </p:txBody>
        </p:sp>
        <p:sp>
          <p:nvSpPr>
            <p:cNvPr id="374" name="tx374"/>
            <p:cNvSpPr/>
            <p:nvPr/>
          </p:nvSpPr>
          <p:spPr>
            <a:xfrm rot="-2100000">
              <a:off x="2267078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2006</a:t>
              </a:r>
            </a:p>
          </p:txBody>
        </p:sp>
        <p:sp>
          <p:nvSpPr>
            <p:cNvPr id="375" name="tx375"/>
            <p:cNvSpPr/>
            <p:nvPr/>
          </p:nvSpPr>
          <p:spPr>
            <a:xfrm rot="-2100000">
              <a:off x="2567964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2007</a:t>
              </a:r>
            </a:p>
          </p:txBody>
        </p:sp>
        <p:sp>
          <p:nvSpPr>
            <p:cNvPr id="376" name="tx376"/>
            <p:cNvSpPr/>
            <p:nvPr/>
          </p:nvSpPr>
          <p:spPr>
            <a:xfrm rot="-2100000">
              <a:off x="2868789" y="6252138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2008</a:t>
              </a:r>
            </a:p>
          </p:txBody>
        </p:sp>
        <p:sp>
          <p:nvSpPr>
            <p:cNvPr id="377" name="tx377"/>
            <p:cNvSpPr/>
            <p:nvPr/>
          </p:nvSpPr>
          <p:spPr>
            <a:xfrm rot="-2100000">
              <a:off x="3169675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2009</a:t>
              </a:r>
            </a:p>
          </p:txBody>
        </p:sp>
        <p:sp>
          <p:nvSpPr>
            <p:cNvPr id="378" name="tx378"/>
            <p:cNvSpPr/>
            <p:nvPr/>
          </p:nvSpPr>
          <p:spPr>
            <a:xfrm rot="-2100000">
              <a:off x="3470560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2010</a:t>
              </a:r>
            </a:p>
          </p:txBody>
        </p:sp>
        <p:sp>
          <p:nvSpPr>
            <p:cNvPr id="379" name="tx379"/>
            <p:cNvSpPr/>
            <p:nvPr/>
          </p:nvSpPr>
          <p:spPr>
            <a:xfrm rot="-2100000">
              <a:off x="3771426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2011</a:t>
              </a:r>
            </a:p>
          </p:txBody>
        </p:sp>
        <p:sp>
          <p:nvSpPr>
            <p:cNvPr id="380" name="tx380"/>
            <p:cNvSpPr/>
            <p:nvPr/>
          </p:nvSpPr>
          <p:spPr>
            <a:xfrm rot="-2100000">
              <a:off x="4072291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2012</a:t>
              </a:r>
            </a:p>
          </p:txBody>
        </p:sp>
        <p:sp>
          <p:nvSpPr>
            <p:cNvPr id="381" name="tx381"/>
            <p:cNvSpPr/>
            <p:nvPr/>
          </p:nvSpPr>
          <p:spPr>
            <a:xfrm rot="-2100000">
              <a:off x="4373157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2013</a:t>
              </a:r>
            </a:p>
          </p:txBody>
        </p:sp>
        <p:sp>
          <p:nvSpPr>
            <p:cNvPr id="382" name="tx382"/>
            <p:cNvSpPr/>
            <p:nvPr/>
          </p:nvSpPr>
          <p:spPr>
            <a:xfrm rot="-2100000">
              <a:off x="4674023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2014</a:t>
              </a:r>
            </a:p>
          </p:txBody>
        </p:sp>
        <p:sp>
          <p:nvSpPr>
            <p:cNvPr id="383" name="tx383"/>
            <p:cNvSpPr/>
            <p:nvPr/>
          </p:nvSpPr>
          <p:spPr>
            <a:xfrm rot="-2100000">
              <a:off x="4974888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2015</a:t>
              </a:r>
            </a:p>
          </p:txBody>
        </p:sp>
        <p:sp>
          <p:nvSpPr>
            <p:cNvPr id="384" name="tx384"/>
            <p:cNvSpPr/>
            <p:nvPr/>
          </p:nvSpPr>
          <p:spPr>
            <a:xfrm rot="-2100000">
              <a:off x="5275733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2016</a:t>
              </a:r>
            </a:p>
          </p:txBody>
        </p:sp>
        <p:sp>
          <p:nvSpPr>
            <p:cNvPr id="385" name="tx385"/>
            <p:cNvSpPr/>
            <p:nvPr/>
          </p:nvSpPr>
          <p:spPr>
            <a:xfrm rot="-2100000">
              <a:off x="5576619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2017</a:t>
              </a:r>
            </a:p>
          </p:txBody>
        </p:sp>
        <p:sp>
          <p:nvSpPr>
            <p:cNvPr id="386" name="tx386"/>
            <p:cNvSpPr/>
            <p:nvPr/>
          </p:nvSpPr>
          <p:spPr>
            <a:xfrm rot="-2100000">
              <a:off x="5877444" y="6252138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2018</a:t>
              </a:r>
            </a:p>
          </p:txBody>
        </p:sp>
        <p:sp>
          <p:nvSpPr>
            <p:cNvPr id="387" name="tx387"/>
            <p:cNvSpPr/>
            <p:nvPr/>
          </p:nvSpPr>
          <p:spPr>
            <a:xfrm rot="-2100000">
              <a:off x="6178330" y="6252203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2019</a:t>
              </a:r>
            </a:p>
          </p:txBody>
        </p:sp>
        <p:sp>
          <p:nvSpPr>
            <p:cNvPr id="388" name="tx388"/>
            <p:cNvSpPr/>
            <p:nvPr/>
          </p:nvSpPr>
          <p:spPr>
            <a:xfrm rot="-2100000">
              <a:off x="6479216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2020</a:t>
              </a:r>
            </a:p>
          </p:txBody>
        </p:sp>
        <p:sp>
          <p:nvSpPr>
            <p:cNvPr id="389" name="tx389"/>
            <p:cNvSpPr/>
            <p:nvPr/>
          </p:nvSpPr>
          <p:spPr>
            <a:xfrm rot="-2100000">
              <a:off x="6780081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2021</a:t>
              </a:r>
            </a:p>
          </p:txBody>
        </p:sp>
        <p:sp>
          <p:nvSpPr>
            <p:cNvPr id="390" name="tx390"/>
            <p:cNvSpPr/>
            <p:nvPr/>
          </p:nvSpPr>
          <p:spPr>
            <a:xfrm rot="-2100000">
              <a:off x="7080947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2022</a:t>
              </a:r>
            </a:p>
          </p:txBody>
        </p:sp>
        <p:sp>
          <p:nvSpPr>
            <p:cNvPr id="391" name="tx391"/>
            <p:cNvSpPr/>
            <p:nvPr/>
          </p:nvSpPr>
          <p:spPr>
            <a:xfrm rot="-2100000">
              <a:off x="7381812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2023</a:t>
              </a:r>
            </a:p>
          </p:txBody>
        </p:sp>
        <p:sp>
          <p:nvSpPr>
            <p:cNvPr id="392" name="tx392"/>
            <p:cNvSpPr/>
            <p:nvPr/>
          </p:nvSpPr>
          <p:spPr>
            <a:xfrm rot="-2100000">
              <a:off x="7682678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2024</a:t>
              </a:r>
            </a:p>
          </p:txBody>
        </p:sp>
        <p:sp>
          <p:nvSpPr>
            <p:cNvPr id="393" name="tx393"/>
            <p:cNvSpPr/>
            <p:nvPr/>
          </p:nvSpPr>
          <p:spPr>
            <a:xfrm rot="-2100000">
              <a:off x="7983543" y="6252267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4300938" y="6589050"/>
              <a:ext cx="370202" cy="128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</a:t>
              </a:r>
            </a:p>
          </p:txBody>
        </p:sp>
        <p:sp>
          <p:nvSpPr>
            <p:cNvPr id="395" name="tx395"/>
            <p:cNvSpPr/>
            <p:nvPr/>
          </p:nvSpPr>
          <p:spPr>
            <a:xfrm rot="-5400000">
              <a:off x="-749321" y="3499724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396" name="tx396"/>
            <p:cNvSpPr/>
            <p:nvPr/>
          </p:nvSpPr>
          <p:spPr>
            <a:xfrm rot="5400000">
              <a:off x="8551101" y="3482994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397" name="rc397"/>
            <p:cNvSpPr/>
            <p:nvPr/>
          </p:nvSpPr>
          <p:spPr>
            <a:xfrm>
              <a:off x="774180" y="126525"/>
              <a:ext cx="7423718" cy="743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856421" y="208767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867058" y="219403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2685802" y="208767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2696438" y="219403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4596827" y="208767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4607464" y="219403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6368733" y="208767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6379369" y="219403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856421" y="429265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867058" y="439901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2685802" y="429265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2696438" y="439901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4596827" y="429265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4607464" y="439901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6368733" y="429265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6379369" y="439901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856421" y="649763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867058" y="660399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2685802" y="649763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2696438" y="660399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4596827" y="649763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4607464" y="660399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1244663" y="219089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074044" y="219089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4985069" y="219089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6756975" y="219089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1244663" y="439587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074044" y="439587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4985069" y="439587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756975" y="439587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1244663" y="660085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3074044" y="660085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4985069" y="660085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2026-03-19T08:24:00Z</dcterms:modified>
  <cp:category/>
</cp:coreProperties>
</file>