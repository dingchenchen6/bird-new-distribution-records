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406185"/>
              <a:ext cx="11723157" cy="61582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89100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21756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54412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30568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636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162817"/>
              <a:ext cx="322163" cy="1338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430568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151097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151097" y="809588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151097" y="8028942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51097" y="83636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5109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51097" y="782813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51097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598545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598545" y="8363630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598545" y="8028942"/>
              <a:ext cx="322163" cy="2677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598545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598545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045994" y="822975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045994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5994" y="7895067"/>
              <a:ext cx="322163" cy="33468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045994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93443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493443" y="8296693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493443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493443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493443" y="8430568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493443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493443" y="8363630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493443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940892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940892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940892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940892" y="8363630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388340" y="76273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388340" y="74934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388340" y="6891003"/>
              <a:ext cx="322163" cy="6024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88340" y="7962005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388340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38834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388340" y="8296693"/>
              <a:ext cx="322163" cy="26775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388340" y="5284501"/>
              <a:ext cx="322163" cy="16065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340" y="7694254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340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88340" y="8229755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835789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35789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35789" y="7694254"/>
              <a:ext cx="322163" cy="33468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3578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83578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835789" y="6690191"/>
              <a:ext cx="322163" cy="1004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835789" y="8296693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283238" y="81628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83238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283238" y="7895067"/>
              <a:ext cx="322163" cy="1338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283238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283238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283238" y="7225691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283238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5283238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283238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5730687" y="82297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730687" y="8162817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730687" y="7962005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730687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730687" y="8296693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73068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730687" y="7091816"/>
              <a:ext cx="322163" cy="8701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730687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5730687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178135" y="7828130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178135" y="7627317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178135" y="7158754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178135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178135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178135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178135" y="5284501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178135" y="816281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178135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625584" y="796200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625584" y="7828130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5584" y="7292629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625584" y="8162817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625584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625584" y="8028942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25584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625584" y="5820002"/>
              <a:ext cx="322163" cy="147262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625584" y="802894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625584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625584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073033" y="8028942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073033" y="7962005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073033" y="7694254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073033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073033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073033" y="8229755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07303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73033" y="7024879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073033" y="8229755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073033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073033" y="8363630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20482" y="7694254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520482" y="7694254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520482" y="7225691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520482" y="8162817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7520482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7520482" y="5820002"/>
              <a:ext cx="322163" cy="14056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7520482" y="8028942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967930" y="7694254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7967930" y="7560379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967930" y="7091816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96793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96793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967930" y="5418376"/>
              <a:ext cx="322163" cy="16734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967930" y="7828130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96793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96793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8415379" y="7895067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415379" y="78281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415379" y="7560379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841537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8415379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841537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8415379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8415379" y="6288565"/>
              <a:ext cx="322163" cy="127181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8415379" y="8095880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8415379" y="8363630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8415379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862828" y="7694254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862828" y="7493442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8862828" y="7292629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862828" y="802894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8862828" y="802894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8862828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8862828" y="5753064"/>
              <a:ext cx="322163" cy="15395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8862828" y="789506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9310277" y="7292629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9310277" y="6757128"/>
              <a:ext cx="322163" cy="53550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9310277" y="6288565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9310277" y="7828130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9310277" y="7962005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9310277" y="769425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9310277" y="8162817"/>
              <a:ext cx="322163" cy="40162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9310277" y="3945750"/>
              <a:ext cx="322163" cy="23428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9310277" y="7359566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9310277" y="79620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9310277" y="8028942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9757725" y="7426504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9757725" y="709181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9757725" y="6623253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9757725" y="776119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9757725" y="78281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9757725" y="776119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9757725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9757725" y="4682063"/>
              <a:ext cx="322163" cy="19411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9757725" y="769425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9757725" y="78281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9757725" y="7895067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0205174" y="7359566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10205174" y="6957941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10205174" y="5820002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10205174" y="7895067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10205174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10205174" y="78281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10205174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10205174" y="3677999"/>
              <a:ext cx="322163" cy="21420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10205174" y="7493442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10205174" y="7962005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10205174" y="82297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10652623" y="8095880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10652623" y="8028942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10652623" y="7627317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10652623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10652623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1065262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10652623" y="5753064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10652623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10652623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11100072" y="6757128"/>
              <a:ext cx="322163" cy="53550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11100072" y="6489378"/>
              <a:ext cx="322163" cy="26775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11100072" y="5619189"/>
              <a:ext cx="322163" cy="8701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11100072" y="7560379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11100072" y="7761192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11100072" y="742650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11100072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11100072" y="4548188"/>
              <a:ext cx="322163" cy="10710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11100072" y="7292629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11100072" y="7694254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11100072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11547520" y="7225691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11547520" y="6824066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11547520" y="6422440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11547520" y="7761192"/>
              <a:ext cx="322163" cy="20081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1154752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11547520" y="7493442"/>
              <a:ext cx="322163" cy="26775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1154752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11547520" y="4347375"/>
              <a:ext cx="322163" cy="20750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11547520" y="7359566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1154752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1154752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1994969" y="6824066"/>
              <a:ext cx="322163" cy="60243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1994969" y="6489378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1994969" y="5953877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1994969" y="7828130"/>
              <a:ext cx="322163" cy="26775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1994969" y="8296693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1994969" y="7493442"/>
              <a:ext cx="322163" cy="33468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199496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1994969" y="3410249"/>
              <a:ext cx="322163" cy="254362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1994969" y="742650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1994969" y="8095880"/>
              <a:ext cx="322163" cy="20081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199496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2442418" y="6824066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2442418" y="6422440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12442418" y="5619189"/>
              <a:ext cx="322163" cy="8032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12442418" y="7426504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12442418" y="7694254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12442418" y="7292629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12442418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12442418" y="2406185"/>
              <a:ext cx="322163" cy="321300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12442418" y="7091816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12442418" y="7560379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12442418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12889867" y="7158754"/>
              <a:ext cx="322163" cy="4016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12889867" y="682406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12889867" y="5686127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12889867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12889867" y="7828130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12889867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12889867" y="3209436"/>
              <a:ext cx="322163" cy="24766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12889867" y="7560379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12889867" y="8095880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864730" y="2620054"/>
              <a:ext cx="11186218" cy="5556711"/>
            </a:xfrm>
            <a:custGeom>
              <a:avLst/>
              <a:pathLst>
                <a:path w="11186218" h="5556711">
                  <a:moveTo>
                    <a:pt x="0" y="5556711"/>
                  </a:moveTo>
                  <a:lnTo>
                    <a:pt x="447448" y="5233646"/>
                  </a:lnTo>
                  <a:lnTo>
                    <a:pt x="894897" y="5427485"/>
                  </a:lnTo>
                  <a:lnTo>
                    <a:pt x="1342346" y="5298259"/>
                  </a:lnTo>
                  <a:lnTo>
                    <a:pt x="1789794" y="5492098"/>
                  </a:lnTo>
                  <a:lnTo>
                    <a:pt x="2237243" y="5492098"/>
                  </a:lnTo>
                  <a:lnTo>
                    <a:pt x="2684692" y="2778355"/>
                  </a:lnTo>
                  <a:lnTo>
                    <a:pt x="3132141" y="4135227"/>
                  </a:lnTo>
                  <a:lnTo>
                    <a:pt x="3579589" y="4652130"/>
                  </a:lnTo>
                  <a:lnTo>
                    <a:pt x="4027038" y="4522904"/>
                  </a:lnTo>
                  <a:lnTo>
                    <a:pt x="4474487" y="2778355"/>
                  </a:lnTo>
                  <a:lnTo>
                    <a:pt x="4921936" y="3295259"/>
                  </a:lnTo>
                  <a:lnTo>
                    <a:pt x="5369384" y="4458291"/>
                  </a:lnTo>
                  <a:lnTo>
                    <a:pt x="5816833" y="3295259"/>
                  </a:lnTo>
                  <a:lnTo>
                    <a:pt x="6264282" y="2907581"/>
                  </a:lnTo>
                  <a:lnTo>
                    <a:pt x="6711731" y="3747549"/>
                  </a:lnTo>
                  <a:lnTo>
                    <a:pt x="7159179" y="3230646"/>
                  </a:lnTo>
                  <a:lnTo>
                    <a:pt x="7606628" y="1486097"/>
                  </a:lnTo>
                  <a:lnTo>
                    <a:pt x="8054077" y="2196839"/>
                  </a:lnTo>
                  <a:lnTo>
                    <a:pt x="8501526" y="1227645"/>
                  </a:lnTo>
                  <a:lnTo>
                    <a:pt x="8948974" y="3230646"/>
                  </a:lnTo>
                  <a:lnTo>
                    <a:pt x="9396423" y="2067613"/>
                  </a:lnTo>
                  <a:lnTo>
                    <a:pt x="9843872" y="1873774"/>
                  </a:lnTo>
                  <a:lnTo>
                    <a:pt x="10291321" y="969193"/>
                  </a:lnTo>
                  <a:lnTo>
                    <a:pt x="10738769" y="0"/>
                  </a:lnTo>
                  <a:lnTo>
                    <a:pt x="11186218" y="775355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829600" y="8141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277049" y="7818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724497" y="801241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71946" y="7883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619395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66844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514292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961741" y="672015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409190" y="723705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856639" y="710782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6304087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751536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198985" y="704321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646434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8093882" y="54925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541331" y="63324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988780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9436229" y="40710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9883677" y="478176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0331126" y="381257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0778575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1226024" y="46525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1673472" y="445869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2120921" y="355411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2568370" y="25849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3015819" y="3360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1596260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tx32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358378" y="6837880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358378" y="5164585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358378" y="3493087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8" name="pl32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555139" y="68910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555139" y="521756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1555139" y="354412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13319417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3319417" y="685381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13319417" y="514318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13319417" y="343256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tx33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13393435" y="6800549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13393435" y="5090210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13393435" y="3380086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341" name="pl34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369" name="tx36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370" name="tx37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371" name="tx37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372" name="tx37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373" name="tx37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374" name="tx37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376" name="tx37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377" name="tx37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378" name="tx37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379" name="tx37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380" name="tx38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381" name="tx38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382" name="tx38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383" name="tx38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384" name="tx38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386" name="tx38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387" name="tx38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388" name="tx38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389" name="tx38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390" name="tx39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391" name="tx39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392" name="tx39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393" name="tx39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395" name="tx395"/>
            <p:cNvSpPr/>
            <p:nvPr/>
          </p:nvSpPr>
          <p:spPr>
            <a:xfrm rot="-5400000">
              <a:off x="302238" y="5419806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396" name="tx396"/>
            <p:cNvSpPr/>
            <p:nvPr/>
          </p:nvSpPr>
          <p:spPr>
            <a:xfrm rot="5400000">
              <a:off x="13443141" y="5403075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397" name="rc397"/>
            <p:cNvSpPr/>
            <p:nvPr/>
          </p:nvSpPr>
          <p:spPr>
            <a:xfrm>
              <a:off x="3745980" y="1497967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382822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3838858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657602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668238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756862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7579264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340533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351169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382822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3838858" y="1811342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657602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668238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756862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7579264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9340533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935116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382822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3838858" y="2031840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657602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668238" y="2031840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756862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7579264" y="2031840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421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6045844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7956869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9728775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4216463" y="181102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6045844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7956869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972877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4216463" y="203152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6045844" y="203152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956869" y="2031527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2026-03-19T11:02:15Z</dcterms:modified>
</cp:coreProperties>
</file>