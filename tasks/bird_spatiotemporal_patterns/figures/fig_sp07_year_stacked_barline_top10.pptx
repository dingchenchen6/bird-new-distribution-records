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051560" y="1371442"/>
            <a:ext cx="12984480" cy="7955280"/>
            <a:chOff x="1051560" y="1371442"/>
            <a:chExt cx="12984480" cy="7955280"/>
          </a:xfrm>
        </p:grpSpPr>
        <p:sp>
          <p:nvSpPr>
            <p:cNvPr id="3" name="rc3"/>
            <p:cNvSpPr/>
            <p:nvPr/>
          </p:nvSpPr>
          <p:spPr>
            <a:xfrm>
              <a:off x="1051560" y="1371441"/>
              <a:ext cx="12984480" cy="7955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51560" y="1371441"/>
              <a:ext cx="12984480" cy="7955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596260" y="2406185"/>
              <a:ext cx="11723157" cy="615825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596260" y="856444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6260" y="689100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6260" y="5217564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96260" y="3544124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703648" y="8430568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703648" y="8363630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703648" y="8296693"/>
              <a:ext cx="322163" cy="6693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703648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703648" y="8162817"/>
              <a:ext cx="322163" cy="13387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703648" y="8430568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2151097" y="8162817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151097" y="8095880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151097" y="8028942"/>
              <a:ext cx="322163" cy="6693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151097" y="8430568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51097" y="8430568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51097" y="8363630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51097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51097" y="7828130"/>
              <a:ext cx="322163" cy="2008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51097" y="8296693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151097" y="8430568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151097" y="8430568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98545" y="8296693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598545" y="8296693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598545" y="8296693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598545" y="849750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598545" y="8363630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598545" y="8028942"/>
              <a:ext cx="322163" cy="26775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598545" y="8296693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598545" y="8497505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045994" y="8229755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045994" y="8229755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45994" y="8229755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045994" y="8363630"/>
              <a:ext cx="322163" cy="20081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045994" y="7895067"/>
              <a:ext cx="322163" cy="33468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045994" y="8296693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93443" y="8363630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493443" y="8296693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493443" y="8296693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493443" y="849750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493443" y="8430568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493443" y="8095880"/>
              <a:ext cx="322163" cy="2008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493443" y="8363630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493443" y="8497505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940892" y="8296693"/>
              <a:ext cx="322163" cy="6693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940892" y="8497505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940892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940892" y="8095880"/>
              <a:ext cx="322163" cy="2008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940892" y="8363630"/>
              <a:ext cx="322163" cy="1338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940892" y="849750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388340" y="7627317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388340" y="7493442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388340" y="6891003"/>
              <a:ext cx="322163" cy="6024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388340" y="7962005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388340" y="8095880"/>
              <a:ext cx="322163" cy="1338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388340" y="7962005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388340" y="8296693"/>
              <a:ext cx="322163" cy="26775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388340" y="5284501"/>
              <a:ext cx="322163" cy="160650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340" y="7694254"/>
              <a:ext cx="322163" cy="26775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340" y="809588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388340" y="8229755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835789" y="8162817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35789" y="8028942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35789" y="7694254"/>
              <a:ext cx="322163" cy="33468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835789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35789" y="836363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35789" y="8296693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835789" y="8363630"/>
              <a:ext cx="322163" cy="20081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835789" y="6690191"/>
              <a:ext cx="322163" cy="100406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835789" y="8296693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835789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835789" y="836363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283238" y="8162817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83238" y="8028942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283238" y="7895067"/>
              <a:ext cx="322163" cy="13387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283238" y="8296693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283238" y="83636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283238" y="8296693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283238" y="8430568"/>
              <a:ext cx="322163" cy="1338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5283238" y="7225691"/>
              <a:ext cx="322163" cy="66937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5283238" y="8229755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5283238" y="8296693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5283238" y="8430568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5730687" y="8229755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5730687" y="8162817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5730687" y="7962005"/>
              <a:ext cx="322163" cy="20081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5730687" y="8430568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5730687" y="8430568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5730687" y="8296693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5730687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5730687" y="7091816"/>
              <a:ext cx="322163" cy="87018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5730687" y="8229755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5730687" y="8430568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5730687" y="849750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6178135" y="7828130"/>
              <a:ext cx="322163" cy="33468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6178135" y="7627317"/>
              <a:ext cx="322163" cy="20081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6178135" y="7158754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6178135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6178135" y="83636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6178135" y="8296693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6178135" y="8430568"/>
              <a:ext cx="322163" cy="1338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6178135" y="5284501"/>
              <a:ext cx="322163" cy="187425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178135" y="8162817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78135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178135" y="8430568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625584" y="7962005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625584" y="7828130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5584" y="7292629"/>
              <a:ext cx="322163" cy="53550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625584" y="8162817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625584" y="83636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625584" y="8028942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25584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625584" y="5820002"/>
              <a:ext cx="322163" cy="147262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625584" y="8028942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6625584" y="8296693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6625584" y="8430568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073033" y="8028942"/>
              <a:ext cx="322163" cy="20081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073033" y="7962005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073033" y="7694254"/>
              <a:ext cx="322163" cy="26775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073033" y="8296693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073033" y="836363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073033" y="8229755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073033" y="8430568"/>
              <a:ext cx="322163" cy="1338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073033" y="7024879"/>
              <a:ext cx="322163" cy="66937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073033" y="8229755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073033" y="8296693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073033" y="8363630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520482" y="7694254"/>
              <a:ext cx="322163" cy="33468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7520482" y="7694254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520482" y="7225691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520482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7520482" y="836363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7520482" y="8162817"/>
              <a:ext cx="322163" cy="20081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7520482" y="8363630"/>
              <a:ext cx="322163" cy="20081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7520482" y="5820002"/>
              <a:ext cx="322163" cy="140568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7520482" y="8028942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7520482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7520482" y="836363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7967930" y="7694254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7967930" y="7560379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7967930" y="7091816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967930" y="796200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967930" y="8028942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967930" y="7962005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967930" y="8095880"/>
              <a:ext cx="322163" cy="46856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967930" y="5418376"/>
              <a:ext cx="322163" cy="167343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967930" y="7828130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967930" y="7962005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967930" y="809588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8415379" y="7895067"/>
              <a:ext cx="322163" cy="20081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415379" y="7828130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415379" y="7560379"/>
              <a:ext cx="322163" cy="26775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8415379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8415379" y="8430568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8415379" y="8296693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8415379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8415379" y="6288565"/>
              <a:ext cx="322163" cy="127181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8415379" y="8095880"/>
              <a:ext cx="322163" cy="20081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8415379" y="8363630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8415379" y="849750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8862828" y="7694254"/>
              <a:ext cx="322163" cy="20081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8862828" y="7493442"/>
              <a:ext cx="322163" cy="20081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8862828" y="7292629"/>
              <a:ext cx="322163" cy="20081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8862828" y="8028942"/>
              <a:ext cx="322163" cy="66937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8862828" y="809588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8862828" y="8028942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8862828" y="8095880"/>
              <a:ext cx="322163" cy="46856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8862828" y="5753064"/>
              <a:ext cx="322163" cy="153956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8862828" y="7895067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8862828" y="809588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8862828" y="809588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9310277" y="7292629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9310277" y="6757128"/>
              <a:ext cx="322163" cy="53550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9310277" y="6288565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9310277" y="7828130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9310277" y="7962005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9310277" y="7694254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9310277" y="8162817"/>
              <a:ext cx="322163" cy="40162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9310277" y="3945750"/>
              <a:ext cx="322163" cy="234281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9310277" y="7359566"/>
              <a:ext cx="322163" cy="33468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9310277" y="7962005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9310277" y="8028942"/>
              <a:ext cx="322163" cy="1338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9757725" y="7426504"/>
              <a:ext cx="322163" cy="26775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9757725" y="7091816"/>
              <a:ext cx="322163" cy="33468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9757725" y="6623253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9757725" y="7761192"/>
              <a:ext cx="322163" cy="66937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9757725" y="78281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9757725" y="7761192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9757725" y="7962005"/>
              <a:ext cx="322163" cy="602438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9757725" y="4682063"/>
              <a:ext cx="322163" cy="194118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9757725" y="7694254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9757725" y="78281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9757725" y="7895067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10205174" y="7359566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10205174" y="6957941"/>
              <a:ext cx="322163" cy="40162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10205174" y="5820002"/>
              <a:ext cx="322163" cy="11379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10205174" y="7895067"/>
              <a:ext cx="322163" cy="66937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10205174" y="8095880"/>
              <a:ext cx="322163" cy="1338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10205174" y="7828130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10205174" y="8229755"/>
              <a:ext cx="322163" cy="33468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10205174" y="3677999"/>
              <a:ext cx="322163" cy="214200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10205174" y="7493442"/>
              <a:ext cx="322163" cy="33468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10205174" y="7962005"/>
              <a:ext cx="322163" cy="1338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10205174" y="822975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10652623" y="8095880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10652623" y="8028942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10652623" y="7627317"/>
              <a:ext cx="322163" cy="40162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10652623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10652623" y="83636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10652623" y="8296693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10652623" y="8430568"/>
              <a:ext cx="322163" cy="1338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10652623" y="5753064"/>
              <a:ext cx="322163" cy="187425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10652623" y="8229755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10652623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10652623" y="8430568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11100072" y="6757128"/>
              <a:ext cx="322163" cy="53550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11100072" y="6489378"/>
              <a:ext cx="322163" cy="26775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11100072" y="5619189"/>
              <a:ext cx="322163" cy="87018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11100072" y="7560379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11100072" y="7761192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11100072" y="7426504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11100072" y="7962005"/>
              <a:ext cx="322163" cy="602438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11100072" y="4548188"/>
              <a:ext cx="322163" cy="107100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11100072" y="7292629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11100072" y="7694254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11100072" y="7761192"/>
              <a:ext cx="322163" cy="20081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11547520" y="7225691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11547520" y="6824066"/>
              <a:ext cx="322163" cy="40162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11547520" y="6422440"/>
              <a:ext cx="322163" cy="40162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11547520" y="7761192"/>
              <a:ext cx="322163" cy="20081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11547520" y="8028942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11547520" y="7493442"/>
              <a:ext cx="322163" cy="26775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11547520" y="8095880"/>
              <a:ext cx="322163" cy="46856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11547520" y="4347375"/>
              <a:ext cx="322163" cy="207506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11547520" y="7359566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11547520" y="7962005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11547520" y="809588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11994969" y="6824066"/>
              <a:ext cx="322163" cy="60243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11994969" y="6489378"/>
              <a:ext cx="322163" cy="33468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11994969" y="5953877"/>
              <a:ext cx="322163" cy="53550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11994969" y="7828130"/>
              <a:ext cx="322163" cy="26775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11994969" y="8296693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11994969" y="7493442"/>
              <a:ext cx="322163" cy="33468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11994969" y="8363630"/>
              <a:ext cx="322163" cy="20081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11994969" y="3410249"/>
              <a:ext cx="322163" cy="254362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11994969" y="7426504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11994969" y="8095880"/>
              <a:ext cx="322163" cy="200812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11994969" y="836363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12442418" y="6824066"/>
              <a:ext cx="322163" cy="26775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12442418" y="6422440"/>
              <a:ext cx="322163" cy="40162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12442418" y="5619189"/>
              <a:ext cx="322163" cy="80325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12442418" y="7426504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12442418" y="7694254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12442418" y="7292629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12442418" y="7962005"/>
              <a:ext cx="322163" cy="602438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12442418" y="2406185"/>
              <a:ext cx="322163" cy="321300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12442418" y="7091816"/>
              <a:ext cx="322163" cy="20081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12442418" y="7560379"/>
              <a:ext cx="322163" cy="1338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12442418" y="7761192"/>
              <a:ext cx="322163" cy="20081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12889867" y="7158754"/>
              <a:ext cx="322163" cy="40162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12889867" y="6824066"/>
              <a:ext cx="322163" cy="33468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12889867" y="5686127"/>
              <a:ext cx="322163" cy="11379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12889867" y="8028942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12889867" y="8028942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12889867" y="7828130"/>
              <a:ext cx="322163" cy="20081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12889867" y="8229755"/>
              <a:ext cx="322163" cy="33468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12889867" y="3209436"/>
              <a:ext cx="322163" cy="247669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12889867" y="7560379"/>
              <a:ext cx="322163" cy="26775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12889867" y="8028942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12889867" y="8095880"/>
              <a:ext cx="322163" cy="1338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1864730" y="2620054"/>
              <a:ext cx="11186218" cy="5556711"/>
            </a:xfrm>
            <a:custGeom>
              <a:avLst/>
              <a:pathLst>
                <a:path w="11186218" h="5556711">
                  <a:moveTo>
                    <a:pt x="0" y="5556711"/>
                  </a:moveTo>
                  <a:lnTo>
                    <a:pt x="447448" y="5233646"/>
                  </a:lnTo>
                  <a:lnTo>
                    <a:pt x="894897" y="5427485"/>
                  </a:lnTo>
                  <a:lnTo>
                    <a:pt x="1342346" y="5298259"/>
                  </a:lnTo>
                  <a:lnTo>
                    <a:pt x="1789794" y="5492098"/>
                  </a:lnTo>
                  <a:lnTo>
                    <a:pt x="2237243" y="5492098"/>
                  </a:lnTo>
                  <a:lnTo>
                    <a:pt x="2684692" y="2778355"/>
                  </a:lnTo>
                  <a:lnTo>
                    <a:pt x="3132141" y="4135227"/>
                  </a:lnTo>
                  <a:lnTo>
                    <a:pt x="3579589" y="4652130"/>
                  </a:lnTo>
                  <a:lnTo>
                    <a:pt x="4027038" y="4522904"/>
                  </a:lnTo>
                  <a:lnTo>
                    <a:pt x="4474487" y="2778355"/>
                  </a:lnTo>
                  <a:lnTo>
                    <a:pt x="4921936" y="3295259"/>
                  </a:lnTo>
                  <a:lnTo>
                    <a:pt x="5369384" y="4458291"/>
                  </a:lnTo>
                  <a:lnTo>
                    <a:pt x="5816833" y="3295259"/>
                  </a:lnTo>
                  <a:lnTo>
                    <a:pt x="6264282" y="2907581"/>
                  </a:lnTo>
                  <a:lnTo>
                    <a:pt x="6711731" y="3747549"/>
                  </a:lnTo>
                  <a:lnTo>
                    <a:pt x="7159179" y="3230646"/>
                  </a:lnTo>
                  <a:lnTo>
                    <a:pt x="7606628" y="1486097"/>
                  </a:lnTo>
                  <a:lnTo>
                    <a:pt x="8054077" y="2196839"/>
                  </a:lnTo>
                  <a:lnTo>
                    <a:pt x="8501526" y="1227645"/>
                  </a:lnTo>
                  <a:lnTo>
                    <a:pt x="8948974" y="3230646"/>
                  </a:lnTo>
                  <a:lnTo>
                    <a:pt x="9396423" y="2067613"/>
                  </a:lnTo>
                  <a:lnTo>
                    <a:pt x="9843872" y="1873774"/>
                  </a:lnTo>
                  <a:lnTo>
                    <a:pt x="10291321" y="969193"/>
                  </a:lnTo>
                  <a:lnTo>
                    <a:pt x="10738769" y="0"/>
                  </a:lnTo>
                  <a:lnTo>
                    <a:pt x="11186218" y="775355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829600" y="814163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277049" y="781857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724497" y="801241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71946" y="788318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619395" y="807702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66844" y="807702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514292" y="536328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961741" y="672015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409190" y="723705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5856639" y="710782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6304087" y="536328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751536" y="588018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198985" y="704321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7646434" y="588018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8093882" y="549250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541331" y="63324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8988780" y="581557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9436229" y="407102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9883677" y="478176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10331126" y="381257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10778575" y="581557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1226024" y="465253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1673472" y="445869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2120921" y="355411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2568370" y="258492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3015819" y="336028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1596260" y="2406185"/>
              <a:ext cx="0" cy="6158257"/>
            </a:xfrm>
            <a:custGeom>
              <a:avLst/>
              <a:pathLst>
                <a:path w="0" h="6158257">
                  <a:moveTo>
                    <a:pt x="0" y="6158257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tx324"/>
            <p:cNvSpPr/>
            <p:nvPr/>
          </p:nvSpPr>
          <p:spPr>
            <a:xfrm>
              <a:off x="1440310" y="8511464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1358378" y="6837880"/>
              <a:ext cx="163864" cy="1059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1358378" y="5164585"/>
              <a:ext cx="163864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1358378" y="3493087"/>
              <a:ext cx="163864" cy="103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8" name="pl328"/>
            <p:cNvSpPr/>
            <p:nvPr/>
          </p:nvSpPr>
          <p:spPr>
            <a:xfrm>
              <a:off x="1555139" y="856444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1555139" y="689100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1555139" y="5217564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1555139" y="3544124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13319417" y="2406185"/>
              <a:ext cx="0" cy="6158257"/>
            </a:xfrm>
            <a:custGeom>
              <a:avLst/>
              <a:pathLst>
                <a:path w="0" h="6158257">
                  <a:moveTo>
                    <a:pt x="0" y="6158257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13319417" y="8564443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13319417" y="6853816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13319417" y="5143189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13319417" y="3432561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tx337"/>
            <p:cNvSpPr/>
            <p:nvPr/>
          </p:nvSpPr>
          <p:spPr>
            <a:xfrm>
              <a:off x="13393435" y="8511464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13393435" y="6800549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2.5%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13393435" y="5090210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5.0%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13393435" y="3380086"/>
              <a:ext cx="335786" cy="1053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7.5%</a:t>
              </a:r>
            </a:p>
          </p:txBody>
        </p:sp>
        <p:sp>
          <p:nvSpPr>
            <p:cNvPr id="341" name="pl341"/>
            <p:cNvSpPr/>
            <p:nvPr/>
          </p:nvSpPr>
          <p:spPr>
            <a:xfrm>
              <a:off x="1596260" y="856444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864730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231217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275962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320707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3654525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410197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454942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499687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544431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589176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633921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678666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234114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68156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812901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857646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902390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947135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991880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1036625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10813704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1126115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1170860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1215605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1260349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1305094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tx368"/>
            <p:cNvSpPr/>
            <p:nvPr/>
          </p:nvSpPr>
          <p:spPr>
            <a:xfrm rot="-2100000">
              <a:off x="1601415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2000</a:t>
              </a:r>
            </a:p>
          </p:txBody>
        </p:sp>
        <p:sp>
          <p:nvSpPr>
            <p:cNvPr id="369" name="tx369"/>
            <p:cNvSpPr/>
            <p:nvPr/>
          </p:nvSpPr>
          <p:spPr>
            <a:xfrm rot="-2100000">
              <a:off x="204886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2001</a:t>
              </a:r>
            </a:p>
          </p:txBody>
        </p:sp>
        <p:sp>
          <p:nvSpPr>
            <p:cNvPr id="370" name="tx370"/>
            <p:cNvSpPr/>
            <p:nvPr/>
          </p:nvSpPr>
          <p:spPr>
            <a:xfrm rot="-2100000">
              <a:off x="2496312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2002</a:t>
              </a:r>
            </a:p>
          </p:txBody>
        </p:sp>
        <p:sp>
          <p:nvSpPr>
            <p:cNvPr id="371" name="tx371"/>
            <p:cNvSpPr/>
            <p:nvPr/>
          </p:nvSpPr>
          <p:spPr>
            <a:xfrm rot="-2100000">
              <a:off x="2943761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2003</a:t>
              </a:r>
            </a:p>
          </p:txBody>
        </p:sp>
        <p:sp>
          <p:nvSpPr>
            <p:cNvPr id="372" name="tx372"/>
            <p:cNvSpPr/>
            <p:nvPr/>
          </p:nvSpPr>
          <p:spPr>
            <a:xfrm rot="-2100000">
              <a:off x="339121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2004</a:t>
              </a:r>
            </a:p>
          </p:txBody>
        </p:sp>
        <p:sp>
          <p:nvSpPr>
            <p:cNvPr id="373" name="tx373"/>
            <p:cNvSpPr/>
            <p:nvPr/>
          </p:nvSpPr>
          <p:spPr>
            <a:xfrm rot="-2100000">
              <a:off x="383865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2005</a:t>
              </a:r>
            </a:p>
          </p:txBody>
        </p:sp>
        <p:sp>
          <p:nvSpPr>
            <p:cNvPr id="374" name="tx374"/>
            <p:cNvSpPr/>
            <p:nvPr/>
          </p:nvSpPr>
          <p:spPr>
            <a:xfrm rot="-2100000">
              <a:off x="4286087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2006</a:t>
              </a:r>
            </a:p>
          </p:txBody>
        </p:sp>
        <p:sp>
          <p:nvSpPr>
            <p:cNvPr id="375" name="tx375"/>
            <p:cNvSpPr/>
            <p:nvPr/>
          </p:nvSpPr>
          <p:spPr>
            <a:xfrm rot="-2100000">
              <a:off x="473355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2007</a:t>
              </a:r>
            </a:p>
          </p:txBody>
        </p:sp>
        <p:sp>
          <p:nvSpPr>
            <p:cNvPr id="376" name="tx376"/>
            <p:cNvSpPr/>
            <p:nvPr/>
          </p:nvSpPr>
          <p:spPr>
            <a:xfrm rot="-2100000">
              <a:off x="5180964" y="8720860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2008</a:t>
              </a:r>
            </a:p>
          </p:txBody>
        </p:sp>
        <p:sp>
          <p:nvSpPr>
            <p:cNvPr id="377" name="tx377"/>
            <p:cNvSpPr/>
            <p:nvPr/>
          </p:nvSpPr>
          <p:spPr>
            <a:xfrm rot="-2100000">
              <a:off x="5628433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2009</a:t>
              </a:r>
            </a:p>
          </p:txBody>
        </p:sp>
        <p:sp>
          <p:nvSpPr>
            <p:cNvPr id="378" name="tx378"/>
            <p:cNvSpPr/>
            <p:nvPr/>
          </p:nvSpPr>
          <p:spPr>
            <a:xfrm rot="-2100000">
              <a:off x="6075902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2010</a:t>
              </a:r>
            </a:p>
          </p:txBody>
        </p:sp>
        <p:sp>
          <p:nvSpPr>
            <p:cNvPr id="379" name="tx379"/>
            <p:cNvSpPr/>
            <p:nvPr/>
          </p:nvSpPr>
          <p:spPr>
            <a:xfrm rot="-2100000">
              <a:off x="6523351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2011</a:t>
              </a:r>
            </a:p>
          </p:txBody>
        </p:sp>
        <p:sp>
          <p:nvSpPr>
            <p:cNvPr id="380" name="tx380"/>
            <p:cNvSpPr/>
            <p:nvPr/>
          </p:nvSpPr>
          <p:spPr>
            <a:xfrm rot="-2100000">
              <a:off x="697080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2012</a:t>
              </a:r>
            </a:p>
          </p:txBody>
        </p:sp>
        <p:sp>
          <p:nvSpPr>
            <p:cNvPr id="381" name="tx381"/>
            <p:cNvSpPr/>
            <p:nvPr/>
          </p:nvSpPr>
          <p:spPr>
            <a:xfrm rot="-2100000">
              <a:off x="741824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2013</a:t>
              </a:r>
            </a:p>
          </p:txBody>
        </p:sp>
        <p:sp>
          <p:nvSpPr>
            <p:cNvPr id="382" name="tx382"/>
            <p:cNvSpPr/>
            <p:nvPr/>
          </p:nvSpPr>
          <p:spPr>
            <a:xfrm rot="-2100000">
              <a:off x="7865697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2014</a:t>
              </a:r>
            </a:p>
          </p:txBody>
        </p:sp>
        <p:sp>
          <p:nvSpPr>
            <p:cNvPr id="383" name="tx383"/>
            <p:cNvSpPr/>
            <p:nvPr/>
          </p:nvSpPr>
          <p:spPr>
            <a:xfrm rot="-2100000">
              <a:off x="831314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2015</a:t>
              </a:r>
            </a:p>
          </p:txBody>
        </p:sp>
        <p:sp>
          <p:nvSpPr>
            <p:cNvPr id="384" name="tx384"/>
            <p:cNvSpPr/>
            <p:nvPr/>
          </p:nvSpPr>
          <p:spPr>
            <a:xfrm rot="-2100000">
              <a:off x="8760575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2016</a:t>
              </a:r>
            </a:p>
          </p:txBody>
        </p:sp>
        <p:sp>
          <p:nvSpPr>
            <p:cNvPr id="385" name="tx385"/>
            <p:cNvSpPr/>
            <p:nvPr/>
          </p:nvSpPr>
          <p:spPr>
            <a:xfrm rot="-2100000">
              <a:off x="920804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2017</a:t>
              </a:r>
            </a:p>
          </p:txBody>
        </p:sp>
        <p:sp>
          <p:nvSpPr>
            <p:cNvPr id="386" name="tx386"/>
            <p:cNvSpPr/>
            <p:nvPr/>
          </p:nvSpPr>
          <p:spPr>
            <a:xfrm rot="-2100000">
              <a:off x="9655452" y="8720860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2018</a:t>
              </a:r>
            </a:p>
          </p:txBody>
        </p:sp>
        <p:sp>
          <p:nvSpPr>
            <p:cNvPr id="387" name="tx387"/>
            <p:cNvSpPr/>
            <p:nvPr/>
          </p:nvSpPr>
          <p:spPr>
            <a:xfrm rot="-2100000">
              <a:off x="10102921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2019</a:t>
              </a:r>
            </a:p>
          </p:txBody>
        </p:sp>
        <p:sp>
          <p:nvSpPr>
            <p:cNvPr id="388" name="tx388"/>
            <p:cNvSpPr/>
            <p:nvPr/>
          </p:nvSpPr>
          <p:spPr>
            <a:xfrm rot="-2100000">
              <a:off x="1055039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2020</a:t>
              </a:r>
            </a:p>
          </p:txBody>
        </p:sp>
        <p:sp>
          <p:nvSpPr>
            <p:cNvPr id="389" name="tx389"/>
            <p:cNvSpPr/>
            <p:nvPr/>
          </p:nvSpPr>
          <p:spPr>
            <a:xfrm rot="-2100000">
              <a:off x="1099783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2021</a:t>
              </a:r>
            </a:p>
          </p:txBody>
        </p:sp>
        <p:sp>
          <p:nvSpPr>
            <p:cNvPr id="390" name="tx390"/>
            <p:cNvSpPr/>
            <p:nvPr/>
          </p:nvSpPr>
          <p:spPr>
            <a:xfrm rot="-2100000">
              <a:off x="11445287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2022</a:t>
              </a:r>
            </a:p>
          </p:txBody>
        </p:sp>
        <p:sp>
          <p:nvSpPr>
            <p:cNvPr id="391" name="tx391"/>
            <p:cNvSpPr/>
            <p:nvPr/>
          </p:nvSpPr>
          <p:spPr>
            <a:xfrm rot="-2100000">
              <a:off x="1189273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2023</a:t>
              </a:r>
            </a:p>
          </p:txBody>
        </p:sp>
        <p:sp>
          <p:nvSpPr>
            <p:cNvPr id="392" name="tx392"/>
            <p:cNvSpPr/>
            <p:nvPr/>
          </p:nvSpPr>
          <p:spPr>
            <a:xfrm rot="-2100000">
              <a:off x="12340185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2024</a:t>
              </a:r>
            </a:p>
          </p:txBody>
        </p:sp>
        <p:sp>
          <p:nvSpPr>
            <p:cNvPr id="393" name="tx393"/>
            <p:cNvSpPr/>
            <p:nvPr/>
          </p:nvSpPr>
          <p:spPr>
            <a:xfrm rot="-2100000">
              <a:off x="1278763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2025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7272738" y="9057771"/>
              <a:ext cx="370202" cy="1289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</a:t>
              </a:r>
            </a:p>
          </p:txBody>
        </p:sp>
        <p:sp>
          <p:nvSpPr>
            <p:cNvPr id="395" name="tx395"/>
            <p:cNvSpPr/>
            <p:nvPr/>
          </p:nvSpPr>
          <p:spPr>
            <a:xfrm rot="-5400000">
              <a:off x="302238" y="5419806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396" name="tx396"/>
            <p:cNvSpPr/>
            <p:nvPr/>
          </p:nvSpPr>
          <p:spPr>
            <a:xfrm rot="5400000">
              <a:off x="13443141" y="5403075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397" name="rc397"/>
            <p:cNvSpPr/>
            <p:nvPr/>
          </p:nvSpPr>
          <p:spPr>
            <a:xfrm>
              <a:off x="3745980" y="1497967"/>
              <a:ext cx="7423718" cy="743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3828221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3838858" y="1590844"/>
              <a:ext cx="284727" cy="11698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5657602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5668238" y="1590844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7568627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7579264" y="1590844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9340533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9351169" y="1590844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3828221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3838858" y="1811342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5657602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5668238" y="1811342"/>
              <a:ext cx="284727" cy="1169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7568627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7579264" y="1811342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9340533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9351169" y="1811342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3828221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3838858" y="2031840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5657602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5668238" y="2031840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7568627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7579264" y="2031840"/>
              <a:ext cx="284727" cy="1169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tx420"/>
            <p:cNvSpPr/>
            <p:nvPr/>
          </p:nvSpPr>
          <p:spPr>
            <a:xfrm>
              <a:off x="4216463" y="1590531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6045844" y="1590531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7956869" y="1590531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9728775" y="1590531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4216463" y="1811029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6045844" y="1811029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7956869" y="1811029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9728775" y="1811029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4216463" y="2031527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6045844" y="2031527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7956869" y="2031527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2026-03-19T09:59:01Z</dcterms:modified>
</cp:coreProperties>
</file>