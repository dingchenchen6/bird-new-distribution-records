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2" Type="http://schemas.openxmlformats.org/package/2006/relationships/metadata/thumbnail" Target="docProps/thumbnail.jpeg"/>
<Relationship Id="rId1" Type="http://schemas.openxmlformats.org/officeDocument/2006/relationships/officeDocument" Target="ppt/presentation.xml"/>
<Relationship Id="rId4" Type="http://schemas.openxmlformats.org/officeDocument/2006/relationships/extended-properties" Target="docProps/app.xml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6"/>
  </p:sldIdLst>
  <p:sldSz cx="15087600" cy="10698163"/>
  <p:notesSz cx="6858000" cy="9144000"/>
  <p:defaultTextStyle>
    <a:defPPr>
      <a:defRPr lang="en-US"/>
    </a:defPPr>
    <a:lvl1pPr marL="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1pPr>
    <a:lvl2pPr marL="526237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2pPr>
    <a:lvl3pPr marL="1052474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3pPr>
    <a:lvl4pPr marL="1578712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4pPr>
    <a:lvl5pPr marL="2104949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5pPr>
    <a:lvl6pPr marL="2631186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6pPr>
    <a:lvl7pPr marL="3157423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7pPr>
    <a:lvl8pPr marL="3683660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8pPr>
    <a:lvl9pPr marL="4209898" algn="l" defTabSz="1052474" rtl="0" eaLnBrk="1" latinLnBrk="0" hangingPunct="1">
      <a:defRPr sz="21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howGuides="1">
      <p:cViewPr varScale="1">
        <p:scale>
          <a:sx n="53" d="100"/>
          <a:sy n="53" d="100"/>
        </p:scale>
        <p:origin x="-1339" y="-86"/>
      </p:cViewPr>
      <p:guideLst>
        <p:guide orient="horz" pos="3370"/>
        <p:guide pos="47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viewProps" Target="viewProps.xml"/>
<Relationship Id="rId2" Type="http://schemas.openxmlformats.org/officeDocument/2006/relationships/presProps" Target="presProps.xml"/>
<Relationship Id="rId1" Type="http://schemas.openxmlformats.org/officeDocument/2006/relationships/slideMaster" Target="slideMasters/slideMaster1.xml"/>
<Relationship Id="rId5" Type="http://schemas.openxmlformats.org/officeDocument/2006/relationships/tableStyles" Target="tableStyles.xml"/>
<Relationship Id="rId4" Type="http://schemas.openxmlformats.org/officeDocument/2006/relationships/theme" Target="theme/theme1.xml"/>
<Relationship Id="rId6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1570" y="3323370"/>
            <a:ext cx="12824460" cy="2293171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63140" y="6062292"/>
            <a:ext cx="10561320" cy="273397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52623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05247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57871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10494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6311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15742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6836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20989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962635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724996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91817" y="6874563"/>
            <a:ext cx="12824460" cy="2124774"/>
          </a:xfrm>
        </p:spPr>
        <p:txBody>
          <a:bodyPr anchor="t"/>
          <a:lstStyle>
            <a:lvl1pPr algn="l">
              <a:defRPr sz="46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91817" y="4534341"/>
            <a:ext cx="12824460" cy="2340223"/>
          </a:xfrm>
        </p:spPr>
        <p:txBody>
          <a:bodyPr anchor="b"/>
          <a:lstStyle>
            <a:lvl1pPr marL="0" indent="0">
              <a:buNone/>
              <a:defRPr sz="2300">
                <a:solidFill>
                  <a:schemeClr val="tx1">
                    <a:tint val="75000"/>
                  </a:schemeClr>
                </a:solidFill>
              </a:defRPr>
            </a:lvl1pPr>
            <a:lvl2pPr marL="526237" indent="0">
              <a:buNone/>
              <a:defRPr sz="2100">
                <a:solidFill>
                  <a:schemeClr val="tx1">
                    <a:tint val="75000"/>
                  </a:schemeClr>
                </a:solidFill>
              </a:defRPr>
            </a:lvl2pPr>
            <a:lvl3pPr marL="105247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57871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210494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6311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315742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68366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420989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613276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17249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298184" y="2496240"/>
            <a:ext cx="7229475" cy="706029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300"/>
            </a:lvl3pPr>
            <a:lvl4pPr>
              <a:defRPr sz="2100"/>
            </a:lvl4pPr>
            <a:lvl5pPr>
              <a:defRPr sz="2100"/>
            </a:lvl5pPr>
            <a:lvl6pPr>
              <a:defRPr sz="2100"/>
            </a:lvl6pPr>
            <a:lvl7pPr>
              <a:defRPr sz="2100"/>
            </a:lvl7pPr>
            <a:lvl8pPr>
              <a:defRPr sz="2100"/>
            </a:lvl8pPr>
            <a:lvl9pPr>
              <a:defRPr sz="21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83140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4" y="2394706"/>
            <a:ext cx="666631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54384" y="3392705"/>
            <a:ext cx="666631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64295" y="2394706"/>
            <a:ext cx="6668930" cy="997999"/>
          </a:xfrm>
        </p:spPr>
        <p:txBody>
          <a:bodyPr anchor="b"/>
          <a:lstStyle>
            <a:lvl1pPr marL="0" indent="0">
              <a:buNone/>
              <a:defRPr sz="2800" b="1"/>
            </a:lvl1pPr>
            <a:lvl2pPr marL="526237" indent="0">
              <a:buNone/>
              <a:defRPr sz="2300" b="1"/>
            </a:lvl2pPr>
            <a:lvl3pPr marL="1052474" indent="0">
              <a:buNone/>
              <a:defRPr sz="2100" b="1"/>
            </a:lvl3pPr>
            <a:lvl4pPr marL="1578712" indent="0">
              <a:buNone/>
              <a:defRPr sz="1800" b="1"/>
            </a:lvl4pPr>
            <a:lvl5pPr marL="2104949" indent="0">
              <a:buNone/>
              <a:defRPr sz="1800" b="1"/>
            </a:lvl5pPr>
            <a:lvl6pPr marL="2631186" indent="0">
              <a:buNone/>
              <a:defRPr sz="1800" b="1"/>
            </a:lvl6pPr>
            <a:lvl7pPr marL="3157423" indent="0">
              <a:buNone/>
              <a:defRPr sz="1800" b="1"/>
            </a:lvl7pPr>
            <a:lvl8pPr marL="3683660" indent="0">
              <a:buNone/>
              <a:defRPr sz="1800" b="1"/>
            </a:lvl8pPr>
            <a:lvl9pPr marL="4209898" indent="0">
              <a:buNone/>
              <a:defRPr sz="18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64295" y="3392705"/>
            <a:ext cx="6668930" cy="6163826"/>
          </a:xfrm>
        </p:spPr>
        <p:txBody>
          <a:bodyPr/>
          <a:lstStyle>
            <a:lvl1pPr>
              <a:defRPr sz="2800"/>
            </a:lvl1pPr>
            <a:lvl2pPr>
              <a:defRPr sz="2300"/>
            </a:lvl2pPr>
            <a:lvl3pPr>
              <a:defRPr sz="21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3055970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15641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18188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54384" y="425946"/>
            <a:ext cx="4963717" cy="1812744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898834" y="425950"/>
            <a:ext cx="8434386" cy="9130587"/>
          </a:xfrm>
        </p:spPr>
        <p:txBody>
          <a:bodyPr/>
          <a:lstStyle>
            <a:lvl1pPr>
              <a:defRPr sz="3700"/>
            </a:lvl1pPr>
            <a:lvl2pPr>
              <a:defRPr sz="3200"/>
            </a:lvl2pPr>
            <a:lvl3pPr>
              <a:defRPr sz="2800"/>
            </a:lvl3pPr>
            <a:lvl4pPr>
              <a:defRPr sz="2300"/>
            </a:lvl4pPr>
            <a:lvl5pPr>
              <a:defRPr sz="2300"/>
            </a:lvl5pPr>
            <a:lvl6pPr>
              <a:defRPr sz="2300"/>
            </a:lvl6pPr>
            <a:lvl7pPr>
              <a:defRPr sz="2300"/>
            </a:lvl7pPr>
            <a:lvl8pPr>
              <a:defRPr sz="2300"/>
            </a:lvl8pPr>
            <a:lvl9pPr>
              <a:defRPr sz="23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54384" y="2238692"/>
            <a:ext cx="4963717" cy="7317841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08045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57275" y="7488714"/>
            <a:ext cx="9052560" cy="884086"/>
          </a:xfrm>
        </p:spPr>
        <p:txBody>
          <a:bodyPr anchor="b"/>
          <a:lstStyle>
            <a:lvl1pPr algn="l">
              <a:defRPr sz="2300" b="1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957275" y="955901"/>
            <a:ext cx="9052560" cy="6418898"/>
          </a:xfrm>
        </p:spPr>
        <p:txBody>
          <a:bodyPr/>
          <a:lstStyle>
            <a:lvl1pPr marL="0" indent="0">
              <a:buNone/>
              <a:defRPr sz="3700"/>
            </a:lvl1pPr>
            <a:lvl2pPr marL="526237" indent="0">
              <a:buNone/>
              <a:defRPr sz="3200"/>
            </a:lvl2pPr>
            <a:lvl3pPr marL="1052474" indent="0">
              <a:buNone/>
              <a:defRPr sz="2800"/>
            </a:lvl3pPr>
            <a:lvl4pPr marL="1578712" indent="0">
              <a:buNone/>
              <a:defRPr sz="2300"/>
            </a:lvl4pPr>
            <a:lvl5pPr marL="2104949" indent="0">
              <a:buNone/>
              <a:defRPr sz="2300"/>
            </a:lvl5pPr>
            <a:lvl6pPr marL="2631186" indent="0">
              <a:buNone/>
              <a:defRPr sz="2300"/>
            </a:lvl6pPr>
            <a:lvl7pPr marL="3157423" indent="0">
              <a:buNone/>
              <a:defRPr sz="2300"/>
            </a:lvl7pPr>
            <a:lvl8pPr marL="3683660" indent="0">
              <a:buNone/>
              <a:defRPr sz="2300"/>
            </a:lvl8pPr>
            <a:lvl9pPr marL="4209898" indent="0">
              <a:buNone/>
              <a:defRPr sz="2300"/>
            </a:lvl9pPr>
          </a:lstStyle>
          <a:p>
            <a:endParaRPr lang="en-GB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957275" y="8372800"/>
            <a:ext cx="9052560" cy="1255547"/>
          </a:xfrm>
        </p:spPr>
        <p:txBody>
          <a:bodyPr/>
          <a:lstStyle>
            <a:lvl1pPr marL="0" indent="0">
              <a:buNone/>
              <a:defRPr sz="1600"/>
            </a:lvl1pPr>
            <a:lvl2pPr marL="526237" indent="0">
              <a:buNone/>
              <a:defRPr sz="1400"/>
            </a:lvl2pPr>
            <a:lvl3pPr marL="1052474" indent="0">
              <a:buNone/>
              <a:defRPr sz="1200"/>
            </a:lvl3pPr>
            <a:lvl4pPr marL="1578712" indent="0">
              <a:buNone/>
              <a:defRPr sz="1000"/>
            </a:lvl4pPr>
            <a:lvl5pPr marL="2104949" indent="0">
              <a:buNone/>
              <a:defRPr sz="1000"/>
            </a:lvl5pPr>
            <a:lvl6pPr marL="2631186" indent="0">
              <a:buNone/>
              <a:defRPr sz="1000"/>
            </a:lvl6pPr>
            <a:lvl7pPr marL="3157423" indent="0">
              <a:buNone/>
              <a:defRPr sz="1000"/>
            </a:lvl7pPr>
            <a:lvl8pPr marL="3683660" indent="0">
              <a:buNone/>
              <a:defRPr sz="1000"/>
            </a:lvl8pPr>
            <a:lvl9pPr marL="4209898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562714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80460331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850052" y="428427"/>
            <a:ext cx="3677604" cy="9128109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7249" y="428427"/>
            <a:ext cx="10781349" cy="9128109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573091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54380" y="428422"/>
            <a:ext cx="13578840" cy="1783027"/>
          </a:xfrm>
          <a:prstGeom prst="rect">
            <a:avLst/>
          </a:prstGeom>
        </p:spPr>
        <p:txBody>
          <a:bodyPr vert="horz" lIns="105247" tIns="52624" rIns="105247" bIns="52624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54380" y="2496240"/>
            <a:ext cx="13578840" cy="7060293"/>
          </a:xfrm>
          <a:prstGeom prst="rect">
            <a:avLst/>
          </a:prstGeom>
        </p:spPr>
        <p:txBody>
          <a:bodyPr vert="horz" lIns="105247" tIns="52624" rIns="105247" bIns="52624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43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l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BA5D40C-A8DC-479A-A5D3-E7B4936A184B}" type="datetimeFigureOut">
              <a:rPr lang="en-GB" smtClean="0"/>
              <a:t>15/07/2015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154930" y="9915617"/>
            <a:ext cx="47777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ct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812780" y="9915617"/>
            <a:ext cx="3520440" cy="569578"/>
          </a:xfrm>
          <a:prstGeom prst="rect">
            <a:avLst/>
          </a:prstGeom>
        </p:spPr>
        <p:txBody>
          <a:bodyPr vert="horz" lIns="105247" tIns="52624" rIns="105247" bIns="52624" rtlCol="0" anchor="ctr"/>
          <a:lstStyle>
            <a:lvl1pPr algn="r">
              <a:defRPr sz="14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5FAC-C7EA-4164-B888-497B3F49A53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662745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1052474" rtl="0" eaLnBrk="1" latinLnBrk="0" hangingPunct="1">
        <a:spcBef>
          <a:spcPct val="0"/>
        </a:spcBef>
        <a:buNone/>
        <a:defRPr sz="5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94678" indent="-394678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3700" kern="1200">
          <a:solidFill>
            <a:schemeClr val="tx1"/>
          </a:solidFill>
          <a:latin typeface="+mn-lt"/>
          <a:ea typeface="+mn-ea"/>
          <a:cs typeface="+mn-cs"/>
        </a:defRPr>
      </a:lvl1pPr>
      <a:lvl2pPr marL="855135" indent="-328898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315593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1841830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–"/>
        <a:defRPr sz="2300" kern="1200">
          <a:solidFill>
            <a:schemeClr val="tx1"/>
          </a:solidFill>
          <a:latin typeface="+mn-lt"/>
          <a:ea typeface="+mn-ea"/>
          <a:cs typeface="+mn-cs"/>
        </a:defRPr>
      </a:lvl4pPr>
      <a:lvl5pPr marL="2368067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»"/>
        <a:defRPr sz="2300" kern="1200">
          <a:solidFill>
            <a:schemeClr val="tx1"/>
          </a:solidFill>
          <a:latin typeface="+mn-lt"/>
          <a:ea typeface="+mn-ea"/>
          <a:cs typeface="+mn-cs"/>
        </a:defRPr>
      </a:lvl5pPr>
      <a:lvl6pPr marL="2894305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6pPr>
      <a:lvl7pPr marL="3420542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7pPr>
      <a:lvl8pPr marL="3946779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8pPr>
      <a:lvl9pPr marL="4473016" indent="-263119" algn="l" defTabSz="1052474" rtl="0" eaLnBrk="1" latinLnBrk="0" hangingPunct="1">
        <a:spcBef>
          <a:spcPct val="20000"/>
        </a:spcBef>
        <a:buFont typeface="Arial" panose="020B0604020202020204" pitchFamily="34" charset="0"/>
        <a:buChar char="•"/>
        <a:defRPr sz="23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26237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2pPr>
      <a:lvl3pPr marL="1052474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3pPr>
      <a:lvl4pPr marL="1578712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4pPr>
      <a:lvl5pPr marL="2104949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5pPr>
      <a:lvl6pPr marL="2631186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6pPr>
      <a:lvl7pPr marL="3157423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7pPr>
      <a:lvl8pPr marL="3683660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8pPr>
      <a:lvl9pPr marL="4209898" algn="l" defTabSz="1052474" rtl="0" eaLnBrk="1" latinLnBrk="0" hangingPunct="1">
        <a:defRPr sz="21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1051560" y="1371442"/>
            <a:ext cx="12984480" cy="7955280"/>
            <a:chOff x="1051560" y="1371442"/>
            <a:chExt cx="12984480" cy="7955280"/>
          </a:xfrm>
        </p:grpSpPr>
        <p:sp>
          <p:nvSpPr>
            <p:cNvPr id="3" name="rc3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051560" y="1371441"/>
              <a:ext cx="12984480" cy="79552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596260" y="2406185"/>
              <a:ext cx="11723157" cy="6158257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596260" y="689100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6260" y="521756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596260" y="3544124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  <a:lnTo>
                    <a:pt x="11723157" y="0"/>
                  </a:lnTo>
                </a:path>
              </a:pathLst>
            </a:custGeom>
            <a:ln w="13550" cap="flat">
              <a:solidFill>
                <a:srgbClr val="D6D6D6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1703648" y="8430568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1703648" y="83636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1703648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rc14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" name="rc15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" name="rc16"/>
            <p:cNvSpPr/>
            <p:nvPr/>
          </p:nvSpPr>
          <p:spPr>
            <a:xfrm>
              <a:off x="1703648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" name="rc17"/>
            <p:cNvSpPr/>
            <p:nvPr/>
          </p:nvSpPr>
          <p:spPr>
            <a:xfrm>
              <a:off x="1703648" y="8162817"/>
              <a:ext cx="322163" cy="1338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703648" y="8430568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703648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2151097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2151097" y="809588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2151097" y="8028942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51097" y="83636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15109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151097" y="782813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151097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15109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151097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2598545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2598545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2598545" y="8363630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2598545" y="8028942"/>
              <a:ext cx="322163" cy="26775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598545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2598545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2598545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3045994" y="822975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3045994" y="8229755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3045994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3045994" y="7895067"/>
              <a:ext cx="322163" cy="334687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3045994" y="8296693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3045994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3493443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3493443" y="8296693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3493443" y="8296693"/>
              <a:ext cx="322163" cy="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3493443" y="84975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3493443" y="8430568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493443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493443" y="8363630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493443" y="84975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493443" y="8564443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940892" y="8296693"/>
              <a:ext cx="322163" cy="6693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3940892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3940892" y="8095880"/>
              <a:ext cx="322163" cy="20081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3940892" y="8363630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940892" y="8363630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940892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388340" y="76273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388340" y="74934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388340" y="6891003"/>
              <a:ext cx="322163" cy="6024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388340" y="7962005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4388340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438834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388340" y="8296693"/>
              <a:ext cx="322163" cy="267750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388340" y="5284501"/>
              <a:ext cx="322163" cy="16065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388340" y="7694254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340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388340" y="8229755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835789" y="8162817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835789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35789" y="7694254"/>
              <a:ext cx="322163" cy="334687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483578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483578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4835789" y="6690191"/>
              <a:ext cx="322163" cy="100406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4835789" y="8296693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483578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5283238" y="8162817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5283238" y="8028942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5283238" y="7895067"/>
              <a:ext cx="322163" cy="13387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5283238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5283238" y="8296693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5283238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5283238" y="7225691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5283238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5283238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5283238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5730687" y="8229755"/>
              <a:ext cx="322163" cy="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5730687" y="8162817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5730687" y="7962005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5730687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5730687" y="8296693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5730687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5730687" y="7091816"/>
              <a:ext cx="322163" cy="87018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5730687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5730687" y="8430568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5730687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6178135" y="7828130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6178135" y="7627317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6178135" y="7158754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6178135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6178135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6178135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6178135" y="5284501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6178135" y="816281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6178135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6178135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6625584" y="7962005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6625584" y="7828130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6625584" y="7292629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6625584" y="8162817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6625584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6625584" y="8028942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6625584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6625584" y="5820002"/>
              <a:ext cx="322163" cy="1472626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6625584" y="8028942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6625584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6625584" y="8430568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7073033" y="8028942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7073033" y="7962005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7073033" y="7694254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7073033" y="8296693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7073033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7073033" y="8229755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707303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7073033" y="7024879"/>
              <a:ext cx="322163" cy="66937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7073033" y="8229755"/>
              <a:ext cx="322163" cy="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7073033" y="8296693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7073033" y="8363630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7520482" y="7694254"/>
              <a:ext cx="322163" cy="33468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7520482" y="7694254"/>
              <a:ext cx="322163" cy="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7520482" y="7225691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7520482" y="8162817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7520482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7520482" y="5820002"/>
              <a:ext cx="322163" cy="14056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7520482" y="8028942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7520482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7967930" y="7694254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7967930" y="7560379"/>
              <a:ext cx="322163" cy="13387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7967930" y="7091816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96793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967930" y="7962005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96793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967930" y="5418376"/>
              <a:ext cx="322163" cy="167343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967930" y="7828130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96793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96793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8415379" y="7895067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415379" y="7828130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415379" y="7560379"/>
              <a:ext cx="322163" cy="26775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8" name="rc178"/>
            <p:cNvSpPr/>
            <p:nvPr/>
          </p:nvSpPr>
          <p:spPr>
            <a:xfrm>
              <a:off x="8415379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9" name="rc179"/>
            <p:cNvSpPr/>
            <p:nvPr/>
          </p:nvSpPr>
          <p:spPr>
            <a:xfrm>
              <a:off x="8415379" y="8430568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0" name="rc180"/>
            <p:cNvSpPr/>
            <p:nvPr/>
          </p:nvSpPr>
          <p:spPr>
            <a:xfrm>
              <a:off x="8415379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1" name="rc181"/>
            <p:cNvSpPr/>
            <p:nvPr/>
          </p:nvSpPr>
          <p:spPr>
            <a:xfrm>
              <a:off x="8415379" y="8497505"/>
              <a:ext cx="322163" cy="6693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2" name="rc182"/>
            <p:cNvSpPr/>
            <p:nvPr/>
          </p:nvSpPr>
          <p:spPr>
            <a:xfrm>
              <a:off x="8415379" y="6288565"/>
              <a:ext cx="322163" cy="127181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3" name="rc183"/>
            <p:cNvSpPr/>
            <p:nvPr/>
          </p:nvSpPr>
          <p:spPr>
            <a:xfrm>
              <a:off x="8415379" y="8095880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4" name="rc184"/>
            <p:cNvSpPr/>
            <p:nvPr/>
          </p:nvSpPr>
          <p:spPr>
            <a:xfrm>
              <a:off x="8415379" y="8363630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5" name="rc185"/>
            <p:cNvSpPr/>
            <p:nvPr/>
          </p:nvSpPr>
          <p:spPr>
            <a:xfrm>
              <a:off x="8415379" y="849750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6" name="rc186"/>
            <p:cNvSpPr/>
            <p:nvPr/>
          </p:nvSpPr>
          <p:spPr>
            <a:xfrm>
              <a:off x="8862828" y="7694254"/>
              <a:ext cx="322163" cy="200812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7" name="rc187"/>
            <p:cNvSpPr/>
            <p:nvPr/>
          </p:nvSpPr>
          <p:spPr>
            <a:xfrm>
              <a:off x="8862828" y="7493442"/>
              <a:ext cx="322163" cy="200812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8" name="rc188"/>
            <p:cNvSpPr/>
            <p:nvPr/>
          </p:nvSpPr>
          <p:spPr>
            <a:xfrm>
              <a:off x="8862828" y="7292629"/>
              <a:ext cx="322163" cy="200812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89" name="rc189"/>
            <p:cNvSpPr/>
            <p:nvPr/>
          </p:nvSpPr>
          <p:spPr>
            <a:xfrm>
              <a:off x="8862828" y="802894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0" name="rc190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1" name="rc191"/>
            <p:cNvSpPr/>
            <p:nvPr/>
          </p:nvSpPr>
          <p:spPr>
            <a:xfrm>
              <a:off x="8862828" y="802894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2" name="rc192"/>
            <p:cNvSpPr/>
            <p:nvPr/>
          </p:nvSpPr>
          <p:spPr>
            <a:xfrm>
              <a:off x="8862828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3" name="rc193"/>
            <p:cNvSpPr/>
            <p:nvPr/>
          </p:nvSpPr>
          <p:spPr>
            <a:xfrm>
              <a:off x="8862828" y="5753064"/>
              <a:ext cx="322163" cy="153956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4" name="rc194"/>
            <p:cNvSpPr/>
            <p:nvPr/>
          </p:nvSpPr>
          <p:spPr>
            <a:xfrm>
              <a:off x="8862828" y="7895067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5" name="rc195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6" name="rc196"/>
            <p:cNvSpPr/>
            <p:nvPr/>
          </p:nvSpPr>
          <p:spPr>
            <a:xfrm>
              <a:off x="8862828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7" name="rc197"/>
            <p:cNvSpPr/>
            <p:nvPr/>
          </p:nvSpPr>
          <p:spPr>
            <a:xfrm>
              <a:off x="9310277" y="7292629"/>
              <a:ext cx="322163" cy="66937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8" name="rc198"/>
            <p:cNvSpPr/>
            <p:nvPr/>
          </p:nvSpPr>
          <p:spPr>
            <a:xfrm>
              <a:off x="9310277" y="6757128"/>
              <a:ext cx="322163" cy="53550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99" name="rc199"/>
            <p:cNvSpPr/>
            <p:nvPr/>
          </p:nvSpPr>
          <p:spPr>
            <a:xfrm>
              <a:off x="9310277" y="6288565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0" name="rc200"/>
            <p:cNvSpPr/>
            <p:nvPr/>
          </p:nvSpPr>
          <p:spPr>
            <a:xfrm>
              <a:off x="9310277" y="7828130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1" name="rc201"/>
            <p:cNvSpPr/>
            <p:nvPr/>
          </p:nvSpPr>
          <p:spPr>
            <a:xfrm>
              <a:off x="9310277" y="7962005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2" name="rc202"/>
            <p:cNvSpPr/>
            <p:nvPr/>
          </p:nvSpPr>
          <p:spPr>
            <a:xfrm>
              <a:off x="9310277" y="769425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3" name="rc203"/>
            <p:cNvSpPr/>
            <p:nvPr/>
          </p:nvSpPr>
          <p:spPr>
            <a:xfrm>
              <a:off x="9310277" y="8162817"/>
              <a:ext cx="322163" cy="40162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4" name="rc204"/>
            <p:cNvSpPr/>
            <p:nvPr/>
          </p:nvSpPr>
          <p:spPr>
            <a:xfrm>
              <a:off x="9310277" y="3945750"/>
              <a:ext cx="322163" cy="234281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5" name="rc205"/>
            <p:cNvSpPr/>
            <p:nvPr/>
          </p:nvSpPr>
          <p:spPr>
            <a:xfrm>
              <a:off x="9310277" y="7359566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6" name="rc206"/>
            <p:cNvSpPr/>
            <p:nvPr/>
          </p:nvSpPr>
          <p:spPr>
            <a:xfrm>
              <a:off x="9310277" y="7962005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7" name="rc207"/>
            <p:cNvSpPr/>
            <p:nvPr/>
          </p:nvSpPr>
          <p:spPr>
            <a:xfrm>
              <a:off x="9310277" y="8028942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8" name="rc208"/>
            <p:cNvSpPr/>
            <p:nvPr/>
          </p:nvSpPr>
          <p:spPr>
            <a:xfrm>
              <a:off x="9757725" y="7426504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09" name="rc209"/>
            <p:cNvSpPr/>
            <p:nvPr/>
          </p:nvSpPr>
          <p:spPr>
            <a:xfrm>
              <a:off x="9757725" y="709181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0" name="rc210"/>
            <p:cNvSpPr/>
            <p:nvPr/>
          </p:nvSpPr>
          <p:spPr>
            <a:xfrm>
              <a:off x="9757725" y="6623253"/>
              <a:ext cx="322163" cy="46856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1" name="rc211"/>
            <p:cNvSpPr/>
            <p:nvPr/>
          </p:nvSpPr>
          <p:spPr>
            <a:xfrm>
              <a:off x="9757725" y="7761192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2" name="rc212"/>
            <p:cNvSpPr/>
            <p:nvPr/>
          </p:nvSpPr>
          <p:spPr>
            <a:xfrm>
              <a:off x="9757725" y="78281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3" name="rc213"/>
            <p:cNvSpPr/>
            <p:nvPr/>
          </p:nvSpPr>
          <p:spPr>
            <a:xfrm>
              <a:off x="9757725" y="7761192"/>
              <a:ext cx="322163" cy="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4" name="rc214"/>
            <p:cNvSpPr/>
            <p:nvPr/>
          </p:nvSpPr>
          <p:spPr>
            <a:xfrm>
              <a:off x="9757725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5" name="rc215"/>
            <p:cNvSpPr/>
            <p:nvPr/>
          </p:nvSpPr>
          <p:spPr>
            <a:xfrm>
              <a:off x="9757725" y="4682063"/>
              <a:ext cx="322163" cy="1941189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6" name="rc216"/>
            <p:cNvSpPr/>
            <p:nvPr/>
          </p:nvSpPr>
          <p:spPr>
            <a:xfrm>
              <a:off x="9757725" y="769425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7" name="rc217"/>
            <p:cNvSpPr/>
            <p:nvPr/>
          </p:nvSpPr>
          <p:spPr>
            <a:xfrm>
              <a:off x="9757725" y="78281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8" name="rc218"/>
            <p:cNvSpPr/>
            <p:nvPr/>
          </p:nvSpPr>
          <p:spPr>
            <a:xfrm>
              <a:off x="9757725" y="7895067"/>
              <a:ext cx="322163" cy="66937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19" name="rc219"/>
            <p:cNvSpPr/>
            <p:nvPr/>
          </p:nvSpPr>
          <p:spPr>
            <a:xfrm>
              <a:off x="10205174" y="7359566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0" name="rc220"/>
            <p:cNvSpPr/>
            <p:nvPr/>
          </p:nvSpPr>
          <p:spPr>
            <a:xfrm>
              <a:off x="10205174" y="6957941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1" name="rc221"/>
            <p:cNvSpPr/>
            <p:nvPr/>
          </p:nvSpPr>
          <p:spPr>
            <a:xfrm>
              <a:off x="10205174" y="5820002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2" name="rc222"/>
            <p:cNvSpPr/>
            <p:nvPr/>
          </p:nvSpPr>
          <p:spPr>
            <a:xfrm>
              <a:off x="10205174" y="7895067"/>
              <a:ext cx="322163" cy="66937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3" name="rc223"/>
            <p:cNvSpPr/>
            <p:nvPr/>
          </p:nvSpPr>
          <p:spPr>
            <a:xfrm>
              <a:off x="10205174" y="8095880"/>
              <a:ext cx="322163" cy="133875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4" name="rc224"/>
            <p:cNvSpPr/>
            <p:nvPr/>
          </p:nvSpPr>
          <p:spPr>
            <a:xfrm>
              <a:off x="10205174" y="7828130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5" name="rc225"/>
            <p:cNvSpPr/>
            <p:nvPr/>
          </p:nvSpPr>
          <p:spPr>
            <a:xfrm>
              <a:off x="10205174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6" name="rc226"/>
            <p:cNvSpPr/>
            <p:nvPr/>
          </p:nvSpPr>
          <p:spPr>
            <a:xfrm>
              <a:off x="10205174" y="3677999"/>
              <a:ext cx="322163" cy="214200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7" name="rc227"/>
            <p:cNvSpPr/>
            <p:nvPr/>
          </p:nvSpPr>
          <p:spPr>
            <a:xfrm>
              <a:off x="10205174" y="7493442"/>
              <a:ext cx="322163" cy="33468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8" name="rc228"/>
            <p:cNvSpPr/>
            <p:nvPr/>
          </p:nvSpPr>
          <p:spPr>
            <a:xfrm>
              <a:off x="10205174" y="7962005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29" name="rc229"/>
            <p:cNvSpPr/>
            <p:nvPr/>
          </p:nvSpPr>
          <p:spPr>
            <a:xfrm>
              <a:off x="10205174" y="8229755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0" name="rc230"/>
            <p:cNvSpPr/>
            <p:nvPr/>
          </p:nvSpPr>
          <p:spPr>
            <a:xfrm>
              <a:off x="10652623" y="8095880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1" name="rc231"/>
            <p:cNvSpPr/>
            <p:nvPr/>
          </p:nvSpPr>
          <p:spPr>
            <a:xfrm>
              <a:off x="10652623" y="8028942"/>
              <a:ext cx="322163" cy="6693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2" name="rc232"/>
            <p:cNvSpPr/>
            <p:nvPr/>
          </p:nvSpPr>
          <p:spPr>
            <a:xfrm>
              <a:off x="10652623" y="7627317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3" name="rc233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4" name="rc234"/>
            <p:cNvSpPr/>
            <p:nvPr/>
          </p:nvSpPr>
          <p:spPr>
            <a:xfrm>
              <a:off x="10652623" y="8363630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5" name="rc235"/>
            <p:cNvSpPr/>
            <p:nvPr/>
          </p:nvSpPr>
          <p:spPr>
            <a:xfrm>
              <a:off x="10652623" y="8296693"/>
              <a:ext cx="322163" cy="6693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6" name="rc236"/>
            <p:cNvSpPr/>
            <p:nvPr/>
          </p:nvSpPr>
          <p:spPr>
            <a:xfrm>
              <a:off x="10652623" y="8430568"/>
              <a:ext cx="322163" cy="133875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7" name="rc237"/>
            <p:cNvSpPr/>
            <p:nvPr/>
          </p:nvSpPr>
          <p:spPr>
            <a:xfrm>
              <a:off x="10652623" y="5753064"/>
              <a:ext cx="322163" cy="1874252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8" name="rc238"/>
            <p:cNvSpPr/>
            <p:nvPr/>
          </p:nvSpPr>
          <p:spPr>
            <a:xfrm>
              <a:off x="10652623" y="8229755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39" name="rc239"/>
            <p:cNvSpPr/>
            <p:nvPr/>
          </p:nvSpPr>
          <p:spPr>
            <a:xfrm>
              <a:off x="10652623" y="8363630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0" name="rc240"/>
            <p:cNvSpPr/>
            <p:nvPr/>
          </p:nvSpPr>
          <p:spPr>
            <a:xfrm>
              <a:off x="10652623" y="8430568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1" name="rc241"/>
            <p:cNvSpPr/>
            <p:nvPr/>
          </p:nvSpPr>
          <p:spPr>
            <a:xfrm>
              <a:off x="11100072" y="6757128"/>
              <a:ext cx="322163" cy="53550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2" name="rc242"/>
            <p:cNvSpPr/>
            <p:nvPr/>
          </p:nvSpPr>
          <p:spPr>
            <a:xfrm>
              <a:off x="11100072" y="6489378"/>
              <a:ext cx="322163" cy="267750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3" name="rc243"/>
            <p:cNvSpPr/>
            <p:nvPr/>
          </p:nvSpPr>
          <p:spPr>
            <a:xfrm>
              <a:off x="11100072" y="5619189"/>
              <a:ext cx="322163" cy="87018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4" name="rc244"/>
            <p:cNvSpPr/>
            <p:nvPr/>
          </p:nvSpPr>
          <p:spPr>
            <a:xfrm>
              <a:off x="11100072" y="7560379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5" name="rc245"/>
            <p:cNvSpPr/>
            <p:nvPr/>
          </p:nvSpPr>
          <p:spPr>
            <a:xfrm>
              <a:off x="11100072" y="7761192"/>
              <a:ext cx="322163" cy="0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6" name="rc246"/>
            <p:cNvSpPr/>
            <p:nvPr/>
          </p:nvSpPr>
          <p:spPr>
            <a:xfrm>
              <a:off x="11100072" y="7426504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7" name="rc247"/>
            <p:cNvSpPr/>
            <p:nvPr/>
          </p:nvSpPr>
          <p:spPr>
            <a:xfrm>
              <a:off x="11100072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8" name="rc248"/>
            <p:cNvSpPr/>
            <p:nvPr/>
          </p:nvSpPr>
          <p:spPr>
            <a:xfrm>
              <a:off x="11100072" y="4548188"/>
              <a:ext cx="322163" cy="1071001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49" name="rc249"/>
            <p:cNvSpPr/>
            <p:nvPr/>
          </p:nvSpPr>
          <p:spPr>
            <a:xfrm>
              <a:off x="11100072" y="7292629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0" name="rc250"/>
            <p:cNvSpPr/>
            <p:nvPr/>
          </p:nvSpPr>
          <p:spPr>
            <a:xfrm>
              <a:off x="11100072" y="7694254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1" name="rc251"/>
            <p:cNvSpPr/>
            <p:nvPr/>
          </p:nvSpPr>
          <p:spPr>
            <a:xfrm>
              <a:off x="11100072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2" name="rc252"/>
            <p:cNvSpPr/>
            <p:nvPr/>
          </p:nvSpPr>
          <p:spPr>
            <a:xfrm>
              <a:off x="11547520" y="7225691"/>
              <a:ext cx="322163" cy="13387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3" name="rc253"/>
            <p:cNvSpPr/>
            <p:nvPr/>
          </p:nvSpPr>
          <p:spPr>
            <a:xfrm>
              <a:off x="11547520" y="6824066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4" name="rc254"/>
            <p:cNvSpPr/>
            <p:nvPr/>
          </p:nvSpPr>
          <p:spPr>
            <a:xfrm>
              <a:off x="11547520" y="6422440"/>
              <a:ext cx="322163" cy="401625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5" name="rc255"/>
            <p:cNvSpPr/>
            <p:nvPr/>
          </p:nvSpPr>
          <p:spPr>
            <a:xfrm>
              <a:off x="11547520" y="7761192"/>
              <a:ext cx="322163" cy="200812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6" name="rc256"/>
            <p:cNvSpPr/>
            <p:nvPr/>
          </p:nvSpPr>
          <p:spPr>
            <a:xfrm>
              <a:off x="11547520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7" name="rc257"/>
            <p:cNvSpPr/>
            <p:nvPr/>
          </p:nvSpPr>
          <p:spPr>
            <a:xfrm>
              <a:off x="11547520" y="7493442"/>
              <a:ext cx="322163" cy="267750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8" name="rc258"/>
            <p:cNvSpPr/>
            <p:nvPr/>
          </p:nvSpPr>
          <p:spPr>
            <a:xfrm>
              <a:off x="11547520" y="8095880"/>
              <a:ext cx="322163" cy="46856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59" name="rc259"/>
            <p:cNvSpPr/>
            <p:nvPr/>
          </p:nvSpPr>
          <p:spPr>
            <a:xfrm>
              <a:off x="11547520" y="4347375"/>
              <a:ext cx="322163" cy="2075065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0" name="rc260"/>
            <p:cNvSpPr/>
            <p:nvPr/>
          </p:nvSpPr>
          <p:spPr>
            <a:xfrm>
              <a:off x="11547520" y="7359566"/>
              <a:ext cx="322163" cy="133875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1" name="rc261"/>
            <p:cNvSpPr/>
            <p:nvPr/>
          </p:nvSpPr>
          <p:spPr>
            <a:xfrm>
              <a:off x="11547520" y="7962005"/>
              <a:ext cx="322163" cy="66937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2" name="rc262"/>
            <p:cNvSpPr/>
            <p:nvPr/>
          </p:nvSpPr>
          <p:spPr>
            <a:xfrm>
              <a:off x="11547520" y="809588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3" name="rc263"/>
            <p:cNvSpPr/>
            <p:nvPr/>
          </p:nvSpPr>
          <p:spPr>
            <a:xfrm>
              <a:off x="11994969" y="6824066"/>
              <a:ext cx="322163" cy="602438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4" name="rc264"/>
            <p:cNvSpPr/>
            <p:nvPr/>
          </p:nvSpPr>
          <p:spPr>
            <a:xfrm>
              <a:off x="11994969" y="6489378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5" name="rc265"/>
            <p:cNvSpPr/>
            <p:nvPr/>
          </p:nvSpPr>
          <p:spPr>
            <a:xfrm>
              <a:off x="11994969" y="5953877"/>
              <a:ext cx="322163" cy="535500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6" name="rc266"/>
            <p:cNvSpPr/>
            <p:nvPr/>
          </p:nvSpPr>
          <p:spPr>
            <a:xfrm>
              <a:off x="11994969" y="7828130"/>
              <a:ext cx="322163" cy="26775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7" name="rc267"/>
            <p:cNvSpPr/>
            <p:nvPr/>
          </p:nvSpPr>
          <p:spPr>
            <a:xfrm>
              <a:off x="11994969" y="8296693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8" name="rc268"/>
            <p:cNvSpPr/>
            <p:nvPr/>
          </p:nvSpPr>
          <p:spPr>
            <a:xfrm>
              <a:off x="11994969" y="7493442"/>
              <a:ext cx="322163" cy="334687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69" name="rc269"/>
            <p:cNvSpPr/>
            <p:nvPr/>
          </p:nvSpPr>
          <p:spPr>
            <a:xfrm>
              <a:off x="11994969" y="8363630"/>
              <a:ext cx="322163" cy="200812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0" name="rc270"/>
            <p:cNvSpPr/>
            <p:nvPr/>
          </p:nvSpPr>
          <p:spPr>
            <a:xfrm>
              <a:off x="11994969" y="3410249"/>
              <a:ext cx="322163" cy="2543628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1" name="rc271"/>
            <p:cNvSpPr/>
            <p:nvPr/>
          </p:nvSpPr>
          <p:spPr>
            <a:xfrm>
              <a:off x="11994969" y="7426504"/>
              <a:ext cx="322163" cy="66937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2" name="rc272"/>
            <p:cNvSpPr/>
            <p:nvPr/>
          </p:nvSpPr>
          <p:spPr>
            <a:xfrm>
              <a:off x="11994969" y="8095880"/>
              <a:ext cx="322163" cy="200812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3" name="rc273"/>
            <p:cNvSpPr/>
            <p:nvPr/>
          </p:nvSpPr>
          <p:spPr>
            <a:xfrm>
              <a:off x="11994969" y="8363630"/>
              <a:ext cx="322163" cy="0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4" name="rc274"/>
            <p:cNvSpPr/>
            <p:nvPr/>
          </p:nvSpPr>
          <p:spPr>
            <a:xfrm>
              <a:off x="12442418" y="6824066"/>
              <a:ext cx="322163" cy="267750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5" name="rc275"/>
            <p:cNvSpPr/>
            <p:nvPr/>
          </p:nvSpPr>
          <p:spPr>
            <a:xfrm>
              <a:off x="12442418" y="6422440"/>
              <a:ext cx="322163" cy="401625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6" name="rc276"/>
            <p:cNvSpPr/>
            <p:nvPr/>
          </p:nvSpPr>
          <p:spPr>
            <a:xfrm>
              <a:off x="12442418" y="5619189"/>
              <a:ext cx="322163" cy="803251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7" name="rc277"/>
            <p:cNvSpPr/>
            <p:nvPr/>
          </p:nvSpPr>
          <p:spPr>
            <a:xfrm>
              <a:off x="12442418" y="7426504"/>
              <a:ext cx="322163" cy="133875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8" name="rc278"/>
            <p:cNvSpPr/>
            <p:nvPr/>
          </p:nvSpPr>
          <p:spPr>
            <a:xfrm>
              <a:off x="12442418" y="7694254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79" name="rc279"/>
            <p:cNvSpPr/>
            <p:nvPr/>
          </p:nvSpPr>
          <p:spPr>
            <a:xfrm>
              <a:off x="12442418" y="7292629"/>
              <a:ext cx="322163" cy="133875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0" name="rc280"/>
            <p:cNvSpPr/>
            <p:nvPr/>
          </p:nvSpPr>
          <p:spPr>
            <a:xfrm>
              <a:off x="12442418" y="7962005"/>
              <a:ext cx="322163" cy="602438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1" name="rc281"/>
            <p:cNvSpPr/>
            <p:nvPr/>
          </p:nvSpPr>
          <p:spPr>
            <a:xfrm>
              <a:off x="12442418" y="2406185"/>
              <a:ext cx="322163" cy="3213004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2" name="rc282"/>
            <p:cNvSpPr/>
            <p:nvPr/>
          </p:nvSpPr>
          <p:spPr>
            <a:xfrm>
              <a:off x="12442418" y="7091816"/>
              <a:ext cx="322163" cy="200812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3" name="rc283"/>
            <p:cNvSpPr/>
            <p:nvPr/>
          </p:nvSpPr>
          <p:spPr>
            <a:xfrm>
              <a:off x="12442418" y="7560379"/>
              <a:ext cx="322163" cy="133875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4" name="rc284"/>
            <p:cNvSpPr/>
            <p:nvPr/>
          </p:nvSpPr>
          <p:spPr>
            <a:xfrm>
              <a:off x="12442418" y="7761192"/>
              <a:ext cx="322163" cy="200812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5" name="rc285"/>
            <p:cNvSpPr/>
            <p:nvPr/>
          </p:nvSpPr>
          <p:spPr>
            <a:xfrm>
              <a:off x="12889867" y="7158754"/>
              <a:ext cx="322163" cy="401625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6" name="rc286"/>
            <p:cNvSpPr/>
            <p:nvPr/>
          </p:nvSpPr>
          <p:spPr>
            <a:xfrm>
              <a:off x="12889867" y="6824066"/>
              <a:ext cx="322163" cy="334687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7" name="rc287"/>
            <p:cNvSpPr/>
            <p:nvPr/>
          </p:nvSpPr>
          <p:spPr>
            <a:xfrm>
              <a:off x="12889867" y="5686127"/>
              <a:ext cx="322163" cy="1137938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8" name="rc288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89" name="rc289"/>
            <p:cNvSpPr/>
            <p:nvPr/>
          </p:nvSpPr>
          <p:spPr>
            <a:xfrm>
              <a:off x="12889867" y="8028942"/>
              <a:ext cx="322163" cy="66937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0" name="rc290"/>
            <p:cNvSpPr/>
            <p:nvPr/>
          </p:nvSpPr>
          <p:spPr>
            <a:xfrm>
              <a:off x="12889867" y="7828130"/>
              <a:ext cx="322163" cy="200812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1" name="rc291"/>
            <p:cNvSpPr/>
            <p:nvPr/>
          </p:nvSpPr>
          <p:spPr>
            <a:xfrm>
              <a:off x="12889867" y="8229755"/>
              <a:ext cx="322163" cy="334687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2" name="rc292"/>
            <p:cNvSpPr/>
            <p:nvPr/>
          </p:nvSpPr>
          <p:spPr>
            <a:xfrm>
              <a:off x="12889867" y="3209436"/>
              <a:ext cx="322163" cy="2476690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3" name="rc293"/>
            <p:cNvSpPr/>
            <p:nvPr/>
          </p:nvSpPr>
          <p:spPr>
            <a:xfrm>
              <a:off x="12889867" y="7560379"/>
              <a:ext cx="322163" cy="267750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4" name="rc294"/>
            <p:cNvSpPr/>
            <p:nvPr/>
          </p:nvSpPr>
          <p:spPr>
            <a:xfrm>
              <a:off x="12889867" y="8028942"/>
              <a:ext cx="322163" cy="0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5" name="rc295"/>
            <p:cNvSpPr/>
            <p:nvPr/>
          </p:nvSpPr>
          <p:spPr>
            <a:xfrm>
              <a:off x="12889867" y="8095880"/>
              <a:ext cx="322163" cy="133875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1864730" y="2620054"/>
              <a:ext cx="11186218" cy="5556711"/>
            </a:xfrm>
            <a:custGeom>
              <a:avLst/>
              <a:pathLst>
                <a:path w="11186218" h="5556711">
                  <a:moveTo>
                    <a:pt x="0" y="5556711"/>
                  </a:moveTo>
                  <a:lnTo>
                    <a:pt x="447448" y="5233646"/>
                  </a:lnTo>
                  <a:lnTo>
                    <a:pt x="894897" y="5427485"/>
                  </a:lnTo>
                  <a:lnTo>
                    <a:pt x="1342346" y="5298259"/>
                  </a:lnTo>
                  <a:lnTo>
                    <a:pt x="1789794" y="5492098"/>
                  </a:lnTo>
                  <a:lnTo>
                    <a:pt x="2237243" y="5492098"/>
                  </a:lnTo>
                  <a:lnTo>
                    <a:pt x="2684692" y="2778355"/>
                  </a:lnTo>
                  <a:lnTo>
                    <a:pt x="3132141" y="4135227"/>
                  </a:lnTo>
                  <a:lnTo>
                    <a:pt x="3579589" y="4652130"/>
                  </a:lnTo>
                  <a:lnTo>
                    <a:pt x="4027038" y="4522904"/>
                  </a:lnTo>
                  <a:lnTo>
                    <a:pt x="4474487" y="2778355"/>
                  </a:lnTo>
                  <a:lnTo>
                    <a:pt x="4921936" y="3295259"/>
                  </a:lnTo>
                  <a:lnTo>
                    <a:pt x="5369384" y="4458291"/>
                  </a:lnTo>
                  <a:lnTo>
                    <a:pt x="5816833" y="3295259"/>
                  </a:lnTo>
                  <a:lnTo>
                    <a:pt x="6264282" y="2907581"/>
                  </a:lnTo>
                  <a:lnTo>
                    <a:pt x="6711731" y="3747549"/>
                  </a:lnTo>
                  <a:lnTo>
                    <a:pt x="7159179" y="3230646"/>
                  </a:lnTo>
                  <a:lnTo>
                    <a:pt x="7606628" y="1486097"/>
                  </a:lnTo>
                  <a:lnTo>
                    <a:pt x="8054077" y="2196839"/>
                  </a:lnTo>
                  <a:lnTo>
                    <a:pt x="8501526" y="1227645"/>
                  </a:lnTo>
                  <a:lnTo>
                    <a:pt x="8948974" y="3230646"/>
                  </a:lnTo>
                  <a:lnTo>
                    <a:pt x="9396423" y="2067613"/>
                  </a:lnTo>
                  <a:lnTo>
                    <a:pt x="9843872" y="1873774"/>
                  </a:lnTo>
                  <a:lnTo>
                    <a:pt x="10291321" y="969193"/>
                  </a:lnTo>
                  <a:lnTo>
                    <a:pt x="10738769" y="0"/>
                  </a:lnTo>
                  <a:lnTo>
                    <a:pt x="11186218" y="775355"/>
                  </a:lnTo>
                </a:path>
              </a:pathLst>
            </a:custGeom>
            <a:ln w="19512" cap="flat">
              <a:solidFill>
                <a:srgbClr val="000000">
                  <a:alpha val="100000"/>
                </a:srgbClr>
              </a:solidFill>
              <a:custDash>
                <a:ds d="400000" sp="400000"/>
              </a:custDash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1829600" y="814163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277049" y="7818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724497" y="801241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171946" y="7883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3619395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66844" y="8077023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514292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4961741" y="672015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5409190" y="7237055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5856639" y="710782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6304087" y="5363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6751536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7198985" y="704321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7646434" y="588018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8093882" y="5492506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8541331" y="633247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8988780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9436229" y="4071022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9883677" y="478176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10331126" y="381257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10778575" y="5815571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11226024" y="465253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11673472" y="4458699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12120921" y="3554118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12568370" y="2584924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13015819" y="3360280"/>
              <a:ext cx="70259" cy="70259"/>
            </a:xfrm>
            <a:prstGeom prst="ellipse">
              <a:avLst/>
            </a:prstGeom>
            <a:solidFill>
              <a:srgbClr val="000000">
                <a:alpha val="100000"/>
              </a:srgbClr>
            </a:solidFill>
            <a:ln w="10636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1596260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tx324"/>
            <p:cNvSpPr/>
            <p:nvPr/>
          </p:nvSpPr>
          <p:spPr>
            <a:xfrm>
              <a:off x="1440310" y="8511464"/>
              <a:ext cx="81932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25" name="tx325"/>
            <p:cNvSpPr/>
            <p:nvPr/>
          </p:nvSpPr>
          <p:spPr>
            <a:xfrm>
              <a:off x="1358378" y="6837880"/>
              <a:ext cx="163864" cy="1059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26" name="tx326"/>
            <p:cNvSpPr/>
            <p:nvPr/>
          </p:nvSpPr>
          <p:spPr>
            <a:xfrm>
              <a:off x="1358378" y="5164585"/>
              <a:ext cx="163864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27" name="tx327"/>
            <p:cNvSpPr/>
            <p:nvPr/>
          </p:nvSpPr>
          <p:spPr>
            <a:xfrm>
              <a:off x="1358378" y="3493087"/>
              <a:ext cx="163864" cy="10387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328" name="pl328"/>
            <p:cNvSpPr/>
            <p:nvPr/>
          </p:nvSpPr>
          <p:spPr>
            <a:xfrm>
              <a:off x="1555139" y="856444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1555139" y="6891003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1555139" y="521756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1555139" y="3544124"/>
              <a:ext cx="41120" cy="0"/>
            </a:xfrm>
            <a:custGeom>
              <a:avLst/>
              <a:pathLst>
                <a:path w="41120" h="0">
                  <a:moveTo>
                    <a:pt x="0" y="0"/>
                  </a:moveTo>
                  <a:lnTo>
                    <a:pt x="4112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13319417" y="2406185"/>
              <a:ext cx="0" cy="6158257"/>
            </a:xfrm>
            <a:custGeom>
              <a:avLst/>
              <a:pathLst>
                <a:path w="0" h="6158257">
                  <a:moveTo>
                    <a:pt x="0" y="6158257"/>
                  </a:moveTo>
                  <a:lnTo>
                    <a:pt x="0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13319417" y="8564443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13319417" y="6853816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13319417" y="5143189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13319417" y="3432561"/>
              <a:ext cx="41120" cy="0"/>
            </a:xfrm>
            <a:custGeom>
              <a:avLst/>
              <a:pathLst>
                <a:path w="41120" h="0">
                  <a:moveTo>
                    <a:pt x="41120" y="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tx337"/>
            <p:cNvSpPr/>
            <p:nvPr/>
          </p:nvSpPr>
          <p:spPr>
            <a:xfrm>
              <a:off x="13393435" y="8511464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0.0%</a:t>
              </a:r>
            </a:p>
          </p:txBody>
        </p:sp>
        <p:sp>
          <p:nvSpPr>
            <p:cNvPr id="338" name="tx338"/>
            <p:cNvSpPr/>
            <p:nvPr/>
          </p:nvSpPr>
          <p:spPr>
            <a:xfrm>
              <a:off x="13393435" y="6800549"/>
              <a:ext cx="335786" cy="1061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2.5%</a:t>
              </a:r>
            </a:p>
          </p:txBody>
        </p:sp>
        <p:sp>
          <p:nvSpPr>
            <p:cNvPr id="339" name="tx339"/>
            <p:cNvSpPr/>
            <p:nvPr/>
          </p:nvSpPr>
          <p:spPr>
            <a:xfrm>
              <a:off x="13393435" y="5090210"/>
              <a:ext cx="335786" cy="1058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5.0%</a:t>
              </a:r>
            </a:p>
          </p:txBody>
        </p:sp>
        <p:sp>
          <p:nvSpPr>
            <p:cNvPr id="340" name="tx340"/>
            <p:cNvSpPr/>
            <p:nvPr/>
          </p:nvSpPr>
          <p:spPr>
            <a:xfrm>
              <a:off x="13393435" y="3380086"/>
              <a:ext cx="335786" cy="10531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7.5%</a:t>
              </a:r>
            </a:p>
          </p:txBody>
        </p:sp>
        <p:sp>
          <p:nvSpPr>
            <p:cNvPr id="341" name="pl341"/>
            <p:cNvSpPr/>
            <p:nvPr/>
          </p:nvSpPr>
          <p:spPr>
            <a:xfrm>
              <a:off x="1596260" y="8564443"/>
              <a:ext cx="11723157" cy="0"/>
            </a:xfrm>
            <a:custGeom>
              <a:avLst/>
              <a:pathLst>
                <a:path w="11723157" h="0">
                  <a:moveTo>
                    <a:pt x="0" y="0"/>
                  </a:moveTo>
                  <a:lnTo>
                    <a:pt x="11723157" y="0"/>
                  </a:lnTo>
                </a:path>
              </a:pathLst>
            </a:custGeom>
            <a:ln w="1626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1864730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231217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275962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320707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3654525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410197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454942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499687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544431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589176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633921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678666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23411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68156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812901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857646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902390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947135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9918807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10366256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10813704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11261153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11708602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12156051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12603499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13050948" y="8564443"/>
              <a:ext cx="0" cy="41120"/>
            </a:xfrm>
            <a:custGeom>
              <a:avLst/>
              <a:pathLst>
                <a:path w="0" h="41120">
                  <a:moveTo>
                    <a:pt x="0" y="41120"/>
                  </a:moveTo>
                  <a:lnTo>
                    <a:pt x="0" y="0"/>
                  </a:lnTo>
                </a:path>
              </a:pathLst>
            </a:custGeom>
            <a:ln w="16014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tx368"/>
            <p:cNvSpPr/>
            <p:nvPr/>
          </p:nvSpPr>
          <p:spPr>
            <a:xfrm rot="-2100000">
              <a:off x="160141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2000</a:t>
              </a:r>
            </a:p>
          </p:txBody>
        </p:sp>
        <p:sp>
          <p:nvSpPr>
            <p:cNvPr id="369" name="tx369"/>
            <p:cNvSpPr/>
            <p:nvPr/>
          </p:nvSpPr>
          <p:spPr>
            <a:xfrm rot="-2100000">
              <a:off x="204886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2001</a:t>
              </a:r>
            </a:p>
          </p:txBody>
        </p:sp>
        <p:sp>
          <p:nvSpPr>
            <p:cNvPr id="370" name="tx370"/>
            <p:cNvSpPr/>
            <p:nvPr/>
          </p:nvSpPr>
          <p:spPr>
            <a:xfrm rot="-2100000">
              <a:off x="249631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2002</a:t>
              </a:r>
            </a:p>
          </p:txBody>
        </p:sp>
        <p:sp>
          <p:nvSpPr>
            <p:cNvPr id="371" name="tx371"/>
            <p:cNvSpPr/>
            <p:nvPr/>
          </p:nvSpPr>
          <p:spPr>
            <a:xfrm rot="-2100000">
              <a:off x="294376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2003</a:t>
              </a:r>
            </a:p>
          </p:txBody>
        </p:sp>
        <p:sp>
          <p:nvSpPr>
            <p:cNvPr id="372" name="tx372"/>
            <p:cNvSpPr/>
            <p:nvPr/>
          </p:nvSpPr>
          <p:spPr>
            <a:xfrm rot="-2100000">
              <a:off x="339121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2004</a:t>
              </a:r>
            </a:p>
          </p:txBody>
        </p:sp>
        <p:sp>
          <p:nvSpPr>
            <p:cNvPr id="373" name="tx373"/>
            <p:cNvSpPr/>
            <p:nvPr/>
          </p:nvSpPr>
          <p:spPr>
            <a:xfrm rot="-2100000">
              <a:off x="383865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2005</a:t>
              </a:r>
            </a:p>
          </p:txBody>
        </p:sp>
        <p:sp>
          <p:nvSpPr>
            <p:cNvPr id="374" name="tx374"/>
            <p:cNvSpPr/>
            <p:nvPr/>
          </p:nvSpPr>
          <p:spPr>
            <a:xfrm rot="-2100000">
              <a:off x="4286087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2006</a:t>
              </a:r>
            </a:p>
          </p:txBody>
        </p:sp>
        <p:sp>
          <p:nvSpPr>
            <p:cNvPr id="375" name="tx375"/>
            <p:cNvSpPr/>
            <p:nvPr/>
          </p:nvSpPr>
          <p:spPr>
            <a:xfrm rot="-2100000">
              <a:off x="473355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2007</a:t>
              </a:r>
            </a:p>
          </p:txBody>
        </p:sp>
        <p:sp>
          <p:nvSpPr>
            <p:cNvPr id="376" name="tx376"/>
            <p:cNvSpPr/>
            <p:nvPr/>
          </p:nvSpPr>
          <p:spPr>
            <a:xfrm rot="-2100000">
              <a:off x="5180964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2008</a:t>
              </a:r>
            </a:p>
          </p:txBody>
        </p:sp>
        <p:sp>
          <p:nvSpPr>
            <p:cNvPr id="377" name="tx377"/>
            <p:cNvSpPr/>
            <p:nvPr/>
          </p:nvSpPr>
          <p:spPr>
            <a:xfrm rot="-2100000">
              <a:off x="5628433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2009</a:t>
              </a:r>
            </a:p>
          </p:txBody>
        </p:sp>
        <p:sp>
          <p:nvSpPr>
            <p:cNvPr id="378" name="tx378"/>
            <p:cNvSpPr/>
            <p:nvPr/>
          </p:nvSpPr>
          <p:spPr>
            <a:xfrm rot="-2100000">
              <a:off x="6075902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2010</a:t>
              </a:r>
            </a:p>
          </p:txBody>
        </p:sp>
        <p:sp>
          <p:nvSpPr>
            <p:cNvPr id="379" name="tx379"/>
            <p:cNvSpPr/>
            <p:nvPr/>
          </p:nvSpPr>
          <p:spPr>
            <a:xfrm rot="-2100000">
              <a:off x="6523351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2011</a:t>
              </a:r>
            </a:p>
          </p:txBody>
        </p:sp>
        <p:sp>
          <p:nvSpPr>
            <p:cNvPr id="380" name="tx380"/>
            <p:cNvSpPr/>
            <p:nvPr/>
          </p:nvSpPr>
          <p:spPr>
            <a:xfrm rot="-2100000">
              <a:off x="697080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2012</a:t>
              </a:r>
            </a:p>
          </p:txBody>
        </p:sp>
        <p:sp>
          <p:nvSpPr>
            <p:cNvPr id="381" name="tx381"/>
            <p:cNvSpPr/>
            <p:nvPr/>
          </p:nvSpPr>
          <p:spPr>
            <a:xfrm rot="-2100000">
              <a:off x="741824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2013</a:t>
              </a:r>
            </a:p>
          </p:txBody>
        </p:sp>
        <p:sp>
          <p:nvSpPr>
            <p:cNvPr id="382" name="tx382"/>
            <p:cNvSpPr/>
            <p:nvPr/>
          </p:nvSpPr>
          <p:spPr>
            <a:xfrm rot="-2100000">
              <a:off x="786569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2014</a:t>
              </a:r>
            </a:p>
          </p:txBody>
        </p:sp>
        <p:sp>
          <p:nvSpPr>
            <p:cNvPr id="383" name="tx383"/>
            <p:cNvSpPr/>
            <p:nvPr/>
          </p:nvSpPr>
          <p:spPr>
            <a:xfrm rot="-2100000">
              <a:off x="831314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2015</a:t>
              </a:r>
            </a:p>
          </p:txBody>
        </p:sp>
        <p:sp>
          <p:nvSpPr>
            <p:cNvPr id="384" name="tx384"/>
            <p:cNvSpPr/>
            <p:nvPr/>
          </p:nvSpPr>
          <p:spPr>
            <a:xfrm rot="-2100000">
              <a:off x="8760575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2016</a:t>
              </a:r>
            </a:p>
          </p:txBody>
        </p:sp>
        <p:sp>
          <p:nvSpPr>
            <p:cNvPr id="385" name="tx385"/>
            <p:cNvSpPr/>
            <p:nvPr/>
          </p:nvSpPr>
          <p:spPr>
            <a:xfrm rot="-2100000">
              <a:off x="920804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2017</a:t>
              </a:r>
            </a:p>
          </p:txBody>
        </p:sp>
        <p:sp>
          <p:nvSpPr>
            <p:cNvPr id="386" name="tx386"/>
            <p:cNvSpPr/>
            <p:nvPr/>
          </p:nvSpPr>
          <p:spPr>
            <a:xfrm rot="-2100000">
              <a:off x="9655452" y="8720860"/>
              <a:ext cx="322078" cy="1044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2018</a:t>
              </a:r>
            </a:p>
          </p:txBody>
        </p:sp>
        <p:sp>
          <p:nvSpPr>
            <p:cNvPr id="387" name="tx387"/>
            <p:cNvSpPr/>
            <p:nvPr/>
          </p:nvSpPr>
          <p:spPr>
            <a:xfrm rot="-2100000">
              <a:off x="10102921" y="8720924"/>
              <a:ext cx="322078" cy="1044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2019</a:t>
              </a:r>
            </a:p>
          </p:txBody>
        </p:sp>
        <p:sp>
          <p:nvSpPr>
            <p:cNvPr id="388" name="tx388"/>
            <p:cNvSpPr/>
            <p:nvPr/>
          </p:nvSpPr>
          <p:spPr>
            <a:xfrm rot="-2100000">
              <a:off x="10550390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2020</a:t>
              </a:r>
            </a:p>
          </p:txBody>
        </p:sp>
        <p:sp>
          <p:nvSpPr>
            <p:cNvPr id="389" name="tx389"/>
            <p:cNvSpPr/>
            <p:nvPr/>
          </p:nvSpPr>
          <p:spPr>
            <a:xfrm rot="-2100000">
              <a:off x="10997839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2021</a:t>
              </a:r>
            </a:p>
          </p:txBody>
        </p:sp>
        <p:sp>
          <p:nvSpPr>
            <p:cNvPr id="390" name="tx390"/>
            <p:cNvSpPr/>
            <p:nvPr/>
          </p:nvSpPr>
          <p:spPr>
            <a:xfrm rot="-2100000">
              <a:off x="11445287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2022</a:t>
              </a:r>
            </a:p>
          </p:txBody>
        </p:sp>
        <p:sp>
          <p:nvSpPr>
            <p:cNvPr id="391" name="tx391"/>
            <p:cNvSpPr/>
            <p:nvPr/>
          </p:nvSpPr>
          <p:spPr>
            <a:xfrm rot="-2100000">
              <a:off x="11892736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2023</a:t>
              </a:r>
            </a:p>
          </p:txBody>
        </p:sp>
        <p:sp>
          <p:nvSpPr>
            <p:cNvPr id="392" name="tx392"/>
            <p:cNvSpPr/>
            <p:nvPr/>
          </p:nvSpPr>
          <p:spPr>
            <a:xfrm rot="-2100000">
              <a:off x="12340185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2024</a:t>
              </a:r>
            </a:p>
          </p:txBody>
        </p:sp>
        <p:sp>
          <p:nvSpPr>
            <p:cNvPr id="393" name="tx393"/>
            <p:cNvSpPr/>
            <p:nvPr/>
          </p:nvSpPr>
          <p:spPr>
            <a:xfrm rot="-2100000">
              <a:off x="12787634" y="8720988"/>
              <a:ext cx="322078" cy="1043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4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4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2025</a:t>
              </a:r>
            </a:p>
          </p:txBody>
        </p:sp>
        <p:sp>
          <p:nvSpPr>
            <p:cNvPr id="394" name="tx394"/>
            <p:cNvSpPr/>
            <p:nvPr/>
          </p:nvSpPr>
          <p:spPr>
            <a:xfrm>
              <a:off x="7272738" y="9057771"/>
              <a:ext cx="370202" cy="1289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Year</a:t>
              </a:r>
            </a:p>
          </p:txBody>
        </p:sp>
        <p:sp>
          <p:nvSpPr>
            <p:cNvPr id="395" name="tx395"/>
            <p:cNvSpPr/>
            <p:nvPr/>
          </p:nvSpPr>
          <p:spPr>
            <a:xfrm rot="-5400000">
              <a:off x="302238" y="5419806"/>
              <a:ext cx="1821488" cy="13101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new records</a:t>
              </a:r>
            </a:p>
          </p:txBody>
        </p:sp>
        <p:sp>
          <p:nvSpPr>
            <p:cNvPr id="396" name="tx396"/>
            <p:cNvSpPr/>
            <p:nvPr/>
          </p:nvSpPr>
          <p:spPr>
            <a:xfrm rot="5400000">
              <a:off x="13443141" y="5403075"/>
              <a:ext cx="896410" cy="1644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Percentage</a:t>
              </a:r>
            </a:p>
          </p:txBody>
        </p:sp>
        <p:sp>
          <p:nvSpPr>
            <p:cNvPr id="397" name="rc397"/>
            <p:cNvSpPr/>
            <p:nvPr/>
          </p:nvSpPr>
          <p:spPr>
            <a:xfrm>
              <a:off x="3745980" y="1497967"/>
              <a:ext cx="7423718" cy="74373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8" name="rc398"/>
            <p:cNvSpPr/>
            <p:nvPr/>
          </p:nvSpPr>
          <p:spPr>
            <a:xfrm>
              <a:off x="3828221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9" name="rc399"/>
            <p:cNvSpPr/>
            <p:nvPr/>
          </p:nvSpPr>
          <p:spPr>
            <a:xfrm>
              <a:off x="3838858" y="1590844"/>
              <a:ext cx="284727" cy="116983"/>
            </a:xfrm>
            <a:prstGeom prst="rect">
              <a:avLst/>
            </a:prstGeom>
            <a:solidFill>
              <a:srgbClr val="6D35A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0" name="rc400"/>
            <p:cNvSpPr/>
            <p:nvPr/>
          </p:nvSpPr>
          <p:spPr>
            <a:xfrm>
              <a:off x="5657602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1" name="rc401"/>
            <p:cNvSpPr/>
            <p:nvPr/>
          </p:nvSpPr>
          <p:spPr>
            <a:xfrm>
              <a:off x="5668238" y="1590844"/>
              <a:ext cx="284727" cy="116983"/>
            </a:xfrm>
            <a:prstGeom prst="rect">
              <a:avLst/>
            </a:prstGeom>
            <a:solidFill>
              <a:srgbClr val="12B34B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2" name="rc402"/>
            <p:cNvSpPr/>
            <p:nvPr/>
          </p:nvSpPr>
          <p:spPr>
            <a:xfrm>
              <a:off x="7568627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3" name="rc403"/>
            <p:cNvSpPr/>
            <p:nvPr/>
          </p:nvSpPr>
          <p:spPr>
            <a:xfrm>
              <a:off x="7579264" y="1590844"/>
              <a:ext cx="284727" cy="116983"/>
            </a:xfrm>
            <a:prstGeom prst="rect">
              <a:avLst/>
            </a:prstGeom>
            <a:solidFill>
              <a:srgbClr val="173F74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4" name="rc404"/>
            <p:cNvSpPr/>
            <p:nvPr/>
          </p:nvSpPr>
          <p:spPr>
            <a:xfrm>
              <a:off x="9340533" y="1580208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5" name="rc405"/>
            <p:cNvSpPr/>
            <p:nvPr/>
          </p:nvSpPr>
          <p:spPr>
            <a:xfrm>
              <a:off x="9351169" y="1590844"/>
              <a:ext cx="284727" cy="116983"/>
            </a:xfrm>
            <a:prstGeom prst="rect">
              <a:avLst/>
            </a:prstGeom>
            <a:solidFill>
              <a:srgbClr val="FFF2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6" name="rc406"/>
            <p:cNvSpPr/>
            <p:nvPr/>
          </p:nvSpPr>
          <p:spPr>
            <a:xfrm>
              <a:off x="3828221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7" name="rc407"/>
            <p:cNvSpPr/>
            <p:nvPr/>
          </p:nvSpPr>
          <p:spPr>
            <a:xfrm>
              <a:off x="3838858" y="1811342"/>
              <a:ext cx="284727" cy="116983"/>
            </a:xfrm>
            <a:prstGeom prst="rect">
              <a:avLst/>
            </a:prstGeom>
            <a:solidFill>
              <a:srgbClr val="FF6B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8" name="rc408"/>
            <p:cNvSpPr/>
            <p:nvPr/>
          </p:nvSpPr>
          <p:spPr>
            <a:xfrm>
              <a:off x="5657602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9" name="rc409"/>
            <p:cNvSpPr/>
            <p:nvPr/>
          </p:nvSpPr>
          <p:spPr>
            <a:xfrm>
              <a:off x="5668238" y="1811342"/>
              <a:ext cx="284727" cy="116983"/>
            </a:xfrm>
            <a:prstGeom prst="rect">
              <a:avLst/>
            </a:prstGeom>
            <a:solidFill>
              <a:srgbClr val="27D7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0" name="rc410"/>
            <p:cNvSpPr/>
            <p:nvPr/>
          </p:nvSpPr>
          <p:spPr>
            <a:xfrm>
              <a:off x="7568627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1" name="rc411"/>
            <p:cNvSpPr/>
            <p:nvPr/>
          </p:nvSpPr>
          <p:spPr>
            <a:xfrm>
              <a:off x="7579264" y="1811342"/>
              <a:ext cx="284727" cy="116983"/>
            </a:xfrm>
            <a:prstGeom prst="rect">
              <a:avLst/>
            </a:prstGeom>
            <a:solidFill>
              <a:srgbClr val="628F4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2" name="rc412"/>
            <p:cNvSpPr/>
            <p:nvPr/>
          </p:nvSpPr>
          <p:spPr>
            <a:xfrm>
              <a:off x="9340533" y="1800706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3" name="rc413"/>
            <p:cNvSpPr/>
            <p:nvPr/>
          </p:nvSpPr>
          <p:spPr>
            <a:xfrm>
              <a:off x="9351169" y="1811342"/>
              <a:ext cx="284727" cy="116983"/>
            </a:xfrm>
            <a:prstGeom prst="rect">
              <a:avLst/>
            </a:prstGeom>
            <a:solidFill>
              <a:srgbClr val="176AE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4" name="rc414"/>
            <p:cNvSpPr/>
            <p:nvPr/>
          </p:nvSpPr>
          <p:spPr>
            <a:xfrm>
              <a:off x="3828221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5" name="rc415"/>
            <p:cNvSpPr/>
            <p:nvPr/>
          </p:nvSpPr>
          <p:spPr>
            <a:xfrm>
              <a:off x="3838858" y="2031840"/>
              <a:ext cx="284727" cy="116983"/>
            </a:xfrm>
            <a:prstGeom prst="rect">
              <a:avLst/>
            </a:prstGeom>
            <a:solidFill>
              <a:srgbClr val="F6C3C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6" name="rc416"/>
            <p:cNvSpPr/>
            <p:nvPr/>
          </p:nvSpPr>
          <p:spPr>
            <a:xfrm>
              <a:off x="5657602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7" name="rc417"/>
            <p:cNvSpPr/>
            <p:nvPr/>
          </p:nvSpPr>
          <p:spPr>
            <a:xfrm>
              <a:off x="5668238" y="2031840"/>
              <a:ext cx="284727" cy="116983"/>
            </a:xfrm>
            <a:prstGeom prst="rect">
              <a:avLst/>
            </a:prstGeom>
            <a:solidFill>
              <a:srgbClr val="11111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8" name="rc418"/>
            <p:cNvSpPr/>
            <p:nvPr/>
          </p:nvSpPr>
          <p:spPr>
            <a:xfrm>
              <a:off x="7568627" y="2021204"/>
              <a:ext cx="305999" cy="1382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9" name="rc419"/>
            <p:cNvSpPr/>
            <p:nvPr/>
          </p:nvSpPr>
          <p:spPr>
            <a:xfrm>
              <a:off x="7579264" y="2031840"/>
              <a:ext cx="284727" cy="116983"/>
            </a:xfrm>
            <a:prstGeom prst="rect">
              <a:avLst/>
            </a:prstGeom>
            <a:solidFill>
              <a:srgbClr val="8D8D8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20" name="tx420"/>
            <p:cNvSpPr/>
            <p:nvPr/>
          </p:nvSpPr>
          <p:spPr>
            <a:xfrm>
              <a:off x="4216463" y="1590531"/>
              <a:ext cx="1268836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6045844" y="1590531"/>
              <a:ext cx="144054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7956869" y="1590531"/>
              <a:ext cx="117870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9728775" y="1590531"/>
              <a:ext cx="13586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4216463" y="1811029"/>
              <a:ext cx="1358897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6045844" y="1811029"/>
              <a:ext cx="99851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7956869" y="1811029"/>
              <a:ext cx="1301422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9728775" y="1811029"/>
              <a:ext cx="1121300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4216463" y="2031527"/>
              <a:ext cx="124409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sp>
          <p:nvSpPr>
            <p:cNvPr id="429" name="tx429"/>
            <p:cNvSpPr/>
            <p:nvPr/>
          </p:nvSpPr>
          <p:spPr>
            <a:xfrm>
              <a:off x="6045844" y="2031527"/>
              <a:ext cx="957723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sp>
          <p:nvSpPr>
            <p:cNvPr id="430" name="tx430"/>
            <p:cNvSpPr/>
            <p:nvPr/>
          </p:nvSpPr>
          <p:spPr>
            <a:xfrm>
              <a:off x="7956869" y="2031527"/>
              <a:ext cx="613881" cy="1116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6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6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OTHERS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</TotalTime>
  <Words>0</Words>
  <Application>Microsoft Office PowerPoint</Application>
  <PresentationFormat>Custom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Tom Wenseleers</dc:creator>
  <cp:lastModifiedBy>dingchenchen</cp:lastModifiedBy>
  <cp:revision>7</cp:revision>
  <dcterms:created xsi:type="dcterms:W3CDTF">2015-07-14T21:05:00Z</dcterms:created>
  <dcterms:modified xsi:type="dcterms:W3CDTF">2026-03-19T10:22:41Z</dcterms:modified>
</cp:coreProperties>
</file>