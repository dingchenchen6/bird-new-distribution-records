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21396325" cy="15087600"/>
  <p:notesSz cx="6858000" cy="9144000"/>
  <p:defaultTextStyle>
    <a:defPPr>
      <a:defRPr lang="en-US"/>
    </a:defPPr>
    <a:lvl1pPr marL="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4452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48904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3356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297808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72260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46712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21164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5956164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38" d="100"/>
          <a:sy n="38" d="100"/>
        </p:scale>
        <p:origin x="-1291" y="-62"/>
      </p:cViewPr>
      <p:guideLst>
        <p:guide orient="horz" pos="4753"/>
        <p:guide pos="67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4725" y="4686943"/>
            <a:ext cx="18186876" cy="323405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09449" y="8549640"/>
            <a:ext cx="14977428" cy="385572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744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890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2335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9780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7226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4671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2116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9561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0163" y="9695184"/>
            <a:ext cx="18186876" cy="2996565"/>
          </a:xfrm>
        </p:spPr>
        <p:txBody>
          <a:bodyPr anchor="t"/>
          <a:lstStyle>
            <a:lvl1pPr algn="l">
              <a:defRPr sz="65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90163" y="6394774"/>
            <a:ext cx="18186876" cy="3300412"/>
          </a:xfrm>
        </p:spPr>
        <p:txBody>
          <a:bodyPr anchor="b"/>
          <a:lstStyle>
            <a:lvl1pPr marL="0" indent="0">
              <a:buNone/>
              <a:defRPr sz="3300">
                <a:solidFill>
                  <a:schemeClr val="tx1">
                    <a:tint val="75000"/>
                  </a:schemeClr>
                </a:solidFill>
              </a:defRPr>
            </a:lvl1pPr>
            <a:lvl2pPr marL="74452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48904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3pPr>
            <a:lvl4pPr marL="223356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4pPr>
            <a:lvl5pPr marL="297808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5pPr>
            <a:lvl6pPr marL="372260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6pPr>
            <a:lvl7pPr marL="446712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7pPr>
            <a:lvl8pPr marL="521164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8pPr>
            <a:lvl9pPr marL="5956164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8974" y="3520444"/>
            <a:ext cx="10252406" cy="9957118"/>
          </a:xfrm>
        </p:spPr>
        <p:txBody>
          <a:bodyPr/>
          <a:lstStyle>
            <a:lvl1pPr>
              <a:defRPr sz="4500"/>
            </a:lvl1pPr>
            <a:lvl2pPr>
              <a:defRPr sz="4000"/>
            </a:lvl2pPr>
            <a:lvl3pPr>
              <a:defRPr sz="33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767985" y="3520444"/>
            <a:ext cx="10252406" cy="9957118"/>
          </a:xfrm>
        </p:spPr>
        <p:txBody>
          <a:bodyPr/>
          <a:lstStyle>
            <a:lvl1pPr>
              <a:defRPr sz="4500"/>
            </a:lvl1pPr>
            <a:lvl2pPr>
              <a:defRPr sz="4000"/>
            </a:lvl2pPr>
            <a:lvl3pPr>
              <a:defRPr sz="33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9816" y="604203"/>
            <a:ext cx="19256693" cy="25146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22" y="3377250"/>
            <a:ext cx="9453759" cy="1407476"/>
          </a:xfrm>
        </p:spPr>
        <p:txBody>
          <a:bodyPr anchor="b"/>
          <a:lstStyle>
            <a:lvl1pPr marL="0" indent="0">
              <a:buNone/>
              <a:defRPr sz="4000" b="1"/>
            </a:lvl1pPr>
            <a:lvl2pPr marL="744520" indent="0">
              <a:buNone/>
              <a:defRPr sz="3300" b="1"/>
            </a:lvl2pPr>
            <a:lvl3pPr marL="1489040" indent="0">
              <a:buNone/>
              <a:defRPr sz="3000" b="1"/>
            </a:lvl3pPr>
            <a:lvl4pPr marL="2233562" indent="0">
              <a:buNone/>
              <a:defRPr sz="2500" b="1"/>
            </a:lvl4pPr>
            <a:lvl5pPr marL="2978082" indent="0">
              <a:buNone/>
              <a:defRPr sz="2500" b="1"/>
            </a:lvl5pPr>
            <a:lvl6pPr marL="3722602" indent="0">
              <a:buNone/>
              <a:defRPr sz="2500" b="1"/>
            </a:lvl6pPr>
            <a:lvl7pPr marL="4467122" indent="0">
              <a:buNone/>
              <a:defRPr sz="2500" b="1"/>
            </a:lvl7pPr>
            <a:lvl8pPr marL="5211642" indent="0">
              <a:buNone/>
              <a:defRPr sz="2500" b="1"/>
            </a:lvl8pPr>
            <a:lvl9pPr marL="5956164" indent="0">
              <a:buNone/>
              <a:defRPr sz="25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22" y="4784726"/>
            <a:ext cx="9453759" cy="8692833"/>
          </a:xfrm>
        </p:spPr>
        <p:txBody>
          <a:bodyPr/>
          <a:lstStyle>
            <a:lvl1pPr>
              <a:defRPr sz="4000"/>
            </a:lvl1pPr>
            <a:lvl2pPr>
              <a:defRPr sz="33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69041" y="3377250"/>
            <a:ext cx="9457475" cy="1407476"/>
          </a:xfrm>
        </p:spPr>
        <p:txBody>
          <a:bodyPr anchor="b"/>
          <a:lstStyle>
            <a:lvl1pPr marL="0" indent="0">
              <a:buNone/>
              <a:defRPr sz="4000" b="1"/>
            </a:lvl1pPr>
            <a:lvl2pPr marL="744520" indent="0">
              <a:buNone/>
              <a:defRPr sz="3300" b="1"/>
            </a:lvl2pPr>
            <a:lvl3pPr marL="1489040" indent="0">
              <a:buNone/>
              <a:defRPr sz="3000" b="1"/>
            </a:lvl3pPr>
            <a:lvl4pPr marL="2233562" indent="0">
              <a:buNone/>
              <a:defRPr sz="2500" b="1"/>
            </a:lvl4pPr>
            <a:lvl5pPr marL="2978082" indent="0">
              <a:buNone/>
              <a:defRPr sz="2500" b="1"/>
            </a:lvl5pPr>
            <a:lvl6pPr marL="3722602" indent="0">
              <a:buNone/>
              <a:defRPr sz="2500" b="1"/>
            </a:lvl6pPr>
            <a:lvl7pPr marL="4467122" indent="0">
              <a:buNone/>
              <a:defRPr sz="2500" b="1"/>
            </a:lvl7pPr>
            <a:lvl8pPr marL="5211642" indent="0">
              <a:buNone/>
              <a:defRPr sz="2500" b="1"/>
            </a:lvl8pPr>
            <a:lvl9pPr marL="5956164" indent="0">
              <a:buNone/>
              <a:defRPr sz="25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69041" y="4784726"/>
            <a:ext cx="9457475" cy="8692833"/>
          </a:xfrm>
        </p:spPr>
        <p:txBody>
          <a:bodyPr/>
          <a:lstStyle>
            <a:lvl1pPr>
              <a:defRPr sz="4000"/>
            </a:lvl1pPr>
            <a:lvl2pPr>
              <a:defRPr sz="33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9823" y="600711"/>
            <a:ext cx="7039244" cy="2556510"/>
          </a:xfrm>
        </p:spPr>
        <p:txBody>
          <a:bodyPr anchor="b"/>
          <a:lstStyle>
            <a:lvl1pPr algn="l">
              <a:defRPr sz="3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5371" y="600717"/>
            <a:ext cx="11961138" cy="12876850"/>
          </a:xfrm>
        </p:spPr>
        <p:txBody>
          <a:bodyPr/>
          <a:lstStyle>
            <a:lvl1pPr>
              <a:defRPr sz="5200"/>
            </a:lvl1pPr>
            <a:lvl2pPr>
              <a:defRPr sz="4500"/>
            </a:lvl2pPr>
            <a:lvl3pPr>
              <a:defRPr sz="4000"/>
            </a:lvl3pPr>
            <a:lvl4pPr>
              <a:defRPr sz="3300"/>
            </a:lvl4pPr>
            <a:lvl5pPr>
              <a:defRPr sz="3300"/>
            </a:lvl5pPr>
            <a:lvl6pPr>
              <a:defRPr sz="3300"/>
            </a:lvl6pPr>
            <a:lvl7pPr>
              <a:defRPr sz="3300"/>
            </a:lvl7pPr>
            <a:lvl8pPr>
              <a:defRPr sz="3300"/>
            </a:lvl8pPr>
            <a:lvl9pPr>
              <a:defRPr sz="3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9823" y="3157224"/>
            <a:ext cx="7039244" cy="10320338"/>
          </a:xfrm>
        </p:spPr>
        <p:txBody>
          <a:bodyPr/>
          <a:lstStyle>
            <a:lvl1pPr marL="0" indent="0">
              <a:buNone/>
              <a:defRPr sz="2300"/>
            </a:lvl1pPr>
            <a:lvl2pPr marL="744520" indent="0">
              <a:buNone/>
              <a:defRPr sz="2000"/>
            </a:lvl2pPr>
            <a:lvl3pPr marL="1489040" indent="0">
              <a:buNone/>
              <a:defRPr sz="1700"/>
            </a:lvl3pPr>
            <a:lvl4pPr marL="2233562" indent="0">
              <a:buNone/>
              <a:defRPr sz="1400"/>
            </a:lvl4pPr>
            <a:lvl5pPr marL="2978082" indent="0">
              <a:buNone/>
              <a:defRPr sz="1400"/>
            </a:lvl5pPr>
            <a:lvl6pPr marL="3722602" indent="0">
              <a:buNone/>
              <a:defRPr sz="1400"/>
            </a:lvl6pPr>
            <a:lvl7pPr marL="4467122" indent="0">
              <a:buNone/>
              <a:defRPr sz="1400"/>
            </a:lvl7pPr>
            <a:lvl8pPr marL="5211642" indent="0">
              <a:buNone/>
              <a:defRPr sz="1400"/>
            </a:lvl8pPr>
            <a:lvl9pPr marL="5956164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93829" y="10561320"/>
            <a:ext cx="12837795" cy="1246825"/>
          </a:xfrm>
        </p:spPr>
        <p:txBody>
          <a:bodyPr anchor="b"/>
          <a:lstStyle>
            <a:lvl1pPr algn="l">
              <a:defRPr sz="3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193829" y="1348106"/>
            <a:ext cx="12837795" cy="9052560"/>
          </a:xfrm>
        </p:spPr>
        <p:txBody>
          <a:bodyPr/>
          <a:lstStyle>
            <a:lvl1pPr marL="0" indent="0">
              <a:buNone/>
              <a:defRPr sz="5200"/>
            </a:lvl1pPr>
            <a:lvl2pPr marL="744520" indent="0">
              <a:buNone/>
              <a:defRPr sz="4500"/>
            </a:lvl2pPr>
            <a:lvl3pPr marL="1489040" indent="0">
              <a:buNone/>
              <a:defRPr sz="4000"/>
            </a:lvl3pPr>
            <a:lvl4pPr marL="2233562" indent="0">
              <a:buNone/>
              <a:defRPr sz="3300"/>
            </a:lvl4pPr>
            <a:lvl5pPr marL="2978082" indent="0">
              <a:buNone/>
              <a:defRPr sz="3300"/>
            </a:lvl5pPr>
            <a:lvl6pPr marL="3722602" indent="0">
              <a:buNone/>
              <a:defRPr sz="3300"/>
            </a:lvl6pPr>
            <a:lvl7pPr marL="4467122" indent="0">
              <a:buNone/>
              <a:defRPr sz="3300"/>
            </a:lvl7pPr>
            <a:lvl8pPr marL="5211642" indent="0">
              <a:buNone/>
              <a:defRPr sz="3300"/>
            </a:lvl8pPr>
            <a:lvl9pPr marL="5956164" indent="0">
              <a:buNone/>
              <a:defRPr sz="3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193829" y="11808145"/>
            <a:ext cx="12837795" cy="1770696"/>
          </a:xfrm>
        </p:spPr>
        <p:txBody>
          <a:bodyPr/>
          <a:lstStyle>
            <a:lvl1pPr marL="0" indent="0">
              <a:buNone/>
              <a:defRPr sz="2300"/>
            </a:lvl1pPr>
            <a:lvl2pPr marL="744520" indent="0">
              <a:buNone/>
              <a:defRPr sz="2000"/>
            </a:lvl2pPr>
            <a:lvl3pPr marL="1489040" indent="0">
              <a:buNone/>
              <a:defRPr sz="1700"/>
            </a:lvl3pPr>
            <a:lvl4pPr marL="2233562" indent="0">
              <a:buNone/>
              <a:defRPr sz="1400"/>
            </a:lvl4pPr>
            <a:lvl5pPr marL="2978082" indent="0">
              <a:buNone/>
              <a:defRPr sz="1400"/>
            </a:lvl5pPr>
            <a:lvl6pPr marL="3722602" indent="0">
              <a:buNone/>
              <a:defRPr sz="1400"/>
            </a:lvl6pPr>
            <a:lvl7pPr marL="4467122" indent="0">
              <a:buNone/>
              <a:defRPr sz="1400"/>
            </a:lvl7pPr>
            <a:lvl8pPr marL="5211642" indent="0">
              <a:buNone/>
              <a:defRPr sz="1400"/>
            </a:lvl8pPr>
            <a:lvl9pPr marL="5956164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805030" y="604210"/>
            <a:ext cx="5215356" cy="12873356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8974" y="604210"/>
            <a:ext cx="15289459" cy="12873356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16" y="604203"/>
            <a:ext cx="19256693" cy="2514600"/>
          </a:xfrm>
          <a:prstGeom prst="rect">
            <a:avLst/>
          </a:prstGeom>
        </p:spPr>
        <p:txBody>
          <a:bodyPr vert="horz" lIns="148903" tIns="74452" rIns="148903" bIns="74452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16" y="3520444"/>
            <a:ext cx="19256693" cy="9957118"/>
          </a:xfrm>
          <a:prstGeom prst="rect">
            <a:avLst/>
          </a:prstGeom>
        </p:spPr>
        <p:txBody>
          <a:bodyPr vert="horz" lIns="148903" tIns="74452" rIns="148903" bIns="74452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9816" y="13983977"/>
            <a:ext cx="4992476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l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310411" y="13983977"/>
            <a:ext cx="6775503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ctr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334033" y="13983977"/>
            <a:ext cx="4992476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r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489040" rtl="0" eaLnBrk="1" latinLnBrk="0" hangingPunct="1">
        <a:spcBef>
          <a:spcPct val="0"/>
        </a:spcBef>
        <a:buNone/>
        <a:defRPr sz="7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58390" indent="-558390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5200" kern="1200">
          <a:solidFill>
            <a:schemeClr val="tx1"/>
          </a:solidFill>
          <a:latin typeface="+mn-lt"/>
          <a:ea typeface="+mn-ea"/>
          <a:cs typeface="+mn-cs"/>
        </a:defRPr>
      </a:lvl1pPr>
      <a:lvl2pPr marL="1209845" indent="-465325" algn="l" defTabSz="1489040" rtl="0" eaLnBrk="1" latinLnBrk="0" hangingPunct="1">
        <a:spcBef>
          <a:spcPct val="20000"/>
        </a:spcBef>
        <a:buFont typeface="Arial" panose="020B0604020202020204" pitchFamily="34" charset="0"/>
        <a:buChar char="–"/>
        <a:defRPr sz="4500" kern="1200">
          <a:solidFill>
            <a:schemeClr val="tx1"/>
          </a:solidFill>
          <a:latin typeface="+mn-lt"/>
          <a:ea typeface="+mn-ea"/>
          <a:cs typeface="+mn-cs"/>
        </a:defRPr>
      </a:lvl2pPr>
      <a:lvl3pPr marL="186130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260582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–"/>
        <a:defRPr sz="3300" kern="1200">
          <a:solidFill>
            <a:schemeClr val="tx1"/>
          </a:solidFill>
          <a:latin typeface="+mn-lt"/>
          <a:ea typeface="+mn-ea"/>
          <a:cs typeface="+mn-cs"/>
        </a:defRPr>
      </a:lvl4pPr>
      <a:lvl5pPr marL="335034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»"/>
        <a:defRPr sz="3300" kern="1200">
          <a:solidFill>
            <a:schemeClr val="tx1"/>
          </a:solidFill>
          <a:latin typeface="+mn-lt"/>
          <a:ea typeface="+mn-ea"/>
          <a:cs typeface="+mn-cs"/>
        </a:defRPr>
      </a:lvl5pPr>
      <a:lvl6pPr marL="409486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6pPr>
      <a:lvl7pPr marL="483938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7pPr>
      <a:lvl8pPr marL="558390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8pPr>
      <a:lvl9pPr marL="632842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74452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48904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23356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4pPr>
      <a:lvl5pPr marL="297808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5pPr>
      <a:lvl6pPr marL="372260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6pPr>
      <a:lvl7pPr marL="446712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7pPr>
      <a:lvl8pPr marL="521164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8pPr>
      <a:lvl9pPr marL="5956164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834323" y="4069080"/>
            <a:ext cx="15727680" cy="6949440"/>
            <a:chOff x="2834323" y="4069080"/>
            <a:chExt cx="15727680" cy="6949440"/>
          </a:xfrm>
        </p:grpSpPr>
        <p:sp>
          <p:nvSpPr>
            <p:cNvPr id="3" name="rc3"/>
            <p:cNvSpPr/>
            <p:nvPr/>
          </p:nvSpPr>
          <p:spPr>
            <a:xfrm>
              <a:off x="2834322" y="4069080"/>
              <a:ext cx="15727679" cy="69494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834322" y="4069080"/>
              <a:ext cx="15727679" cy="69494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0423793" y="4138669"/>
              <a:ext cx="0" cy="681026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453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18492413" y="4138669"/>
              <a:ext cx="0" cy="681026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453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4375368" y="4811989"/>
              <a:ext cx="5973775" cy="564402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381514" y="4811989"/>
              <a:ext cx="0" cy="5644026"/>
            </a:xfrm>
            <a:custGeom>
              <a:avLst/>
              <a:pathLst>
                <a:path w="0" h="5644026">
                  <a:moveTo>
                    <a:pt x="0" y="56440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922663" y="4811989"/>
              <a:ext cx="0" cy="5644026"/>
            </a:xfrm>
            <a:custGeom>
              <a:avLst/>
              <a:pathLst>
                <a:path w="0" h="5644026">
                  <a:moveTo>
                    <a:pt x="0" y="56440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463812" y="4811989"/>
              <a:ext cx="0" cy="5644026"/>
            </a:xfrm>
            <a:custGeom>
              <a:avLst/>
              <a:pathLst>
                <a:path w="0" h="5644026">
                  <a:moveTo>
                    <a:pt x="0" y="56440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004960" y="4811989"/>
              <a:ext cx="0" cy="5644026"/>
            </a:xfrm>
            <a:custGeom>
              <a:avLst/>
              <a:pathLst>
                <a:path w="0" h="5644026">
                  <a:moveTo>
                    <a:pt x="0" y="56440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2663" y="4811989"/>
              <a:ext cx="0" cy="5644026"/>
            </a:xfrm>
            <a:custGeom>
              <a:avLst/>
              <a:pathLst>
                <a:path w="0" h="5644026">
                  <a:moveTo>
                    <a:pt x="0" y="56440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0325" cap="flat">
              <a:solidFill>
                <a:srgbClr val="5A5A5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6007236" y="4811989"/>
              <a:ext cx="2019244" cy="1048889"/>
            </a:xfrm>
            <a:custGeom>
              <a:avLst/>
              <a:pathLst>
                <a:path w="2019244" h="1048889">
                  <a:moveTo>
                    <a:pt x="0" y="1043975"/>
                  </a:moveTo>
                  <a:lnTo>
                    <a:pt x="10627" y="1043066"/>
                  </a:lnTo>
                  <a:lnTo>
                    <a:pt x="21255" y="1042122"/>
                  </a:lnTo>
                  <a:lnTo>
                    <a:pt x="31882" y="1041171"/>
                  </a:lnTo>
                  <a:lnTo>
                    <a:pt x="42510" y="1040246"/>
                  </a:lnTo>
                  <a:lnTo>
                    <a:pt x="53138" y="1039377"/>
                  </a:lnTo>
                  <a:lnTo>
                    <a:pt x="63765" y="1038591"/>
                  </a:lnTo>
                  <a:lnTo>
                    <a:pt x="74393" y="1037908"/>
                  </a:lnTo>
                  <a:lnTo>
                    <a:pt x="85020" y="1037336"/>
                  </a:lnTo>
                  <a:lnTo>
                    <a:pt x="95648" y="1036872"/>
                  </a:lnTo>
                  <a:lnTo>
                    <a:pt x="106276" y="1036495"/>
                  </a:lnTo>
                  <a:lnTo>
                    <a:pt x="116903" y="1036169"/>
                  </a:lnTo>
                  <a:lnTo>
                    <a:pt x="127531" y="1035833"/>
                  </a:lnTo>
                  <a:lnTo>
                    <a:pt x="138158" y="1035424"/>
                  </a:lnTo>
                  <a:lnTo>
                    <a:pt x="148786" y="1034878"/>
                  </a:lnTo>
                  <a:lnTo>
                    <a:pt x="159414" y="1034131"/>
                  </a:lnTo>
                  <a:lnTo>
                    <a:pt x="170041" y="1033128"/>
                  </a:lnTo>
                  <a:lnTo>
                    <a:pt x="180669" y="1031827"/>
                  </a:lnTo>
                  <a:lnTo>
                    <a:pt x="191296" y="1030199"/>
                  </a:lnTo>
                  <a:lnTo>
                    <a:pt x="201924" y="1028238"/>
                  </a:lnTo>
                  <a:lnTo>
                    <a:pt x="212552" y="1025955"/>
                  </a:lnTo>
                  <a:lnTo>
                    <a:pt x="223179" y="1023380"/>
                  </a:lnTo>
                  <a:lnTo>
                    <a:pt x="233807" y="1020555"/>
                  </a:lnTo>
                  <a:lnTo>
                    <a:pt x="244434" y="1017531"/>
                  </a:lnTo>
                  <a:lnTo>
                    <a:pt x="255062" y="1014390"/>
                  </a:lnTo>
                  <a:lnTo>
                    <a:pt x="265690" y="1011186"/>
                  </a:lnTo>
                  <a:lnTo>
                    <a:pt x="276317" y="1007965"/>
                  </a:lnTo>
                  <a:lnTo>
                    <a:pt x="286945" y="1004753"/>
                  </a:lnTo>
                  <a:lnTo>
                    <a:pt x="297572" y="1001561"/>
                  </a:lnTo>
                  <a:lnTo>
                    <a:pt x="308200" y="998377"/>
                  </a:lnTo>
                  <a:lnTo>
                    <a:pt x="318828" y="995173"/>
                  </a:lnTo>
                  <a:lnTo>
                    <a:pt x="329455" y="991901"/>
                  </a:lnTo>
                  <a:lnTo>
                    <a:pt x="340083" y="988501"/>
                  </a:lnTo>
                  <a:lnTo>
                    <a:pt x="350710" y="984908"/>
                  </a:lnTo>
                  <a:lnTo>
                    <a:pt x="361338" y="981034"/>
                  </a:lnTo>
                  <a:lnTo>
                    <a:pt x="371966" y="976800"/>
                  </a:lnTo>
                  <a:lnTo>
                    <a:pt x="382593" y="972164"/>
                  </a:lnTo>
                  <a:lnTo>
                    <a:pt x="393221" y="967082"/>
                  </a:lnTo>
                  <a:lnTo>
                    <a:pt x="403848" y="961523"/>
                  </a:lnTo>
                  <a:lnTo>
                    <a:pt x="414476" y="955464"/>
                  </a:lnTo>
                  <a:lnTo>
                    <a:pt x="425104" y="948896"/>
                  </a:lnTo>
                  <a:lnTo>
                    <a:pt x="435731" y="941812"/>
                  </a:lnTo>
                  <a:lnTo>
                    <a:pt x="446359" y="934206"/>
                  </a:lnTo>
                  <a:lnTo>
                    <a:pt x="456986" y="926071"/>
                  </a:lnTo>
                  <a:lnTo>
                    <a:pt x="467614" y="917390"/>
                  </a:lnTo>
                  <a:lnTo>
                    <a:pt x="478242" y="908134"/>
                  </a:lnTo>
                  <a:lnTo>
                    <a:pt x="488869" y="898214"/>
                  </a:lnTo>
                  <a:lnTo>
                    <a:pt x="499497" y="887594"/>
                  </a:lnTo>
                  <a:lnTo>
                    <a:pt x="510124" y="876235"/>
                  </a:lnTo>
                  <a:lnTo>
                    <a:pt x="520752" y="864076"/>
                  </a:lnTo>
                  <a:lnTo>
                    <a:pt x="531380" y="851070"/>
                  </a:lnTo>
                  <a:lnTo>
                    <a:pt x="542007" y="837177"/>
                  </a:lnTo>
                  <a:lnTo>
                    <a:pt x="552635" y="822378"/>
                  </a:lnTo>
                  <a:lnTo>
                    <a:pt x="563262" y="806670"/>
                  </a:lnTo>
                  <a:lnTo>
                    <a:pt x="573890" y="790071"/>
                  </a:lnTo>
                  <a:lnTo>
                    <a:pt x="584518" y="772612"/>
                  </a:lnTo>
                  <a:lnTo>
                    <a:pt x="595145" y="754340"/>
                  </a:lnTo>
                  <a:lnTo>
                    <a:pt x="605773" y="735314"/>
                  </a:lnTo>
                  <a:lnTo>
                    <a:pt x="616400" y="715541"/>
                  </a:lnTo>
                  <a:lnTo>
                    <a:pt x="627028" y="695171"/>
                  </a:lnTo>
                  <a:lnTo>
                    <a:pt x="637656" y="674292"/>
                  </a:lnTo>
                  <a:lnTo>
                    <a:pt x="648283" y="653000"/>
                  </a:lnTo>
                  <a:lnTo>
                    <a:pt x="658911" y="631397"/>
                  </a:lnTo>
                  <a:lnTo>
                    <a:pt x="669538" y="609596"/>
                  </a:lnTo>
                  <a:lnTo>
                    <a:pt x="680166" y="587713"/>
                  </a:lnTo>
                  <a:lnTo>
                    <a:pt x="690794" y="565866"/>
                  </a:lnTo>
                  <a:lnTo>
                    <a:pt x="701421" y="544167"/>
                  </a:lnTo>
                  <a:lnTo>
                    <a:pt x="712049" y="522722"/>
                  </a:lnTo>
                  <a:lnTo>
                    <a:pt x="722677" y="501615"/>
                  </a:lnTo>
                  <a:lnTo>
                    <a:pt x="733304" y="480919"/>
                  </a:lnTo>
                  <a:lnTo>
                    <a:pt x="743932" y="460694"/>
                  </a:lnTo>
                  <a:lnTo>
                    <a:pt x="754559" y="440898"/>
                  </a:lnTo>
                  <a:lnTo>
                    <a:pt x="765187" y="421489"/>
                  </a:lnTo>
                  <a:lnTo>
                    <a:pt x="775815" y="402393"/>
                  </a:lnTo>
                  <a:lnTo>
                    <a:pt x="786442" y="383513"/>
                  </a:lnTo>
                  <a:lnTo>
                    <a:pt x="797070" y="364730"/>
                  </a:lnTo>
                  <a:lnTo>
                    <a:pt x="807697" y="345920"/>
                  </a:lnTo>
                  <a:lnTo>
                    <a:pt x="818325" y="326957"/>
                  </a:lnTo>
                  <a:lnTo>
                    <a:pt x="828953" y="307730"/>
                  </a:lnTo>
                  <a:lnTo>
                    <a:pt x="839580" y="288157"/>
                  </a:lnTo>
                  <a:lnTo>
                    <a:pt x="850208" y="268195"/>
                  </a:lnTo>
                  <a:lnTo>
                    <a:pt x="860835" y="247842"/>
                  </a:lnTo>
                  <a:lnTo>
                    <a:pt x="871463" y="227197"/>
                  </a:lnTo>
                  <a:lnTo>
                    <a:pt x="882091" y="206444"/>
                  </a:lnTo>
                  <a:lnTo>
                    <a:pt x="892718" y="185804"/>
                  </a:lnTo>
                  <a:lnTo>
                    <a:pt x="903346" y="165543"/>
                  </a:lnTo>
                  <a:lnTo>
                    <a:pt x="913973" y="145950"/>
                  </a:lnTo>
                  <a:lnTo>
                    <a:pt x="924601" y="127310"/>
                  </a:lnTo>
                  <a:lnTo>
                    <a:pt x="935229" y="109879"/>
                  </a:lnTo>
                  <a:lnTo>
                    <a:pt x="945856" y="93860"/>
                  </a:lnTo>
                  <a:lnTo>
                    <a:pt x="956484" y="79380"/>
                  </a:lnTo>
                  <a:lnTo>
                    <a:pt x="967111" y="66485"/>
                  </a:lnTo>
                  <a:lnTo>
                    <a:pt x="977739" y="55131"/>
                  </a:lnTo>
                  <a:lnTo>
                    <a:pt x="988367" y="45297"/>
                  </a:lnTo>
                  <a:lnTo>
                    <a:pt x="998994" y="36720"/>
                  </a:lnTo>
                  <a:lnTo>
                    <a:pt x="1009622" y="29178"/>
                  </a:lnTo>
                  <a:lnTo>
                    <a:pt x="1020249" y="22513"/>
                  </a:lnTo>
                  <a:lnTo>
                    <a:pt x="1030877" y="16620"/>
                  </a:lnTo>
                  <a:lnTo>
                    <a:pt x="1041505" y="11462"/>
                  </a:lnTo>
                  <a:lnTo>
                    <a:pt x="1052132" y="7080"/>
                  </a:lnTo>
                  <a:lnTo>
                    <a:pt x="1062760" y="3587"/>
                  </a:lnTo>
                  <a:lnTo>
                    <a:pt x="1073387" y="1158"/>
                  </a:lnTo>
                  <a:lnTo>
                    <a:pt x="1084015" y="0"/>
                  </a:lnTo>
                  <a:lnTo>
                    <a:pt x="1094643" y="331"/>
                  </a:lnTo>
                  <a:lnTo>
                    <a:pt x="1105270" y="2351"/>
                  </a:lnTo>
                  <a:lnTo>
                    <a:pt x="1115898" y="6405"/>
                  </a:lnTo>
                  <a:lnTo>
                    <a:pt x="1126525" y="12385"/>
                  </a:lnTo>
                  <a:lnTo>
                    <a:pt x="1137153" y="20273"/>
                  </a:lnTo>
                  <a:lnTo>
                    <a:pt x="1147781" y="29987"/>
                  </a:lnTo>
                  <a:lnTo>
                    <a:pt x="1158408" y="41395"/>
                  </a:lnTo>
                  <a:lnTo>
                    <a:pt x="1169036" y="54329"/>
                  </a:lnTo>
                  <a:lnTo>
                    <a:pt x="1179663" y="68606"/>
                  </a:lnTo>
                  <a:lnTo>
                    <a:pt x="1190291" y="84044"/>
                  </a:lnTo>
                  <a:lnTo>
                    <a:pt x="1200919" y="100471"/>
                  </a:lnTo>
                  <a:lnTo>
                    <a:pt x="1211546" y="117736"/>
                  </a:lnTo>
                  <a:lnTo>
                    <a:pt x="1222174" y="135706"/>
                  </a:lnTo>
                  <a:lnTo>
                    <a:pt x="1232801" y="154285"/>
                  </a:lnTo>
                  <a:lnTo>
                    <a:pt x="1243429" y="173403"/>
                  </a:lnTo>
                  <a:lnTo>
                    <a:pt x="1254057" y="192960"/>
                  </a:lnTo>
                  <a:lnTo>
                    <a:pt x="1264684" y="212930"/>
                  </a:lnTo>
                  <a:lnTo>
                    <a:pt x="1275312" y="233319"/>
                  </a:lnTo>
                  <a:lnTo>
                    <a:pt x="1285939" y="254165"/>
                  </a:lnTo>
                  <a:lnTo>
                    <a:pt x="1296567" y="275536"/>
                  </a:lnTo>
                  <a:lnTo>
                    <a:pt x="1307195" y="297519"/>
                  </a:lnTo>
                  <a:lnTo>
                    <a:pt x="1317822" y="320211"/>
                  </a:lnTo>
                  <a:lnTo>
                    <a:pt x="1328450" y="343700"/>
                  </a:lnTo>
                  <a:lnTo>
                    <a:pt x="1339077" y="368047"/>
                  </a:lnTo>
                  <a:lnTo>
                    <a:pt x="1349705" y="393268"/>
                  </a:lnTo>
                  <a:lnTo>
                    <a:pt x="1360333" y="419356"/>
                  </a:lnTo>
                  <a:lnTo>
                    <a:pt x="1370960" y="446167"/>
                  </a:lnTo>
                  <a:lnTo>
                    <a:pt x="1381588" y="473458"/>
                  </a:lnTo>
                  <a:lnTo>
                    <a:pt x="1392215" y="500976"/>
                  </a:lnTo>
                  <a:lnTo>
                    <a:pt x="1402843" y="528438"/>
                  </a:lnTo>
                  <a:lnTo>
                    <a:pt x="1413471" y="555543"/>
                  </a:lnTo>
                  <a:lnTo>
                    <a:pt x="1424098" y="582004"/>
                  </a:lnTo>
                  <a:lnTo>
                    <a:pt x="1434726" y="607565"/>
                  </a:lnTo>
                  <a:lnTo>
                    <a:pt x="1445354" y="632015"/>
                  </a:lnTo>
                  <a:lnTo>
                    <a:pt x="1455981" y="655206"/>
                  </a:lnTo>
                  <a:lnTo>
                    <a:pt x="1466609" y="677055"/>
                  </a:lnTo>
                  <a:lnTo>
                    <a:pt x="1477236" y="697543"/>
                  </a:lnTo>
                  <a:lnTo>
                    <a:pt x="1487864" y="716615"/>
                  </a:lnTo>
                  <a:lnTo>
                    <a:pt x="1498492" y="734441"/>
                  </a:lnTo>
                  <a:lnTo>
                    <a:pt x="1509119" y="751172"/>
                  </a:lnTo>
                  <a:lnTo>
                    <a:pt x="1519747" y="766931"/>
                  </a:lnTo>
                  <a:lnTo>
                    <a:pt x="1530374" y="781839"/>
                  </a:lnTo>
                  <a:lnTo>
                    <a:pt x="1541002" y="796008"/>
                  </a:lnTo>
                  <a:lnTo>
                    <a:pt x="1551630" y="809534"/>
                  </a:lnTo>
                  <a:lnTo>
                    <a:pt x="1562257" y="822504"/>
                  </a:lnTo>
                  <a:lnTo>
                    <a:pt x="1572885" y="834993"/>
                  </a:lnTo>
                  <a:lnTo>
                    <a:pt x="1583512" y="847070"/>
                  </a:lnTo>
                  <a:lnTo>
                    <a:pt x="1594140" y="858796"/>
                  </a:lnTo>
                  <a:lnTo>
                    <a:pt x="1604768" y="870227"/>
                  </a:lnTo>
                  <a:lnTo>
                    <a:pt x="1615395" y="881389"/>
                  </a:lnTo>
                  <a:lnTo>
                    <a:pt x="1626023" y="892336"/>
                  </a:lnTo>
                  <a:lnTo>
                    <a:pt x="1636650" y="903069"/>
                  </a:lnTo>
                  <a:lnTo>
                    <a:pt x="1647278" y="913564"/>
                  </a:lnTo>
                  <a:lnTo>
                    <a:pt x="1657906" y="923773"/>
                  </a:lnTo>
                  <a:lnTo>
                    <a:pt x="1668533" y="933625"/>
                  </a:lnTo>
                  <a:lnTo>
                    <a:pt x="1679161" y="943038"/>
                  </a:lnTo>
                  <a:lnTo>
                    <a:pt x="1689788" y="951929"/>
                  </a:lnTo>
                  <a:lnTo>
                    <a:pt x="1700416" y="960223"/>
                  </a:lnTo>
                  <a:lnTo>
                    <a:pt x="1711044" y="967864"/>
                  </a:lnTo>
                  <a:lnTo>
                    <a:pt x="1721671" y="974825"/>
                  </a:lnTo>
                  <a:lnTo>
                    <a:pt x="1732299" y="981096"/>
                  </a:lnTo>
                  <a:lnTo>
                    <a:pt x="1742926" y="986695"/>
                  </a:lnTo>
                  <a:lnTo>
                    <a:pt x="1753554" y="991750"/>
                  </a:lnTo>
                  <a:lnTo>
                    <a:pt x="1764182" y="996351"/>
                  </a:lnTo>
                  <a:lnTo>
                    <a:pt x="1774809" y="1000593"/>
                  </a:lnTo>
                  <a:lnTo>
                    <a:pt x="1785437" y="1004567"/>
                  </a:lnTo>
                  <a:lnTo>
                    <a:pt x="1796064" y="1008350"/>
                  </a:lnTo>
                  <a:lnTo>
                    <a:pt x="1806692" y="1011995"/>
                  </a:lnTo>
                  <a:lnTo>
                    <a:pt x="1817320" y="1015534"/>
                  </a:lnTo>
                  <a:lnTo>
                    <a:pt x="1827947" y="1018972"/>
                  </a:lnTo>
                  <a:lnTo>
                    <a:pt x="1838575" y="1022293"/>
                  </a:lnTo>
                  <a:lnTo>
                    <a:pt x="1849202" y="1025463"/>
                  </a:lnTo>
                  <a:lnTo>
                    <a:pt x="1859830" y="1028427"/>
                  </a:lnTo>
                  <a:lnTo>
                    <a:pt x="1870458" y="1031133"/>
                  </a:lnTo>
                  <a:lnTo>
                    <a:pt x="1881085" y="1033556"/>
                  </a:lnTo>
                  <a:lnTo>
                    <a:pt x="1891713" y="1035676"/>
                  </a:lnTo>
                  <a:lnTo>
                    <a:pt x="1902340" y="1037486"/>
                  </a:lnTo>
                  <a:lnTo>
                    <a:pt x="1912968" y="1038994"/>
                  </a:lnTo>
                  <a:lnTo>
                    <a:pt x="1923596" y="1040224"/>
                  </a:lnTo>
                  <a:lnTo>
                    <a:pt x="1934223" y="1041208"/>
                  </a:lnTo>
                  <a:lnTo>
                    <a:pt x="1944851" y="1041985"/>
                  </a:lnTo>
                  <a:lnTo>
                    <a:pt x="1955478" y="1042594"/>
                  </a:lnTo>
                  <a:lnTo>
                    <a:pt x="1966106" y="1043073"/>
                  </a:lnTo>
                  <a:lnTo>
                    <a:pt x="1976734" y="1043458"/>
                  </a:lnTo>
                  <a:lnTo>
                    <a:pt x="1987361" y="1043772"/>
                  </a:lnTo>
                  <a:lnTo>
                    <a:pt x="1997989" y="1044045"/>
                  </a:lnTo>
                  <a:lnTo>
                    <a:pt x="2008616" y="1044291"/>
                  </a:lnTo>
                  <a:lnTo>
                    <a:pt x="2019244" y="1044520"/>
                  </a:lnTo>
                  <a:lnTo>
                    <a:pt x="2019244" y="1048889"/>
                  </a:lnTo>
                  <a:lnTo>
                    <a:pt x="2008616" y="1048889"/>
                  </a:lnTo>
                  <a:lnTo>
                    <a:pt x="1997989" y="1048889"/>
                  </a:lnTo>
                  <a:lnTo>
                    <a:pt x="1987361" y="1048889"/>
                  </a:lnTo>
                  <a:lnTo>
                    <a:pt x="1976734" y="1048889"/>
                  </a:lnTo>
                  <a:lnTo>
                    <a:pt x="1966106" y="1048889"/>
                  </a:lnTo>
                  <a:lnTo>
                    <a:pt x="1955478" y="1048889"/>
                  </a:lnTo>
                  <a:lnTo>
                    <a:pt x="1944851" y="1048889"/>
                  </a:lnTo>
                  <a:lnTo>
                    <a:pt x="1934223" y="1048889"/>
                  </a:lnTo>
                  <a:lnTo>
                    <a:pt x="1923596" y="1048889"/>
                  </a:lnTo>
                  <a:lnTo>
                    <a:pt x="1912968" y="1048889"/>
                  </a:lnTo>
                  <a:lnTo>
                    <a:pt x="1902340" y="1048889"/>
                  </a:lnTo>
                  <a:lnTo>
                    <a:pt x="1891713" y="1048889"/>
                  </a:lnTo>
                  <a:lnTo>
                    <a:pt x="1881085" y="1048889"/>
                  </a:lnTo>
                  <a:lnTo>
                    <a:pt x="1870458" y="1048889"/>
                  </a:lnTo>
                  <a:lnTo>
                    <a:pt x="1859830" y="1048889"/>
                  </a:lnTo>
                  <a:lnTo>
                    <a:pt x="1849202" y="1048889"/>
                  </a:lnTo>
                  <a:lnTo>
                    <a:pt x="1838575" y="1048889"/>
                  </a:lnTo>
                  <a:lnTo>
                    <a:pt x="1827947" y="1048889"/>
                  </a:lnTo>
                  <a:lnTo>
                    <a:pt x="1817320" y="1048889"/>
                  </a:lnTo>
                  <a:lnTo>
                    <a:pt x="1806692" y="1048889"/>
                  </a:lnTo>
                  <a:lnTo>
                    <a:pt x="1796064" y="1048889"/>
                  </a:lnTo>
                  <a:lnTo>
                    <a:pt x="1785437" y="1048889"/>
                  </a:lnTo>
                  <a:lnTo>
                    <a:pt x="1774809" y="1048889"/>
                  </a:lnTo>
                  <a:lnTo>
                    <a:pt x="1764182" y="1048889"/>
                  </a:lnTo>
                  <a:lnTo>
                    <a:pt x="1753554" y="1048889"/>
                  </a:lnTo>
                  <a:lnTo>
                    <a:pt x="1742926" y="1048889"/>
                  </a:lnTo>
                  <a:lnTo>
                    <a:pt x="1732299" y="1048889"/>
                  </a:lnTo>
                  <a:lnTo>
                    <a:pt x="1721671" y="1048889"/>
                  </a:lnTo>
                  <a:lnTo>
                    <a:pt x="1711044" y="1048889"/>
                  </a:lnTo>
                  <a:lnTo>
                    <a:pt x="1700416" y="1048889"/>
                  </a:lnTo>
                  <a:lnTo>
                    <a:pt x="1689788" y="1048889"/>
                  </a:lnTo>
                  <a:lnTo>
                    <a:pt x="1679161" y="1048889"/>
                  </a:lnTo>
                  <a:lnTo>
                    <a:pt x="1668533" y="1048889"/>
                  </a:lnTo>
                  <a:lnTo>
                    <a:pt x="1657906" y="1048889"/>
                  </a:lnTo>
                  <a:lnTo>
                    <a:pt x="1647278" y="1048889"/>
                  </a:lnTo>
                  <a:lnTo>
                    <a:pt x="1636650" y="1048889"/>
                  </a:lnTo>
                  <a:lnTo>
                    <a:pt x="1626023" y="1048889"/>
                  </a:lnTo>
                  <a:lnTo>
                    <a:pt x="1615395" y="1048889"/>
                  </a:lnTo>
                  <a:lnTo>
                    <a:pt x="1604768" y="1048889"/>
                  </a:lnTo>
                  <a:lnTo>
                    <a:pt x="1594140" y="1048889"/>
                  </a:lnTo>
                  <a:lnTo>
                    <a:pt x="1583512" y="1048889"/>
                  </a:lnTo>
                  <a:lnTo>
                    <a:pt x="1572885" y="1048889"/>
                  </a:lnTo>
                  <a:lnTo>
                    <a:pt x="1562257" y="1048889"/>
                  </a:lnTo>
                  <a:lnTo>
                    <a:pt x="1551630" y="1048889"/>
                  </a:lnTo>
                  <a:lnTo>
                    <a:pt x="1541002" y="1048889"/>
                  </a:lnTo>
                  <a:lnTo>
                    <a:pt x="1530374" y="1048889"/>
                  </a:lnTo>
                  <a:lnTo>
                    <a:pt x="1519747" y="1048889"/>
                  </a:lnTo>
                  <a:lnTo>
                    <a:pt x="1509119" y="1048889"/>
                  </a:lnTo>
                  <a:lnTo>
                    <a:pt x="1498492" y="1048889"/>
                  </a:lnTo>
                  <a:lnTo>
                    <a:pt x="1487864" y="1048889"/>
                  </a:lnTo>
                  <a:lnTo>
                    <a:pt x="1477236" y="1048889"/>
                  </a:lnTo>
                  <a:lnTo>
                    <a:pt x="1466609" y="1048889"/>
                  </a:lnTo>
                  <a:lnTo>
                    <a:pt x="1455981" y="1048889"/>
                  </a:lnTo>
                  <a:lnTo>
                    <a:pt x="1445354" y="1048889"/>
                  </a:lnTo>
                  <a:lnTo>
                    <a:pt x="1434726" y="1048889"/>
                  </a:lnTo>
                  <a:lnTo>
                    <a:pt x="1424098" y="1048889"/>
                  </a:lnTo>
                  <a:lnTo>
                    <a:pt x="1413471" y="1048889"/>
                  </a:lnTo>
                  <a:lnTo>
                    <a:pt x="1402843" y="1048889"/>
                  </a:lnTo>
                  <a:lnTo>
                    <a:pt x="1392215" y="1048889"/>
                  </a:lnTo>
                  <a:lnTo>
                    <a:pt x="1381588" y="1048889"/>
                  </a:lnTo>
                  <a:lnTo>
                    <a:pt x="1370960" y="1048889"/>
                  </a:lnTo>
                  <a:lnTo>
                    <a:pt x="1360333" y="1048889"/>
                  </a:lnTo>
                  <a:lnTo>
                    <a:pt x="1349705" y="1048889"/>
                  </a:lnTo>
                  <a:lnTo>
                    <a:pt x="1339077" y="1048889"/>
                  </a:lnTo>
                  <a:lnTo>
                    <a:pt x="1328450" y="1048889"/>
                  </a:lnTo>
                  <a:lnTo>
                    <a:pt x="1317822" y="1048889"/>
                  </a:lnTo>
                  <a:lnTo>
                    <a:pt x="1307195" y="1048889"/>
                  </a:lnTo>
                  <a:lnTo>
                    <a:pt x="1296567" y="1048889"/>
                  </a:lnTo>
                  <a:lnTo>
                    <a:pt x="1285939" y="1048889"/>
                  </a:lnTo>
                  <a:lnTo>
                    <a:pt x="1275312" y="1048889"/>
                  </a:lnTo>
                  <a:lnTo>
                    <a:pt x="1264684" y="1048889"/>
                  </a:lnTo>
                  <a:lnTo>
                    <a:pt x="1254057" y="1048889"/>
                  </a:lnTo>
                  <a:lnTo>
                    <a:pt x="1243429" y="1048889"/>
                  </a:lnTo>
                  <a:lnTo>
                    <a:pt x="1232801" y="1048889"/>
                  </a:lnTo>
                  <a:lnTo>
                    <a:pt x="1222174" y="1048889"/>
                  </a:lnTo>
                  <a:lnTo>
                    <a:pt x="1211546" y="1048889"/>
                  </a:lnTo>
                  <a:lnTo>
                    <a:pt x="1200919" y="1048889"/>
                  </a:lnTo>
                  <a:lnTo>
                    <a:pt x="1190291" y="1048889"/>
                  </a:lnTo>
                  <a:lnTo>
                    <a:pt x="1179663" y="1048889"/>
                  </a:lnTo>
                  <a:lnTo>
                    <a:pt x="1169036" y="1048889"/>
                  </a:lnTo>
                  <a:lnTo>
                    <a:pt x="1158408" y="1048889"/>
                  </a:lnTo>
                  <a:lnTo>
                    <a:pt x="1147781" y="1048889"/>
                  </a:lnTo>
                  <a:lnTo>
                    <a:pt x="1137153" y="1048889"/>
                  </a:lnTo>
                  <a:lnTo>
                    <a:pt x="1126525" y="1048889"/>
                  </a:lnTo>
                  <a:lnTo>
                    <a:pt x="1115898" y="1048889"/>
                  </a:lnTo>
                  <a:lnTo>
                    <a:pt x="1105270" y="1048889"/>
                  </a:lnTo>
                  <a:lnTo>
                    <a:pt x="1094643" y="1048889"/>
                  </a:lnTo>
                  <a:lnTo>
                    <a:pt x="1084015" y="1048889"/>
                  </a:lnTo>
                  <a:lnTo>
                    <a:pt x="1073387" y="1048889"/>
                  </a:lnTo>
                  <a:lnTo>
                    <a:pt x="1062760" y="1048889"/>
                  </a:lnTo>
                  <a:lnTo>
                    <a:pt x="1052132" y="1048889"/>
                  </a:lnTo>
                  <a:lnTo>
                    <a:pt x="1041505" y="1048889"/>
                  </a:lnTo>
                  <a:lnTo>
                    <a:pt x="1030877" y="1048889"/>
                  </a:lnTo>
                  <a:lnTo>
                    <a:pt x="1020249" y="1048889"/>
                  </a:lnTo>
                  <a:lnTo>
                    <a:pt x="1009622" y="1048889"/>
                  </a:lnTo>
                  <a:lnTo>
                    <a:pt x="998994" y="1048889"/>
                  </a:lnTo>
                  <a:lnTo>
                    <a:pt x="988367" y="1048889"/>
                  </a:lnTo>
                  <a:lnTo>
                    <a:pt x="977739" y="1048889"/>
                  </a:lnTo>
                  <a:lnTo>
                    <a:pt x="967111" y="1048889"/>
                  </a:lnTo>
                  <a:lnTo>
                    <a:pt x="956484" y="1048889"/>
                  </a:lnTo>
                  <a:lnTo>
                    <a:pt x="945856" y="1048889"/>
                  </a:lnTo>
                  <a:lnTo>
                    <a:pt x="935229" y="1048889"/>
                  </a:lnTo>
                  <a:lnTo>
                    <a:pt x="924601" y="1048889"/>
                  </a:lnTo>
                  <a:lnTo>
                    <a:pt x="913973" y="1048889"/>
                  </a:lnTo>
                  <a:lnTo>
                    <a:pt x="903346" y="1048889"/>
                  </a:lnTo>
                  <a:lnTo>
                    <a:pt x="892718" y="1048889"/>
                  </a:lnTo>
                  <a:lnTo>
                    <a:pt x="882091" y="1048889"/>
                  </a:lnTo>
                  <a:lnTo>
                    <a:pt x="871463" y="1048889"/>
                  </a:lnTo>
                  <a:lnTo>
                    <a:pt x="860835" y="1048889"/>
                  </a:lnTo>
                  <a:lnTo>
                    <a:pt x="850208" y="1048889"/>
                  </a:lnTo>
                  <a:lnTo>
                    <a:pt x="839580" y="1048889"/>
                  </a:lnTo>
                  <a:lnTo>
                    <a:pt x="828953" y="1048889"/>
                  </a:lnTo>
                  <a:lnTo>
                    <a:pt x="818325" y="1048889"/>
                  </a:lnTo>
                  <a:lnTo>
                    <a:pt x="807697" y="1048889"/>
                  </a:lnTo>
                  <a:lnTo>
                    <a:pt x="797070" y="1048889"/>
                  </a:lnTo>
                  <a:lnTo>
                    <a:pt x="786442" y="1048889"/>
                  </a:lnTo>
                  <a:lnTo>
                    <a:pt x="775815" y="1048889"/>
                  </a:lnTo>
                  <a:lnTo>
                    <a:pt x="765187" y="1048889"/>
                  </a:lnTo>
                  <a:lnTo>
                    <a:pt x="754559" y="1048889"/>
                  </a:lnTo>
                  <a:lnTo>
                    <a:pt x="743932" y="1048889"/>
                  </a:lnTo>
                  <a:lnTo>
                    <a:pt x="733304" y="1048889"/>
                  </a:lnTo>
                  <a:lnTo>
                    <a:pt x="722677" y="1048889"/>
                  </a:lnTo>
                  <a:lnTo>
                    <a:pt x="712049" y="1048889"/>
                  </a:lnTo>
                  <a:lnTo>
                    <a:pt x="701421" y="1048889"/>
                  </a:lnTo>
                  <a:lnTo>
                    <a:pt x="690794" y="1048889"/>
                  </a:lnTo>
                  <a:lnTo>
                    <a:pt x="680166" y="1048889"/>
                  </a:lnTo>
                  <a:lnTo>
                    <a:pt x="669538" y="1048889"/>
                  </a:lnTo>
                  <a:lnTo>
                    <a:pt x="658911" y="1048889"/>
                  </a:lnTo>
                  <a:lnTo>
                    <a:pt x="648283" y="1048889"/>
                  </a:lnTo>
                  <a:lnTo>
                    <a:pt x="637656" y="1048889"/>
                  </a:lnTo>
                  <a:lnTo>
                    <a:pt x="627028" y="1048889"/>
                  </a:lnTo>
                  <a:lnTo>
                    <a:pt x="616400" y="1048889"/>
                  </a:lnTo>
                  <a:lnTo>
                    <a:pt x="605773" y="1048889"/>
                  </a:lnTo>
                  <a:lnTo>
                    <a:pt x="595145" y="1048889"/>
                  </a:lnTo>
                  <a:lnTo>
                    <a:pt x="584518" y="1048889"/>
                  </a:lnTo>
                  <a:lnTo>
                    <a:pt x="573890" y="1048889"/>
                  </a:lnTo>
                  <a:lnTo>
                    <a:pt x="563262" y="1048889"/>
                  </a:lnTo>
                  <a:lnTo>
                    <a:pt x="552635" y="1048889"/>
                  </a:lnTo>
                  <a:lnTo>
                    <a:pt x="542007" y="1048889"/>
                  </a:lnTo>
                  <a:lnTo>
                    <a:pt x="531380" y="1048889"/>
                  </a:lnTo>
                  <a:lnTo>
                    <a:pt x="520752" y="1048889"/>
                  </a:lnTo>
                  <a:lnTo>
                    <a:pt x="510124" y="1048889"/>
                  </a:lnTo>
                  <a:lnTo>
                    <a:pt x="499497" y="1048889"/>
                  </a:lnTo>
                  <a:lnTo>
                    <a:pt x="488869" y="1048889"/>
                  </a:lnTo>
                  <a:lnTo>
                    <a:pt x="478242" y="1048889"/>
                  </a:lnTo>
                  <a:lnTo>
                    <a:pt x="467614" y="1048889"/>
                  </a:lnTo>
                  <a:lnTo>
                    <a:pt x="456986" y="1048889"/>
                  </a:lnTo>
                  <a:lnTo>
                    <a:pt x="446359" y="1048889"/>
                  </a:lnTo>
                  <a:lnTo>
                    <a:pt x="435731" y="1048889"/>
                  </a:lnTo>
                  <a:lnTo>
                    <a:pt x="425104" y="1048889"/>
                  </a:lnTo>
                  <a:lnTo>
                    <a:pt x="414476" y="1048889"/>
                  </a:lnTo>
                  <a:lnTo>
                    <a:pt x="403848" y="1048889"/>
                  </a:lnTo>
                  <a:lnTo>
                    <a:pt x="393221" y="1048889"/>
                  </a:lnTo>
                  <a:lnTo>
                    <a:pt x="382593" y="1048889"/>
                  </a:lnTo>
                  <a:lnTo>
                    <a:pt x="371966" y="1048889"/>
                  </a:lnTo>
                  <a:lnTo>
                    <a:pt x="361338" y="1048889"/>
                  </a:lnTo>
                  <a:lnTo>
                    <a:pt x="350710" y="1048889"/>
                  </a:lnTo>
                  <a:lnTo>
                    <a:pt x="340083" y="1048889"/>
                  </a:lnTo>
                  <a:lnTo>
                    <a:pt x="329455" y="1048889"/>
                  </a:lnTo>
                  <a:lnTo>
                    <a:pt x="318828" y="1048889"/>
                  </a:lnTo>
                  <a:lnTo>
                    <a:pt x="308200" y="1048889"/>
                  </a:lnTo>
                  <a:lnTo>
                    <a:pt x="297572" y="1048889"/>
                  </a:lnTo>
                  <a:lnTo>
                    <a:pt x="286945" y="1048889"/>
                  </a:lnTo>
                  <a:lnTo>
                    <a:pt x="276317" y="1048889"/>
                  </a:lnTo>
                  <a:lnTo>
                    <a:pt x="265690" y="1048889"/>
                  </a:lnTo>
                  <a:lnTo>
                    <a:pt x="255062" y="1048889"/>
                  </a:lnTo>
                  <a:lnTo>
                    <a:pt x="244434" y="1048889"/>
                  </a:lnTo>
                  <a:lnTo>
                    <a:pt x="233807" y="1048889"/>
                  </a:lnTo>
                  <a:lnTo>
                    <a:pt x="223179" y="1048889"/>
                  </a:lnTo>
                  <a:lnTo>
                    <a:pt x="212552" y="1048889"/>
                  </a:lnTo>
                  <a:lnTo>
                    <a:pt x="201924" y="1048889"/>
                  </a:lnTo>
                  <a:lnTo>
                    <a:pt x="191296" y="1048889"/>
                  </a:lnTo>
                  <a:lnTo>
                    <a:pt x="180669" y="1048889"/>
                  </a:lnTo>
                  <a:lnTo>
                    <a:pt x="170041" y="1048889"/>
                  </a:lnTo>
                  <a:lnTo>
                    <a:pt x="159414" y="1048889"/>
                  </a:lnTo>
                  <a:lnTo>
                    <a:pt x="148786" y="1048889"/>
                  </a:lnTo>
                  <a:lnTo>
                    <a:pt x="138158" y="1048889"/>
                  </a:lnTo>
                  <a:lnTo>
                    <a:pt x="127531" y="1048889"/>
                  </a:lnTo>
                  <a:lnTo>
                    <a:pt x="116903" y="1048889"/>
                  </a:lnTo>
                  <a:lnTo>
                    <a:pt x="106276" y="1048889"/>
                  </a:lnTo>
                  <a:lnTo>
                    <a:pt x="95648" y="1048889"/>
                  </a:lnTo>
                  <a:lnTo>
                    <a:pt x="85020" y="1048889"/>
                  </a:lnTo>
                  <a:lnTo>
                    <a:pt x="74393" y="1048889"/>
                  </a:lnTo>
                  <a:lnTo>
                    <a:pt x="63765" y="1048889"/>
                  </a:lnTo>
                  <a:lnTo>
                    <a:pt x="53138" y="1048889"/>
                  </a:lnTo>
                  <a:lnTo>
                    <a:pt x="42510" y="1048889"/>
                  </a:lnTo>
                  <a:lnTo>
                    <a:pt x="31882" y="1048889"/>
                  </a:lnTo>
                  <a:lnTo>
                    <a:pt x="21255" y="1048889"/>
                  </a:lnTo>
                  <a:lnTo>
                    <a:pt x="10627" y="1048889"/>
                  </a:lnTo>
                  <a:lnTo>
                    <a:pt x="0" y="1048889"/>
                  </a:lnTo>
                  <a:close/>
                </a:path>
              </a:pathLst>
            </a:custGeom>
            <a:solidFill>
              <a:srgbClr val="D97706">
                <a:alpha val="87843"/>
              </a:srgbClr>
            </a:solidFill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007236" y="4811989"/>
              <a:ext cx="2019244" cy="1044520"/>
            </a:xfrm>
            <a:custGeom>
              <a:avLst/>
              <a:pathLst>
                <a:path w="2019244" h="1044520">
                  <a:moveTo>
                    <a:pt x="0" y="1043975"/>
                  </a:moveTo>
                  <a:lnTo>
                    <a:pt x="10627" y="1043066"/>
                  </a:lnTo>
                  <a:lnTo>
                    <a:pt x="21255" y="1042122"/>
                  </a:lnTo>
                  <a:lnTo>
                    <a:pt x="31882" y="1041171"/>
                  </a:lnTo>
                  <a:lnTo>
                    <a:pt x="42510" y="1040246"/>
                  </a:lnTo>
                  <a:lnTo>
                    <a:pt x="53138" y="1039377"/>
                  </a:lnTo>
                  <a:lnTo>
                    <a:pt x="63765" y="1038591"/>
                  </a:lnTo>
                  <a:lnTo>
                    <a:pt x="74393" y="1037908"/>
                  </a:lnTo>
                  <a:lnTo>
                    <a:pt x="85020" y="1037336"/>
                  </a:lnTo>
                  <a:lnTo>
                    <a:pt x="95648" y="1036872"/>
                  </a:lnTo>
                  <a:lnTo>
                    <a:pt x="106276" y="1036495"/>
                  </a:lnTo>
                  <a:lnTo>
                    <a:pt x="116903" y="1036169"/>
                  </a:lnTo>
                  <a:lnTo>
                    <a:pt x="127531" y="1035833"/>
                  </a:lnTo>
                  <a:lnTo>
                    <a:pt x="138158" y="1035424"/>
                  </a:lnTo>
                  <a:lnTo>
                    <a:pt x="148786" y="1034878"/>
                  </a:lnTo>
                  <a:lnTo>
                    <a:pt x="159414" y="1034131"/>
                  </a:lnTo>
                  <a:lnTo>
                    <a:pt x="170041" y="1033128"/>
                  </a:lnTo>
                  <a:lnTo>
                    <a:pt x="180669" y="1031827"/>
                  </a:lnTo>
                  <a:lnTo>
                    <a:pt x="191296" y="1030199"/>
                  </a:lnTo>
                  <a:lnTo>
                    <a:pt x="201924" y="1028238"/>
                  </a:lnTo>
                  <a:lnTo>
                    <a:pt x="212552" y="1025955"/>
                  </a:lnTo>
                  <a:lnTo>
                    <a:pt x="223179" y="1023380"/>
                  </a:lnTo>
                  <a:lnTo>
                    <a:pt x="233807" y="1020555"/>
                  </a:lnTo>
                  <a:lnTo>
                    <a:pt x="244434" y="1017531"/>
                  </a:lnTo>
                  <a:lnTo>
                    <a:pt x="255062" y="1014390"/>
                  </a:lnTo>
                  <a:lnTo>
                    <a:pt x="265690" y="1011186"/>
                  </a:lnTo>
                  <a:lnTo>
                    <a:pt x="276317" y="1007965"/>
                  </a:lnTo>
                  <a:lnTo>
                    <a:pt x="286945" y="1004753"/>
                  </a:lnTo>
                  <a:lnTo>
                    <a:pt x="297572" y="1001561"/>
                  </a:lnTo>
                  <a:lnTo>
                    <a:pt x="308200" y="998377"/>
                  </a:lnTo>
                  <a:lnTo>
                    <a:pt x="318828" y="995173"/>
                  </a:lnTo>
                  <a:lnTo>
                    <a:pt x="329455" y="991901"/>
                  </a:lnTo>
                  <a:lnTo>
                    <a:pt x="340083" y="988501"/>
                  </a:lnTo>
                  <a:lnTo>
                    <a:pt x="350710" y="984908"/>
                  </a:lnTo>
                  <a:lnTo>
                    <a:pt x="361338" y="981034"/>
                  </a:lnTo>
                  <a:lnTo>
                    <a:pt x="371966" y="976800"/>
                  </a:lnTo>
                  <a:lnTo>
                    <a:pt x="382593" y="972164"/>
                  </a:lnTo>
                  <a:lnTo>
                    <a:pt x="393221" y="967082"/>
                  </a:lnTo>
                  <a:lnTo>
                    <a:pt x="403848" y="961523"/>
                  </a:lnTo>
                  <a:lnTo>
                    <a:pt x="414476" y="955464"/>
                  </a:lnTo>
                  <a:lnTo>
                    <a:pt x="425104" y="948896"/>
                  </a:lnTo>
                  <a:lnTo>
                    <a:pt x="435731" y="941812"/>
                  </a:lnTo>
                  <a:lnTo>
                    <a:pt x="446359" y="934206"/>
                  </a:lnTo>
                  <a:lnTo>
                    <a:pt x="456986" y="926071"/>
                  </a:lnTo>
                  <a:lnTo>
                    <a:pt x="467614" y="917390"/>
                  </a:lnTo>
                  <a:lnTo>
                    <a:pt x="478242" y="908134"/>
                  </a:lnTo>
                  <a:lnTo>
                    <a:pt x="488869" y="898214"/>
                  </a:lnTo>
                  <a:lnTo>
                    <a:pt x="499497" y="887594"/>
                  </a:lnTo>
                  <a:lnTo>
                    <a:pt x="510124" y="876235"/>
                  </a:lnTo>
                  <a:lnTo>
                    <a:pt x="520752" y="864076"/>
                  </a:lnTo>
                  <a:lnTo>
                    <a:pt x="531380" y="851070"/>
                  </a:lnTo>
                  <a:lnTo>
                    <a:pt x="542007" y="837177"/>
                  </a:lnTo>
                  <a:lnTo>
                    <a:pt x="552635" y="822378"/>
                  </a:lnTo>
                  <a:lnTo>
                    <a:pt x="563262" y="806670"/>
                  </a:lnTo>
                  <a:lnTo>
                    <a:pt x="573890" y="790071"/>
                  </a:lnTo>
                  <a:lnTo>
                    <a:pt x="584518" y="772612"/>
                  </a:lnTo>
                  <a:lnTo>
                    <a:pt x="595145" y="754340"/>
                  </a:lnTo>
                  <a:lnTo>
                    <a:pt x="605773" y="735314"/>
                  </a:lnTo>
                  <a:lnTo>
                    <a:pt x="616400" y="715541"/>
                  </a:lnTo>
                  <a:lnTo>
                    <a:pt x="627028" y="695171"/>
                  </a:lnTo>
                  <a:lnTo>
                    <a:pt x="637656" y="674292"/>
                  </a:lnTo>
                  <a:lnTo>
                    <a:pt x="648283" y="653000"/>
                  </a:lnTo>
                  <a:lnTo>
                    <a:pt x="658911" y="631397"/>
                  </a:lnTo>
                  <a:lnTo>
                    <a:pt x="669538" y="609596"/>
                  </a:lnTo>
                  <a:lnTo>
                    <a:pt x="680166" y="587713"/>
                  </a:lnTo>
                  <a:lnTo>
                    <a:pt x="690794" y="565866"/>
                  </a:lnTo>
                  <a:lnTo>
                    <a:pt x="701421" y="544167"/>
                  </a:lnTo>
                  <a:lnTo>
                    <a:pt x="712049" y="522722"/>
                  </a:lnTo>
                  <a:lnTo>
                    <a:pt x="722677" y="501615"/>
                  </a:lnTo>
                  <a:lnTo>
                    <a:pt x="733304" y="480919"/>
                  </a:lnTo>
                  <a:lnTo>
                    <a:pt x="743932" y="460694"/>
                  </a:lnTo>
                  <a:lnTo>
                    <a:pt x="754559" y="440898"/>
                  </a:lnTo>
                  <a:lnTo>
                    <a:pt x="765187" y="421489"/>
                  </a:lnTo>
                  <a:lnTo>
                    <a:pt x="775815" y="402393"/>
                  </a:lnTo>
                  <a:lnTo>
                    <a:pt x="786442" y="383513"/>
                  </a:lnTo>
                  <a:lnTo>
                    <a:pt x="797070" y="364730"/>
                  </a:lnTo>
                  <a:lnTo>
                    <a:pt x="807697" y="345920"/>
                  </a:lnTo>
                  <a:lnTo>
                    <a:pt x="818325" y="326957"/>
                  </a:lnTo>
                  <a:lnTo>
                    <a:pt x="828953" y="307730"/>
                  </a:lnTo>
                  <a:lnTo>
                    <a:pt x="839580" y="288157"/>
                  </a:lnTo>
                  <a:lnTo>
                    <a:pt x="850208" y="268195"/>
                  </a:lnTo>
                  <a:lnTo>
                    <a:pt x="860835" y="247842"/>
                  </a:lnTo>
                  <a:lnTo>
                    <a:pt x="871463" y="227197"/>
                  </a:lnTo>
                  <a:lnTo>
                    <a:pt x="882091" y="206444"/>
                  </a:lnTo>
                  <a:lnTo>
                    <a:pt x="892718" y="185804"/>
                  </a:lnTo>
                  <a:lnTo>
                    <a:pt x="903346" y="165543"/>
                  </a:lnTo>
                  <a:lnTo>
                    <a:pt x="913973" y="145950"/>
                  </a:lnTo>
                  <a:lnTo>
                    <a:pt x="924601" y="127310"/>
                  </a:lnTo>
                  <a:lnTo>
                    <a:pt x="935229" y="109879"/>
                  </a:lnTo>
                  <a:lnTo>
                    <a:pt x="945856" y="93860"/>
                  </a:lnTo>
                  <a:lnTo>
                    <a:pt x="956484" y="79380"/>
                  </a:lnTo>
                  <a:lnTo>
                    <a:pt x="967111" y="66485"/>
                  </a:lnTo>
                  <a:lnTo>
                    <a:pt x="977739" y="55131"/>
                  </a:lnTo>
                  <a:lnTo>
                    <a:pt x="988367" y="45297"/>
                  </a:lnTo>
                  <a:lnTo>
                    <a:pt x="998994" y="36720"/>
                  </a:lnTo>
                  <a:lnTo>
                    <a:pt x="1009622" y="29178"/>
                  </a:lnTo>
                  <a:lnTo>
                    <a:pt x="1020249" y="22513"/>
                  </a:lnTo>
                  <a:lnTo>
                    <a:pt x="1030877" y="16620"/>
                  </a:lnTo>
                  <a:lnTo>
                    <a:pt x="1041505" y="11462"/>
                  </a:lnTo>
                  <a:lnTo>
                    <a:pt x="1052132" y="7080"/>
                  </a:lnTo>
                  <a:lnTo>
                    <a:pt x="1062760" y="3587"/>
                  </a:lnTo>
                  <a:lnTo>
                    <a:pt x="1073387" y="1158"/>
                  </a:lnTo>
                  <a:lnTo>
                    <a:pt x="1084015" y="0"/>
                  </a:lnTo>
                  <a:lnTo>
                    <a:pt x="1084015" y="0"/>
                  </a:lnTo>
                  <a:lnTo>
                    <a:pt x="1094643" y="331"/>
                  </a:lnTo>
                  <a:lnTo>
                    <a:pt x="1105270" y="2351"/>
                  </a:lnTo>
                  <a:lnTo>
                    <a:pt x="1115898" y="6405"/>
                  </a:lnTo>
                  <a:lnTo>
                    <a:pt x="1126525" y="12385"/>
                  </a:lnTo>
                  <a:lnTo>
                    <a:pt x="1137153" y="20273"/>
                  </a:lnTo>
                  <a:lnTo>
                    <a:pt x="1147781" y="29987"/>
                  </a:lnTo>
                  <a:lnTo>
                    <a:pt x="1158408" y="41395"/>
                  </a:lnTo>
                  <a:lnTo>
                    <a:pt x="1169036" y="54329"/>
                  </a:lnTo>
                  <a:lnTo>
                    <a:pt x="1179663" y="68606"/>
                  </a:lnTo>
                  <a:lnTo>
                    <a:pt x="1190291" y="84044"/>
                  </a:lnTo>
                  <a:lnTo>
                    <a:pt x="1200919" y="100471"/>
                  </a:lnTo>
                  <a:lnTo>
                    <a:pt x="1211546" y="117736"/>
                  </a:lnTo>
                  <a:lnTo>
                    <a:pt x="1222174" y="135706"/>
                  </a:lnTo>
                  <a:lnTo>
                    <a:pt x="1232801" y="154285"/>
                  </a:lnTo>
                  <a:lnTo>
                    <a:pt x="1243429" y="173403"/>
                  </a:lnTo>
                  <a:lnTo>
                    <a:pt x="1254057" y="192960"/>
                  </a:lnTo>
                  <a:lnTo>
                    <a:pt x="1264684" y="212930"/>
                  </a:lnTo>
                  <a:lnTo>
                    <a:pt x="1275312" y="233319"/>
                  </a:lnTo>
                  <a:lnTo>
                    <a:pt x="1285939" y="254165"/>
                  </a:lnTo>
                  <a:lnTo>
                    <a:pt x="1296567" y="275536"/>
                  </a:lnTo>
                  <a:lnTo>
                    <a:pt x="1307195" y="297519"/>
                  </a:lnTo>
                  <a:lnTo>
                    <a:pt x="1317822" y="320211"/>
                  </a:lnTo>
                  <a:lnTo>
                    <a:pt x="1328450" y="343700"/>
                  </a:lnTo>
                  <a:lnTo>
                    <a:pt x="1339077" y="368047"/>
                  </a:lnTo>
                  <a:lnTo>
                    <a:pt x="1349705" y="393268"/>
                  </a:lnTo>
                  <a:lnTo>
                    <a:pt x="1360333" y="419356"/>
                  </a:lnTo>
                  <a:lnTo>
                    <a:pt x="1370960" y="446167"/>
                  </a:lnTo>
                  <a:lnTo>
                    <a:pt x="1381588" y="473458"/>
                  </a:lnTo>
                  <a:lnTo>
                    <a:pt x="1392215" y="500976"/>
                  </a:lnTo>
                  <a:lnTo>
                    <a:pt x="1402843" y="528438"/>
                  </a:lnTo>
                  <a:lnTo>
                    <a:pt x="1413471" y="555543"/>
                  </a:lnTo>
                  <a:lnTo>
                    <a:pt x="1424098" y="582004"/>
                  </a:lnTo>
                  <a:lnTo>
                    <a:pt x="1434726" y="607565"/>
                  </a:lnTo>
                  <a:lnTo>
                    <a:pt x="1445354" y="632015"/>
                  </a:lnTo>
                  <a:lnTo>
                    <a:pt x="1455981" y="655206"/>
                  </a:lnTo>
                  <a:lnTo>
                    <a:pt x="1466609" y="677055"/>
                  </a:lnTo>
                  <a:lnTo>
                    <a:pt x="1477236" y="697543"/>
                  </a:lnTo>
                  <a:lnTo>
                    <a:pt x="1487864" y="716615"/>
                  </a:lnTo>
                  <a:lnTo>
                    <a:pt x="1498492" y="734441"/>
                  </a:lnTo>
                  <a:lnTo>
                    <a:pt x="1509119" y="751172"/>
                  </a:lnTo>
                  <a:lnTo>
                    <a:pt x="1519747" y="766931"/>
                  </a:lnTo>
                  <a:lnTo>
                    <a:pt x="1530374" y="781839"/>
                  </a:lnTo>
                  <a:lnTo>
                    <a:pt x="1541002" y="796008"/>
                  </a:lnTo>
                  <a:lnTo>
                    <a:pt x="1551630" y="809534"/>
                  </a:lnTo>
                  <a:lnTo>
                    <a:pt x="1562257" y="822504"/>
                  </a:lnTo>
                  <a:lnTo>
                    <a:pt x="1572885" y="834993"/>
                  </a:lnTo>
                  <a:lnTo>
                    <a:pt x="1583512" y="847070"/>
                  </a:lnTo>
                  <a:lnTo>
                    <a:pt x="1594140" y="858796"/>
                  </a:lnTo>
                  <a:lnTo>
                    <a:pt x="1604768" y="870227"/>
                  </a:lnTo>
                  <a:lnTo>
                    <a:pt x="1615395" y="881389"/>
                  </a:lnTo>
                  <a:lnTo>
                    <a:pt x="1626023" y="892336"/>
                  </a:lnTo>
                  <a:lnTo>
                    <a:pt x="1636650" y="903069"/>
                  </a:lnTo>
                  <a:lnTo>
                    <a:pt x="1647278" y="913564"/>
                  </a:lnTo>
                  <a:lnTo>
                    <a:pt x="1657906" y="923773"/>
                  </a:lnTo>
                  <a:lnTo>
                    <a:pt x="1668533" y="933625"/>
                  </a:lnTo>
                  <a:lnTo>
                    <a:pt x="1679161" y="943038"/>
                  </a:lnTo>
                  <a:lnTo>
                    <a:pt x="1689788" y="951929"/>
                  </a:lnTo>
                  <a:lnTo>
                    <a:pt x="1700416" y="960223"/>
                  </a:lnTo>
                  <a:lnTo>
                    <a:pt x="1711044" y="967864"/>
                  </a:lnTo>
                  <a:lnTo>
                    <a:pt x="1721671" y="974825"/>
                  </a:lnTo>
                  <a:lnTo>
                    <a:pt x="1732299" y="981096"/>
                  </a:lnTo>
                  <a:lnTo>
                    <a:pt x="1742926" y="986695"/>
                  </a:lnTo>
                  <a:lnTo>
                    <a:pt x="1753554" y="991750"/>
                  </a:lnTo>
                  <a:lnTo>
                    <a:pt x="1764182" y="996351"/>
                  </a:lnTo>
                  <a:lnTo>
                    <a:pt x="1774809" y="1000593"/>
                  </a:lnTo>
                  <a:lnTo>
                    <a:pt x="1785437" y="1004567"/>
                  </a:lnTo>
                  <a:lnTo>
                    <a:pt x="1796064" y="1008350"/>
                  </a:lnTo>
                  <a:lnTo>
                    <a:pt x="1806692" y="1011995"/>
                  </a:lnTo>
                  <a:lnTo>
                    <a:pt x="1817320" y="1015534"/>
                  </a:lnTo>
                  <a:lnTo>
                    <a:pt x="1827947" y="1018972"/>
                  </a:lnTo>
                  <a:lnTo>
                    <a:pt x="1838575" y="1022293"/>
                  </a:lnTo>
                  <a:lnTo>
                    <a:pt x="1849202" y="1025463"/>
                  </a:lnTo>
                  <a:lnTo>
                    <a:pt x="1859830" y="1028427"/>
                  </a:lnTo>
                  <a:lnTo>
                    <a:pt x="1870458" y="1031133"/>
                  </a:lnTo>
                  <a:lnTo>
                    <a:pt x="1881085" y="1033556"/>
                  </a:lnTo>
                  <a:lnTo>
                    <a:pt x="1891713" y="1035676"/>
                  </a:lnTo>
                  <a:lnTo>
                    <a:pt x="1902340" y="1037486"/>
                  </a:lnTo>
                  <a:lnTo>
                    <a:pt x="1912968" y="1038994"/>
                  </a:lnTo>
                  <a:lnTo>
                    <a:pt x="1923596" y="1040224"/>
                  </a:lnTo>
                  <a:lnTo>
                    <a:pt x="1934223" y="1041208"/>
                  </a:lnTo>
                  <a:lnTo>
                    <a:pt x="1944851" y="1041985"/>
                  </a:lnTo>
                  <a:lnTo>
                    <a:pt x="1955478" y="1042594"/>
                  </a:lnTo>
                  <a:lnTo>
                    <a:pt x="1966106" y="1043073"/>
                  </a:lnTo>
                  <a:lnTo>
                    <a:pt x="1976734" y="1043458"/>
                  </a:lnTo>
                  <a:lnTo>
                    <a:pt x="1987361" y="1043772"/>
                  </a:lnTo>
                  <a:lnTo>
                    <a:pt x="1997989" y="1044045"/>
                  </a:lnTo>
                  <a:lnTo>
                    <a:pt x="2008616" y="1044291"/>
                  </a:lnTo>
                  <a:lnTo>
                    <a:pt x="2019244" y="1044520"/>
                  </a:lnTo>
                </a:path>
              </a:pathLst>
            </a:custGeom>
            <a:ln w="758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5146400" y="6000127"/>
              <a:ext cx="2306189" cy="859695"/>
            </a:xfrm>
            <a:custGeom>
              <a:avLst/>
              <a:pathLst>
                <a:path w="2306189" h="859695">
                  <a:moveTo>
                    <a:pt x="0" y="855432"/>
                  </a:moveTo>
                  <a:lnTo>
                    <a:pt x="10627" y="854943"/>
                  </a:lnTo>
                  <a:lnTo>
                    <a:pt x="21255" y="854318"/>
                  </a:lnTo>
                  <a:lnTo>
                    <a:pt x="31882" y="853537"/>
                  </a:lnTo>
                  <a:lnTo>
                    <a:pt x="42510" y="852588"/>
                  </a:lnTo>
                  <a:lnTo>
                    <a:pt x="53138" y="851469"/>
                  </a:lnTo>
                  <a:lnTo>
                    <a:pt x="63765" y="850186"/>
                  </a:lnTo>
                  <a:lnTo>
                    <a:pt x="74393" y="848754"/>
                  </a:lnTo>
                  <a:lnTo>
                    <a:pt x="85020" y="847198"/>
                  </a:lnTo>
                  <a:lnTo>
                    <a:pt x="95648" y="845545"/>
                  </a:lnTo>
                  <a:lnTo>
                    <a:pt x="106276" y="843828"/>
                  </a:lnTo>
                  <a:lnTo>
                    <a:pt x="116903" y="842090"/>
                  </a:lnTo>
                  <a:lnTo>
                    <a:pt x="127531" y="840356"/>
                  </a:lnTo>
                  <a:lnTo>
                    <a:pt x="138158" y="838646"/>
                  </a:lnTo>
                  <a:lnTo>
                    <a:pt x="148786" y="836970"/>
                  </a:lnTo>
                  <a:lnTo>
                    <a:pt x="159414" y="835323"/>
                  </a:lnTo>
                  <a:lnTo>
                    <a:pt x="170041" y="833693"/>
                  </a:lnTo>
                  <a:lnTo>
                    <a:pt x="180669" y="832053"/>
                  </a:lnTo>
                  <a:lnTo>
                    <a:pt x="191296" y="830370"/>
                  </a:lnTo>
                  <a:lnTo>
                    <a:pt x="201924" y="828607"/>
                  </a:lnTo>
                  <a:lnTo>
                    <a:pt x="212552" y="826722"/>
                  </a:lnTo>
                  <a:lnTo>
                    <a:pt x="223179" y="824671"/>
                  </a:lnTo>
                  <a:lnTo>
                    <a:pt x="233807" y="822410"/>
                  </a:lnTo>
                  <a:lnTo>
                    <a:pt x="244434" y="819927"/>
                  </a:lnTo>
                  <a:lnTo>
                    <a:pt x="255062" y="817211"/>
                  </a:lnTo>
                  <a:lnTo>
                    <a:pt x="265690" y="814259"/>
                  </a:lnTo>
                  <a:lnTo>
                    <a:pt x="276317" y="811080"/>
                  </a:lnTo>
                  <a:lnTo>
                    <a:pt x="286945" y="807691"/>
                  </a:lnTo>
                  <a:lnTo>
                    <a:pt x="297572" y="804125"/>
                  </a:lnTo>
                  <a:lnTo>
                    <a:pt x="308200" y="800421"/>
                  </a:lnTo>
                  <a:lnTo>
                    <a:pt x="318828" y="796628"/>
                  </a:lnTo>
                  <a:lnTo>
                    <a:pt x="329455" y="792802"/>
                  </a:lnTo>
                  <a:lnTo>
                    <a:pt x="340083" y="789000"/>
                  </a:lnTo>
                  <a:lnTo>
                    <a:pt x="350710" y="785286"/>
                  </a:lnTo>
                  <a:lnTo>
                    <a:pt x="361338" y="781707"/>
                  </a:lnTo>
                  <a:lnTo>
                    <a:pt x="371966" y="778284"/>
                  </a:lnTo>
                  <a:lnTo>
                    <a:pt x="382593" y="775016"/>
                  </a:lnTo>
                  <a:lnTo>
                    <a:pt x="393221" y="771877"/>
                  </a:lnTo>
                  <a:lnTo>
                    <a:pt x="403848" y="768816"/>
                  </a:lnTo>
                  <a:lnTo>
                    <a:pt x="414476" y="765757"/>
                  </a:lnTo>
                  <a:lnTo>
                    <a:pt x="425104" y="762602"/>
                  </a:lnTo>
                  <a:lnTo>
                    <a:pt x="435731" y="759242"/>
                  </a:lnTo>
                  <a:lnTo>
                    <a:pt x="446359" y="755562"/>
                  </a:lnTo>
                  <a:lnTo>
                    <a:pt x="456986" y="751446"/>
                  </a:lnTo>
                  <a:lnTo>
                    <a:pt x="467614" y="746789"/>
                  </a:lnTo>
                  <a:lnTo>
                    <a:pt x="478242" y="741439"/>
                  </a:lnTo>
                  <a:lnTo>
                    <a:pt x="488869" y="735383"/>
                  </a:lnTo>
                  <a:lnTo>
                    <a:pt x="499497" y="728601"/>
                  </a:lnTo>
                  <a:lnTo>
                    <a:pt x="510124" y="721093"/>
                  </a:lnTo>
                  <a:lnTo>
                    <a:pt x="520752" y="712888"/>
                  </a:lnTo>
                  <a:lnTo>
                    <a:pt x="531380" y="704034"/>
                  </a:lnTo>
                  <a:lnTo>
                    <a:pt x="542007" y="694595"/>
                  </a:lnTo>
                  <a:lnTo>
                    <a:pt x="552635" y="684646"/>
                  </a:lnTo>
                  <a:lnTo>
                    <a:pt x="563262" y="674262"/>
                  </a:lnTo>
                  <a:lnTo>
                    <a:pt x="573890" y="663518"/>
                  </a:lnTo>
                  <a:lnTo>
                    <a:pt x="584518" y="652478"/>
                  </a:lnTo>
                  <a:lnTo>
                    <a:pt x="595145" y="641196"/>
                  </a:lnTo>
                  <a:lnTo>
                    <a:pt x="605773" y="629709"/>
                  </a:lnTo>
                  <a:lnTo>
                    <a:pt x="616400" y="618076"/>
                  </a:lnTo>
                  <a:lnTo>
                    <a:pt x="627028" y="606337"/>
                  </a:lnTo>
                  <a:lnTo>
                    <a:pt x="637656" y="594541"/>
                  </a:lnTo>
                  <a:lnTo>
                    <a:pt x="648283" y="582750"/>
                  </a:lnTo>
                  <a:lnTo>
                    <a:pt x="658911" y="571040"/>
                  </a:lnTo>
                  <a:lnTo>
                    <a:pt x="669538" y="559502"/>
                  </a:lnTo>
                  <a:lnTo>
                    <a:pt x="680166" y="548236"/>
                  </a:lnTo>
                  <a:lnTo>
                    <a:pt x="690794" y="537337"/>
                  </a:lnTo>
                  <a:lnTo>
                    <a:pt x="701421" y="526886"/>
                  </a:lnTo>
                  <a:lnTo>
                    <a:pt x="712049" y="516935"/>
                  </a:lnTo>
                  <a:lnTo>
                    <a:pt x="722677" y="507504"/>
                  </a:lnTo>
                  <a:lnTo>
                    <a:pt x="733304" y="498527"/>
                  </a:lnTo>
                  <a:lnTo>
                    <a:pt x="743932" y="489835"/>
                  </a:lnTo>
                  <a:lnTo>
                    <a:pt x="754559" y="481232"/>
                  </a:lnTo>
                  <a:lnTo>
                    <a:pt x="765187" y="472484"/>
                  </a:lnTo>
                  <a:lnTo>
                    <a:pt x="775815" y="463332"/>
                  </a:lnTo>
                  <a:lnTo>
                    <a:pt x="786442" y="453517"/>
                  </a:lnTo>
                  <a:lnTo>
                    <a:pt x="797070" y="442798"/>
                  </a:lnTo>
                  <a:lnTo>
                    <a:pt x="807697" y="430973"/>
                  </a:lnTo>
                  <a:lnTo>
                    <a:pt x="818325" y="417893"/>
                  </a:lnTo>
                  <a:lnTo>
                    <a:pt x="828953" y="403475"/>
                  </a:lnTo>
                  <a:lnTo>
                    <a:pt x="839580" y="387709"/>
                  </a:lnTo>
                  <a:lnTo>
                    <a:pt x="850208" y="370584"/>
                  </a:lnTo>
                  <a:lnTo>
                    <a:pt x="860835" y="352320"/>
                  </a:lnTo>
                  <a:lnTo>
                    <a:pt x="871463" y="333188"/>
                  </a:lnTo>
                  <a:lnTo>
                    <a:pt x="882091" y="313466"/>
                  </a:lnTo>
                  <a:lnTo>
                    <a:pt x="892718" y="293469"/>
                  </a:lnTo>
                  <a:lnTo>
                    <a:pt x="903346" y="273529"/>
                  </a:lnTo>
                  <a:lnTo>
                    <a:pt x="913973" y="253975"/>
                  </a:lnTo>
                  <a:lnTo>
                    <a:pt x="924601" y="235116"/>
                  </a:lnTo>
                  <a:lnTo>
                    <a:pt x="935229" y="217220"/>
                  </a:lnTo>
                  <a:lnTo>
                    <a:pt x="945856" y="200502"/>
                  </a:lnTo>
                  <a:lnTo>
                    <a:pt x="956484" y="185113"/>
                  </a:lnTo>
                  <a:lnTo>
                    <a:pt x="967111" y="171133"/>
                  </a:lnTo>
                  <a:lnTo>
                    <a:pt x="977739" y="158702"/>
                  </a:lnTo>
                  <a:lnTo>
                    <a:pt x="988367" y="147623"/>
                  </a:lnTo>
                  <a:lnTo>
                    <a:pt x="998994" y="137762"/>
                  </a:lnTo>
                  <a:lnTo>
                    <a:pt x="1009622" y="128957"/>
                  </a:lnTo>
                  <a:lnTo>
                    <a:pt x="1020249" y="121016"/>
                  </a:lnTo>
                  <a:lnTo>
                    <a:pt x="1030877" y="113729"/>
                  </a:lnTo>
                  <a:lnTo>
                    <a:pt x="1041505" y="106879"/>
                  </a:lnTo>
                  <a:lnTo>
                    <a:pt x="1052132" y="100248"/>
                  </a:lnTo>
                  <a:lnTo>
                    <a:pt x="1062760" y="93637"/>
                  </a:lnTo>
                  <a:lnTo>
                    <a:pt x="1073387" y="86871"/>
                  </a:lnTo>
                  <a:lnTo>
                    <a:pt x="1084015" y="79815"/>
                  </a:lnTo>
                  <a:lnTo>
                    <a:pt x="1094643" y="72384"/>
                  </a:lnTo>
                  <a:lnTo>
                    <a:pt x="1105270" y="64545"/>
                  </a:lnTo>
                  <a:lnTo>
                    <a:pt x="1115898" y="56409"/>
                  </a:lnTo>
                  <a:lnTo>
                    <a:pt x="1126525" y="48119"/>
                  </a:lnTo>
                  <a:lnTo>
                    <a:pt x="1137153" y="39867"/>
                  </a:lnTo>
                  <a:lnTo>
                    <a:pt x="1147781" y="31877"/>
                  </a:lnTo>
                  <a:lnTo>
                    <a:pt x="1158408" y="24385"/>
                  </a:lnTo>
                  <a:lnTo>
                    <a:pt x="1169036" y="17612"/>
                  </a:lnTo>
                  <a:lnTo>
                    <a:pt x="1179663" y="11755"/>
                  </a:lnTo>
                  <a:lnTo>
                    <a:pt x="1190291" y="6969"/>
                  </a:lnTo>
                  <a:lnTo>
                    <a:pt x="1200919" y="3363"/>
                  </a:lnTo>
                  <a:lnTo>
                    <a:pt x="1211546" y="1007"/>
                  </a:lnTo>
                  <a:lnTo>
                    <a:pt x="1222174" y="0"/>
                  </a:lnTo>
                  <a:lnTo>
                    <a:pt x="1232801" y="383"/>
                  </a:lnTo>
                  <a:lnTo>
                    <a:pt x="1243429" y="2109"/>
                  </a:lnTo>
                  <a:lnTo>
                    <a:pt x="1254057" y="5212"/>
                  </a:lnTo>
                  <a:lnTo>
                    <a:pt x="1264684" y="9737"/>
                  </a:lnTo>
                  <a:lnTo>
                    <a:pt x="1275312" y="15734"/>
                  </a:lnTo>
                  <a:lnTo>
                    <a:pt x="1285939" y="23240"/>
                  </a:lnTo>
                  <a:lnTo>
                    <a:pt x="1296567" y="32263"/>
                  </a:lnTo>
                  <a:lnTo>
                    <a:pt x="1307195" y="42769"/>
                  </a:lnTo>
                  <a:lnTo>
                    <a:pt x="1317822" y="54666"/>
                  </a:lnTo>
                  <a:lnTo>
                    <a:pt x="1328450" y="67799"/>
                  </a:lnTo>
                  <a:lnTo>
                    <a:pt x="1339077" y="81951"/>
                  </a:lnTo>
                  <a:lnTo>
                    <a:pt x="1349705" y="96883"/>
                  </a:lnTo>
                  <a:lnTo>
                    <a:pt x="1360333" y="112221"/>
                  </a:lnTo>
                  <a:lnTo>
                    <a:pt x="1370960" y="127650"/>
                  </a:lnTo>
                  <a:lnTo>
                    <a:pt x="1381588" y="142908"/>
                  </a:lnTo>
                  <a:lnTo>
                    <a:pt x="1392215" y="157790"/>
                  </a:lnTo>
                  <a:lnTo>
                    <a:pt x="1402843" y="172153"/>
                  </a:lnTo>
                  <a:lnTo>
                    <a:pt x="1413471" y="185926"/>
                  </a:lnTo>
                  <a:lnTo>
                    <a:pt x="1424098" y="199101"/>
                  </a:lnTo>
                  <a:lnTo>
                    <a:pt x="1434726" y="211722"/>
                  </a:lnTo>
                  <a:lnTo>
                    <a:pt x="1445354" y="223870"/>
                  </a:lnTo>
                  <a:lnTo>
                    <a:pt x="1455981" y="235644"/>
                  </a:lnTo>
                  <a:lnTo>
                    <a:pt x="1466609" y="247147"/>
                  </a:lnTo>
                  <a:lnTo>
                    <a:pt x="1477236" y="258459"/>
                  </a:lnTo>
                  <a:lnTo>
                    <a:pt x="1487864" y="269675"/>
                  </a:lnTo>
                  <a:lnTo>
                    <a:pt x="1498492" y="280845"/>
                  </a:lnTo>
                  <a:lnTo>
                    <a:pt x="1509119" y="292006"/>
                  </a:lnTo>
                  <a:lnTo>
                    <a:pt x="1519747" y="303184"/>
                  </a:lnTo>
                  <a:lnTo>
                    <a:pt x="1530374" y="314402"/>
                  </a:lnTo>
                  <a:lnTo>
                    <a:pt x="1541002" y="325679"/>
                  </a:lnTo>
                  <a:lnTo>
                    <a:pt x="1551630" y="337033"/>
                  </a:lnTo>
                  <a:lnTo>
                    <a:pt x="1562257" y="348475"/>
                  </a:lnTo>
                  <a:lnTo>
                    <a:pt x="1572885" y="360010"/>
                  </a:lnTo>
                  <a:lnTo>
                    <a:pt x="1583512" y="371638"/>
                  </a:lnTo>
                  <a:lnTo>
                    <a:pt x="1594140" y="383350"/>
                  </a:lnTo>
                  <a:lnTo>
                    <a:pt x="1604768" y="395136"/>
                  </a:lnTo>
                  <a:lnTo>
                    <a:pt x="1615395" y="406980"/>
                  </a:lnTo>
                  <a:lnTo>
                    <a:pt x="1626023" y="418882"/>
                  </a:lnTo>
                  <a:lnTo>
                    <a:pt x="1636650" y="430857"/>
                  </a:lnTo>
                  <a:lnTo>
                    <a:pt x="1647278" y="442935"/>
                  </a:lnTo>
                  <a:lnTo>
                    <a:pt x="1657906" y="455157"/>
                  </a:lnTo>
                  <a:lnTo>
                    <a:pt x="1668533" y="467573"/>
                  </a:lnTo>
                  <a:lnTo>
                    <a:pt x="1679161" y="480232"/>
                  </a:lnTo>
                  <a:lnTo>
                    <a:pt x="1689788" y="493173"/>
                  </a:lnTo>
                  <a:lnTo>
                    <a:pt x="1700416" y="506416"/>
                  </a:lnTo>
                  <a:lnTo>
                    <a:pt x="1711044" y="519956"/>
                  </a:lnTo>
                  <a:lnTo>
                    <a:pt x="1721671" y="533771"/>
                  </a:lnTo>
                  <a:lnTo>
                    <a:pt x="1732299" y="547791"/>
                  </a:lnTo>
                  <a:lnTo>
                    <a:pt x="1742926" y="561922"/>
                  </a:lnTo>
                  <a:lnTo>
                    <a:pt x="1753554" y="576077"/>
                  </a:lnTo>
                  <a:lnTo>
                    <a:pt x="1764182" y="590172"/>
                  </a:lnTo>
                  <a:lnTo>
                    <a:pt x="1774809" y="604133"/>
                  </a:lnTo>
                  <a:lnTo>
                    <a:pt x="1785437" y="617899"/>
                  </a:lnTo>
                  <a:lnTo>
                    <a:pt x="1796064" y="631418"/>
                  </a:lnTo>
                  <a:lnTo>
                    <a:pt x="1806692" y="644647"/>
                  </a:lnTo>
                  <a:lnTo>
                    <a:pt x="1817320" y="657547"/>
                  </a:lnTo>
                  <a:lnTo>
                    <a:pt x="1827947" y="670077"/>
                  </a:lnTo>
                  <a:lnTo>
                    <a:pt x="1838575" y="682188"/>
                  </a:lnTo>
                  <a:lnTo>
                    <a:pt x="1849202" y="693782"/>
                  </a:lnTo>
                  <a:lnTo>
                    <a:pt x="1859830" y="704807"/>
                  </a:lnTo>
                  <a:lnTo>
                    <a:pt x="1870458" y="715209"/>
                  </a:lnTo>
                  <a:lnTo>
                    <a:pt x="1881085" y="724927"/>
                  </a:lnTo>
                  <a:lnTo>
                    <a:pt x="1891713" y="733913"/>
                  </a:lnTo>
                  <a:lnTo>
                    <a:pt x="1902340" y="742136"/>
                  </a:lnTo>
                  <a:lnTo>
                    <a:pt x="1912968" y="749590"/>
                  </a:lnTo>
                  <a:lnTo>
                    <a:pt x="1923596" y="756291"/>
                  </a:lnTo>
                  <a:lnTo>
                    <a:pt x="1934223" y="762285"/>
                  </a:lnTo>
                  <a:lnTo>
                    <a:pt x="1944851" y="767636"/>
                  </a:lnTo>
                  <a:lnTo>
                    <a:pt x="1955478" y="772433"/>
                  </a:lnTo>
                  <a:lnTo>
                    <a:pt x="1966106" y="776774"/>
                  </a:lnTo>
                  <a:lnTo>
                    <a:pt x="1976734" y="780744"/>
                  </a:lnTo>
                  <a:lnTo>
                    <a:pt x="1987361" y="784488"/>
                  </a:lnTo>
                  <a:lnTo>
                    <a:pt x="1997989" y="788092"/>
                  </a:lnTo>
                  <a:lnTo>
                    <a:pt x="2008616" y="791623"/>
                  </a:lnTo>
                  <a:lnTo>
                    <a:pt x="2019244" y="795122"/>
                  </a:lnTo>
                  <a:lnTo>
                    <a:pt x="2029872" y="798606"/>
                  </a:lnTo>
                  <a:lnTo>
                    <a:pt x="2040499" y="802070"/>
                  </a:lnTo>
                  <a:lnTo>
                    <a:pt x="2051127" y="805491"/>
                  </a:lnTo>
                  <a:lnTo>
                    <a:pt x="2061754" y="808836"/>
                  </a:lnTo>
                  <a:lnTo>
                    <a:pt x="2072382" y="812065"/>
                  </a:lnTo>
                  <a:lnTo>
                    <a:pt x="2083010" y="815145"/>
                  </a:lnTo>
                  <a:lnTo>
                    <a:pt x="2093637" y="818048"/>
                  </a:lnTo>
                  <a:lnTo>
                    <a:pt x="2104265" y="820756"/>
                  </a:lnTo>
                  <a:lnTo>
                    <a:pt x="2114892" y="823297"/>
                  </a:lnTo>
                  <a:lnTo>
                    <a:pt x="2125520" y="825695"/>
                  </a:lnTo>
                  <a:lnTo>
                    <a:pt x="2136148" y="827986"/>
                  </a:lnTo>
                  <a:lnTo>
                    <a:pt x="2146775" y="830205"/>
                  </a:lnTo>
                  <a:lnTo>
                    <a:pt x="2157403" y="832385"/>
                  </a:lnTo>
                  <a:lnTo>
                    <a:pt x="2168031" y="834549"/>
                  </a:lnTo>
                  <a:lnTo>
                    <a:pt x="2178658" y="836708"/>
                  </a:lnTo>
                  <a:lnTo>
                    <a:pt x="2189286" y="838860"/>
                  </a:lnTo>
                  <a:lnTo>
                    <a:pt x="2199913" y="840990"/>
                  </a:lnTo>
                  <a:lnTo>
                    <a:pt x="2210541" y="843074"/>
                  </a:lnTo>
                  <a:lnTo>
                    <a:pt x="2221169" y="845074"/>
                  </a:lnTo>
                  <a:lnTo>
                    <a:pt x="2231796" y="846952"/>
                  </a:lnTo>
                  <a:lnTo>
                    <a:pt x="2242424" y="848685"/>
                  </a:lnTo>
                  <a:lnTo>
                    <a:pt x="2253051" y="850252"/>
                  </a:lnTo>
                  <a:lnTo>
                    <a:pt x="2263679" y="851642"/>
                  </a:lnTo>
                  <a:lnTo>
                    <a:pt x="2274307" y="852852"/>
                  </a:lnTo>
                  <a:lnTo>
                    <a:pt x="2284934" y="853887"/>
                  </a:lnTo>
                  <a:lnTo>
                    <a:pt x="2295562" y="854760"/>
                  </a:lnTo>
                  <a:lnTo>
                    <a:pt x="2306189" y="855488"/>
                  </a:lnTo>
                  <a:lnTo>
                    <a:pt x="2306189" y="859695"/>
                  </a:lnTo>
                  <a:lnTo>
                    <a:pt x="2295562" y="859695"/>
                  </a:lnTo>
                  <a:lnTo>
                    <a:pt x="2284934" y="859695"/>
                  </a:lnTo>
                  <a:lnTo>
                    <a:pt x="2274307" y="859695"/>
                  </a:lnTo>
                  <a:lnTo>
                    <a:pt x="2263679" y="859695"/>
                  </a:lnTo>
                  <a:lnTo>
                    <a:pt x="2253051" y="859695"/>
                  </a:lnTo>
                  <a:lnTo>
                    <a:pt x="2242424" y="859695"/>
                  </a:lnTo>
                  <a:lnTo>
                    <a:pt x="2231796" y="859695"/>
                  </a:lnTo>
                  <a:lnTo>
                    <a:pt x="2221169" y="859695"/>
                  </a:lnTo>
                  <a:lnTo>
                    <a:pt x="2210541" y="859695"/>
                  </a:lnTo>
                  <a:lnTo>
                    <a:pt x="2199913" y="859695"/>
                  </a:lnTo>
                  <a:lnTo>
                    <a:pt x="2189286" y="859695"/>
                  </a:lnTo>
                  <a:lnTo>
                    <a:pt x="2178658" y="859695"/>
                  </a:lnTo>
                  <a:lnTo>
                    <a:pt x="2168031" y="859695"/>
                  </a:lnTo>
                  <a:lnTo>
                    <a:pt x="2157403" y="859695"/>
                  </a:lnTo>
                  <a:lnTo>
                    <a:pt x="2146775" y="859695"/>
                  </a:lnTo>
                  <a:lnTo>
                    <a:pt x="2136148" y="859695"/>
                  </a:lnTo>
                  <a:lnTo>
                    <a:pt x="2125520" y="859695"/>
                  </a:lnTo>
                  <a:lnTo>
                    <a:pt x="2114892" y="859695"/>
                  </a:lnTo>
                  <a:lnTo>
                    <a:pt x="2104265" y="859695"/>
                  </a:lnTo>
                  <a:lnTo>
                    <a:pt x="2093637" y="859695"/>
                  </a:lnTo>
                  <a:lnTo>
                    <a:pt x="2083010" y="859695"/>
                  </a:lnTo>
                  <a:lnTo>
                    <a:pt x="2072382" y="859695"/>
                  </a:lnTo>
                  <a:lnTo>
                    <a:pt x="2061754" y="859695"/>
                  </a:lnTo>
                  <a:lnTo>
                    <a:pt x="2051127" y="859695"/>
                  </a:lnTo>
                  <a:lnTo>
                    <a:pt x="2040499" y="859695"/>
                  </a:lnTo>
                  <a:lnTo>
                    <a:pt x="2029872" y="859695"/>
                  </a:lnTo>
                  <a:lnTo>
                    <a:pt x="2019244" y="859695"/>
                  </a:lnTo>
                  <a:lnTo>
                    <a:pt x="2008616" y="859695"/>
                  </a:lnTo>
                  <a:lnTo>
                    <a:pt x="1997989" y="859695"/>
                  </a:lnTo>
                  <a:lnTo>
                    <a:pt x="1987361" y="859695"/>
                  </a:lnTo>
                  <a:lnTo>
                    <a:pt x="1976734" y="859695"/>
                  </a:lnTo>
                  <a:lnTo>
                    <a:pt x="1966106" y="859695"/>
                  </a:lnTo>
                  <a:lnTo>
                    <a:pt x="1955478" y="859695"/>
                  </a:lnTo>
                  <a:lnTo>
                    <a:pt x="1944851" y="859695"/>
                  </a:lnTo>
                  <a:lnTo>
                    <a:pt x="1934223" y="859695"/>
                  </a:lnTo>
                  <a:lnTo>
                    <a:pt x="1923596" y="859695"/>
                  </a:lnTo>
                  <a:lnTo>
                    <a:pt x="1912968" y="859695"/>
                  </a:lnTo>
                  <a:lnTo>
                    <a:pt x="1902340" y="859695"/>
                  </a:lnTo>
                  <a:lnTo>
                    <a:pt x="1891713" y="859695"/>
                  </a:lnTo>
                  <a:lnTo>
                    <a:pt x="1881085" y="859695"/>
                  </a:lnTo>
                  <a:lnTo>
                    <a:pt x="1870458" y="859695"/>
                  </a:lnTo>
                  <a:lnTo>
                    <a:pt x="1859830" y="859695"/>
                  </a:lnTo>
                  <a:lnTo>
                    <a:pt x="1849202" y="859695"/>
                  </a:lnTo>
                  <a:lnTo>
                    <a:pt x="1838575" y="859695"/>
                  </a:lnTo>
                  <a:lnTo>
                    <a:pt x="1827947" y="859695"/>
                  </a:lnTo>
                  <a:lnTo>
                    <a:pt x="1817320" y="859695"/>
                  </a:lnTo>
                  <a:lnTo>
                    <a:pt x="1806692" y="859695"/>
                  </a:lnTo>
                  <a:lnTo>
                    <a:pt x="1796064" y="859695"/>
                  </a:lnTo>
                  <a:lnTo>
                    <a:pt x="1785437" y="859695"/>
                  </a:lnTo>
                  <a:lnTo>
                    <a:pt x="1774809" y="859695"/>
                  </a:lnTo>
                  <a:lnTo>
                    <a:pt x="1764182" y="859695"/>
                  </a:lnTo>
                  <a:lnTo>
                    <a:pt x="1753554" y="859695"/>
                  </a:lnTo>
                  <a:lnTo>
                    <a:pt x="1742926" y="859695"/>
                  </a:lnTo>
                  <a:lnTo>
                    <a:pt x="1732299" y="859695"/>
                  </a:lnTo>
                  <a:lnTo>
                    <a:pt x="1721671" y="859695"/>
                  </a:lnTo>
                  <a:lnTo>
                    <a:pt x="1711044" y="859695"/>
                  </a:lnTo>
                  <a:lnTo>
                    <a:pt x="1700416" y="859695"/>
                  </a:lnTo>
                  <a:lnTo>
                    <a:pt x="1689788" y="859695"/>
                  </a:lnTo>
                  <a:lnTo>
                    <a:pt x="1679161" y="859695"/>
                  </a:lnTo>
                  <a:lnTo>
                    <a:pt x="1668533" y="859695"/>
                  </a:lnTo>
                  <a:lnTo>
                    <a:pt x="1657906" y="859695"/>
                  </a:lnTo>
                  <a:lnTo>
                    <a:pt x="1647278" y="859695"/>
                  </a:lnTo>
                  <a:lnTo>
                    <a:pt x="1636650" y="859695"/>
                  </a:lnTo>
                  <a:lnTo>
                    <a:pt x="1626023" y="859695"/>
                  </a:lnTo>
                  <a:lnTo>
                    <a:pt x="1615395" y="859695"/>
                  </a:lnTo>
                  <a:lnTo>
                    <a:pt x="1604768" y="859695"/>
                  </a:lnTo>
                  <a:lnTo>
                    <a:pt x="1594140" y="859695"/>
                  </a:lnTo>
                  <a:lnTo>
                    <a:pt x="1583512" y="859695"/>
                  </a:lnTo>
                  <a:lnTo>
                    <a:pt x="1572885" y="859695"/>
                  </a:lnTo>
                  <a:lnTo>
                    <a:pt x="1562257" y="859695"/>
                  </a:lnTo>
                  <a:lnTo>
                    <a:pt x="1551630" y="859695"/>
                  </a:lnTo>
                  <a:lnTo>
                    <a:pt x="1541002" y="859695"/>
                  </a:lnTo>
                  <a:lnTo>
                    <a:pt x="1530374" y="859695"/>
                  </a:lnTo>
                  <a:lnTo>
                    <a:pt x="1519747" y="859695"/>
                  </a:lnTo>
                  <a:lnTo>
                    <a:pt x="1509119" y="859695"/>
                  </a:lnTo>
                  <a:lnTo>
                    <a:pt x="1498492" y="859695"/>
                  </a:lnTo>
                  <a:lnTo>
                    <a:pt x="1487864" y="859695"/>
                  </a:lnTo>
                  <a:lnTo>
                    <a:pt x="1477236" y="859695"/>
                  </a:lnTo>
                  <a:lnTo>
                    <a:pt x="1466609" y="859695"/>
                  </a:lnTo>
                  <a:lnTo>
                    <a:pt x="1455981" y="859695"/>
                  </a:lnTo>
                  <a:lnTo>
                    <a:pt x="1445354" y="859695"/>
                  </a:lnTo>
                  <a:lnTo>
                    <a:pt x="1434726" y="859695"/>
                  </a:lnTo>
                  <a:lnTo>
                    <a:pt x="1424098" y="859695"/>
                  </a:lnTo>
                  <a:lnTo>
                    <a:pt x="1413471" y="859695"/>
                  </a:lnTo>
                  <a:lnTo>
                    <a:pt x="1402843" y="859695"/>
                  </a:lnTo>
                  <a:lnTo>
                    <a:pt x="1392215" y="859695"/>
                  </a:lnTo>
                  <a:lnTo>
                    <a:pt x="1381588" y="859695"/>
                  </a:lnTo>
                  <a:lnTo>
                    <a:pt x="1370960" y="859695"/>
                  </a:lnTo>
                  <a:lnTo>
                    <a:pt x="1360333" y="859695"/>
                  </a:lnTo>
                  <a:lnTo>
                    <a:pt x="1349705" y="859695"/>
                  </a:lnTo>
                  <a:lnTo>
                    <a:pt x="1339077" y="859695"/>
                  </a:lnTo>
                  <a:lnTo>
                    <a:pt x="1328450" y="859695"/>
                  </a:lnTo>
                  <a:lnTo>
                    <a:pt x="1317822" y="859695"/>
                  </a:lnTo>
                  <a:lnTo>
                    <a:pt x="1307195" y="859695"/>
                  </a:lnTo>
                  <a:lnTo>
                    <a:pt x="1296567" y="859695"/>
                  </a:lnTo>
                  <a:lnTo>
                    <a:pt x="1285939" y="859695"/>
                  </a:lnTo>
                  <a:lnTo>
                    <a:pt x="1275312" y="859695"/>
                  </a:lnTo>
                  <a:lnTo>
                    <a:pt x="1264684" y="859695"/>
                  </a:lnTo>
                  <a:lnTo>
                    <a:pt x="1254057" y="859695"/>
                  </a:lnTo>
                  <a:lnTo>
                    <a:pt x="1243429" y="859695"/>
                  </a:lnTo>
                  <a:lnTo>
                    <a:pt x="1232801" y="859695"/>
                  </a:lnTo>
                  <a:lnTo>
                    <a:pt x="1222174" y="859695"/>
                  </a:lnTo>
                  <a:lnTo>
                    <a:pt x="1211546" y="859695"/>
                  </a:lnTo>
                  <a:lnTo>
                    <a:pt x="1200919" y="859695"/>
                  </a:lnTo>
                  <a:lnTo>
                    <a:pt x="1190291" y="859695"/>
                  </a:lnTo>
                  <a:lnTo>
                    <a:pt x="1179663" y="859695"/>
                  </a:lnTo>
                  <a:lnTo>
                    <a:pt x="1169036" y="859695"/>
                  </a:lnTo>
                  <a:lnTo>
                    <a:pt x="1158408" y="859695"/>
                  </a:lnTo>
                  <a:lnTo>
                    <a:pt x="1147781" y="859695"/>
                  </a:lnTo>
                  <a:lnTo>
                    <a:pt x="1137153" y="859695"/>
                  </a:lnTo>
                  <a:lnTo>
                    <a:pt x="1126525" y="859695"/>
                  </a:lnTo>
                  <a:lnTo>
                    <a:pt x="1115898" y="859695"/>
                  </a:lnTo>
                  <a:lnTo>
                    <a:pt x="1105270" y="859695"/>
                  </a:lnTo>
                  <a:lnTo>
                    <a:pt x="1094643" y="859695"/>
                  </a:lnTo>
                  <a:lnTo>
                    <a:pt x="1084015" y="859695"/>
                  </a:lnTo>
                  <a:lnTo>
                    <a:pt x="1073387" y="859695"/>
                  </a:lnTo>
                  <a:lnTo>
                    <a:pt x="1062760" y="859695"/>
                  </a:lnTo>
                  <a:lnTo>
                    <a:pt x="1052132" y="859695"/>
                  </a:lnTo>
                  <a:lnTo>
                    <a:pt x="1041505" y="859695"/>
                  </a:lnTo>
                  <a:lnTo>
                    <a:pt x="1030877" y="859695"/>
                  </a:lnTo>
                  <a:lnTo>
                    <a:pt x="1020249" y="859695"/>
                  </a:lnTo>
                  <a:lnTo>
                    <a:pt x="1009622" y="859695"/>
                  </a:lnTo>
                  <a:lnTo>
                    <a:pt x="998994" y="859695"/>
                  </a:lnTo>
                  <a:lnTo>
                    <a:pt x="988367" y="859695"/>
                  </a:lnTo>
                  <a:lnTo>
                    <a:pt x="977739" y="859695"/>
                  </a:lnTo>
                  <a:lnTo>
                    <a:pt x="967111" y="859695"/>
                  </a:lnTo>
                  <a:lnTo>
                    <a:pt x="956484" y="859695"/>
                  </a:lnTo>
                  <a:lnTo>
                    <a:pt x="945856" y="859695"/>
                  </a:lnTo>
                  <a:lnTo>
                    <a:pt x="935229" y="859695"/>
                  </a:lnTo>
                  <a:lnTo>
                    <a:pt x="924601" y="859695"/>
                  </a:lnTo>
                  <a:lnTo>
                    <a:pt x="913973" y="859695"/>
                  </a:lnTo>
                  <a:lnTo>
                    <a:pt x="903346" y="859695"/>
                  </a:lnTo>
                  <a:lnTo>
                    <a:pt x="892718" y="859695"/>
                  </a:lnTo>
                  <a:lnTo>
                    <a:pt x="882091" y="859695"/>
                  </a:lnTo>
                  <a:lnTo>
                    <a:pt x="871463" y="859695"/>
                  </a:lnTo>
                  <a:lnTo>
                    <a:pt x="860835" y="859695"/>
                  </a:lnTo>
                  <a:lnTo>
                    <a:pt x="850208" y="859695"/>
                  </a:lnTo>
                  <a:lnTo>
                    <a:pt x="839580" y="859695"/>
                  </a:lnTo>
                  <a:lnTo>
                    <a:pt x="828953" y="859695"/>
                  </a:lnTo>
                  <a:lnTo>
                    <a:pt x="818325" y="859695"/>
                  </a:lnTo>
                  <a:lnTo>
                    <a:pt x="807697" y="859695"/>
                  </a:lnTo>
                  <a:lnTo>
                    <a:pt x="797070" y="859695"/>
                  </a:lnTo>
                  <a:lnTo>
                    <a:pt x="786442" y="859695"/>
                  </a:lnTo>
                  <a:lnTo>
                    <a:pt x="775815" y="859695"/>
                  </a:lnTo>
                  <a:lnTo>
                    <a:pt x="765187" y="859695"/>
                  </a:lnTo>
                  <a:lnTo>
                    <a:pt x="754559" y="859695"/>
                  </a:lnTo>
                  <a:lnTo>
                    <a:pt x="743932" y="859695"/>
                  </a:lnTo>
                  <a:lnTo>
                    <a:pt x="733304" y="859695"/>
                  </a:lnTo>
                  <a:lnTo>
                    <a:pt x="722677" y="859695"/>
                  </a:lnTo>
                  <a:lnTo>
                    <a:pt x="712049" y="859695"/>
                  </a:lnTo>
                  <a:lnTo>
                    <a:pt x="701421" y="859695"/>
                  </a:lnTo>
                  <a:lnTo>
                    <a:pt x="690794" y="859695"/>
                  </a:lnTo>
                  <a:lnTo>
                    <a:pt x="680166" y="859695"/>
                  </a:lnTo>
                  <a:lnTo>
                    <a:pt x="669538" y="859695"/>
                  </a:lnTo>
                  <a:lnTo>
                    <a:pt x="658911" y="859695"/>
                  </a:lnTo>
                  <a:lnTo>
                    <a:pt x="648283" y="859695"/>
                  </a:lnTo>
                  <a:lnTo>
                    <a:pt x="637656" y="859695"/>
                  </a:lnTo>
                  <a:lnTo>
                    <a:pt x="627028" y="859695"/>
                  </a:lnTo>
                  <a:lnTo>
                    <a:pt x="616400" y="859695"/>
                  </a:lnTo>
                  <a:lnTo>
                    <a:pt x="605773" y="859695"/>
                  </a:lnTo>
                  <a:lnTo>
                    <a:pt x="595145" y="859695"/>
                  </a:lnTo>
                  <a:lnTo>
                    <a:pt x="584518" y="859695"/>
                  </a:lnTo>
                  <a:lnTo>
                    <a:pt x="573890" y="859695"/>
                  </a:lnTo>
                  <a:lnTo>
                    <a:pt x="563262" y="859695"/>
                  </a:lnTo>
                  <a:lnTo>
                    <a:pt x="552635" y="859695"/>
                  </a:lnTo>
                  <a:lnTo>
                    <a:pt x="542007" y="859695"/>
                  </a:lnTo>
                  <a:lnTo>
                    <a:pt x="531380" y="859695"/>
                  </a:lnTo>
                  <a:lnTo>
                    <a:pt x="520752" y="859695"/>
                  </a:lnTo>
                  <a:lnTo>
                    <a:pt x="510124" y="859695"/>
                  </a:lnTo>
                  <a:lnTo>
                    <a:pt x="499497" y="859695"/>
                  </a:lnTo>
                  <a:lnTo>
                    <a:pt x="488869" y="859695"/>
                  </a:lnTo>
                  <a:lnTo>
                    <a:pt x="478242" y="859695"/>
                  </a:lnTo>
                  <a:lnTo>
                    <a:pt x="467614" y="859695"/>
                  </a:lnTo>
                  <a:lnTo>
                    <a:pt x="456986" y="859695"/>
                  </a:lnTo>
                  <a:lnTo>
                    <a:pt x="446359" y="859695"/>
                  </a:lnTo>
                  <a:lnTo>
                    <a:pt x="435731" y="859695"/>
                  </a:lnTo>
                  <a:lnTo>
                    <a:pt x="425104" y="859695"/>
                  </a:lnTo>
                  <a:lnTo>
                    <a:pt x="414476" y="859695"/>
                  </a:lnTo>
                  <a:lnTo>
                    <a:pt x="403848" y="859695"/>
                  </a:lnTo>
                  <a:lnTo>
                    <a:pt x="393221" y="859695"/>
                  </a:lnTo>
                  <a:lnTo>
                    <a:pt x="382593" y="859695"/>
                  </a:lnTo>
                  <a:lnTo>
                    <a:pt x="371966" y="859695"/>
                  </a:lnTo>
                  <a:lnTo>
                    <a:pt x="361338" y="859695"/>
                  </a:lnTo>
                  <a:lnTo>
                    <a:pt x="350710" y="859695"/>
                  </a:lnTo>
                  <a:lnTo>
                    <a:pt x="340083" y="859695"/>
                  </a:lnTo>
                  <a:lnTo>
                    <a:pt x="329455" y="859695"/>
                  </a:lnTo>
                  <a:lnTo>
                    <a:pt x="318828" y="859695"/>
                  </a:lnTo>
                  <a:lnTo>
                    <a:pt x="308200" y="859695"/>
                  </a:lnTo>
                  <a:lnTo>
                    <a:pt x="297572" y="859695"/>
                  </a:lnTo>
                  <a:lnTo>
                    <a:pt x="286945" y="859695"/>
                  </a:lnTo>
                  <a:lnTo>
                    <a:pt x="276317" y="859695"/>
                  </a:lnTo>
                  <a:lnTo>
                    <a:pt x="265690" y="859695"/>
                  </a:lnTo>
                  <a:lnTo>
                    <a:pt x="255062" y="859695"/>
                  </a:lnTo>
                  <a:lnTo>
                    <a:pt x="244434" y="859695"/>
                  </a:lnTo>
                  <a:lnTo>
                    <a:pt x="233807" y="859695"/>
                  </a:lnTo>
                  <a:lnTo>
                    <a:pt x="223179" y="859695"/>
                  </a:lnTo>
                  <a:lnTo>
                    <a:pt x="212552" y="859695"/>
                  </a:lnTo>
                  <a:lnTo>
                    <a:pt x="201924" y="859695"/>
                  </a:lnTo>
                  <a:lnTo>
                    <a:pt x="191296" y="859695"/>
                  </a:lnTo>
                  <a:lnTo>
                    <a:pt x="180669" y="859695"/>
                  </a:lnTo>
                  <a:lnTo>
                    <a:pt x="170041" y="859695"/>
                  </a:lnTo>
                  <a:lnTo>
                    <a:pt x="159414" y="859695"/>
                  </a:lnTo>
                  <a:lnTo>
                    <a:pt x="148786" y="859695"/>
                  </a:lnTo>
                  <a:lnTo>
                    <a:pt x="138158" y="859695"/>
                  </a:lnTo>
                  <a:lnTo>
                    <a:pt x="127531" y="859695"/>
                  </a:lnTo>
                  <a:lnTo>
                    <a:pt x="116903" y="859695"/>
                  </a:lnTo>
                  <a:lnTo>
                    <a:pt x="106276" y="859695"/>
                  </a:lnTo>
                  <a:lnTo>
                    <a:pt x="95648" y="859695"/>
                  </a:lnTo>
                  <a:lnTo>
                    <a:pt x="85020" y="859695"/>
                  </a:lnTo>
                  <a:lnTo>
                    <a:pt x="74393" y="859695"/>
                  </a:lnTo>
                  <a:lnTo>
                    <a:pt x="63765" y="859695"/>
                  </a:lnTo>
                  <a:lnTo>
                    <a:pt x="53138" y="859695"/>
                  </a:lnTo>
                  <a:lnTo>
                    <a:pt x="42510" y="859695"/>
                  </a:lnTo>
                  <a:lnTo>
                    <a:pt x="31882" y="859695"/>
                  </a:lnTo>
                  <a:lnTo>
                    <a:pt x="21255" y="859695"/>
                  </a:lnTo>
                  <a:lnTo>
                    <a:pt x="10627" y="859695"/>
                  </a:lnTo>
                  <a:lnTo>
                    <a:pt x="0" y="859695"/>
                  </a:lnTo>
                  <a:close/>
                </a:path>
              </a:pathLst>
            </a:custGeom>
            <a:solidFill>
              <a:srgbClr val="F59E0B">
                <a:alpha val="87843"/>
              </a:srgbClr>
            </a:solidFill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146400" y="6000127"/>
              <a:ext cx="2306189" cy="855488"/>
            </a:xfrm>
            <a:custGeom>
              <a:avLst/>
              <a:pathLst>
                <a:path w="2306189" h="855488">
                  <a:moveTo>
                    <a:pt x="0" y="855432"/>
                  </a:moveTo>
                  <a:lnTo>
                    <a:pt x="10627" y="854943"/>
                  </a:lnTo>
                  <a:lnTo>
                    <a:pt x="21255" y="854318"/>
                  </a:lnTo>
                  <a:lnTo>
                    <a:pt x="31882" y="853537"/>
                  </a:lnTo>
                  <a:lnTo>
                    <a:pt x="42510" y="852588"/>
                  </a:lnTo>
                  <a:lnTo>
                    <a:pt x="53138" y="851469"/>
                  </a:lnTo>
                  <a:lnTo>
                    <a:pt x="63765" y="850186"/>
                  </a:lnTo>
                  <a:lnTo>
                    <a:pt x="74393" y="848754"/>
                  </a:lnTo>
                  <a:lnTo>
                    <a:pt x="85020" y="847198"/>
                  </a:lnTo>
                  <a:lnTo>
                    <a:pt x="95648" y="845545"/>
                  </a:lnTo>
                  <a:lnTo>
                    <a:pt x="106276" y="843828"/>
                  </a:lnTo>
                  <a:lnTo>
                    <a:pt x="116903" y="842090"/>
                  </a:lnTo>
                  <a:lnTo>
                    <a:pt x="127531" y="840356"/>
                  </a:lnTo>
                  <a:lnTo>
                    <a:pt x="138158" y="838646"/>
                  </a:lnTo>
                  <a:lnTo>
                    <a:pt x="148786" y="836970"/>
                  </a:lnTo>
                  <a:lnTo>
                    <a:pt x="159414" y="835323"/>
                  </a:lnTo>
                  <a:lnTo>
                    <a:pt x="170041" y="833693"/>
                  </a:lnTo>
                  <a:lnTo>
                    <a:pt x="180669" y="832053"/>
                  </a:lnTo>
                  <a:lnTo>
                    <a:pt x="191296" y="830370"/>
                  </a:lnTo>
                  <a:lnTo>
                    <a:pt x="201924" y="828607"/>
                  </a:lnTo>
                  <a:lnTo>
                    <a:pt x="212552" y="826722"/>
                  </a:lnTo>
                  <a:lnTo>
                    <a:pt x="223179" y="824671"/>
                  </a:lnTo>
                  <a:lnTo>
                    <a:pt x="233807" y="822410"/>
                  </a:lnTo>
                  <a:lnTo>
                    <a:pt x="244434" y="819927"/>
                  </a:lnTo>
                  <a:lnTo>
                    <a:pt x="255062" y="817211"/>
                  </a:lnTo>
                  <a:lnTo>
                    <a:pt x="265690" y="814259"/>
                  </a:lnTo>
                  <a:lnTo>
                    <a:pt x="276317" y="811080"/>
                  </a:lnTo>
                  <a:lnTo>
                    <a:pt x="286945" y="807691"/>
                  </a:lnTo>
                  <a:lnTo>
                    <a:pt x="297572" y="804125"/>
                  </a:lnTo>
                  <a:lnTo>
                    <a:pt x="308200" y="800421"/>
                  </a:lnTo>
                  <a:lnTo>
                    <a:pt x="318828" y="796628"/>
                  </a:lnTo>
                  <a:lnTo>
                    <a:pt x="329455" y="792802"/>
                  </a:lnTo>
                  <a:lnTo>
                    <a:pt x="340083" y="789000"/>
                  </a:lnTo>
                  <a:lnTo>
                    <a:pt x="350710" y="785286"/>
                  </a:lnTo>
                  <a:lnTo>
                    <a:pt x="361338" y="781707"/>
                  </a:lnTo>
                  <a:lnTo>
                    <a:pt x="371966" y="778284"/>
                  </a:lnTo>
                  <a:lnTo>
                    <a:pt x="382593" y="775016"/>
                  </a:lnTo>
                  <a:lnTo>
                    <a:pt x="393221" y="771877"/>
                  </a:lnTo>
                  <a:lnTo>
                    <a:pt x="403848" y="768816"/>
                  </a:lnTo>
                  <a:lnTo>
                    <a:pt x="414476" y="765757"/>
                  </a:lnTo>
                  <a:lnTo>
                    <a:pt x="425104" y="762602"/>
                  </a:lnTo>
                  <a:lnTo>
                    <a:pt x="435731" y="759242"/>
                  </a:lnTo>
                  <a:lnTo>
                    <a:pt x="446359" y="755562"/>
                  </a:lnTo>
                  <a:lnTo>
                    <a:pt x="456986" y="751446"/>
                  </a:lnTo>
                  <a:lnTo>
                    <a:pt x="467614" y="746789"/>
                  </a:lnTo>
                  <a:lnTo>
                    <a:pt x="478242" y="741439"/>
                  </a:lnTo>
                  <a:lnTo>
                    <a:pt x="488869" y="735383"/>
                  </a:lnTo>
                  <a:lnTo>
                    <a:pt x="499497" y="728601"/>
                  </a:lnTo>
                  <a:lnTo>
                    <a:pt x="510124" y="721093"/>
                  </a:lnTo>
                  <a:lnTo>
                    <a:pt x="520752" y="712888"/>
                  </a:lnTo>
                  <a:lnTo>
                    <a:pt x="531380" y="704034"/>
                  </a:lnTo>
                  <a:lnTo>
                    <a:pt x="542007" y="694595"/>
                  </a:lnTo>
                  <a:lnTo>
                    <a:pt x="552635" y="684646"/>
                  </a:lnTo>
                  <a:lnTo>
                    <a:pt x="563262" y="674262"/>
                  </a:lnTo>
                  <a:lnTo>
                    <a:pt x="573890" y="663518"/>
                  </a:lnTo>
                  <a:lnTo>
                    <a:pt x="584518" y="652478"/>
                  </a:lnTo>
                  <a:lnTo>
                    <a:pt x="595145" y="641196"/>
                  </a:lnTo>
                  <a:lnTo>
                    <a:pt x="605773" y="629709"/>
                  </a:lnTo>
                  <a:lnTo>
                    <a:pt x="616400" y="618076"/>
                  </a:lnTo>
                  <a:lnTo>
                    <a:pt x="627028" y="606337"/>
                  </a:lnTo>
                  <a:lnTo>
                    <a:pt x="637656" y="594541"/>
                  </a:lnTo>
                  <a:lnTo>
                    <a:pt x="648283" y="582750"/>
                  </a:lnTo>
                  <a:lnTo>
                    <a:pt x="658911" y="571040"/>
                  </a:lnTo>
                  <a:lnTo>
                    <a:pt x="669538" y="559502"/>
                  </a:lnTo>
                  <a:lnTo>
                    <a:pt x="680166" y="548236"/>
                  </a:lnTo>
                  <a:lnTo>
                    <a:pt x="690794" y="537337"/>
                  </a:lnTo>
                  <a:lnTo>
                    <a:pt x="701421" y="526886"/>
                  </a:lnTo>
                  <a:lnTo>
                    <a:pt x="712049" y="516935"/>
                  </a:lnTo>
                  <a:lnTo>
                    <a:pt x="722677" y="507504"/>
                  </a:lnTo>
                  <a:lnTo>
                    <a:pt x="733304" y="498527"/>
                  </a:lnTo>
                  <a:lnTo>
                    <a:pt x="743932" y="489835"/>
                  </a:lnTo>
                  <a:lnTo>
                    <a:pt x="754559" y="481232"/>
                  </a:lnTo>
                  <a:lnTo>
                    <a:pt x="765187" y="472484"/>
                  </a:lnTo>
                  <a:lnTo>
                    <a:pt x="775815" y="463332"/>
                  </a:lnTo>
                  <a:lnTo>
                    <a:pt x="786442" y="453517"/>
                  </a:lnTo>
                  <a:lnTo>
                    <a:pt x="797070" y="442798"/>
                  </a:lnTo>
                  <a:lnTo>
                    <a:pt x="807697" y="430973"/>
                  </a:lnTo>
                  <a:lnTo>
                    <a:pt x="818325" y="417893"/>
                  </a:lnTo>
                  <a:lnTo>
                    <a:pt x="828953" y="403475"/>
                  </a:lnTo>
                  <a:lnTo>
                    <a:pt x="839580" y="387709"/>
                  </a:lnTo>
                  <a:lnTo>
                    <a:pt x="850208" y="370584"/>
                  </a:lnTo>
                  <a:lnTo>
                    <a:pt x="860835" y="352320"/>
                  </a:lnTo>
                  <a:lnTo>
                    <a:pt x="871463" y="333188"/>
                  </a:lnTo>
                  <a:lnTo>
                    <a:pt x="882091" y="313466"/>
                  </a:lnTo>
                  <a:lnTo>
                    <a:pt x="892718" y="293469"/>
                  </a:lnTo>
                  <a:lnTo>
                    <a:pt x="903346" y="273529"/>
                  </a:lnTo>
                  <a:lnTo>
                    <a:pt x="913973" y="253975"/>
                  </a:lnTo>
                  <a:lnTo>
                    <a:pt x="924601" y="235116"/>
                  </a:lnTo>
                  <a:lnTo>
                    <a:pt x="935229" y="217220"/>
                  </a:lnTo>
                  <a:lnTo>
                    <a:pt x="945856" y="200502"/>
                  </a:lnTo>
                  <a:lnTo>
                    <a:pt x="956484" y="185113"/>
                  </a:lnTo>
                  <a:lnTo>
                    <a:pt x="967111" y="171133"/>
                  </a:lnTo>
                  <a:lnTo>
                    <a:pt x="977739" y="158702"/>
                  </a:lnTo>
                  <a:lnTo>
                    <a:pt x="988367" y="147623"/>
                  </a:lnTo>
                  <a:lnTo>
                    <a:pt x="998994" y="137762"/>
                  </a:lnTo>
                  <a:lnTo>
                    <a:pt x="1009622" y="128957"/>
                  </a:lnTo>
                  <a:lnTo>
                    <a:pt x="1020249" y="121016"/>
                  </a:lnTo>
                  <a:lnTo>
                    <a:pt x="1030877" y="113729"/>
                  </a:lnTo>
                  <a:lnTo>
                    <a:pt x="1041505" y="106879"/>
                  </a:lnTo>
                  <a:lnTo>
                    <a:pt x="1052132" y="100248"/>
                  </a:lnTo>
                  <a:lnTo>
                    <a:pt x="1062760" y="93637"/>
                  </a:lnTo>
                  <a:lnTo>
                    <a:pt x="1073387" y="86871"/>
                  </a:lnTo>
                  <a:lnTo>
                    <a:pt x="1084015" y="79815"/>
                  </a:lnTo>
                  <a:lnTo>
                    <a:pt x="1094643" y="72384"/>
                  </a:lnTo>
                  <a:lnTo>
                    <a:pt x="1105270" y="64545"/>
                  </a:lnTo>
                  <a:lnTo>
                    <a:pt x="1115898" y="56409"/>
                  </a:lnTo>
                  <a:lnTo>
                    <a:pt x="1126525" y="48119"/>
                  </a:lnTo>
                  <a:lnTo>
                    <a:pt x="1137153" y="39867"/>
                  </a:lnTo>
                  <a:lnTo>
                    <a:pt x="1147781" y="31877"/>
                  </a:lnTo>
                  <a:lnTo>
                    <a:pt x="1158408" y="24385"/>
                  </a:lnTo>
                  <a:lnTo>
                    <a:pt x="1169036" y="17612"/>
                  </a:lnTo>
                  <a:lnTo>
                    <a:pt x="1179663" y="11755"/>
                  </a:lnTo>
                  <a:lnTo>
                    <a:pt x="1190291" y="6969"/>
                  </a:lnTo>
                  <a:lnTo>
                    <a:pt x="1200919" y="3363"/>
                  </a:lnTo>
                  <a:lnTo>
                    <a:pt x="1211546" y="1007"/>
                  </a:lnTo>
                  <a:lnTo>
                    <a:pt x="1222174" y="0"/>
                  </a:lnTo>
                  <a:lnTo>
                    <a:pt x="1232801" y="383"/>
                  </a:lnTo>
                  <a:lnTo>
                    <a:pt x="1243429" y="2109"/>
                  </a:lnTo>
                  <a:lnTo>
                    <a:pt x="1254057" y="5212"/>
                  </a:lnTo>
                  <a:lnTo>
                    <a:pt x="1264684" y="9737"/>
                  </a:lnTo>
                  <a:lnTo>
                    <a:pt x="1275312" y="15734"/>
                  </a:lnTo>
                  <a:lnTo>
                    <a:pt x="1285939" y="23240"/>
                  </a:lnTo>
                  <a:lnTo>
                    <a:pt x="1296567" y="32263"/>
                  </a:lnTo>
                  <a:lnTo>
                    <a:pt x="1307195" y="42769"/>
                  </a:lnTo>
                  <a:lnTo>
                    <a:pt x="1317822" y="54666"/>
                  </a:lnTo>
                  <a:lnTo>
                    <a:pt x="1328450" y="67799"/>
                  </a:lnTo>
                  <a:lnTo>
                    <a:pt x="1339077" y="81951"/>
                  </a:lnTo>
                  <a:lnTo>
                    <a:pt x="1349705" y="96883"/>
                  </a:lnTo>
                  <a:lnTo>
                    <a:pt x="1360333" y="112221"/>
                  </a:lnTo>
                  <a:lnTo>
                    <a:pt x="1370960" y="127650"/>
                  </a:lnTo>
                  <a:lnTo>
                    <a:pt x="1381588" y="142908"/>
                  </a:lnTo>
                  <a:lnTo>
                    <a:pt x="1392215" y="157790"/>
                  </a:lnTo>
                  <a:lnTo>
                    <a:pt x="1402843" y="172153"/>
                  </a:lnTo>
                  <a:lnTo>
                    <a:pt x="1413471" y="185926"/>
                  </a:lnTo>
                  <a:lnTo>
                    <a:pt x="1424098" y="199101"/>
                  </a:lnTo>
                  <a:lnTo>
                    <a:pt x="1434726" y="211722"/>
                  </a:lnTo>
                  <a:lnTo>
                    <a:pt x="1445354" y="223870"/>
                  </a:lnTo>
                  <a:lnTo>
                    <a:pt x="1455981" y="235644"/>
                  </a:lnTo>
                  <a:lnTo>
                    <a:pt x="1466609" y="247147"/>
                  </a:lnTo>
                  <a:lnTo>
                    <a:pt x="1477236" y="258459"/>
                  </a:lnTo>
                  <a:lnTo>
                    <a:pt x="1487864" y="269675"/>
                  </a:lnTo>
                  <a:lnTo>
                    <a:pt x="1498492" y="280845"/>
                  </a:lnTo>
                  <a:lnTo>
                    <a:pt x="1509119" y="292006"/>
                  </a:lnTo>
                  <a:lnTo>
                    <a:pt x="1519747" y="303184"/>
                  </a:lnTo>
                  <a:lnTo>
                    <a:pt x="1530374" y="314402"/>
                  </a:lnTo>
                  <a:lnTo>
                    <a:pt x="1541002" y="325679"/>
                  </a:lnTo>
                  <a:lnTo>
                    <a:pt x="1551630" y="337033"/>
                  </a:lnTo>
                  <a:lnTo>
                    <a:pt x="1562257" y="348475"/>
                  </a:lnTo>
                  <a:lnTo>
                    <a:pt x="1572885" y="360010"/>
                  </a:lnTo>
                  <a:lnTo>
                    <a:pt x="1583512" y="371638"/>
                  </a:lnTo>
                  <a:lnTo>
                    <a:pt x="1594140" y="383350"/>
                  </a:lnTo>
                  <a:lnTo>
                    <a:pt x="1604768" y="395136"/>
                  </a:lnTo>
                  <a:lnTo>
                    <a:pt x="1615395" y="406980"/>
                  </a:lnTo>
                  <a:lnTo>
                    <a:pt x="1626023" y="418882"/>
                  </a:lnTo>
                  <a:lnTo>
                    <a:pt x="1636650" y="430857"/>
                  </a:lnTo>
                  <a:lnTo>
                    <a:pt x="1647278" y="442935"/>
                  </a:lnTo>
                  <a:lnTo>
                    <a:pt x="1657906" y="455157"/>
                  </a:lnTo>
                  <a:lnTo>
                    <a:pt x="1668533" y="467573"/>
                  </a:lnTo>
                  <a:lnTo>
                    <a:pt x="1679161" y="480232"/>
                  </a:lnTo>
                  <a:lnTo>
                    <a:pt x="1689788" y="493173"/>
                  </a:lnTo>
                  <a:lnTo>
                    <a:pt x="1700416" y="506416"/>
                  </a:lnTo>
                  <a:lnTo>
                    <a:pt x="1711044" y="519956"/>
                  </a:lnTo>
                  <a:lnTo>
                    <a:pt x="1721671" y="533771"/>
                  </a:lnTo>
                  <a:lnTo>
                    <a:pt x="1732299" y="547791"/>
                  </a:lnTo>
                  <a:lnTo>
                    <a:pt x="1742926" y="561922"/>
                  </a:lnTo>
                  <a:lnTo>
                    <a:pt x="1753554" y="576077"/>
                  </a:lnTo>
                  <a:lnTo>
                    <a:pt x="1764182" y="590172"/>
                  </a:lnTo>
                  <a:lnTo>
                    <a:pt x="1774809" y="604133"/>
                  </a:lnTo>
                  <a:lnTo>
                    <a:pt x="1785437" y="617899"/>
                  </a:lnTo>
                  <a:lnTo>
                    <a:pt x="1796064" y="631418"/>
                  </a:lnTo>
                  <a:lnTo>
                    <a:pt x="1806692" y="644647"/>
                  </a:lnTo>
                  <a:lnTo>
                    <a:pt x="1817320" y="657547"/>
                  </a:lnTo>
                  <a:lnTo>
                    <a:pt x="1827947" y="670077"/>
                  </a:lnTo>
                  <a:lnTo>
                    <a:pt x="1838575" y="682188"/>
                  </a:lnTo>
                  <a:lnTo>
                    <a:pt x="1849202" y="693782"/>
                  </a:lnTo>
                  <a:lnTo>
                    <a:pt x="1859830" y="704807"/>
                  </a:lnTo>
                  <a:lnTo>
                    <a:pt x="1870458" y="715209"/>
                  </a:lnTo>
                  <a:lnTo>
                    <a:pt x="1881085" y="724927"/>
                  </a:lnTo>
                  <a:lnTo>
                    <a:pt x="1891713" y="733913"/>
                  </a:lnTo>
                  <a:lnTo>
                    <a:pt x="1902340" y="742136"/>
                  </a:lnTo>
                  <a:lnTo>
                    <a:pt x="1912968" y="749590"/>
                  </a:lnTo>
                  <a:lnTo>
                    <a:pt x="1923596" y="756291"/>
                  </a:lnTo>
                  <a:lnTo>
                    <a:pt x="1934223" y="762285"/>
                  </a:lnTo>
                  <a:lnTo>
                    <a:pt x="1944851" y="767636"/>
                  </a:lnTo>
                  <a:lnTo>
                    <a:pt x="1955478" y="772433"/>
                  </a:lnTo>
                  <a:lnTo>
                    <a:pt x="1966106" y="776774"/>
                  </a:lnTo>
                  <a:lnTo>
                    <a:pt x="1976734" y="780744"/>
                  </a:lnTo>
                  <a:lnTo>
                    <a:pt x="1987361" y="784488"/>
                  </a:lnTo>
                  <a:lnTo>
                    <a:pt x="1997989" y="788092"/>
                  </a:lnTo>
                  <a:lnTo>
                    <a:pt x="2008616" y="791623"/>
                  </a:lnTo>
                  <a:lnTo>
                    <a:pt x="2019244" y="795122"/>
                  </a:lnTo>
                  <a:lnTo>
                    <a:pt x="2029872" y="798606"/>
                  </a:lnTo>
                  <a:lnTo>
                    <a:pt x="2040499" y="802070"/>
                  </a:lnTo>
                  <a:lnTo>
                    <a:pt x="2051127" y="805491"/>
                  </a:lnTo>
                  <a:lnTo>
                    <a:pt x="2061754" y="808836"/>
                  </a:lnTo>
                  <a:lnTo>
                    <a:pt x="2072382" y="812065"/>
                  </a:lnTo>
                  <a:lnTo>
                    <a:pt x="2083010" y="815145"/>
                  </a:lnTo>
                  <a:lnTo>
                    <a:pt x="2093637" y="818048"/>
                  </a:lnTo>
                  <a:lnTo>
                    <a:pt x="2104265" y="820756"/>
                  </a:lnTo>
                  <a:lnTo>
                    <a:pt x="2114892" y="823297"/>
                  </a:lnTo>
                  <a:lnTo>
                    <a:pt x="2125520" y="825695"/>
                  </a:lnTo>
                  <a:lnTo>
                    <a:pt x="2136148" y="827986"/>
                  </a:lnTo>
                  <a:lnTo>
                    <a:pt x="2146775" y="830205"/>
                  </a:lnTo>
                  <a:lnTo>
                    <a:pt x="2157403" y="832385"/>
                  </a:lnTo>
                  <a:lnTo>
                    <a:pt x="2168031" y="834549"/>
                  </a:lnTo>
                  <a:lnTo>
                    <a:pt x="2178658" y="836708"/>
                  </a:lnTo>
                  <a:lnTo>
                    <a:pt x="2189286" y="838860"/>
                  </a:lnTo>
                  <a:lnTo>
                    <a:pt x="2199913" y="840990"/>
                  </a:lnTo>
                  <a:lnTo>
                    <a:pt x="2210541" y="843074"/>
                  </a:lnTo>
                  <a:lnTo>
                    <a:pt x="2221169" y="845074"/>
                  </a:lnTo>
                  <a:lnTo>
                    <a:pt x="2231796" y="846952"/>
                  </a:lnTo>
                  <a:lnTo>
                    <a:pt x="2242424" y="848685"/>
                  </a:lnTo>
                  <a:lnTo>
                    <a:pt x="2253051" y="850252"/>
                  </a:lnTo>
                  <a:lnTo>
                    <a:pt x="2263679" y="851642"/>
                  </a:lnTo>
                  <a:lnTo>
                    <a:pt x="2274307" y="852852"/>
                  </a:lnTo>
                  <a:lnTo>
                    <a:pt x="2284934" y="853887"/>
                  </a:lnTo>
                  <a:lnTo>
                    <a:pt x="2295562" y="854760"/>
                  </a:lnTo>
                  <a:lnTo>
                    <a:pt x="2306189" y="855488"/>
                  </a:lnTo>
                </a:path>
              </a:pathLst>
            </a:custGeom>
            <a:ln w="758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7654515" y="6868635"/>
              <a:ext cx="2104265" cy="990129"/>
            </a:xfrm>
            <a:custGeom>
              <a:avLst/>
              <a:pathLst>
                <a:path w="2104265" h="990129">
                  <a:moveTo>
                    <a:pt x="0" y="985617"/>
                  </a:moveTo>
                  <a:lnTo>
                    <a:pt x="10627" y="984880"/>
                  </a:lnTo>
                  <a:lnTo>
                    <a:pt x="21255" y="984082"/>
                  </a:lnTo>
                  <a:lnTo>
                    <a:pt x="31882" y="983217"/>
                  </a:lnTo>
                  <a:lnTo>
                    <a:pt x="42510" y="982276"/>
                  </a:lnTo>
                  <a:lnTo>
                    <a:pt x="53138" y="981248"/>
                  </a:lnTo>
                  <a:lnTo>
                    <a:pt x="63765" y="980124"/>
                  </a:lnTo>
                  <a:lnTo>
                    <a:pt x="74393" y="978892"/>
                  </a:lnTo>
                  <a:lnTo>
                    <a:pt x="85020" y="977540"/>
                  </a:lnTo>
                  <a:lnTo>
                    <a:pt x="95648" y="976053"/>
                  </a:lnTo>
                  <a:lnTo>
                    <a:pt x="106276" y="974436"/>
                  </a:lnTo>
                  <a:lnTo>
                    <a:pt x="116903" y="972679"/>
                  </a:lnTo>
                  <a:lnTo>
                    <a:pt x="127531" y="970774"/>
                  </a:lnTo>
                  <a:lnTo>
                    <a:pt x="138158" y="968707"/>
                  </a:lnTo>
                  <a:lnTo>
                    <a:pt x="148786" y="966456"/>
                  </a:lnTo>
                  <a:lnTo>
                    <a:pt x="159414" y="963997"/>
                  </a:lnTo>
                  <a:lnTo>
                    <a:pt x="170041" y="961300"/>
                  </a:lnTo>
                  <a:lnTo>
                    <a:pt x="180669" y="958332"/>
                  </a:lnTo>
                  <a:lnTo>
                    <a:pt x="191296" y="955063"/>
                  </a:lnTo>
                  <a:lnTo>
                    <a:pt x="201924" y="951463"/>
                  </a:lnTo>
                  <a:lnTo>
                    <a:pt x="212552" y="947490"/>
                  </a:lnTo>
                  <a:lnTo>
                    <a:pt x="223179" y="943131"/>
                  </a:lnTo>
                  <a:lnTo>
                    <a:pt x="233807" y="938398"/>
                  </a:lnTo>
                  <a:lnTo>
                    <a:pt x="244434" y="933293"/>
                  </a:lnTo>
                  <a:lnTo>
                    <a:pt x="255062" y="927822"/>
                  </a:lnTo>
                  <a:lnTo>
                    <a:pt x="265690" y="921988"/>
                  </a:lnTo>
                  <a:lnTo>
                    <a:pt x="276317" y="915798"/>
                  </a:lnTo>
                  <a:lnTo>
                    <a:pt x="286945" y="909251"/>
                  </a:lnTo>
                  <a:lnTo>
                    <a:pt x="297572" y="902345"/>
                  </a:lnTo>
                  <a:lnTo>
                    <a:pt x="308200" y="895069"/>
                  </a:lnTo>
                  <a:lnTo>
                    <a:pt x="318828" y="887407"/>
                  </a:lnTo>
                  <a:lnTo>
                    <a:pt x="329455" y="879338"/>
                  </a:lnTo>
                  <a:lnTo>
                    <a:pt x="340083" y="870792"/>
                  </a:lnTo>
                  <a:lnTo>
                    <a:pt x="350710" y="861753"/>
                  </a:lnTo>
                  <a:lnTo>
                    <a:pt x="361338" y="852187"/>
                  </a:lnTo>
                  <a:lnTo>
                    <a:pt x="371966" y="842050"/>
                  </a:lnTo>
                  <a:lnTo>
                    <a:pt x="382593" y="831300"/>
                  </a:lnTo>
                  <a:lnTo>
                    <a:pt x="393221" y="819903"/>
                  </a:lnTo>
                  <a:lnTo>
                    <a:pt x="403848" y="807836"/>
                  </a:lnTo>
                  <a:lnTo>
                    <a:pt x="414476" y="795094"/>
                  </a:lnTo>
                  <a:lnTo>
                    <a:pt x="425104" y="781686"/>
                  </a:lnTo>
                  <a:lnTo>
                    <a:pt x="435731" y="767636"/>
                  </a:lnTo>
                  <a:lnTo>
                    <a:pt x="446359" y="752979"/>
                  </a:lnTo>
                  <a:lnTo>
                    <a:pt x="456986" y="737749"/>
                  </a:lnTo>
                  <a:lnTo>
                    <a:pt x="467614" y="721933"/>
                  </a:lnTo>
                  <a:lnTo>
                    <a:pt x="478242" y="705600"/>
                  </a:lnTo>
                  <a:lnTo>
                    <a:pt x="488869" y="688748"/>
                  </a:lnTo>
                  <a:lnTo>
                    <a:pt x="499497" y="671358"/>
                  </a:lnTo>
                  <a:lnTo>
                    <a:pt x="510124" y="653400"/>
                  </a:lnTo>
                  <a:lnTo>
                    <a:pt x="520752" y="634842"/>
                  </a:lnTo>
                  <a:lnTo>
                    <a:pt x="531380" y="615659"/>
                  </a:lnTo>
                  <a:lnTo>
                    <a:pt x="542007" y="595838"/>
                  </a:lnTo>
                  <a:lnTo>
                    <a:pt x="552635" y="575389"/>
                  </a:lnTo>
                  <a:lnTo>
                    <a:pt x="563262" y="554343"/>
                  </a:lnTo>
                  <a:lnTo>
                    <a:pt x="573890" y="532752"/>
                  </a:lnTo>
                  <a:lnTo>
                    <a:pt x="584518" y="510680"/>
                  </a:lnTo>
                  <a:lnTo>
                    <a:pt x="595145" y="488212"/>
                  </a:lnTo>
                  <a:lnTo>
                    <a:pt x="605773" y="465480"/>
                  </a:lnTo>
                  <a:lnTo>
                    <a:pt x="616400" y="442587"/>
                  </a:lnTo>
                  <a:lnTo>
                    <a:pt x="627028" y="419640"/>
                  </a:lnTo>
                  <a:lnTo>
                    <a:pt x="637656" y="396745"/>
                  </a:lnTo>
                  <a:lnTo>
                    <a:pt x="648283" y="374014"/>
                  </a:lnTo>
                  <a:lnTo>
                    <a:pt x="658911" y="351556"/>
                  </a:lnTo>
                  <a:lnTo>
                    <a:pt x="669538" y="329476"/>
                  </a:lnTo>
                  <a:lnTo>
                    <a:pt x="680166" y="307871"/>
                  </a:lnTo>
                  <a:lnTo>
                    <a:pt x="690794" y="286825"/>
                  </a:lnTo>
                  <a:lnTo>
                    <a:pt x="701421" y="266403"/>
                  </a:lnTo>
                  <a:lnTo>
                    <a:pt x="712049" y="246684"/>
                  </a:lnTo>
                  <a:lnTo>
                    <a:pt x="722677" y="227674"/>
                  </a:lnTo>
                  <a:lnTo>
                    <a:pt x="733304" y="209327"/>
                  </a:lnTo>
                  <a:lnTo>
                    <a:pt x="743932" y="191607"/>
                  </a:lnTo>
                  <a:lnTo>
                    <a:pt x="754559" y="174465"/>
                  </a:lnTo>
                  <a:lnTo>
                    <a:pt x="765187" y="157843"/>
                  </a:lnTo>
                  <a:lnTo>
                    <a:pt x="775815" y="141687"/>
                  </a:lnTo>
                  <a:lnTo>
                    <a:pt x="786442" y="125950"/>
                  </a:lnTo>
                  <a:lnTo>
                    <a:pt x="797070" y="110602"/>
                  </a:lnTo>
                  <a:lnTo>
                    <a:pt x="807697" y="95647"/>
                  </a:lnTo>
                  <a:lnTo>
                    <a:pt x="818325" y="81125"/>
                  </a:lnTo>
                  <a:lnTo>
                    <a:pt x="828953" y="67126"/>
                  </a:lnTo>
                  <a:lnTo>
                    <a:pt x="839580" y="53866"/>
                  </a:lnTo>
                  <a:lnTo>
                    <a:pt x="850208" y="41530"/>
                  </a:lnTo>
                  <a:lnTo>
                    <a:pt x="860835" y="30349"/>
                  </a:lnTo>
                  <a:lnTo>
                    <a:pt x="871463" y="20578"/>
                  </a:lnTo>
                  <a:lnTo>
                    <a:pt x="882091" y="12468"/>
                  </a:lnTo>
                  <a:lnTo>
                    <a:pt x="892718" y="6237"/>
                  </a:lnTo>
                  <a:lnTo>
                    <a:pt x="903346" y="2050"/>
                  </a:lnTo>
                  <a:lnTo>
                    <a:pt x="913973" y="0"/>
                  </a:lnTo>
                  <a:lnTo>
                    <a:pt x="924601" y="98"/>
                  </a:lnTo>
                  <a:lnTo>
                    <a:pt x="935229" y="2269"/>
                  </a:lnTo>
                  <a:lnTo>
                    <a:pt x="945856" y="6354"/>
                  </a:lnTo>
                  <a:lnTo>
                    <a:pt x="956484" y="12128"/>
                  </a:lnTo>
                  <a:lnTo>
                    <a:pt x="967111" y="19372"/>
                  </a:lnTo>
                  <a:lnTo>
                    <a:pt x="977739" y="27582"/>
                  </a:lnTo>
                  <a:lnTo>
                    <a:pt x="988367" y="36407"/>
                  </a:lnTo>
                  <a:lnTo>
                    <a:pt x="998994" y="45513"/>
                  </a:lnTo>
                  <a:lnTo>
                    <a:pt x="1009622" y="54607"/>
                  </a:lnTo>
                  <a:lnTo>
                    <a:pt x="1020249" y="63455"/>
                  </a:lnTo>
                  <a:lnTo>
                    <a:pt x="1030877" y="71904"/>
                  </a:lnTo>
                  <a:lnTo>
                    <a:pt x="1041505" y="79892"/>
                  </a:lnTo>
                  <a:lnTo>
                    <a:pt x="1052132" y="87455"/>
                  </a:lnTo>
                  <a:lnTo>
                    <a:pt x="1062760" y="94725"/>
                  </a:lnTo>
                  <a:lnTo>
                    <a:pt x="1073387" y="101921"/>
                  </a:lnTo>
                  <a:lnTo>
                    <a:pt x="1084015" y="109346"/>
                  </a:lnTo>
                  <a:lnTo>
                    <a:pt x="1094643" y="117390"/>
                  </a:lnTo>
                  <a:lnTo>
                    <a:pt x="1105270" y="126349"/>
                  </a:lnTo>
                  <a:lnTo>
                    <a:pt x="1115898" y="136485"/>
                  </a:lnTo>
                  <a:lnTo>
                    <a:pt x="1126525" y="147980"/>
                  </a:lnTo>
                  <a:lnTo>
                    <a:pt x="1137153" y="160922"/>
                  </a:lnTo>
                  <a:lnTo>
                    <a:pt x="1147781" y="175302"/>
                  </a:lnTo>
                  <a:lnTo>
                    <a:pt x="1158408" y="191012"/>
                  </a:lnTo>
                  <a:lnTo>
                    <a:pt x="1169036" y="207875"/>
                  </a:lnTo>
                  <a:lnTo>
                    <a:pt x="1179663" y="225665"/>
                  </a:lnTo>
                  <a:lnTo>
                    <a:pt x="1190291" y="244140"/>
                  </a:lnTo>
                  <a:lnTo>
                    <a:pt x="1200919" y="263073"/>
                  </a:lnTo>
                  <a:lnTo>
                    <a:pt x="1211546" y="282291"/>
                  </a:lnTo>
                  <a:lnTo>
                    <a:pt x="1222174" y="301658"/>
                  </a:lnTo>
                  <a:lnTo>
                    <a:pt x="1232801" y="321125"/>
                  </a:lnTo>
                  <a:lnTo>
                    <a:pt x="1243429" y="340701"/>
                  </a:lnTo>
                  <a:lnTo>
                    <a:pt x="1254057" y="360431"/>
                  </a:lnTo>
                  <a:lnTo>
                    <a:pt x="1264684" y="380372"/>
                  </a:lnTo>
                  <a:lnTo>
                    <a:pt x="1275312" y="400572"/>
                  </a:lnTo>
                  <a:lnTo>
                    <a:pt x="1285939" y="421059"/>
                  </a:lnTo>
                  <a:lnTo>
                    <a:pt x="1296567" y="441826"/>
                  </a:lnTo>
                  <a:lnTo>
                    <a:pt x="1307195" y="462831"/>
                  </a:lnTo>
                  <a:lnTo>
                    <a:pt x="1317822" y="483993"/>
                  </a:lnTo>
                  <a:lnTo>
                    <a:pt x="1328450" y="505199"/>
                  </a:lnTo>
                  <a:lnTo>
                    <a:pt x="1339077" y="526291"/>
                  </a:lnTo>
                  <a:lnTo>
                    <a:pt x="1349705" y="547109"/>
                  </a:lnTo>
                  <a:lnTo>
                    <a:pt x="1360333" y="567511"/>
                  </a:lnTo>
                  <a:lnTo>
                    <a:pt x="1370960" y="587368"/>
                  </a:lnTo>
                  <a:lnTo>
                    <a:pt x="1381588" y="606572"/>
                  </a:lnTo>
                  <a:lnTo>
                    <a:pt x="1392215" y="625046"/>
                  </a:lnTo>
                  <a:lnTo>
                    <a:pt x="1402843" y="642746"/>
                  </a:lnTo>
                  <a:lnTo>
                    <a:pt x="1413471" y="659662"/>
                  </a:lnTo>
                  <a:lnTo>
                    <a:pt x="1424098" y="675817"/>
                  </a:lnTo>
                  <a:lnTo>
                    <a:pt x="1434726" y="691259"/>
                  </a:lnTo>
                  <a:lnTo>
                    <a:pt x="1445354" y="706057"/>
                  </a:lnTo>
                  <a:lnTo>
                    <a:pt x="1455981" y="720287"/>
                  </a:lnTo>
                  <a:lnTo>
                    <a:pt x="1466609" y="733991"/>
                  </a:lnTo>
                  <a:lnTo>
                    <a:pt x="1477236" y="747279"/>
                  </a:lnTo>
                  <a:lnTo>
                    <a:pt x="1487864" y="760183"/>
                  </a:lnTo>
                  <a:lnTo>
                    <a:pt x="1498492" y="772707"/>
                  </a:lnTo>
                  <a:lnTo>
                    <a:pt x="1509119" y="784834"/>
                  </a:lnTo>
                  <a:lnTo>
                    <a:pt x="1519747" y="796521"/>
                  </a:lnTo>
                  <a:lnTo>
                    <a:pt x="1530374" y="807715"/>
                  </a:lnTo>
                  <a:lnTo>
                    <a:pt x="1541002" y="818359"/>
                  </a:lnTo>
                  <a:lnTo>
                    <a:pt x="1551630" y="828398"/>
                  </a:lnTo>
                  <a:lnTo>
                    <a:pt x="1562257" y="837791"/>
                  </a:lnTo>
                  <a:lnTo>
                    <a:pt x="1572885" y="846520"/>
                  </a:lnTo>
                  <a:lnTo>
                    <a:pt x="1583512" y="854567"/>
                  </a:lnTo>
                  <a:lnTo>
                    <a:pt x="1594140" y="861958"/>
                  </a:lnTo>
                  <a:lnTo>
                    <a:pt x="1604768" y="868800"/>
                  </a:lnTo>
                  <a:lnTo>
                    <a:pt x="1615395" y="875179"/>
                  </a:lnTo>
                  <a:lnTo>
                    <a:pt x="1626023" y="881188"/>
                  </a:lnTo>
                  <a:lnTo>
                    <a:pt x="1636650" y="886922"/>
                  </a:lnTo>
                  <a:lnTo>
                    <a:pt x="1647278" y="892469"/>
                  </a:lnTo>
                  <a:lnTo>
                    <a:pt x="1657906" y="897902"/>
                  </a:lnTo>
                  <a:lnTo>
                    <a:pt x="1668533" y="903278"/>
                  </a:lnTo>
                  <a:lnTo>
                    <a:pt x="1679161" y="908629"/>
                  </a:lnTo>
                  <a:lnTo>
                    <a:pt x="1689788" y="913966"/>
                  </a:lnTo>
                  <a:lnTo>
                    <a:pt x="1700416" y="919282"/>
                  </a:lnTo>
                  <a:lnTo>
                    <a:pt x="1711044" y="924544"/>
                  </a:lnTo>
                  <a:lnTo>
                    <a:pt x="1721671" y="929713"/>
                  </a:lnTo>
                  <a:lnTo>
                    <a:pt x="1732299" y="934747"/>
                  </a:lnTo>
                  <a:lnTo>
                    <a:pt x="1742926" y="939601"/>
                  </a:lnTo>
                  <a:lnTo>
                    <a:pt x="1753554" y="944233"/>
                  </a:lnTo>
                  <a:lnTo>
                    <a:pt x="1764182" y="948601"/>
                  </a:lnTo>
                  <a:lnTo>
                    <a:pt x="1774809" y="952671"/>
                  </a:lnTo>
                  <a:lnTo>
                    <a:pt x="1785437" y="956411"/>
                  </a:lnTo>
                  <a:lnTo>
                    <a:pt x="1796064" y="959799"/>
                  </a:lnTo>
                  <a:lnTo>
                    <a:pt x="1806692" y="962820"/>
                  </a:lnTo>
                  <a:lnTo>
                    <a:pt x="1817320" y="965468"/>
                  </a:lnTo>
                  <a:lnTo>
                    <a:pt x="1827947" y="967752"/>
                  </a:lnTo>
                  <a:lnTo>
                    <a:pt x="1838575" y="969662"/>
                  </a:lnTo>
                  <a:lnTo>
                    <a:pt x="1849202" y="971263"/>
                  </a:lnTo>
                  <a:lnTo>
                    <a:pt x="1859830" y="972607"/>
                  </a:lnTo>
                  <a:lnTo>
                    <a:pt x="1870458" y="973743"/>
                  </a:lnTo>
                  <a:lnTo>
                    <a:pt x="1881085" y="974726"/>
                  </a:lnTo>
                  <a:lnTo>
                    <a:pt x="1891713" y="975605"/>
                  </a:lnTo>
                  <a:lnTo>
                    <a:pt x="1902340" y="976426"/>
                  </a:lnTo>
                  <a:lnTo>
                    <a:pt x="1912968" y="977220"/>
                  </a:lnTo>
                  <a:lnTo>
                    <a:pt x="1923596" y="978009"/>
                  </a:lnTo>
                  <a:lnTo>
                    <a:pt x="1934223" y="978802"/>
                  </a:lnTo>
                  <a:lnTo>
                    <a:pt x="1944851" y="979596"/>
                  </a:lnTo>
                  <a:lnTo>
                    <a:pt x="1955478" y="980378"/>
                  </a:lnTo>
                  <a:lnTo>
                    <a:pt x="1966106" y="981125"/>
                  </a:lnTo>
                  <a:lnTo>
                    <a:pt x="1976734" y="981821"/>
                  </a:lnTo>
                  <a:lnTo>
                    <a:pt x="1987361" y="982448"/>
                  </a:lnTo>
                  <a:lnTo>
                    <a:pt x="1997989" y="982998"/>
                  </a:lnTo>
                  <a:lnTo>
                    <a:pt x="2008616" y="983468"/>
                  </a:lnTo>
                  <a:lnTo>
                    <a:pt x="2019244" y="983860"/>
                  </a:lnTo>
                  <a:lnTo>
                    <a:pt x="2029872" y="984184"/>
                  </a:lnTo>
                  <a:lnTo>
                    <a:pt x="2040499" y="984453"/>
                  </a:lnTo>
                  <a:lnTo>
                    <a:pt x="2051127" y="984684"/>
                  </a:lnTo>
                  <a:lnTo>
                    <a:pt x="2061754" y="984893"/>
                  </a:lnTo>
                  <a:lnTo>
                    <a:pt x="2072382" y="985094"/>
                  </a:lnTo>
                  <a:lnTo>
                    <a:pt x="2083010" y="985300"/>
                  </a:lnTo>
                  <a:lnTo>
                    <a:pt x="2093637" y="985516"/>
                  </a:lnTo>
                  <a:lnTo>
                    <a:pt x="2104265" y="985742"/>
                  </a:lnTo>
                  <a:lnTo>
                    <a:pt x="2104265" y="990129"/>
                  </a:lnTo>
                  <a:lnTo>
                    <a:pt x="2093637" y="990129"/>
                  </a:lnTo>
                  <a:lnTo>
                    <a:pt x="2083010" y="990129"/>
                  </a:lnTo>
                  <a:lnTo>
                    <a:pt x="2072382" y="990129"/>
                  </a:lnTo>
                  <a:lnTo>
                    <a:pt x="2061754" y="990129"/>
                  </a:lnTo>
                  <a:lnTo>
                    <a:pt x="2051127" y="990129"/>
                  </a:lnTo>
                  <a:lnTo>
                    <a:pt x="2040499" y="990129"/>
                  </a:lnTo>
                  <a:lnTo>
                    <a:pt x="2029872" y="990129"/>
                  </a:lnTo>
                  <a:lnTo>
                    <a:pt x="2019244" y="990129"/>
                  </a:lnTo>
                  <a:lnTo>
                    <a:pt x="2008616" y="990129"/>
                  </a:lnTo>
                  <a:lnTo>
                    <a:pt x="1997989" y="990129"/>
                  </a:lnTo>
                  <a:lnTo>
                    <a:pt x="1987361" y="990129"/>
                  </a:lnTo>
                  <a:lnTo>
                    <a:pt x="1976734" y="990129"/>
                  </a:lnTo>
                  <a:lnTo>
                    <a:pt x="1966106" y="990129"/>
                  </a:lnTo>
                  <a:lnTo>
                    <a:pt x="1955478" y="990129"/>
                  </a:lnTo>
                  <a:lnTo>
                    <a:pt x="1944851" y="990129"/>
                  </a:lnTo>
                  <a:lnTo>
                    <a:pt x="1934223" y="990129"/>
                  </a:lnTo>
                  <a:lnTo>
                    <a:pt x="1923596" y="990129"/>
                  </a:lnTo>
                  <a:lnTo>
                    <a:pt x="1912968" y="990129"/>
                  </a:lnTo>
                  <a:lnTo>
                    <a:pt x="1902340" y="990129"/>
                  </a:lnTo>
                  <a:lnTo>
                    <a:pt x="1891713" y="990129"/>
                  </a:lnTo>
                  <a:lnTo>
                    <a:pt x="1881085" y="990129"/>
                  </a:lnTo>
                  <a:lnTo>
                    <a:pt x="1870458" y="990129"/>
                  </a:lnTo>
                  <a:lnTo>
                    <a:pt x="1859830" y="990129"/>
                  </a:lnTo>
                  <a:lnTo>
                    <a:pt x="1849202" y="990129"/>
                  </a:lnTo>
                  <a:lnTo>
                    <a:pt x="1838575" y="990129"/>
                  </a:lnTo>
                  <a:lnTo>
                    <a:pt x="1827947" y="990129"/>
                  </a:lnTo>
                  <a:lnTo>
                    <a:pt x="1817320" y="990129"/>
                  </a:lnTo>
                  <a:lnTo>
                    <a:pt x="1806692" y="990129"/>
                  </a:lnTo>
                  <a:lnTo>
                    <a:pt x="1796064" y="990129"/>
                  </a:lnTo>
                  <a:lnTo>
                    <a:pt x="1785437" y="990129"/>
                  </a:lnTo>
                  <a:lnTo>
                    <a:pt x="1774809" y="990129"/>
                  </a:lnTo>
                  <a:lnTo>
                    <a:pt x="1764182" y="990129"/>
                  </a:lnTo>
                  <a:lnTo>
                    <a:pt x="1753554" y="990129"/>
                  </a:lnTo>
                  <a:lnTo>
                    <a:pt x="1742926" y="990129"/>
                  </a:lnTo>
                  <a:lnTo>
                    <a:pt x="1732299" y="990129"/>
                  </a:lnTo>
                  <a:lnTo>
                    <a:pt x="1721671" y="990129"/>
                  </a:lnTo>
                  <a:lnTo>
                    <a:pt x="1711044" y="990129"/>
                  </a:lnTo>
                  <a:lnTo>
                    <a:pt x="1700416" y="990129"/>
                  </a:lnTo>
                  <a:lnTo>
                    <a:pt x="1689788" y="990129"/>
                  </a:lnTo>
                  <a:lnTo>
                    <a:pt x="1679161" y="990129"/>
                  </a:lnTo>
                  <a:lnTo>
                    <a:pt x="1668533" y="990129"/>
                  </a:lnTo>
                  <a:lnTo>
                    <a:pt x="1657906" y="990129"/>
                  </a:lnTo>
                  <a:lnTo>
                    <a:pt x="1647278" y="990129"/>
                  </a:lnTo>
                  <a:lnTo>
                    <a:pt x="1636650" y="990129"/>
                  </a:lnTo>
                  <a:lnTo>
                    <a:pt x="1626023" y="990129"/>
                  </a:lnTo>
                  <a:lnTo>
                    <a:pt x="1615395" y="990129"/>
                  </a:lnTo>
                  <a:lnTo>
                    <a:pt x="1604768" y="990129"/>
                  </a:lnTo>
                  <a:lnTo>
                    <a:pt x="1594140" y="990129"/>
                  </a:lnTo>
                  <a:lnTo>
                    <a:pt x="1583512" y="990129"/>
                  </a:lnTo>
                  <a:lnTo>
                    <a:pt x="1572885" y="990129"/>
                  </a:lnTo>
                  <a:lnTo>
                    <a:pt x="1562257" y="990129"/>
                  </a:lnTo>
                  <a:lnTo>
                    <a:pt x="1551630" y="990129"/>
                  </a:lnTo>
                  <a:lnTo>
                    <a:pt x="1541002" y="990129"/>
                  </a:lnTo>
                  <a:lnTo>
                    <a:pt x="1530374" y="990129"/>
                  </a:lnTo>
                  <a:lnTo>
                    <a:pt x="1519747" y="990129"/>
                  </a:lnTo>
                  <a:lnTo>
                    <a:pt x="1509119" y="990129"/>
                  </a:lnTo>
                  <a:lnTo>
                    <a:pt x="1498492" y="990129"/>
                  </a:lnTo>
                  <a:lnTo>
                    <a:pt x="1487864" y="990129"/>
                  </a:lnTo>
                  <a:lnTo>
                    <a:pt x="1477236" y="990129"/>
                  </a:lnTo>
                  <a:lnTo>
                    <a:pt x="1466609" y="990129"/>
                  </a:lnTo>
                  <a:lnTo>
                    <a:pt x="1455981" y="990129"/>
                  </a:lnTo>
                  <a:lnTo>
                    <a:pt x="1445354" y="990129"/>
                  </a:lnTo>
                  <a:lnTo>
                    <a:pt x="1434726" y="990129"/>
                  </a:lnTo>
                  <a:lnTo>
                    <a:pt x="1424098" y="990129"/>
                  </a:lnTo>
                  <a:lnTo>
                    <a:pt x="1413471" y="990129"/>
                  </a:lnTo>
                  <a:lnTo>
                    <a:pt x="1402843" y="990129"/>
                  </a:lnTo>
                  <a:lnTo>
                    <a:pt x="1392215" y="990129"/>
                  </a:lnTo>
                  <a:lnTo>
                    <a:pt x="1381588" y="990129"/>
                  </a:lnTo>
                  <a:lnTo>
                    <a:pt x="1370960" y="990129"/>
                  </a:lnTo>
                  <a:lnTo>
                    <a:pt x="1360333" y="990129"/>
                  </a:lnTo>
                  <a:lnTo>
                    <a:pt x="1349705" y="990129"/>
                  </a:lnTo>
                  <a:lnTo>
                    <a:pt x="1339077" y="990129"/>
                  </a:lnTo>
                  <a:lnTo>
                    <a:pt x="1328450" y="990129"/>
                  </a:lnTo>
                  <a:lnTo>
                    <a:pt x="1317822" y="990129"/>
                  </a:lnTo>
                  <a:lnTo>
                    <a:pt x="1307195" y="990129"/>
                  </a:lnTo>
                  <a:lnTo>
                    <a:pt x="1296567" y="990129"/>
                  </a:lnTo>
                  <a:lnTo>
                    <a:pt x="1285939" y="990129"/>
                  </a:lnTo>
                  <a:lnTo>
                    <a:pt x="1275312" y="990129"/>
                  </a:lnTo>
                  <a:lnTo>
                    <a:pt x="1264684" y="990129"/>
                  </a:lnTo>
                  <a:lnTo>
                    <a:pt x="1254057" y="990129"/>
                  </a:lnTo>
                  <a:lnTo>
                    <a:pt x="1243429" y="990129"/>
                  </a:lnTo>
                  <a:lnTo>
                    <a:pt x="1232801" y="990129"/>
                  </a:lnTo>
                  <a:lnTo>
                    <a:pt x="1222174" y="990129"/>
                  </a:lnTo>
                  <a:lnTo>
                    <a:pt x="1211546" y="990129"/>
                  </a:lnTo>
                  <a:lnTo>
                    <a:pt x="1200919" y="990129"/>
                  </a:lnTo>
                  <a:lnTo>
                    <a:pt x="1190291" y="990129"/>
                  </a:lnTo>
                  <a:lnTo>
                    <a:pt x="1179663" y="990129"/>
                  </a:lnTo>
                  <a:lnTo>
                    <a:pt x="1169036" y="990129"/>
                  </a:lnTo>
                  <a:lnTo>
                    <a:pt x="1158408" y="990129"/>
                  </a:lnTo>
                  <a:lnTo>
                    <a:pt x="1147781" y="990129"/>
                  </a:lnTo>
                  <a:lnTo>
                    <a:pt x="1137153" y="990129"/>
                  </a:lnTo>
                  <a:lnTo>
                    <a:pt x="1126525" y="990129"/>
                  </a:lnTo>
                  <a:lnTo>
                    <a:pt x="1115898" y="990129"/>
                  </a:lnTo>
                  <a:lnTo>
                    <a:pt x="1105270" y="990129"/>
                  </a:lnTo>
                  <a:lnTo>
                    <a:pt x="1094643" y="990129"/>
                  </a:lnTo>
                  <a:lnTo>
                    <a:pt x="1084015" y="990129"/>
                  </a:lnTo>
                  <a:lnTo>
                    <a:pt x="1073387" y="990129"/>
                  </a:lnTo>
                  <a:lnTo>
                    <a:pt x="1062760" y="990129"/>
                  </a:lnTo>
                  <a:lnTo>
                    <a:pt x="1052132" y="990129"/>
                  </a:lnTo>
                  <a:lnTo>
                    <a:pt x="1041505" y="990129"/>
                  </a:lnTo>
                  <a:lnTo>
                    <a:pt x="1030877" y="990129"/>
                  </a:lnTo>
                  <a:lnTo>
                    <a:pt x="1020249" y="990129"/>
                  </a:lnTo>
                  <a:lnTo>
                    <a:pt x="1009622" y="990129"/>
                  </a:lnTo>
                  <a:lnTo>
                    <a:pt x="998994" y="990129"/>
                  </a:lnTo>
                  <a:lnTo>
                    <a:pt x="988367" y="990129"/>
                  </a:lnTo>
                  <a:lnTo>
                    <a:pt x="977739" y="990129"/>
                  </a:lnTo>
                  <a:lnTo>
                    <a:pt x="967111" y="990129"/>
                  </a:lnTo>
                  <a:lnTo>
                    <a:pt x="956484" y="990129"/>
                  </a:lnTo>
                  <a:lnTo>
                    <a:pt x="945856" y="990129"/>
                  </a:lnTo>
                  <a:lnTo>
                    <a:pt x="935229" y="990129"/>
                  </a:lnTo>
                  <a:lnTo>
                    <a:pt x="924601" y="990129"/>
                  </a:lnTo>
                  <a:lnTo>
                    <a:pt x="913973" y="990129"/>
                  </a:lnTo>
                  <a:lnTo>
                    <a:pt x="903346" y="990129"/>
                  </a:lnTo>
                  <a:lnTo>
                    <a:pt x="892718" y="990129"/>
                  </a:lnTo>
                  <a:lnTo>
                    <a:pt x="882091" y="990129"/>
                  </a:lnTo>
                  <a:lnTo>
                    <a:pt x="871463" y="990129"/>
                  </a:lnTo>
                  <a:lnTo>
                    <a:pt x="860835" y="990129"/>
                  </a:lnTo>
                  <a:lnTo>
                    <a:pt x="850208" y="990129"/>
                  </a:lnTo>
                  <a:lnTo>
                    <a:pt x="839580" y="990129"/>
                  </a:lnTo>
                  <a:lnTo>
                    <a:pt x="828953" y="990129"/>
                  </a:lnTo>
                  <a:lnTo>
                    <a:pt x="818325" y="990129"/>
                  </a:lnTo>
                  <a:lnTo>
                    <a:pt x="807697" y="990129"/>
                  </a:lnTo>
                  <a:lnTo>
                    <a:pt x="797070" y="990129"/>
                  </a:lnTo>
                  <a:lnTo>
                    <a:pt x="786442" y="990129"/>
                  </a:lnTo>
                  <a:lnTo>
                    <a:pt x="775815" y="990129"/>
                  </a:lnTo>
                  <a:lnTo>
                    <a:pt x="765187" y="990129"/>
                  </a:lnTo>
                  <a:lnTo>
                    <a:pt x="754559" y="990129"/>
                  </a:lnTo>
                  <a:lnTo>
                    <a:pt x="743932" y="990129"/>
                  </a:lnTo>
                  <a:lnTo>
                    <a:pt x="733304" y="990129"/>
                  </a:lnTo>
                  <a:lnTo>
                    <a:pt x="722677" y="990129"/>
                  </a:lnTo>
                  <a:lnTo>
                    <a:pt x="712049" y="990129"/>
                  </a:lnTo>
                  <a:lnTo>
                    <a:pt x="701421" y="990129"/>
                  </a:lnTo>
                  <a:lnTo>
                    <a:pt x="690794" y="990129"/>
                  </a:lnTo>
                  <a:lnTo>
                    <a:pt x="680166" y="990129"/>
                  </a:lnTo>
                  <a:lnTo>
                    <a:pt x="669538" y="990129"/>
                  </a:lnTo>
                  <a:lnTo>
                    <a:pt x="658911" y="990129"/>
                  </a:lnTo>
                  <a:lnTo>
                    <a:pt x="648283" y="990129"/>
                  </a:lnTo>
                  <a:lnTo>
                    <a:pt x="637656" y="990129"/>
                  </a:lnTo>
                  <a:lnTo>
                    <a:pt x="627028" y="990129"/>
                  </a:lnTo>
                  <a:lnTo>
                    <a:pt x="616400" y="990129"/>
                  </a:lnTo>
                  <a:lnTo>
                    <a:pt x="605773" y="990129"/>
                  </a:lnTo>
                  <a:lnTo>
                    <a:pt x="595145" y="990129"/>
                  </a:lnTo>
                  <a:lnTo>
                    <a:pt x="584518" y="990129"/>
                  </a:lnTo>
                  <a:lnTo>
                    <a:pt x="573890" y="990129"/>
                  </a:lnTo>
                  <a:lnTo>
                    <a:pt x="563262" y="990129"/>
                  </a:lnTo>
                  <a:lnTo>
                    <a:pt x="552635" y="990129"/>
                  </a:lnTo>
                  <a:lnTo>
                    <a:pt x="542007" y="990129"/>
                  </a:lnTo>
                  <a:lnTo>
                    <a:pt x="531380" y="990129"/>
                  </a:lnTo>
                  <a:lnTo>
                    <a:pt x="520752" y="990129"/>
                  </a:lnTo>
                  <a:lnTo>
                    <a:pt x="510124" y="990129"/>
                  </a:lnTo>
                  <a:lnTo>
                    <a:pt x="499497" y="990129"/>
                  </a:lnTo>
                  <a:lnTo>
                    <a:pt x="488869" y="990129"/>
                  </a:lnTo>
                  <a:lnTo>
                    <a:pt x="478242" y="990129"/>
                  </a:lnTo>
                  <a:lnTo>
                    <a:pt x="467614" y="990129"/>
                  </a:lnTo>
                  <a:lnTo>
                    <a:pt x="456986" y="990129"/>
                  </a:lnTo>
                  <a:lnTo>
                    <a:pt x="446359" y="990129"/>
                  </a:lnTo>
                  <a:lnTo>
                    <a:pt x="435731" y="990129"/>
                  </a:lnTo>
                  <a:lnTo>
                    <a:pt x="425104" y="990129"/>
                  </a:lnTo>
                  <a:lnTo>
                    <a:pt x="414476" y="990129"/>
                  </a:lnTo>
                  <a:lnTo>
                    <a:pt x="403848" y="990129"/>
                  </a:lnTo>
                  <a:lnTo>
                    <a:pt x="393221" y="990129"/>
                  </a:lnTo>
                  <a:lnTo>
                    <a:pt x="382593" y="990129"/>
                  </a:lnTo>
                  <a:lnTo>
                    <a:pt x="371966" y="990129"/>
                  </a:lnTo>
                  <a:lnTo>
                    <a:pt x="361338" y="990129"/>
                  </a:lnTo>
                  <a:lnTo>
                    <a:pt x="350710" y="990129"/>
                  </a:lnTo>
                  <a:lnTo>
                    <a:pt x="340083" y="990129"/>
                  </a:lnTo>
                  <a:lnTo>
                    <a:pt x="329455" y="990129"/>
                  </a:lnTo>
                  <a:lnTo>
                    <a:pt x="318828" y="990129"/>
                  </a:lnTo>
                  <a:lnTo>
                    <a:pt x="308200" y="990129"/>
                  </a:lnTo>
                  <a:lnTo>
                    <a:pt x="297572" y="990129"/>
                  </a:lnTo>
                  <a:lnTo>
                    <a:pt x="286945" y="990129"/>
                  </a:lnTo>
                  <a:lnTo>
                    <a:pt x="276317" y="990129"/>
                  </a:lnTo>
                  <a:lnTo>
                    <a:pt x="265690" y="990129"/>
                  </a:lnTo>
                  <a:lnTo>
                    <a:pt x="255062" y="990129"/>
                  </a:lnTo>
                  <a:lnTo>
                    <a:pt x="244434" y="990129"/>
                  </a:lnTo>
                  <a:lnTo>
                    <a:pt x="233807" y="990129"/>
                  </a:lnTo>
                  <a:lnTo>
                    <a:pt x="223179" y="990129"/>
                  </a:lnTo>
                  <a:lnTo>
                    <a:pt x="212552" y="990129"/>
                  </a:lnTo>
                  <a:lnTo>
                    <a:pt x="201924" y="990129"/>
                  </a:lnTo>
                  <a:lnTo>
                    <a:pt x="191296" y="990129"/>
                  </a:lnTo>
                  <a:lnTo>
                    <a:pt x="180669" y="990129"/>
                  </a:lnTo>
                  <a:lnTo>
                    <a:pt x="170041" y="990129"/>
                  </a:lnTo>
                  <a:lnTo>
                    <a:pt x="159414" y="990129"/>
                  </a:lnTo>
                  <a:lnTo>
                    <a:pt x="148786" y="990129"/>
                  </a:lnTo>
                  <a:lnTo>
                    <a:pt x="138158" y="990129"/>
                  </a:lnTo>
                  <a:lnTo>
                    <a:pt x="127531" y="990129"/>
                  </a:lnTo>
                  <a:lnTo>
                    <a:pt x="116903" y="990129"/>
                  </a:lnTo>
                  <a:lnTo>
                    <a:pt x="106276" y="990129"/>
                  </a:lnTo>
                  <a:lnTo>
                    <a:pt x="95648" y="990129"/>
                  </a:lnTo>
                  <a:lnTo>
                    <a:pt x="85020" y="990129"/>
                  </a:lnTo>
                  <a:lnTo>
                    <a:pt x="74393" y="990129"/>
                  </a:lnTo>
                  <a:lnTo>
                    <a:pt x="63765" y="990129"/>
                  </a:lnTo>
                  <a:lnTo>
                    <a:pt x="53138" y="990129"/>
                  </a:lnTo>
                  <a:lnTo>
                    <a:pt x="42510" y="990129"/>
                  </a:lnTo>
                  <a:lnTo>
                    <a:pt x="31882" y="990129"/>
                  </a:lnTo>
                  <a:lnTo>
                    <a:pt x="21255" y="990129"/>
                  </a:lnTo>
                  <a:lnTo>
                    <a:pt x="10627" y="990129"/>
                  </a:lnTo>
                  <a:lnTo>
                    <a:pt x="0" y="990129"/>
                  </a:lnTo>
                  <a:close/>
                </a:path>
              </a:pathLst>
            </a:custGeom>
            <a:solidFill>
              <a:srgbClr val="2563EB">
                <a:alpha val="87843"/>
              </a:srgbClr>
            </a:solidFill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654515" y="6868635"/>
              <a:ext cx="2104265" cy="985742"/>
            </a:xfrm>
            <a:custGeom>
              <a:avLst/>
              <a:pathLst>
                <a:path w="2104265" h="985742">
                  <a:moveTo>
                    <a:pt x="0" y="985617"/>
                  </a:moveTo>
                  <a:lnTo>
                    <a:pt x="10627" y="984880"/>
                  </a:lnTo>
                  <a:lnTo>
                    <a:pt x="21255" y="984082"/>
                  </a:lnTo>
                  <a:lnTo>
                    <a:pt x="31882" y="983217"/>
                  </a:lnTo>
                  <a:lnTo>
                    <a:pt x="42510" y="982276"/>
                  </a:lnTo>
                  <a:lnTo>
                    <a:pt x="53138" y="981248"/>
                  </a:lnTo>
                  <a:lnTo>
                    <a:pt x="63765" y="980124"/>
                  </a:lnTo>
                  <a:lnTo>
                    <a:pt x="74393" y="978892"/>
                  </a:lnTo>
                  <a:lnTo>
                    <a:pt x="85020" y="977540"/>
                  </a:lnTo>
                  <a:lnTo>
                    <a:pt x="95648" y="976053"/>
                  </a:lnTo>
                  <a:lnTo>
                    <a:pt x="106276" y="974436"/>
                  </a:lnTo>
                  <a:lnTo>
                    <a:pt x="116903" y="972679"/>
                  </a:lnTo>
                  <a:lnTo>
                    <a:pt x="127531" y="970774"/>
                  </a:lnTo>
                  <a:lnTo>
                    <a:pt x="138158" y="968707"/>
                  </a:lnTo>
                  <a:lnTo>
                    <a:pt x="148786" y="966456"/>
                  </a:lnTo>
                  <a:lnTo>
                    <a:pt x="159414" y="963997"/>
                  </a:lnTo>
                  <a:lnTo>
                    <a:pt x="170041" y="961300"/>
                  </a:lnTo>
                  <a:lnTo>
                    <a:pt x="180669" y="958332"/>
                  </a:lnTo>
                  <a:lnTo>
                    <a:pt x="191296" y="955063"/>
                  </a:lnTo>
                  <a:lnTo>
                    <a:pt x="201924" y="951463"/>
                  </a:lnTo>
                  <a:lnTo>
                    <a:pt x="212552" y="947490"/>
                  </a:lnTo>
                  <a:lnTo>
                    <a:pt x="223179" y="943131"/>
                  </a:lnTo>
                  <a:lnTo>
                    <a:pt x="233807" y="938398"/>
                  </a:lnTo>
                  <a:lnTo>
                    <a:pt x="244434" y="933293"/>
                  </a:lnTo>
                  <a:lnTo>
                    <a:pt x="255062" y="927822"/>
                  </a:lnTo>
                  <a:lnTo>
                    <a:pt x="265690" y="921988"/>
                  </a:lnTo>
                  <a:lnTo>
                    <a:pt x="276317" y="915798"/>
                  </a:lnTo>
                  <a:lnTo>
                    <a:pt x="286945" y="909251"/>
                  </a:lnTo>
                  <a:lnTo>
                    <a:pt x="297572" y="902345"/>
                  </a:lnTo>
                  <a:lnTo>
                    <a:pt x="308200" y="895069"/>
                  </a:lnTo>
                  <a:lnTo>
                    <a:pt x="318828" y="887407"/>
                  </a:lnTo>
                  <a:lnTo>
                    <a:pt x="329455" y="879338"/>
                  </a:lnTo>
                  <a:lnTo>
                    <a:pt x="340083" y="870792"/>
                  </a:lnTo>
                  <a:lnTo>
                    <a:pt x="350710" y="861753"/>
                  </a:lnTo>
                  <a:lnTo>
                    <a:pt x="361338" y="852187"/>
                  </a:lnTo>
                  <a:lnTo>
                    <a:pt x="371966" y="842050"/>
                  </a:lnTo>
                  <a:lnTo>
                    <a:pt x="382593" y="831300"/>
                  </a:lnTo>
                  <a:lnTo>
                    <a:pt x="393221" y="819903"/>
                  </a:lnTo>
                  <a:lnTo>
                    <a:pt x="403848" y="807836"/>
                  </a:lnTo>
                  <a:lnTo>
                    <a:pt x="414476" y="795094"/>
                  </a:lnTo>
                  <a:lnTo>
                    <a:pt x="425104" y="781686"/>
                  </a:lnTo>
                  <a:lnTo>
                    <a:pt x="435731" y="767636"/>
                  </a:lnTo>
                  <a:lnTo>
                    <a:pt x="446359" y="752979"/>
                  </a:lnTo>
                  <a:lnTo>
                    <a:pt x="456986" y="737749"/>
                  </a:lnTo>
                  <a:lnTo>
                    <a:pt x="467614" y="721933"/>
                  </a:lnTo>
                  <a:lnTo>
                    <a:pt x="478242" y="705600"/>
                  </a:lnTo>
                  <a:lnTo>
                    <a:pt x="488869" y="688748"/>
                  </a:lnTo>
                  <a:lnTo>
                    <a:pt x="499497" y="671358"/>
                  </a:lnTo>
                  <a:lnTo>
                    <a:pt x="510124" y="653400"/>
                  </a:lnTo>
                  <a:lnTo>
                    <a:pt x="520752" y="634842"/>
                  </a:lnTo>
                  <a:lnTo>
                    <a:pt x="531380" y="615659"/>
                  </a:lnTo>
                  <a:lnTo>
                    <a:pt x="542007" y="595838"/>
                  </a:lnTo>
                  <a:lnTo>
                    <a:pt x="552635" y="575389"/>
                  </a:lnTo>
                  <a:lnTo>
                    <a:pt x="563262" y="554343"/>
                  </a:lnTo>
                  <a:lnTo>
                    <a:pt x="573890" y="532752"/>
                  </a:lnTo>
                  <a:lnTo>
                    <a:pt x="584518" y="510680"/>
                  </a:lnTo>
                  <a:lnTo>
                    <a:pt x="595145" y="488212"/>
                  </a:lnTo>
                  <a:lnTo>
                    <a:pt x="605773" y="465480"/>
                  </a:lnTo>
                  <a:lnTo>
                    <a:pt x="616400" y="442587"/>
                  </a:lnTo>
                  <a:lnTo>
                    <a:pt x="627028" y="419640"/>
                  </a:lnTo>
                  <a:lnTo>
                    <a:pt x="637656" y="396745"/>
                  </a:lnTo>
                  <a:lnTo>
                    <a:pt x="648283" y="374014"/>
                  </a:lnTo>
                  <a:lnTo>
                    <a:pt x="658911" y="351556"/>
                  </a:lnTo>
                  <a:lnTo>
                    <a:pt x="669538" y="329476"/>
                  </a:lnTo>
                  <a:lnTo>
                    <a:pt x="680166" y="307871"/>
                  </a:lnTo>
                  <a:lnTo>
                    <a:pt x="690794" y="286825"/>
                  </a:lnTo>
                  <a:lnTo>
                    <a:pt x="701421" y="266403"/>
                  </a:lnTo>
                  <a:lnTo>
                    <a:pt x="712049" y="246684"/>
                  </a:lnTo>
                  <a:lnTo>
                    <a:pt x="722677" y="227674"/>
                  </a:lnTo>
                  <a:lnTo>
                    <a:pt x="733304" y="209327"/>
                  </a:lnTo>
                  <a:lnTo>
                    <a:pt x="743932" y="191607"/>
                  </a:lnTo>
                  <a:lnTo>
                    <a:pt x="754559" y="174465"/>
                  </a:lnTo>
                  <a:lnTo>
                    <a:pt x="765187" y="157843"/>
                  </a:lnTo>
                  <a:lnTo>
                    <a:pt x="775815" y="141687"/>
                  </a:lnTo>
                  <a:lnTo>
                    <a:pt x="786442" y="125950"/>
                  </a:lnTo>
                  <a:lnTo>
                    <a:pt x="797070" y="110602"/>
                  </a:lnTo>
                  <a:lnTo>
                    <a:pt x="807697" y="95647"/>
                  </a:lnTo>
                  <a:lnTo>
                    <a:pt x="818325" y="81125"/>
                  </a:lnTo>
                  <a:lnTo>
                    <a:pt x="828953" y="67126"/>
                  </a:lnTo>
                  <a:lnTo>
                    <a:pt x="839580" y="53866"/>
                  </a:lnTo>
                  <a:lnTo>
                    <a:pt x="850208" y="41530"/>
                  </a:lnTo>
                  <a:lnTo>
                    <a:pt x="860835" y="30349"/>
                  </a:lnTo>
                  <a:lnTo>
                    <a:pt x="871463" y="20578"/>
                  </a:lnTo>
                  <a:lnTo>
                    <a:pt x="882091" y="12468"/>
                  </a:lnTo>
                  <a:lnTo>
                    <a:pt x="892718" y="6237"/>
                  </a:lnTo>
                  <a:lnTo>
                    <a:pt x="903346" y="2050"/>
                  </a:lnTo>
                  <a:lnTo>
                    <a:pt x="913973" y="0"/>
                  </a:lnTo>
                  <a:lnTo>
                    <a:pt x="924601" y="98"/>
                  </a:lnTo>
                  <a:lnTo>
                    <a:pt x="935229" y="2269"/>
                  </a:lnTo>
                  <a:lnTo>
                    <a:pt x="945856" y="6354"/>
                  </a:lnTo>
                  <a:lnTo>
                    <a:pt x="956484" y="12128"/>
                  </a:lnTo>
                  <a:lnTo>
                    <a:pt x="967111" y="19372"/>
                  </a:lnTo>
                  <a:lnTo>
                    <a:pt x="977739" y="27582"/>
                  </a:lnTo>
                  <a:lnTo>
                    <a:pt x="988367" y="36407"/>
                  </a:lnTo>
                  <a:lnTo>
                    <a:pt x="998994" y="45513"/>
                  </a:lnTo>
                  <a:lnTo>
                    <a:pt x="1009622" y="54607"/>
                  </a:lnTo>
                  <a:lnTo>
                    <a:pt x="1020249" y="63455"/>
                  </a:lnTo>
                  <a:lnTo>
                    <a:pt x="1030877" y="71904"/>
                  </a:lnTo>
                  <a:lnTo>
                    <a:pt x="1041505" y="79892"/>
                  </a:lnTo>
                  <a:lnTo>
                    <a:pt x="1052132" y="87455"/>
                  </a:lnTo>
                  <a:lnTo>
                    <a:pt x="1062760" y="94725"/>
                  </a:lnTo>
                  <a:lnTo>
                    <a:pt x="1073387" y="101921"/>
                  </a:lnTo>
                  <a:lnTo>
                    <a:pt x="1084015" y="109346"/>
                  </a:lnTo>
                  <a:lnTo>
                    <a:pt x="1094643" y="117390"/>
                  </a:lnTo>
                  <a:lnTo>
                    <a:pt x="1105270" y="126349"/>
                  </a:lnTo>
                  <a:lnTo>
                    <a:pt x="1115898" y="136485"/>
                  </a:lnTo>
                  <a:lnTo>
                    <a:pt x="1126525" y="147980"/>
                  </a:lnTo>
                  <a:lnTo>
                    <a:pt x="1137153" y="160922"/>
                  </a:lnTo>
                  <a:lnTo>
                    <a:pt x="1147781" y="175302"/>
                  </a:lnTo>
                  <a:lnTo>
                    <a:pt x="1158408" y="191012"/>
                  </a:lnTo>
                  <a:lnTo>
                    <a:pt x="1169036" y="207875"/>
                  </a:lnTo>
                  <a:lnTo>
                    <a:pt x="1179663" y="225665"/>
                  </a:lnTo>
                  <a:lnTo>
                    <a:pt x="1190291" y="244140"/>
                  </a:lnTo>
                  <a:lnTo>
                    <a:pt x="1200919" y="263073"/>
                  </a:lnTo>
                  <a:lnTo>
                    <a:pt x="1211546" y="282291"/>
                  </a:lnTo>
                  <a:lnTo>
                    <a:pt x="1222174" y="301658"/>
                  </a:lnTo>
                  <a:lnTo>
                    <a:pt x="1232801" y="321125"/>
                  </a:lnTo>
                  <a:lnTo>
                    <a:pt x="1243429" y="340701"/>
                  </a:lnTo>
                  <a:lnTo>
                    <a:pt x="1254057" y="360431"/>
                  </a:lnTo>
                  <a:lnTo>
                    <a:pt x="1264684" y="380372"/>
                  </a:lnTo>
                  <a:lnTo>
                    <a:pt x="1275312" y="400572"/>
                  </a:lnTo>
                  <a:lnTo>
                    <a:pt x="1285939" y="421059"/>
                  </a:lnTo>
                  <a:lnTo>
                    <a:pt x="1296567" y="441826"/>
                  </a:lnTo>
                  <a:lnTo>
                    <a:pt x="1307195" y="462831"/>
                  </a:lnTo>
                  <a:lnTo>
                    <a:pt x="1317822" y="483993"/>
                  </a:lnTo>
                  <a:lnTo>
                    <a:pt x="1328450" y="505199"/>
                  </a:lnTo>
                  <a:lnTo>
                    <a:pt x="1339077" y="526291"/>
                  </a:lnTo>
                  <a:lnTo>
                    <a:pt x="1349705" y="547109"/>
                  </a:lnTo>
                  <a:lnTo>
                    <a:pt x="1360333" y="567511"/>
                  </a:lnTo>
                  <a:lnTo>
                    <a:pt x="1370960" y="587368"/>
                  </a:lnTo>
                  <a:lnTo>
                    <a:pt x="1381588" y="606572"/>
                  </a:lnTo>
                  <a:lnTo>
                    <a:pt x="1392215" y="625046"/>
                  </a:lnTo>
                  <a:lnTo>
                    <a:pt x="1402843" y="642746"/>
                  </a:lnTo>
                  <a:lnTo>
                    <a:pt x="1413471" y="659662"/>
                  </a:lnTo>
                  <a:lnTo>
                    <a:pt x="1424098" y="675817"/>
                  </a:lnTo>
                  <a:lnTo>
                    <a:pt x="1434726" y="691259"/>
                  </a:lnTo>
                  <a:lnTo>
                    <a:pt x="1445354" y="706057"/>
                  </a:lnTo>
                  <a:lnTo>
                    <a:pt x="1455981" y="720287"/>
                  </a:lnTo>
                  <a:lnTo>
                    <a:pt x="1466609" y="733991"/>
                  </a:lnTo>
                  <a:lnTo>
                    <a:pt x="1477236" y="747279"/>
                  </a:lnTo>
                  <a:lnTo>
                    <a:pt x="1487864" y="760183"/>
                  </a:lnTo>
                  <a:lnTo>
                    <a:pt x="1498492" y="772707"/>
                  </a:lnTo>
                  <a:lnTo>
                    <a:pt x="1509119" y="784834"/>
                  </a:lnTo>
                  <a:lnTo>
                    <a:pt x="1519747" y="796521"/>
                  </a:lnTo>
                  <a:lnTo>
                    <a:pt x="1530374" y="807715"/>
                  </a:lnTo>
                  <a:lnTo>
                    <a:pt x="1541002" y="818359"/>
                  </a:lnTo>
                  <a:lnTo>
                    <a:pt x="1551630" y="828398"/>
                  </a:lnTo>
                  <a:lnTo>
                    <a:pt x="1562257" y="837791"/>
                  </a:lnTo>
                  <a:lnTo>
                    <a:pt x="1572885" y="846520"/>
                  </a:lnTo>
                  <a:lnTo>
                    <a:pt x="1583512" y="854567"/>
                  </a:lnTo>
                  <a:lnTo>
                    <a:pt x="1594140" y="861958"/>
                  </a:lnTo>
                  <a:lnTo>
                    <a:pt x="1604768" y="868800"/>
                  </a:lnTo>
                  <a:lnTo>
                    <a:pt x="1615395" y="875179"/>
                  </a:lnTo>
                  <a:lnTo>
                    <a:pt x="1626023" y="881188"/>
                  </a:lnTo>
                  <a:lnTo>
                    <a:pt x="1636650" y="886922"/>
                  </a:lnTo>
                  <a:lnTo>
                    <a:pt x="1647278" y="892469"/>
                  </a:lnTo>
                  <a:lnTo>
                    <a:pt x="1657906" y="897902"/>
                  </a:lnTo>
                  <a:lnTo>
                    <a:pt x="1668533" y="903278"/>
                  </a:lnTo>
                  <a:lnTo>
                    <a:pt x="1679161" y="908629"/>
                  </a:lnTo>
                  <a:lnTo>
                    <a:pt x="1689788" y="913966"/>
                  </a:lnTo>
                  <a:lnTo>
                    <a:pt x="1700416" y="919282"/>
                  </a:lnTo>
                  <a:lnTo>
                    <a:pt x="1711044" y="924544"/>
                  </a:lnTo>
                  <a:lnTo>
                    <a:pt x="1721671" y="929713"/>
                  </a:lnTo>
                  <a:lnTo>
                    <a:pt x="1732299" y="934747"/>
                  </a:lnTo>
                  <a:lnTo>
                    <a:pt x="1742926" y="939601"/>
                  </a:lnTo>
                  <a:lnTo>
                    <a:pt x="1753554" y="944233"/>
                  </a:lnTo>
                  <a:lnTo>
                    <a:pt x="1764182" y="948601"/>
                  </a:lnTo>
                  <a:lnTo>
                    <a:pt x="1774809" y="952671"/>
                  </a:lnTo>
                  <a:lnTo>
                    <a:pt x="1785437" y="956411"/>
                  </a:lnTo>
                  <a:lnTo>
                    <a:pt x="1796064" y="959799"/>
                  </a:lnTo>
                  <a:lnTo>
                    <a:pt x="1806692" y="962820"/>
                  </a:lnTo>
                  <a:lnTo>
                    <a:pt x="1817320" y="965468"/>
                  </a:lnTo>
                  <a:lnTo>
                    <a:pt x="1827947" y="967752"/>
                  </a:lnTo>
                  <a:lnTo>
                    <a:pt x="1838575" y="969662"/>
                  </a:lnTo>
                  <a:lnTo>
                    <a:pt x="1849202" y="971263"/>
                  </a:lnTo>
                  <a:lnTo>
                    <a:pt x="1859830" y="972607"/>
                  </a:lnTo>
                  <a:lnTo>
                    <a:pt x="1870458" y="973743"/>
                  </a:lnTo>
                  <a:lnTo>
                    <a:pt x="1881085" y="974726"/>
                  </a:lnTo>
                  <a:lnTo>
                    <a:pt x="1891713" y="975605"/>
                  </a:lnTo>
                  <a:lnTo>
                    <a:pt x="1902340" y="976426"/>
                  </a:lnTo>
                  <a:lnTo>
                    <a:pt x="1912968" y="977220"/>
                  </a:lnTo>
                  <a:lnTo>
                    <a:pt x="1923596" y="978009"/>
                  </a:lnTo>
                  <a:lnTo>
                    <a:pt x="1934223" y="978802"/>
                  </a:lnTo>
                  <a:lnTo>
                    <a:pt x="1944851" y="979596"/>
                  </a:lnTo>
                  <a:lnTo>
                    <a:pt x="1955478" y="980378"/>
                  </a:lnTo>
                  <a:lnTo>
                    <a:pt x="1966106" y="981125"/>
                  </a:lnTo>
                  <a:lnTo>
                    <a:pt x="1976734" y="981821"/>
                  </a:lnTo>
                  <a:lnTo>
                    <a:pt x="1987361" y="982448"/>
                  </a:lnTo>
                  <a:lnTo>
                    <a:pt x="1997989" y="982998"/>
                  </a:lnTo>
                  <a:lnTo>
                    <a:pt x="2008616" y="983468"/>
                  </a:lnTo>
                  <a:lnTo>
                    <a:pt x="2019244" y="983860"/>
                  </a:lnTo>
                  <a:lnTo>
                    <a:pt x="2029872" y="984184"/>
                  </a:lnTo>
                  <a:lnTo>
                    <a:pt x="2040499" y="984453"/>
                  </a:lnTo>
                  <a:lnTo>
                    <a:pt x="2051127" y="984684"/>
                  </a:lnTo>
                  <a:lnTo>
                    <a:pt x="2061754" y="984893"/>
                  </a:lnTo>
                  <a:lnTo>
                    <a:pt x="2072382" y="985094"/>
                  </a:lnTo>
                  <a:lnTo>
                    <a:pt x="2083010" y="985300"/>
                  </a:lnTo>
                  <a:lnTo>
                    <a:pt x="2093637" y="985516"/>
                  </a:lnTo>
                  <a:lnTo>
                    <a:pt x="2104265" y="985742"/>
                  </a:lnTo>
                </a:path>
              </a:pathLst>
            </a:custGeom>
            <a:ln w="758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5252676" y="8172700"/>
              <a:ext cx="2752549" cy="685007"/>
            </a:xfrm>
            <a:custGeom>
              <a:avLst/>
              <a:pathLst>
                <a:path w="2752549" h="685007">
                  <a:moveTo>
                    <a:pt x="0" y="680764"/>
                  </a:moveTo>
                  <a:lnTo>
                    <a:pt x="10627" y="680633"/>
                  </a:lnTo>
                  <a:lnTo>
                    <a:pt x="21255" y="680438"/>
                  </a:lnTo>
                  <a:lnTo>
                    <a:pt x="31882" y="680160"/>
                  </a:lnTo>
                  <a:lnTo>
                    <a:pt x="42510" y="679782"/>
                  </a:lnTo>
                  <a:lnTo>
                    <a:pt x="53138" y="679296"/>
                  </a:lnTo>
                  <a:lnTo>
                    <a:pt x="63765" y="678700"/>
                  </a:lnTo>
                  <a:lnTo>
                    <a:pt x="74393" y="677998"/>
                  </a:lnTo>
                  <a:lnTo>
                    <a:pt x="85020" y="677200"/>
                  </a:lnTo>
                  <a:lnTo>
                    <a:pt x="95648" y="676318"/>
                  </a:lnTo>
                  <a:lnTo>
                    <a:pt x="106276" y="675369"/>
                  </a:lnTo>
                  <a:lnTo>
                    <a:pt x="116903" y="674368"/>
                  </a:lnTo>
                  <a:lnTo>
                    <a:pt x="127531" y="673332"/>
                  </a:lnTo>
                  <a:lnTo>
                    <a:pt x="138158" y="672279"/>
                  </a:lnTo>
                  <a:lnTo>
                    <a:pt x="148786" y="671220"/>
                  </a:lnTo>
                  <a:lnTo>
                    <a:pt x="159414" y="670163"/>
                  </a:lnTo>
                  <a:lnTo>
                    <a:pt x="170041" y="669113"/>
                  </a:lnTo>
                  <a:lnTo>
                    <a:pt x="180669" y="668070"/>
                  </a:lnTo>
                  <a:lnTo>
                    <a:pt x="191296" y="667032"/>
                  </a:lnTo>
                  <a:lnTo>
                    <a:pt x="201924" y="665995"/>
                  </a:lnTo>
                  <a:lnTo>
                    <a:pt x="212552" y="664947"/>
                  </a:lnTo>
                  <a:lnTo>
                    <a:pt x="223179" y="663878"/>
                  </a:lnTo>
                  <a:lnTo>
                    <a:pt x="233807" y="662771"/>
                  </a:lnTo>
                  <a:lnTo>
                    <a:pt x="244434" y="661603"/>
                  </a:lnTo>
                  <a:lnTo>
                    <a:pt x="255062" y="660351"/>
                  </a:lnTo>
                  <a:lnTo>
                    <a:pt x="265690" y="658991"/>
                  </a:lnTo>
                  <a:lnTo>
                    <a:pt x="276317" y="657499"/>
                  </a:lnTo>
                  <a:lnTo>
                    <a:pt x="286945" y="655847"/>
                  </a:lnTo>
                  <a:lnTo>
                    <a:pt x="297572" y="654011"/>
                  </a:lnTo>
                  <a:lnTo>
                    <a:pt x="308200" y="651969"/>
                  </a:lnTo>
                  <a:lnTo>
                    <a:pt x="318828" y="649705"/>
                  </a:lnTo>
                  <a:lnTo>
                    <a:pt x="329455" y="647215"/>
                  </a:lnTo>
                  <a:lnTo>
                    <a:pt x="340083" y="644502"/>
                  </a:lnTo>
                  <a:lnTo>
                    <a:pt x="350710" y="641586"/>
                  </a:lnTo>
                  <a:lnTo>
                    <a:pt x="361338" y="638496"/>
                  </a:lnTo>
                  <a:lnTo>
                    <a:pt x="371966" y="635272"/>
                  </a:lnTo>
                  <a:lnTo>
                    <a:pt x="382593" y="631985"/>
                  </a:lnTo>
                  <a:lnTo>
                    <a:pt x="393221" y="628693"/>
                  </a:lnTo>
                  <a:lnTo>
                    <a:pt x="403848" y="625452"/>
                  </a:lnTo>
                  <a:lnTo>
                    <a:pt x="414476" y="622309"/>
                  </a:lnTo>
                  <a:lnTo>
                    <a:pt x="425104" y="619297"/>
                  </a:lnTo>
                  <a:lnTo>
                    <a:pt x="435731" y="616430"/>
                  </a:lnTo>
                  <a:lnTo>
                    <a:pt x="446359" y="613708"/>
                  </a:lnTo>
                  <a:lnTo>
                    <a:pt x="456986" y="611108"/>
                  </a:lnTo>
                  <a:lnTo>
                    <a:pt x="467614" y="608591"/>
                  </a:lnTo>
                  <a:lnTo>
                    <a:pt x="478242" y="606107"/>
                  </a:lnTo>
                  <a:lnTo>
                    <a:pt x="488869" y="603590"/>
                  </a:lnTo>
                  <a:lnTo>
                    <a:pt x="499497" y="600962"/>
                  </a:lnTo>
                  <a:lnTo>
                    <a:pt x="510124" y="598161"/>
                  </a:lnTo>
                  <a:lnTo>
                    <a:pt x="520752" y="595131"/>
                  </a:lnTo>
                  <a:lnTo>
                    <a:pt x="531380" y="591824"/>
                  </a:lnTo>
                  <a:lnTo>
                    <a:pt x="542007" y="588201"/>
                  </a:lnTo>
                  <a:lnTo>
                    <a:pt x="552635" y="584230"/>
                  </a:lnTo>
                  <a:lnTo>
                    <a:pt x="563262" y="579892"/>
                  </a:lnTo>
                  <a:lnTo>
                    <a:pt x="573890" y="575171"/>
                  </a:lnTo>
                  <a:lnTo>
                    <a:pt x="584518" y="570062"/>
                  </a:lnTo>
                  <a:lnTo>
                    <a:pt x="595145" y="564563"/>
                  </a:lnTo>
                  <a:lnTo>
                    <a:pt x="605773" y="558685"/>
                  </a:lnTo>
                  <a:lnTo>
                    <a:pt x="616400" y="552428"/>
                  </a:lnTo>
                  <a:lnTo>
                    <a:pt x="627028" y="545819"/>
                  </a:lnTo>
                  <a:lnTo>
                    <a:pt x="637656" y="538917"/>
                  </a:lnTo>
                  <a:lnTo>
                    <a:pt x="648283" y="531770"/>
                  </a:lnTo>
                  <a:lnTo>
                    <a:pt x="658911" y="524433"/>
                  </a:lnTo>
                  <a:lnTo>
                    <a:pt x="669538" y="516965"/>
                  </a:lnTo>
                  <a:lnTo>
                    <a:pt x="680166" y="509430"/>
                  </a:lnTo>
                  <a:lnTo>
                    <a:pt x="690794" y="501891"/>
                  </a:lnTo>
                  <a:lnTo>
                    <a:pt x="701421" y="494406"/>
                  </a:lnTo>
                  <a:lnTo>
                    <a:pt x="712049" y="487030"/>
                  </a:lnTo>
                  <a:lnTo>
                    <a:pt x="722677" y="479804"/>
                  </a:lnTo>
                  <a:lnTo>
                    <a:pt x="733304" y="472759"/>
                  </a:lnTo>
                  <a:lnTo>
                    <a:pt x="743932" y="465919"/>
                  </a:lnTo>
                  <a:lnTo>
                    <a:pt x="754559" y="459267"/>
                  </a:lnTo>
                  <a:lnTo>
                    <a:pt x="765187" y="452762"/>
                  </a:lnTo>
                  <a:lnTo>
                    <a:pt x="775815" y="446351"/>
                  </a:lnTo>
                  <a:lnTo>
                    <a:pt x="786442" y="439968"/>
                  </a:lnTo>
                  <a:lnTo>
                    <a:pt x="797070" y="433531"/>
                  </a:lnTo>
                  <a:lnTo>
                    <a:pt x="807697" y="426957"/>
                  </a:lnTo>
                  <a:lnTo>
                    <a:pt x="818325" y="420163"/>
                  </a:lnTo>
                  <a:lnTo>
                    <a:pt x="828953" y="413076"/>
                  </a:lnTo>
                  <a:lnTo>
                    <a:pt x="839580" y="405639"/>
                  </a:lnTo>
                  <a:lnTo>
                    <a:pt x="850208" y="397816"/>
                  </a:lnTo>
                  <a:lnTo>
                    <a:pt x="860835" y="389591"/>
                  </a:lnTo>
                  <a:lnTo>
                    <a:pt x="871463" y="380936"/>
                  </a:lnTo>
                  <a:lnTo>
                    <a:pt x="882091" y="371915"/>
                  </a:lnTo>
                  <a:lnTo>
                    <a:pt x="892718" y="362568"/>
                  </a:lnTo>
                  <a:lnTo>
                    <a:pt x="903346" y="352930"/>
                  </a:lnTo>
                  <a:lnTo>
                    <a:pt x="913973" y="343037"/>
                  </a:lnTo>
                  <a:lnTo>
                    <a:pt x="924601" y="332914"/>
                  </a:lnTo>
                  <a:lnTo>
                    <a:pt x="935229" y="322578"/>
                  </a:lnTo>
                  <a:lnTo>
                    <a:pt x="945856" y="312040"/>
                  </a:lnTo>
                  <a:lnTo>
                    <a:pt x="956484" y="301303"/>
                  </a:lnTo>
                  <a:lnTo>
                    <a:pt x="967111" y="290365"/>
                  </a:lnTo>
                  <a:lnTo>
                    <a:pt x="977739" y="279225"/>
                  </a:lnTo>
                  <a:lnTo>
                    <a:pt x="988367" y="267877"/>
                  </a:lnTo>
                  <a:lnTo>
                    <a:pt x="998994" y="256307"/>
                  </a:lnTo>
                  <a:lnTo>
                    <a:pt x="1009622" y="244535"/>
                  </a:lnTo>
                  <a:lnTo>
                    <a:pt x="1020249" y="232570"/>
                  </a:lnTo>
                  <a:lnTo>
                    <a:pt x="1030877" y="220427"/>
                  </a:lnTo>
                  <a:lnTo>
                    <a:pt x="1041505" y="208135"/>
                  </a:lnTo>
                  <a:lnTo>
                    <a:pt x="1052132" y="195740"/>
                  </a:lnTo>
                  <a:lnTo>
                    <a:pt x="1062760" y="183309"/>
                  </a:lnTo>
                  <a:lnTo>
                    <a:pt x="1073387" y="170936"/>
                  </a:lnTo>
                  <a:lnTo>
                    <a:pt x="1084015" y="158738"/>
                  </a:lnTo>
                  <a:lnTo>
                    <a:pt x="1094643" y="146853"/>
                  </a:lnTo>
                  <a:lnTo>
                    <a:pt x="1105270" y="135431"/>
                  </a:lnTo>
                  <a:lnTo>
                    <a:pt x="1115898" y="124661"/>
                  </a:lnTo>
                  <a:lnTo>
                    <a:pt x="1126525" y="114704"/>
                  </a:lnTo>
                  <a:lnTo>
                    <a:pt x="1137153" y="105612"/>
                  </a:lnTo>
                  <a:lnTo>
                    <a:pt x="1147781" y="97419"/>
                  </a:lnTo>
                  <a:lnTo>
                    <a:pt x="1158408" y="90102"/>
                  </a:lnTo>
                  <a:lnTo>
                    <a:pt x="1169036" y="83581"/>
                  </a:lnTo>
                  <a:lnTo>
                    <a:pt x="1179663" y="77722"/>
                  </a:lnTo>
                  <a:lnTo>
                    <a:pt x="1190291" y="72356"/>
                  </a:lnTo>
                  <a:lnTo>
                    <a:pt x="1200919" y="67297"/>
                  </a:lnTo>
                  <a:lnTo>
                    <a:pt x="1211546" y="62362"/>
                  </a:lnTo>
                  <a:lnTo>
                    <a:pt x="1222174" y="57392"/>
                  </a:lnTo>
                  <a:lnTo>
                    <a:pt x="1232801" y="52270"/>
                  </a:lnTo>
                  <a:lnTo>
                    <a:pt x="1243429" y="46922"/>
                  </a:lnTo>
                  <a:lnTo>
                    <a:pt x="1254057" y="41372"/>
                  </a:lnTo>
                  <a:lnTo>
                    <a:pt x="1264684" y="35704"/>
                  </a:lnTo>
                  <a:lnTo>
                    <a:pt x="1275312" y="30037"/>
                  </a:lnTo>
                  <a:lnTo>
                    <a:pt x="1285939" y="24516"/>
                  </a:lnTo>
                  <a:lnTo>
                    <a:pt x="1296567" y="19295"/>
                  </a:lnTo>
                  <a:lnTo>
                    <a:pt x="1307195" y="14519"/>
                  </a:lnTo>
                  <a:lnTo>
                    <a:pt x="1317822" y="10312"/>
                  </a:lnTo>
                  <a:lnTo>
                    <a:pt x="1328450" y="6770"/>
                  </a:lnTo>
                  <a:lnTo>
                    <a:pt x="1339077" y="3952"/>
                  </a:lnTo>
                  <a:lnTo>
                    <a:pt x="1349705" y="1884"/>
                  </a:lnTo>
                  <a:lnTo>
                    <a:pt x="1360333" y="557"/>
                  </a:lnTo>
                  <a:lnTo>
                    <a:pt x="1370960" y="0"/>
                  </a:lnTo>
                  <a:lnTo>
                    <a:pt x="1381588" y="81"/>
                  </a:lnTo>
                  <a:lnTo>
                    <a:pt x="1392215" y="723"/>
                  </a:lnTo>
                  <a:lnTo>
                    <a:pt x="1402843" y="1836"/>
                  </a:lnTo>
                  <a:lnTo>
                    <a:pt x="1413471" y="3318"/>
                  </a:lnTo>
                  <a:lnTo>
                    <a:pt x="1424098" y="5054"/>
                  </a:lnTo>
                  <a:lnTo>
                    <a:pt x="1434726" y="6921"/>
                  </a:lnTo>
                  <a:lnTo>
                    <a:pt x="1445354" y="8786"/>
                  </a:lnTo>
                  <a:lnTo>
                    <a:pt x="1455981" y="10520"/>
                  </a:lnTo>
                  <a:lnTo>
                    <a:pt x="1466609" y="12005"/>
                  </a:lnTo>
                  <a:lnTo>
                    <a:pt x="1477236" y="13149"/>
                  </a:lnTo>
                  <a:lnTo>
                    <a:pt x="1487864" y="13892"/>
                  </a:lnTo>
                  <a:lnTo>
                    <a:pt x="1498492" y="14218"/>
                  </a:lnTo>
                  <a:lnTo>
                    <a:pt x="1509119" y="14234"/>
                  </a:lnTo>
                  <a:lnTo>
                    <a:pt x="1519747" y="14069"/>
                  </a:lnTo>
                  <a:lnTo>
                    <a:pt x="1530374" y="13882"/>
                  </a:lnTo>
                  <a:lnTo>
                    <a:pt x="1541002" y="13854"/>
                  </a:lnTo>
                  <a:lnTo>
                    <a:pt x="1551630" y="14157"/>
                  </a:lnTo>
                  <a:lnTo>
                    <a:pt x="1562257" y="14939"/>
                  </a:lnTo>
                  <a:lnTo>
                    <a:pt x="1572885" y="16304"/>
                  </a:lnTo>
                  <a:lnTo>
                    <a:pt x="1583512" y="18309"/>
                  </a:lnTo>
                  <a:lnTo>
                    <a:pt x="1594140" y="20962"/>
                  </a:lnTo>
                  <a:lnTo>
                    <a:pt x="1604768" y="24234"/>
                  </a:lnTo>
                  <a:lnTo>
                    <a:pt x="1615395" y="28098"/>
                  </a:lnTo>
                  <a:lnTo>
                    <a:pt x="1626023" y="32499"/>
                  </a:lnTo>
                  <a:lnTo>
                    <a:pt x="1636650" y="37381"/>
                  </a:lnTo>
                  <a:lnTo>
                    <a:pt x="1647278" y="42749"/>
                  </a:lnTo>
                  <a:lnTo>
                    <a:pt x="1657906" y="48632"/>
                  </a:lnTo>
                  <a:lnTo>
                    <a:pt x="1668533" y="55073"/>
                  </a:lnTo>
                  <a:lnTo>
                    <a:pt x="1679161" y="62118"/>
                  </a:lnTo>
                  <a:lnTo>
                    <a:pt x="1689788" y="69797"/>
                  </a:lnTo>
                  <a:lnTo>
                    <a:pt x="1700416" y="78115"/>
                  </a:lnTo>
                  <a:lnTo>
                    <a:pt x="1711044" y="87046"/>
                  </a:lnTo>
                  <a:lnTo>
                    <a:pt x="1721671" y="96535"/>
                  </a:lnTo>
                  <a:lnTo>
                    <a:pt x="1732299" y="106511"/>
                  </a:lnTo>
                  <a:lnTo>
                    <a:pt x="1742926" y="116923"/>
                  </a:lnTo>
                  <a:lnTo>
                    <a:pt x="1753554" y="127685"/>
                  </a:lnTo>
                  <a:lnTo>
                    <a:pt x="1764182" y="138759"/>
                  </a:lnTo>
                  <a:lnTo>
                    <a:pt x="1774809" y="150147"/>
                  </a:lnTo>
                  <a:lnTo>
                    <a:pt x="1785437" y="161876"/>
                  </a:lnTo>
                  <a:lnTo>
                    <a:pt x="1796064" y="173983"/>
                  </a:lnTo>
                  <a:lnTo>
                    <a:pt x="1806692" y="186501"/>
                  </a:lnTo>
                  <a:lnTo>
                    <a:pt x="1817320" y="199450"/>
                  </a:lnTo>
                  <a:lnTo>
                    <a:pt x="1827947" y="212820"/>
                  </a:lnTo>
                  <a:lnTo>
                    <a:pt x="1838575" y="226564"/>
                  </a:lnTo>
                  <a:lnTo>
                    <a:pt x="1849202" y="240599"/>
                  </a:lnTo>
                  <a:lnTo>
                    <a:pt x="1859830" y="254809"/>
                  </a:lnTo>
                  <a:lnTo>
                    <a:pt x="1870458" y="269030"/>
                  </a:lnTo>
                  <a:lnTo>
                    <a:pt x="1881085" y="283081"/>
                  </a:lnTo>
                  <a:lnTo>
                    <a:pt x="1891713" y="296801"/>
                  </a:lnTo>
                  <a:lnTo>
                    <a:pt x="1902340" y="310045"/>
                  </a:lnTo>
                  <a:lnTo>
                    <a:pt x="1912968" y="322693"/>
                  </a:lnTo>
                  <a:lnTo>
                    <a:pt x="1923596" y="334659"/>
                  </a:lnTo>
                  <a:lnTo>
                    <a:pt x="1934223" y="345900"/>
                  </a:lnTo>
                  <a:lnTo>
                    <a:pt x="1944851" y="356420"/>
                  </a:lnTo>
                  <a:lnTo>
                    <a:pt x="1955478" y="366266"/>
                  </a:lnTo>
                  <a:lnTo>
                    <a:pt x="1966106" y="375528"/>
                  </a:lnTo>
                  <a:lnTo>
                    <a:pt x="1976734" y="384330"/>
                  </a:lnTo>
                  <a:lnTo>
                    <a:pt x="1987361" y="392814"/>
                  </a:lnTo>
                  <a:lnTo>
                    <a:pt x="1997989" y="401147"/>
                  </a:lnTo>
                  <a:lnTo>
                    <a:pt x="2008616" y="409490"/>
                  </a:lnTo>
                  <a:lnTo>
                    <a:pt x="2019244" y="417958"/>
                  </a:lnTo>
                  <a:lnTo>
                    <a:pt x="2029872" y="426627"/>
                  </a:lnTo>
                  <a:lnTo>
                    <a:pt x="2040499" y="435541"/>
                  </a:lnTo>
                  <a:lnTo>
                    <a:pt x="2051127" y="444703"/>
                  </a:lnTo>
                  <a:lnTo>
                    <a:pt x="2061754" y="454089"/>
                  </a:lnTo>
                  <a:lnTo>
                    <a:pt x="2072382" y="463647"/>
                  </a:lnTo>
                  <a:lnTo>
                    <a:pt x="2083010" y="473313"/>
                  </a:lnTo>
                  <a:lnTo>
                    <a:pt x="2093637" y="483014"/>
                  </a:lnTo>
                  <a:lnTo>
                    <a:pt x="2104265" y="492677"/>
                  </a:lnTo>
                  <a:lnTo>
                    <a:pt x="2114892" y="502223"/>
                  </a:lnTo>
                  <a:lnTo>
                    <a:pt x="2125520" y="511575"/>
                  </a:lnTo>
                  <a:lnTo>
                    <a:pt x="2136148" y="520676"/>
                  </a:lnTo>
                  <a:lnTo>
                    <a:pt x="2146775" y="529459"/>
                  </a:lnTo>
                  <a:lnTo>
                    <a:pt x="2157403" y="537856"/>
                  </a:lnTo>
                  <a:lnTo>
                    <a:pt x="2168031" y="545791"/>
                  </a:lnTo>
                  <a:lnTo>
                    <a:pt x="2178658" y="553186"/>
                  </a:lnTo>
                  <a:lnTo>
                    <a:pt x="2189286" y="559969"/>
                  </a:lnTo>
                  <a:lnTo>
                    <a:pt x="2199913" y="566079"/>
                  </a:lnTo>
                  <a:lnTo>
                    <a:pt x="2210541" y="571474"/>
                  </a:lnTo>
                  <a:lnTo>
                    <a:pt x="2221169" y="576144"/>
                  </a:lnTo>
                  <a:lnTo>
                    <a:pt x="2231796" y="580115"/>
                  </a:lnTo>
                  <a:lnTo>
                    <a:pt x="2242424" y="583416"/>
                  </a:lnTo>
                  <a:lnTo>
                    <a:pt x="2253051" y="586208"/>
                  </a:lnTo>
                  <a:lnTo>
                    <a:pt x="2263679" y="588651"/>
                  </a:lnTo>
                  <a:lnTo>
                    <a:pt x="2274307" y="590902"/>
                  </a:lnTo>
                  <a:lnTo>
                    <a:pt x="2284934" y="593116"/>
                  </a:lnTo>
                  <a:lnTo>
                    <a:pt x="2295562" y="595431"/>
                  </a:lnTo>
                  <a:lnTo>
                    <a:pt x="2306189" y="597959"/>
                  </a:lnTo>
                  <a:lnTo>
                    <a:pt x="2316817" y="600777"/>
                  </a:lnTo>
                  <a:lnTo>
                    <a:pt x="2327445" y="603924"/>
                  </a:lnTo>
                  <a:lnTo>
                    <a:pt x="2338072" y="607405"/>
                  </a:lnTo>
                  <a:lnTo>
                    <a:pt x="2348700" y="611194"/>
                  </a:lnTo>
                  <a:lnTo>
                    <a:pt x="2359327" y="615239"/>
                  </a:lnTo>
                  <a:lnTo>
                    <a:pt x="2369955" y="619489"/>
                  </a:lnTo>
                  <a:lnTo>
                    <a:pt x="2380583" y="623846"/>
                  </a:lnTo>
                  <a:lnTo>
                    <a:pt x="2391210" y="628244"/>
                  </a:lnTo>
                  <a:lnTo>
                    <a:pt x="2401838" y="632622"/>
                  </a:lnTo>
                  <a:lnTo>
                    <a:pt x="2412465" y="636927"/>
                  </a:lnTo>
                  <a:lnTo>
                    <a:pt x="2423093" y="641112"/>
                  </a:lnTo>
                  <a:lnTo>
                    <a:pt x="2433721" y="645138"/>
                  </a:lnTo>
                  <a:lnTo>
                    <a:pt x="2444348" y="648968"/>
                  </a:lnTo>
                  <a:lnTo>
                    <a:pt x="2454976" y="652574"/>
                  </a:lnTo>
                  <a:lnTo>
                    <a:pt x="2465603" y="655928"/>
                  </a:lnTo>
                  <a:lnTo>
                    <a:pt x="2476231" y="659010"/>
                  </a:lnTo>
                  <a:lnTo>
                    <a:pt x="2486859" y="661792"/>
                  </a:lnTo>
                  <a:lnTo>
                    <a:pt x="2497486" y="664248"/>
                  </a:lnTo>
                  <a:lnTo>
                    <a:pt x="2508114" y="666396"/>
                  </a:lnTo>
                  <a:lnTo>
                    <a:pt x="2518741" y="668238"/>
                  </a:lnTo>
                  <a:lnTo>
                    <a:pt x="2529369" y="669785"/>
                  </a:lnTo>
                  <a:lnTo>
                    <a:pt x="2539997" y="671051"/>
                  </a:lnTo>
                  <a:lnTo>
                    <a:pt x="2550624" y="672058"/>
                  </a:lnTo>
                  <a:lnTo>
                    <a:pt x="2561252" y="672830"/>
                  </a:lnTo>
                  <a:lnTo>
                    <a:pt x="2571879" y="673400"/>
                  </a:lnTo>
                  <a:lnTo>
                    <a:pt x="2582507" y="673801"/>
                  </a:lnTo>
                  <a:lnTo>
                    <a:pt x="2593135" y="674072"/>
                  </a:lnTo>
                  <a:lnTo>
                    <a:pt x="2603762" y="674251"/>
                  </a:lnTo>
                  <a:lnTo>
                    <a:pt x="2614390" y="674381"/>
                  </a:lnTo>
                  <a:lnTo>
                    <a:pt x="2625017" y="674507"/>
                  </a:lnTo>
                  <a:lnTo>
                    <a:pt x="2635645" y="674665"/>
                  </a:lnTo>
                  <a:lnTo>
                    <a:pt x="2646273" y="674885"/>
                  </a:lnTo>
                  <a:lnTo>
                    <a:pt x="2656900" y="675188"/>
                  </a:lnTo>
                  <a:lnTo>
                    <a:pt x="2667528" y="675583"/>
                  </a:lnTo>
                  <a:lnTo>
                    <a:pt x="2678155" y="676073"/>
                  </a:lnTo>
                  <a:lnTo>
                    <a:pt x="2688783" y="676650"/>
                  </a:lnTo>
                  <a:lnTo>
                    <a:pt x="2699411" y="677297"/>
                  </a:lnTo>
                  <a:lnTo>
                    <a:pt x="2710038" y="677990"/>
                  </a:lnTo>
                  <a:lnTo>
                    <a:pt x="2720666" y="678703"/>
                  </a:lnTo>
                  <a:lnTo>
                    <a:pt x="2731293" y="679404"/>
                  </a:lnTo>
                  <a:lnTo>
                    <a:pt x="2741921" y="680062"/>
                  </a:lnTo>
                  <a:lnTo>
                    <a:pt x="2752549" y="680650"/>
                  </a:lnTo>
                  <a:lnTo>
                    <a:pt x="2752549" y="685007"/>
                  </a:lnTo>
                  <a:lnTo>
                    <a:pt x="2741921" y="685007"/>
                  </a:lnTo>
                  <a:lnTo>
                    <a:pt x="2731293" y="685007"/>
                  </a:lnTo>
                  <a:lnTo>
                    <a:pt x="2720666" y="685007"/>
                  </a:lnTo>
                  <a:lnTo>
                    <a:pt x="2710038" y="685007"/>
                  </a:lnTo>
                  <a:lnTo>
                    <a:pt x="2699411" y="685007"/>
                  </a:lnTo>
                  <a:lnTo>
                    <a:pt x="2688783" y="685007"/>
                  </a:lnTo>
                  <a:lnTo>
                    <a:pt x="2678155" y="685007"/>
                  </a:lnTo>
                  <a:lnTo>
                    <a:pt x="2667528" y="685007"/>
                  </a:lnTo>
                  <a:lnTo>
                    <a:pt x="2656900" y="685007"/>
                  </a:lnTo>
                  <a:lnTo>
                    <a:pt x="2646273" y="685007"/>
                  </a:lnTo>
                  <a:lnTo>
                    <a:pt x="2635645" y="685007"/>
                  </a:lnTo>
                  <a:lnTo>
                    <a:pt x="2625017" y="685007"/>
                  </a:lnTo>
                  <a:lnTo>
                    <a:pt x="2614390" y="685007"/>
                  </a:lnTo>
                  <a:lnTo>
                    <a:pt x="2603762" y="685007"/>
                  </a:lnTo>
                  <a:lnTo>
                    <a:pt x="2593135" y="685007"/>
                  </a:lnTo>
                  <a:lnTo>
                    <a:pt x="2582507" y="685007"/>
                  </a:lnTo>
                  <a:lnTo>
                    <a:pt x="2571879" y="685007"/>
                  </a:lnTo>
                  <a:lnTo>
                    <a:pt x="2561252" y="685007"/>
                  </a:lnTo>
                  <a:lnTo>
                    <a:pt x="2550624" y="685007"/>
                  </a:lnTo>
                  <a:lnTo>
                    <a:pt x="2539997" y="685007"/>
                  </a:lnTo>
                  <a:lnTo>
                    <a:pt x="2529369" y="685007"/>
                  </a:lnTo>
                  <a:lnTo>
                    <a:pt x="2518741" y="685007"/>
                  </a:lnTo>
                  <a:lnTo>
                    <a:pt x="2508114" y="685007"/>
                  </a:lnTo>
                  <a:lnTo>
                    <a:pt x="2497486" y="685007"/>
                  </a:lnTo>
                  <a:lnTo>
                    <a:pt x="2486859" y="685007"/>
                  </a:lnTo>
                  <a:lnTo>
                    <a:pt x="2476231" y="685007"/>
                  </a:lnTo>
                  <a:lnTo>
                    <a:pt x="2465603" y="685007"/>
                  </a:lnTo>
                  <a:lnTo>
                    <a:pt x="2454976" y="685007"/>
                  </a:lnTo>
                  <a:lnTo>
                    <a:pt x="2444348" y="685007"/>
                  </a:lnTo>
                  <a:lnTo>
                    <a:pt x="2433721" y="685007"/>
                  </a:lnTo>
                  <a:lnTo>
                    <a:pt x="2423093" y="685007"/>
                  </a:lnTo>
                  <a:lnTo>
                    <a:pt x="2412465" y="685007"/>
                  </a:lnTo>
                  <a:lnTo>
                    <a:pt x="2401838" y="685007"/>
                  </a:lnTo>
                  <a:lnTo>
                    <a:pt x="2391210" y="685007"/>
                  </a:lnTo>
                  <a:lnTo>
                    <a:pt x="2380583" y="685007"/>
                  </a:lnTo>
                  <a:lnTo>
                    <a:pt x="2369955" y="685007"/>
                  </a:lnTo>
                  <a:lnTo>
                    <a:pt x="2359327" y="685007"/>
                  </a:lnTo>
                  <a:lnTo>
                    <a:pt x="2348700" y="685007"/>
                  </a:lnTo>
                  <a:lnTo>
                    <a:pt x="2338072" y="685007"/>
                  </a:lnTo>
                  <a:lnTo>
                    <a:pt x="2327445" y="685007"/>
                  </a:lnTo>
                  <a:lnTo>
                    <a:pt x="2316817" y="685007"/>
                  </a:lnTo>
                  <a:lnTo>
                    <a:pt x="2306189" y="685007"/>
                  </a:lnTo>
                  <a:lnTo>
                    <a:pt x="2295562" y="685007"/>
                  </a:lnTo>
                  <a:lnTo>
                    <a:pt x="2284934" y="685007"/>
                  </a:lnTo>
                  <a:lnTo>
                    <a:pt x="2274307" y="685007"/>
                  </a:lnTo>
                  <a:lnTo>
                    <a:pt x="2263679" y="685007"/>
                  </a:lnTo>
                  <a:lnTo>
                    <a:pt x="2253051" y="685007"/>
                  </a:lnTo>
                  <a:lnTo>
                    <a:pt x="2242424" y="685007"/>
                  </a:lnTo>
                  <a:lnTo>
                    <a:pt x="2231796" y="685007"/>
                  </a:lnTo>
                  <a:lnTo>
                    <a:pt x="2221169" y="685007"/>
                  </a:lnTo>
                  <a:lnTo>
                    <a:pt x="2210541" y="685007"/>
                  </a:lnTo>
                  <a:lnTo>
                    <a:pt x="2199913" y="685007"/>
                  </a:lnTo>
                  <a:lnTo>
                    <a:pt x="2189286" y="685007"/>
                  </a:lnTo>
                  <a:lnTo>
                    <a:pt x="2178658" y="685007"/>
                  </a:lnTo>
                  <a:lnTo>
                    <a:pt x="2168031" y="685007"/>
                  </a:lnTo>
                  <a:lnTo>
                    <a:pt x="2157403" y="685007"/>
                  </a:lnTo>
                  <a:lnTo>
                    <a:pt x="2146775" y="685007"/>
                  </a:lnTo>
                  <a:lnTo>
                    <a:pt x="2136148" y="685007"/>
                  </a:lnTo>
                  <a:lnTo>
                    <a:pt x="2125520" y="685007"/>
                  </a:lnTo>
                  <a:lnTo>
                    <a:pt x="2114892" y="685007"/>
                  </a:lnTo>
                  <a:lnTo>
                    <a:pt x="2104265" y="685007"/>
                  </a:lnTo>
                  <a:lnTo>
                    <a:pt x="2093637" y="685007"/>
                  </a:lnTo>
                  <a:lnTo>
                    <a:pt x="2083010" y="685007"/>
                  </a:lnTo>
                  <a:lnTo>
                    <a:pt x="2072382" y="685007"/>
                  </a:lnTo>
                  <a:lnTo>
                    <a:pt x="2061754" y="685007"/>
                  </a:lnTo>
                  <a:lnTo>
                    <a:pt x="2051127" y="685007"/>
                  </a:lnTo>
                  <a:lnTo>
                    <a:pt x="2040499" y="685007"/>
                  </a:lnTo>
                  <a:lnTo>
                    <a:pt x="2029872" y="685007"/>
                  </a:lnTo>
                  <a:lnTo>
                    <a:pt x="2019244" y="685007"/>
                  </a:lnTo>
                  <a:lnTo>
                    <a:pt x="2008616" y="685007"/>
                  </a:lnTo>
                  <a:lnTo>
                    <a:pt x="1997989" y="685007"/>
                  </a:lnTo>
                  <a:lnTo>
                    <a:pt x="1987361" y="685007"/>
                  </a:lnTo>
                  <a:lnTo>
                    <a:pt x="1976734" y="685007"/>
                  </a:lnTo>
                  <a:lnTo>
                    <a:pt x="1966106" y="685007"/>
                  </a:lnTo>
                  <a:lnTo>
                    <a:pt x="1955478" y="685007"/>
                  </a:lnTo>
                  <a:lnTo>
                    <a:pt x="1944851" y="685007"/>
                  </a:lnTo>
                  <a:lnTo>
                    <a:pt x="1934223" y="685007"/>
                  </a:lnTo>
                  <a:lnTo>
                    <a:pt x="1923596" y="685007"/>
                  </a:lnTo>
                  <a:lnTo>
                    <a:pt x="1912968" y="685007"/>
                  </a:lnTo>
                  <a:lnTo>
                    <a:pt x="1902340" y="685007"/>
                  </a:lnTo>
                  <a:lnTo>
                    <a:pt x="1891713" y="685007"/>
                  </a:lnTo>
                  <a:lnTo>
                    <a:pt x="1881085" y="685007"/>
                  </a:lnTo>
                  <a:lnTo>
                    <a:pt x="1870458" y="685007"/>
                  </a:lnTo>
                  <a:lnTo>
                    <a:pt x="1859830" y="685007"/>
                  </a:lnTo>
                  <a:lnTo>
                    <a:pt x="1849202" y="685007"/>
                  </a:lnTo>
                  <a:lnTo>
                    <a:pt x="1838575" y="685007"/>
                  </a:lnTo>
                  <a:lnTo>
                    <a:pt x="1827947" y="685007"/>
                  </a:lnTo>
                  <a:lnTo>
                    <a:pt x="1817320" y="685007"/>
                  </a:lnTo>
                  <a:lnTo>
                    <a:pt x="1806692" y="685007"/>
                  </a:lnTo>
                  <a:lnTo>
                    <a:pt x="1796064" y="685007"/>
                  </a:lnTo>
                  <a:lnTo>
                    <a:pt x="1785437" y="685007"/>
                  </a:lnTo>
                  <a:lnTo>
                    <a:pt x="1774809" y="685007"/>
                  </a:lnTo>
                  <a:lnTo>
                    <a:pt x="1764182" y="685007"/>
                  </a:lnTo>
                  <a:lnTo>
                    <a:pt x="1753554" y="685007"/>
                  </a:lnTo>
                  <a:lnTo>
                    <a:pt x="1742926" y="685007"/>
                  </a:lnTo>
                  <a:lnTo>
                    <a:pt x="1732299" y="685007"/>
                  </a:lnTo>
                  <a:lnTo>
                    <a:pt x="1721671" y="685007"/>
                  </a:lnTo>
                  <a:lnTo>
                    <a:pt x="1711044" y="685007"/>
                  </a:lnTo>
                  <a:lnTo>
                    <a:pt x="1700416" y="685007"/>
                  </a:lnTo>
                  <a:lnTo>
                    <a:pt x="1689788" y="685007"/>
                  </a:lnTo>
                  <a:lnTo>
                    <a:pt x="1679161" y="685007"/>
                  </a:lnTo>
                  <a:lnTo>
                    <a:pt x="1668533" y="685007"/>
                  </a:lnTo>
                  <a:lnTo>
                    <a:pt x="1657906" y="685007"/>
                  </a:lnTo>
                  <a:lnTo>
                    <a:pt x="1647278" y="685007"/>
                  </a:lnTo>
                  <a:lnTo>
                    <a:pt x="1636650" y="685007"/>
                  </a:lnTo>
                  <a:lnTo>
                    <a:pt x="1626023" y="685007"/>
                  </a:lnTo>
                  <a:lnTo>
                    <a:pt x="1615395" y="685007"/>
                  </a:lnTo>
                  <a:lnTo>
                    <a:pt x="1604768" y="685007"/>
                  </a:lnTo>
                  <a:lnTo>
                    <a:pt x="1594140" y="685007"/>
                  </a:lnTo>
                  <a:lnTo>
                    <a:pt x="1583512" y="685007"/>
                  </a:lnTo>
                  <a:lnTo>
                    <a:pt x="1572885" y="685007"/>
                  </a:lnTo>
                  <a:lnTo>
                    <a:pt x="1562257" y="685007"/>
                  </a:lnTo>
                  <a:lnTo>
                    <a:pt x="1551630" y="685007"/>
                  </a:lnTo>
                  <a:lnTo>
                    <a:pt x="1541002" y="685007"/>
                  </a:lnTo>
                  <a:lnTo>
                    <a:pt x="1530374" y="685007"/>
                  </a:lnTo>
                  <a:lnTo>
                    <a:pt x="1519747" y="685007"/>
                  </a:lnTo>
                  <a:lnTo>
                    <a:pt x="1509119" y="685007"/>
                  </a:lnTo>
                  <a:lnTo>
                    <a:pt x="1498492" y="685007"/>
                  </a:lnTo>
                  <a:lnTo>
                    <a:pt x="1487864" y="685007"/>
                  </a:lnTo>
                  <a:lnTo>
                    <a:pt x="1477236" y="685007"/>
                  </a:lnTo>
                  <a:lnTo>
                    <a:pt x="1466609" y="685007"/>
                  </a:lnTo>
                  <a:lnTo>
                    <a:pt x="1455981" y="685007"/>
                  </a:lnTo>
                  <a:lnTo>
                    <a:pt x="1445354" y="685007"/>
                  </a:lnTo>
                  <a:lnTo>
                    <a:pt x="1434726" y="685007"/>
                  </a:lnTo>
                  <a:lnTo>
                    <a:pt x="1424098" y="685007"/>
                  </a:lnTo>
                  <a:lnTo>
                    <a:pt x="1413471" y="685007"/>
                  </a:lnTo>
                  <a:lnTo>
                    <a:pt x="1402843" y="685007"/>
                  </a:lnTo>
                  <a:lnTo>
                    <a:pt x="1392215" y="685007"/>
                  </a:lnTo>
                  <a:lnTo>
                    <a:pt x="1381588" y="685007"/>
                  </a:lnTo>
                  <a:lnTo>
                    <a:pt x="1370960" y="685007"/>
                  </a:lnTo>
                  <a:lnTo>
                    <a:pt x="1360333" y="685007"/>
                  </a:lnTo>
                  <a:lnTo>
                    <a:pt x="1349705" y="685007"/>
                  </a:lnTo>
                  <a:lnTo>
                    <a:pt x="1339077" y="685007"/>
                  </a:lnTo>
                  <a:lnTo>
                    <a:pt x="1328450" y="685007"/>
                  </a:lnTo>
                  <a:lnTo>
                    <a:pt x="1317822" y="685007"/>
                  </a:lnTo>
                  <a:lnTo>
                    <a:pt x="1307195" y="685007"/>
                  </a:lnTo>
                  <a:lnTo>
                    <a:pt x="1296567" y="685007"/>
                  </a:lnTo>
                  <a:lnTo>
                    <a:pt x="1285939" y="685007"/>
                  </a:lnTo>
                  <a:lnTo>
                    <a:pt x="1275312" y="685007"/>
                  </a:lnTo>
                  <a:lnTo>
                    <a:pt x="1264684" y="685007"/>
                  </a:lnTo>
                  <a:lnTo>
                    <a:pt x="1254057" y="685007"/>
                  </a:lnTo>
                  <a:lnTo>
                    <a:pt x="1243429" y="685007"/>
                  </a:lnTo>
                  <a:lnTo>
                    <a:pt x="1232801" y="685007"/>
                  </a:lnTo>
                  <a:lnTo>
                    <a:pt x="1222174" y="685007"/>
                  </a:lnTo>
                  <a:lnTo>
                    <a:pt x="1211546" y="685007"/>
                  </a:lnTo>
                  <a:lnTo>
                    <a:pt x="1200919" y="685007"/>
                  </a:lnTo>
                  <a:lnTo>
                    <a:pt x="1190291" y="685007"/>
                  </a:lnTo>
                  <a:lnTo>
                    <a:pt x="1179663" y="685007"/>
                  </a:lnTo>
                  <a:lnTo>
                    <a:pt x="1169036" y="685007"/>
                  </a:lnTo>
                  <a:lnTo>
                    <a:pt x="1158408" y="685007"/>
                  </a:lnTo>
                  <a:lnTo>
                    <a:pt x="1147781" y="685007"/>
                  </a:lnTo>
                  <a:lnTo>
                    <a:pt x="1137153" y="685007"/>
                  </a:lnTo>
                  <a:lnTo>
                    <a:pt x="1126525" y="685007"/>
                  </a:lnTo>
                  <a:lnTo>
                    <a:pt x="1115898" y="685007"/>
                  </a:lnTo>
                  <a:lnTo>
                    <a:pt x="1105270" y="685007"/>
                  </a:lnTo>
                  <a:lnTo>
                    <a:pt x="1094643" y="685007"/>
                  </a:lnTo>
                  <a:lnTo>
                    <a:pt x="1084015" y="685007"/>
                  </a:lnTo>
                  <a:lnTo>
                    <a:pt x="1073387" y="685007"/>
                  </a:lnTo>
                  <a:lnTo>
                    <a:pt x="1062760" y="685007"/>
                  </a:lnTo>
                  <a:lnTo>
                    <a:pt x="1052132" y="685007"/>
                  </a:lnTo>
                  <a:lnTo>
                    <a:pt x="1041505" y="685007"/>
                  </a:lnTo>
                  <a:lnTo>
                    <a:pt x="1030877" y="685007"/>
                  </a:lnTo>
                  <a:lnTo>
                    <a:pt x="1020249" y="685007"/>
                  </a:lnTo>
                  <a:lnTo>
                    <a:pt x="1009622" y="685007"/>
                  </a:lnTo>
                  <a:lnTo>
                    <a:pt x="998994" y="685007"/>
                  </a:lnTo>
                  <a:lnTo>
                    <a:pt x="988367" y="685007"/>
                  </a:lnTo>
                  <a:lnTo>
                    <a:pt x="977739" y="685007"/>
                  </a:lnTo>
                  <a:lnTo>
                    <a:pt x="967111" y="685007"/>
                  </a:lnTo>
                  <a:lnTo>
                    <a:pt x="956484" y="685007"/>
                  </a:lnTo>
                  <a:lnTo>
                    <a:pt x="945856" y="685007"/>
                  </a:lnTo>
                  <a:lnTo>
                    <a:pt x="935229" y="685007"/>
                  </a:lnTo>
                  <a:lnTo>
                    <a:pt x="924601" y="685007"/>
                  </a:lnTo>
                  <a:lnTo>
                    <a:pt x="913973" y="685007"/>
                  </a:lnTo>
                  <a:lnTo>
                    <a:pt x="903346" y="685007"/>
                  </a:lnTo>
                  <a:lnTo>
                    <a:pt x="892718" y="685007"/>
                  </a:lnTo>
                  <a:lnTo>
                    <a:pt x="882091" y="685007"/>
                  </a:lnTo>
                  <a:lnTo>
                    <a:pt x="871463" y="685007"/>
                  </a:lnTo>
                  <a:lnTo>
                    <a:pt x="860835" y="685007"/>
                  </a:lnTo>
                  <a:lnTo>
                    <a:pt x="850208" y="685007"/>
                  </a:lnTo>
                  <a:lnTo>
                    <a:pt x="839580" y="685007"/>
                  </a:lnTo>
                  <a:lnTo>
                    <a:pt x="828953" y="685007"/>
                  </a:lnTo>
                  <a:lnTo>
                    <a:pt x="818325" y="685007"/>
                  </a:lnTo>
                  <a:lnTo>
                    <a:pt x="807697" y="685007"/>
                  </a:lnTo>
                  <a:lnTo>
                    <a:pt x="797070" y="685007"/>
                  </a:lnTo>
                  <a:lnTo>
                    <a:pt x="786442" y="685007"/>
                  </a:lnTo>
                  <a:lnTo>
                    <a:pt x="775815" y="685007"/>
                  </a:lnTo>
                  <a:lnTo>
                    <a:pt x="765187" y="685007"/>
                  </a:lnTo>
                  <a:lnTo>
                    <a:pt x="754559" y="685007"/>
                  </a:lnTo>
                  <a:lnTo>
                    <a:pt x="743932" y="685007"/>
                  </a:lnTo>
                  <a:lnTo>
                    <a:pt x="733304" y="685007"/>
                  </a:lnTo>
                  <a:lnTo>
                    <a:pt x="722677" y="685007"/>
                  </a:lnTo>
                  <a:lnTo>
                    <a:pt x="712049" y="685007"/>
                  </a:lnTo>
                  <a:lnTo>
                    <a:pt x="701421" y="685007"/>
                  </a:lnTo>
                  <a:lnTo>
                    <a:pt x="690794" y="685007"/>
                  </a:lnTo>
                  <a:lnTo>
                    <a:pt x="680166" y="685007"/>
                  </a:lnTo>
                  <a:lnTo>
                    <a:pt x="669538" y="685007"/>
                  </a:lnTo>
                  <a:lnTo>
                    <a:pt x="658911" y="685007"/>
                  </a:lnTo>
                  <a:lnTo>
                    <a:pt x="648283" y="685007"/>
                  </a:lnTo>
                  <a:lnTo>
                    <a:pt x="637656" y="685007"/>
                  </a:lnTo>
                  <a:lnTo>
                    <a:pt x="627028" y="685007"/>
                  </a:lnTo>
                  <a:lnTo>
                    <a:pt x="616400" y="685007"/>
                  </a:lnTo>
                  <a:lnTo>
                    <a:pt x="605773" y="685007"/>
                  </a:lnTo>
                  <a:lnTo>
                    <a:pt x="595145" y="685007"/>
                  </a:lnTo>
                  <a:lnTo>
                    <a:pt x="584518" y="685007"/>
                  </a:lnTo>
                  <a:lnTo>
                    <a:pt x="573890" y="685007"/>
                  </a:lnTo>
                  <a:lnTo>
                    <a:pt x="563262" y="685007"/>
                  </a:lnTo>
                  <a:lnTo>
                    <a:pt x="552635" y="685007"/>
                  </a:lnTo>
                  <a:lnTo>
                    <a:pt x="542007" y="685007"/>
                  </a:lnTo>
                  <a:lnTo>
                    <a:pt x="531380" y="685007"/>
                  </a:lnTo>
                  <a:lnTo>
                    <a:pt x="520752" y="685007"/>
                  </a:lnTo>
                  <a:lnTo>
                    <a:pt x="510124" y="685007"/>
                  </a:lnTo>
                  <a:lnTo>
                    <a:pt x="499497" y="685007"/>
                  </a:lnTo>
                  <a:lnTo>
                    <a:pt x="488869" y="685007"/>
                  </a:lnTo>
                  <a:lnTo>
                    <a:pt x="478242" y="685007"/>
                  </a:lnTo>
                  <a:lnTo>
                    <a:pt x="467614" y="685007"/>
                  </a:lnTo>
                  <a:lnTo>
                    <a:pt x="456986" y="685007"/>
                  </a:lnTo>
                  <a:lnTo>
                    <a:pt x="446359" y="685007"/>
                  </a:lnTo>
                  <a:lnTo>
                    <a:pt x="435731" y="685007"/>
                  </a:lnTo>
                  <a:lnTo>
                    <a:pt x="425104" y="685007"/>
                  </a:lnTo>
                  <a:lnTo>
                    <a:pt x="414476" y="685007"/>
                  </a:lnTo>
                  <a:lnTo>
                    <a:pt x="403848" y="685007"/>
                  </a:lnTo>
                  <a:lnTo>
                    <a:pt x="393221" y="685007"/>
                  </a:lnTo>
                  <a:lnTo>
                    <a:pt x="382593" y="685007"/>
                  </a:lnTo>
                  <a:lnTo>
                    <a:pt x="371966" y="685007"/>
                  </a:lnTo>
                  <a:lnTo>
                    <a:pt x="361338" y="685007"/>
                  </a:lnTo>
                  <a:lnTo>
                    <a:pt x="350710" y="685007"/>
                  </a:lnTo>
                  <a:lnTo>
                    <a:pt x="340083" y="685007"/>
                  </a:lnTo>
                  <a:lnTo>
                    <a:pt x="329455" y="685007"/>
                  </a:lnTo>
                  <a:lnTo>
                    <a:pt x="318828" y="685007"/>
                  </a:lnTo>
                  <a:lnTo>
                    <a:pt x="308200" y="685007"/>
                  </a:lnTo>
                  <a:lnTo>
                    <a:pt x="297572" y="685007"/>
                  </a:lnTo>
                  <a:lnTo>
                    <a:pt x="286945" y="685007"/>
                  </a:lnTo>
                  <a:lnTo>
                    <a:pt x="276317" y="685007"/>
                  </a:lnTo>
                  <a:lnTo>
                    <a:pt x="265690" y="685007"/>
                  </a:lnTo>
                  <a:lnTo>
                    <a:pt x="255062" y="685007"/>
                  </a:lnTo>
                  <a:lnTo>
                    <a:pt x="244434" y="685007"/>
                  </a:lnTo>
                  <a:lnTo>
                    <a:pt x="233807" y="685007"/>
                  </a:lnTo>
                  <a:lnTo>
                    <a:pt x="223179" y="685007"/>
                  </a:lnTo>
                  <a:lnTo>
                    <a:pt x="212552" y="685007"/>
                  </a:lnTo>
                  <a:lnTo>
                    <a:pt x="201924" y="685007"/>
                  </a:lnTo>
                  <a:lnTo>
                    <a:pt x="191296" y="685007"/>
                  </a:lnTo>
                  <a:lnTo>
                    <a:pt x="180669" y="685007"/>
                  </a:lnTo>
                  <a:lnTo>
                    <a:pt x="170041" y="685007"/>
                  </a:lnTo>
                  <a:lnTo>
                    <a:pt x="159414" y="685007"/>
                  </a:lnTo>
                  <a:lnTo>
                    <a:pt x="148786" y="685007"/>
                  </a:lnTo>
                  <a:lnTo>
                    <a:pt x="138158" y="685007"/>
                  </a:lnTo>
                  <a:lnTo>
                    <a:pt x="127531" y="685007"/>
                  </a:lnTo>
                  <a:lnTo>
                    <a:pt x="116903" y="685007"/>
                  </a:lnTo>
                  <a:lnTo>
                    <a:pt x="106276" y="685007"/>
                  </a:lnTo>
                  <a:lnTo>
                    <a:pt x="95648" y="685007"/>
                  </a:lnTo>
                  <a:lnTo>
                    <a:pt x="85020" y="685007"/>
                  </a:lnTo>
                  <a:lnTo>
                    <a:pt x="74393" y="685007"/>
                  </a:lnTo>
                  <a:lnTo>
                    <a:pt x="63765" y="685007"/>
                  </a:lnTo>
                  <a:lnTo>
                    <a:pt x="53138" y="685007"/>
                  </a:lnTo>
                  <a:lnTo>
                    <a:pt x="42510" y="685007"/>
                  </a:lnTo>
                  <a:lnTo>
                    <a:pt x="31882" y="685007"/>
                  </a:lnTo>
                  <a:lnTo>
                    <a:pt x="21255" y="685007"/>
                  </a:lnTo>
                  <a:lnTo>
                    <a:pt x="10627" y="685007"/>
                  </a:lnTo>
                  <a:lnTo>
                    <a:pt x="0" y="685007"/>
                  </a:lnTo>
                  <a:close/>
                </a:path>
              </a:pathLst>
            </a:custGeom>
            <a:solidFill>
              <a:srgbClr val="14B8A6">
                <a:alpha val="87843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252676" y="8172700"/>
              <a:ext cx="2752549" cy="680764"/>
            </a:xfrm>
            <a:custGeom>
              <a:avLst/>
              <a:pathLst>
                <a:path w="2752549" h="680764">
                  <a:moveTo>
                    <a:pt x="0" y="680764"/>
                  </a:moveTo>
                  <a:lnTo>
                    <a:pt x="10627" y="680633"/>
                  </a:lnTo>
                  <a:lnTo>
                    <a:pt x="21255" y="680438"/>
                  </a:lnTo>
                  <a:lnTo>
                    <a:pt x="31882" y="680160"/>
                  </a:lnTo>
                  <a:lnTo>
                    <a:pt x="42510" y="679782"/>
                  </a:lnTo>
                  <a:lnTo>
                    <a:pt x="53138" y="679296"/>
                  </a:lnTo>
                  <a:lnTo>
                    <a:pt x="63765" y="678700"/>
                  </a:lnTo>
                  <a:lnTo>
                    <a:pt x="74393" y="677998"/>
                  </a:lnTo>
                  <a:lnTo>
                    <a:pt x="85020" y="677200"/>
                  </a:lnTo>
                  <a:lnTo>
                    <a:pt x="95648" y="676318"/>
                  </a:lnTo>
                  <a:lnTo>
                    <a:pt x="106276" y="675369"/>
                  </a:lnTo>
                  <a:lnTo>
                    <a:pt x="116903" y="674368"/>
                  </a:lnTo>
                  <a:lnTo>
                    <a:pt x="127531" y="673332"/>
                  </a:lnTo>
                  <a:lnTo>
                    <a:pt x="138158" y="672279"/>
                  </a:lnTo>
                  <a:lnTo>
                    <a:pt x="148786" y="671220"/>
                  </a:lnTo>
                  <a:lnTo>
                    <a:pt x="159414" y="670163"/>
                  </a:lnTo>
                  <a:lnTo>
                    <a:pt x="170041" y="669113"/>
                  </a:lnTo>
                  <a:lnTo>
                    <a:pt x="180669" y="668070"/>
                  </a:lnTo>
                  <a:lnTo>
                    <a:pt x="191296" y="667032"/>
                  </a:lnTo>
                  <a:lnTo>
                    <a:pt x="201924" y="665995"/>
                  </a:lnTo>
                  <a:lnTo>
                    <a:pt x="212552" y="664947"/>
                  </a:lnTo>
                  <a:lnTo>
                    <a:pt x="223179" y="663878"/>
                  </a:lnTo>
                  <a:lnTo>
                    <a:pt x="233807" y="662771"/>
                  </a:lnTo>
                  <a:lnTo>
                    <a:pt x="244434" y="661603"/>
                  </a:lnTo>
                  <a:lnTo>
                    <a:pt x="255062" y="660351"/>
                  </a:lnTo>
                  <a:lnTo>
                    <a:pt x="265690" y="658991"/>
                  </a:lnTo>
                  <a:lnTo>
                    <a:pt x="276317" y="657499"/>
                  </a:lnTo>
                  <a:lnTo>
                    <a:pt x="286945" y="655847"/>
                  </a:lnTo>
                  <a:lnTo>
                    <a:pt x="297572" y="654011"/>
                  </a:lnTo>
                  <a:lnTo>
                    <a:pt x="308200" y="651969"/>
                  </a:lnTo>
                  <a:lnTo>
                    <a:pt x="318828" y="649705"/>
                  </a:lnTo>
                  <a:lnTo>
                    <a:pt x="329455" y="647215"/>
                  </a:lnTo>
                  <a:lnTo>
                    <a:pt x="340083" y="644502"/>
                  </a:lnTo>
                  <a:lnTo>
                    <a:pt x="350710" y="641586"/>
                  </a:lnTo>
                  <a:lnTo>
                    <a:pt x="361338" y="638496"/>
                  </a:lnTo>
                  <a:lnTo>
                    <a:pt x="371966" y="635272"/>
                  </a:lnTo>
                  <a:lnTo>
                    <a:pt x="382593" y="631985"/>
                  </a:lnTo>
                  <a:lnTo>
                    <a:pt x="393221" y="628693"/>
                  </a:lnTo>
                  <a:lnTo>
                    <a:pt x="403848" y="625452"/>
                  </a:lnTo>
                  <a:lnTo>
                    <a:pt x="414476" y="622309"/>
                  </a:lnTo>
                  <a:lnTo>
                    <a:pt x="425104" y="619297"/>
                  </a:lnTo>
                  <a:lnTo>
                    <a:pt x="435731" y="616430"/>
                  </a:lnTo>
                  <a:lnTo>
                    <a:pt x="446359" y="613708"/>
                  </a:lnTo>
                  <a:lnTo>
                    <a:pt x="456986" y="611108"/>
                  </a:lnTo>
                  <a:lnTo>
                    <a:pt x="467614" y="608591"/>
                  </a:lnTo>
                  <a:lnTo>
                    <a:pt x="478242" y="606107"/>
                  </a:lnTo>
                  <a:lnTo>
                    <a:pt x="488869" y="603590"/>
                  </a:lnTo>
                  <a:lnTo>
                    <a:pt x="499497" y="600962"/>
                  </a:lnTo>
                  <a:lnTo>
                    <a:pt x="510124" y="598161"/>
                  </a:lnTo>
                  <a:lnTo>
                    <a:pt x="520752" y="595131"/>
                  </a:lnTo>
                  <a:lnTo>
                    <a:pt x="531380" y="591824"/>
                  </a:lnTo>
                  <a:lnTo>
                    <a:pt x="542007" y="588201"/>
                  </a:lnTo>
                  <a:lnTo>
                    <a:pt x="552635" y="584230"/>
                  </a:lnTo>
                  <a:lnTo>
                    <a:pt x="563262" y="579892"/>
                  </a:lnTo>
                  <a:lnTo>
                    <a:pt x="573890" y="575171"/>
                  </a:lnTo>
                  <a:lnTo>
                    <a:pt x="584518" y="570062"/>
                  </a:lnTo>
                  <a:lnTo>
                    <a:pt x="595145" y="564563"/>
                  </a:lnTo>
                  <a:lnTo>
                    <a:pt x="605773" y="558685"/>
                  </a:lnTo>
                  <a:lnTo>
                    <a:pt x="616400" y="552428"/>
                  </a:lnTo>
                  <a:lnTo>
                    <a:pt x="627028" y="545819"/>
                  </a:lnTo>
                  <a:lnTo>
                    <a:pt x="637656" y="538917"/>
                  </a:lnTo>
                  <a:lnTo>
                    <a:pt x="648283" y="531770"/>
                  </a:lnTo>
                  <a:lnTo>
                    <a:pt x="658911" y="524433"/>
                  </a:lnTo>
                  <a:lnTo>
                    <a:pt x="669538" y="516965"/>
                  </a:lnTo>
                  <a:lnTo>
                    <a:pt x="680166" y="509430"/>
                  </a:lnTo>
                  <a:lnTo>
                    <a:pt x="690794" y="501891"/>
                  </a:lnTo>
                  <a:lnTo>
                    <a:pt x="701421" y="494406"/>
                  </a:lnTo>
                  <a:lnTo>
                    <a:pt x="712049" y="487030"/>
                  </a:lnTo>
                  <a:lnTo>
                    <a:pt x="722677" y="479804"/>
                  </a:lnTo>
                  <a:lnTo>
                    <a:pt x="733304" y="472759"/>
                  </a:lnTo>
                  <a:lnTo>
                    <a:pt x="743932" y="465919"/>
                  </a:lnTo>
                  <a:lnTo>
                    <a:pt x="754559" y="459267"/>
                  </a:lnTo>
                  <a:lnTo>
                    <a:pt x="765187" y="452762"/>
                  </a:lnTo>
                  <a:lnTo>
                    <a:pt x="775815" y="446351"/>
                  </a:lnTo>
                  <a:lnTo>
                    <a:pt x="786442" y="439968"/>
                  </a:lnTo>
                  <a:lnTo>
                    <a:pt x="797070" y="433531"/>
                  </a:lnTo>
                  <a:lnTo>
                    <a:pt x="807697" y="426957"/>
                  </a:lnTo>
                  <a:lnTo>
                    <a:pt x="818325" y="420163"/>
                  </a:lnTo>
                  <a:lnTo>
                    <a:pt x="828953" y="413076"/>
                  </a:lnTo>
                  <a:lnTo>
                    <a:pt x="839580" y="405639"/>
                  </a:lnTo>
                  <a:lnTo>
                    <a:pt x="850208" y="397816"/>
                  </a:lnTo>
                  <a:lnTo>
                    <a:pt x="860835" y="389591"/>
                  </a:lnTo>
                  <a:lnTo>
                    <a:pt x="871463" y="380936"/>
                  </a:lnTo>
                  <a:lnTo>
                    <a:pt x="882091" y="371915"/>
                  </a:lnTo>
                  <a:lnTo>
                    <a:pt x="892718" y="362568"/>
                  </a:lnTo>
                  <a:lnTo>
                    <a:pt x="903346" y="352930"/>
                  </a:lnTo>
                  <a:lnTo>
                    <a:pt x="913973" y="343037"/>
                  </a:lnTo>
                  <a:lnTo>
                    <a:pt x="924601" y="332914"/>
                  </a:lnTo>
                  <a:lnTo>
                    <a:pt x="935229" y="322578"/>
                  </a:lnTo>
                  <a:lnTo>
                    <a:pt x="945856" y="312040"/>
                  </a:lnTo>
                  <a:lnTo>
                    <a:pt x="956484" y="301303"/>
                  </a:lnTo>
                  <a:lnTo>
                    <a:pt x="967111" y="290365"/>
                  </a:lnTo>
                  <a:lnTo>
                    <a:pt x="977739" y="279225"/>
                  </a:lnTo>
                  <a:lnTo>
                    <a:pt x="988367" y="267877"/>
                  </a:lnTo>
                  <a:lnTo>
                    <a:pt x="998994" y="256307"/>
                  </a:lnTo>
                  <a:lnTo>
                    <a:pt x="1009622" y="244535"/>
                  </a:lnTo>
                  <a:lnTo>
                    <a:pt x="1020249" y="232570"/>
                  </a:lnTo>
                  <a:lnTo>
                    <a:pt x="1030877" y="220427"/>
                  </a:lnTo>
                  <a:lnTo>
                    <a:pt x="1041505" y="208135"/>
                  </a:lnTo>
                  <a:lnTo>
                    <a:pt x="1052132" y="195740"/>
                  </a:lnTo>
                  <a:lnTo>
                    <a:pt x="1062760" y="183309"/>
                  </a:lnTo>
                  <a:lnTo>
                    <a:pt x="1073387" y="170936"/>
                  </a:lnTo>
                  <a:lnTo>
                    <a:pt x="1084015" y="158738"/>
                  </a:lnTo>
                  <a:lnTo>
                    <a:pt x="1094643" y="146853"/>
                  </a:lnTo>
                  <a:lnTo>
                    <a:pt x="1105270" y="135431"/>
                  </a:lnTo>
                  <a:lnTo>
                    <a:pt x="1115898" y="124661"/>
                  </a:lnTo>
                  <a:lnTo>
                    <a:pt x="1126525" y="114704"/>
                  </a:lnTo>
                  <a:lnTo>
                    <a:pt x="1137153" y="105612"/>
                  </a:lnTo>
                  <a:lnTo>
                    <a:pt x="1147781" y="97419"/>
                  </a:lnTo>
                  <a:lnTo>
                    <a:pt x="1158408" y="90102"/>
                  </a:lnTo>
                  <a:lnTo>
                    <a:pt x="1169036" y="83581"/>
                  </a:lnTo>
                  <a:lnTo>
                    <a:pt x="1179663" y="77722"/>
                  </a:lnTo>
                  <a:lnTo>
                    <a:pt x="1190291" y="72356"/>
                  </a:lnTo>
                  <a:lnTo>
                    <a:pt x="1200919" y="67297"/>
                  </a:lnTo>
                  <a:lnTo>
                    <a:pt x="1211546" y="62362"/>
                  </a:lnTo>
                  <a:lnTo>
                    <a:pt x="1222174" y="57392"/>
                  </a:lnTo>
                  <a:lnTo>
                    <a:pt x="1232801" y="52270"/>
                  </a:lnTo>
                  <a:lnTo>
                    <a:pt x="1243429" y="46922"/>
                  </a:lnTo>
                  <a:lnTo>
                    <a:pt x="1254057" y="41372"/>
                  </a:lnTo>
                  <a:lnTo>
                    <a:pt x="1264684" y="35704"/>
                  </a:lnTo>
                  <a:lnTo>
                    <a:pt x="1275312" y="30037"/>
                  </a:lnTo>
                  <a:lnTo>
                    <a:pt x="1285939" y="24516"/>
                  </a:lnTo>
                  <a:lnTo>
                    <a:pt x="1296567" y="19295"/>
                  </a:lnTo>
                  <a:lnTo>
                    <a:pt x="1307195" y="14519"/>
                  </a:lnTo>
                  <a:lnTo>
                    <a:pt x="1317822" y="10312"/>
                  </a:lnTo>
                  <a:lnTo>
                    <a:pt x="1328450" y="6770"/>
                  </a:lnTo>
                  <a:lnTo>
                    <a:pt x="1339077" y="3952"/>
                  </a:lnTo>
                  <a:lnTo>
                    <a:pt x="1349705" y="1884"/>
                  </a:lnTo>
                  <a:lnTo>
                    <a:pt x="1360333" y="557"/>
                  </a:lnTo>
                  <a:lnTo>
                    <a:pt x="1370960" y="0"/>
                  </a:lnTo>
                  <a:lnTo>
                    <a:pt x="1381588" y="81"/>
                  </a:lnTo>
                  <a:lnTo>
                    <a:pt x="1392215" y="723"/>
                  </a:lnTo>
                  <a:lnTo>
                    <a:pt x="1402843" y="1836"/>
                  </a:lnTo>
                  <a:lnTo>
                    <a:pt x="1413471" y="3318"/>
                  </a:lnTo>
                  <a:lnTo>
                    <a:pt x="1424098" y="5054"/>
                  </a:lnTo>
                  <a:lnTo>
                    <a:pt x="1434726" y="6921"/>
                  </a:lnTo>
                  <a:lnTo>
                    <a:pt x="1445354" y="8786"/>
                  </a:lnTo>
                  <a:lnTo>
                    <a:pt x="1455981" y="10520"/>
                  </a:lnTo>
                  <a:lnTo>
                    <a:pt x="1466609" y="12005"/>
                  </a:lnTo>
                  <a:lnTo>
                    <a:pt x="1477236" y="13149"/>
                  </a:lnTo>
                  <a:lnTo>
                    <a:pt x="1487864" y="13892"/>
                  </a:lnTo>
                  <a:lnTo>
                    <a:pt x="1498492" y="14218"/>
                  </a:lnTo>
                  <a:lnTo>
                    <a:pt x="1509119" y="14234"/>
                  </a:lnTo>
                  <a:lnTo>
                    <a:pt x="1519747" y="14069"/>
                  </a:lnTo>
                  <a:lnTo>
                    <a:pt x="1530374" y="13882"/>
                  </a:lnTo>
                  <a:lnTo>
                    <a:pt x="1541002" y="13854"/>
                  </a:lnTo>
                  <a:lnTo>
                    <a:pt x="1551630" y="14157"/>
                  </a:lnTo>
                  <a:lnTo>
                    <a:pt x="1562257" y="14939"/>
                  </a:lnTo>
                  <a:lnTo>
                    <a:pt x="1572885" y="16304"/>
                  </a:lnTo>
                  <a:lnTo>
                    <a:pt x="1583512" y="18309"/>
                  </a:lnTo>
                  <a:lnTo>
                    <a:pt x="1594140" y="20962"/>
                  </a:lnTo>
                  <a:lnTo>
                    <a:pt x="1604768" y="24234"/>
                  </a:lnTo>
                  <a:lnTo>
                    <a:pt x="1615395" y="28098"/>
                  </a:lnTo>
                  <a:lnTo>
                    <a:pt x="1626023" y="32499"/>
                  </a:lnTo>
                  <a:lnTo>
                    <a:pt x="1636650" y="37381"/>
                  </a:lnTo>
                  <a:lnTo>
                    <a:pt x="1647278" y="42749"/>
                  </a:lnTo>
                  <a:lnTo>
                    <a:pt x="1657906" y="48632"/>
                  </a:lnTo>
                  <a:lnTo>
                    <a:pt x="1668533" y="55073"/>
                  </a:lnTo>
                  <a:lnTo>
                    <a:pt x="1679161" y="62118"/>
                  </a:lnTo>
                  <a:lnTo>
                    <a:pt x="1689788" y="69797"/>
                  </a:lnTo>
                  <a:lnTo>
                    <a:pt x="1700416" y="78115"/>
                  </a:lnTo>
                  <a:lnTo>
                    <a:pt x="1711044" y="87046"/>
                  </a:lnTo>
                  <a:lnTo>
                    <a:pt x="1721671" y="96535"/>
                  </a:lnTo>
                  <a:lnTo>
                    <a:pt x="1732299" y="106511"/>
                  </a:lnTo>
                  <a:lnTo>
                    <a:pt x="1742926" y="116923"/>
                  </a:lnTo>
                  <a:lnTo>
                    <a:pt x="1753554" y="127685"/>
                  </a:lnTo>
                  <a:lnTo>
                    <a:pt x="1764182" y="138759"/>
                  </a:lnTo>
                  <a:lnTo>
                    <a:pt x="1774809" y="150147"/>
                  </a:lnTo>
                  <a:lnTo>
                    <a:pt x="1785437" y="161876"/>
                  </a:lnTo>
                  <a:lnTo>
                    <a:pt x="1796064" y="173983"/>
                  </a:lnTo>
                  <a:lnTo>
                    <a:pt x="1806692" y="186501"/>
                  </a:lnTo>
                  <a:lnTo>
                    <a:pt x="1817320" y="199450"/>
                  </a:lnTo>
                  <a:lnTo>
                    <a:pt x="1827947" y="212820"/>
                  </a:lnTo>
                  <a:lnTo>
                    <a:pt x="1838575" y="226564"/>
                  </a:lnTo>
                  <a:lnTo>
                    <a:pt x="1849202" y="240599"/>
                  </a:lnTo>
                  <a:lnTo>
                    <a:pt x="1859830" y="254809"/>
                  </a:lnTo>
                  <a:lnTo>
                    <a:pt x="1870458" y="269030"/>
                  </a:lnTo>
                  <a:lnTo>
                    <a:pt x="1881085" y="283081"/>
                  </a:lnTo>
                  <a:lnTo>
                    <a:pt x="1891713" y="296801"/>
                  </a:lnTo>
                  <a:lnTo>
                    <a:pt x="1902340" y="310045"/>
                  </a:lnTo>
                  <a:lnTo>
                    <a:pt x="1912968" y="322693"/>
                  </a:lnTo>
                  <a:lnTo>
                    <a:pt x="1923596" y="334659"/>
                  </a:lnTo>
                  <a:lnTo>
                    <a:pt x="1934223" y="345900"/>
                  </a:lnTo>
                  <a:lnTo>
                    <a:pt x="1944851" y="356420"/>
                  </a:lnTo>
                  <a:lnTo>
                    <a:pt x="1955478" y="366266"/>
                  </a:lnTo>
                  <a:lnTo>
                    <a:pt x="1966106" y="375528"/>
                  </a:lnTo>
                  <a:lnTo>
                    <a:pt x="1976734" y="384330"/>
                  </a:lnTo>
                  <a:lnTo>
                    <a:pt x="1987361" y="392814"/>
                  </a:lnTo>
                  <a:lnTo>
                    <a:pt x="1997989" y="401147"/>
                  </a:lnTo>
                  <a:lnTo>
                    <a:pt x="2008616" y="409490"/>
                  </a:lnTo>
                  <a:lnTo>
                    <a:pt x="2019244" y="417958"/>
                  </a:lnTo>
                  <a:lnTo>
                    <a:pt x="2029872" y="426627"/>
                  </a:lnTo>
                  <a:lnTo>
                    <a:pt x="2040499" y="435541"/>
                  </a:lnTo>
                  <a:lnTo>
                    <a:pt x="2051127" y="444703"/>
                  </a:lnTo>
                  <a:lnTo>
                    <a:pt x="2061754" y="454089"/>
                  </a:lnTo>
                  <a:lnTo>
                    <a:pt x="2072382" y="463647"/>
                  </a:lnTo>
                  <a:lnTo>
                    <a:pt x="2083010" y="473313"/>
                  </a:lnTo>
                  <a:lnTo>
                    <a:pt x="2093637" y="483014"/>
                  </a:lnTo>
                  <a:lnTo>
                    <a:pt x="2104265" y="492677"/>
                  </a:lnTo>
                  <a:lnTo>
                    <a:pt x="2114892" y="502223"/>
                  </a:lnTo>
                  <a:lnTo>
                    <a:pt x="2125520" y="511575"/>
                  </a:lnTo>
                  <a:lnTo>
                    <a:pt x="2136148" y="520676"/>
                  </a:lnTo>
                  <a:lnTo>
                    <a:pt x="2146775" y="529459"/>
                  </a:lnTo>
                  <a:lnTo>
                    <a:pt x="2157403" y="537856"/>
                  </a:lnTo>
                  <a:lnTo>
                    <a:pt x="2168031" y="545791"/>
                  </a:lnTo>
                  <a:lnTo>
                    <a:pt x="2178658" y="553186"/>
                  </a:lnTo>
                  <a:lnTo>
                    <a:pt x="2189286" y="559969"/>
                  </a:lnTo>
                  <a:lnTo>
                    <a:pt x="2199913" y="566079"/>
                  </a:lnTo>
                  <a:lnTo>
                    <a:pt x="2210541" y="571474"/>
                  </a:lnTo>
                  <a:lnTo>
                    <a:pt x="2221169" y="576144"/>
                  </a:lnTo>
                  <a:lnTo>
                    <a:pt x="2231796" y="580115"/>
                  </a:lnTo>
                  <a:lnTo>
                    <a:pt x="2242424" y="583416"/>
                  </a:lnTo>
                  <a:lnTo>
                    <a:pt x="2253051" y="586208"/>
                  </a:lnTo>
                  <a:lnTo>
                    <a:pt x="2263679" y="588651"/>
                  </a:lnTo>
                  <a:lnTo>
                    <a:pt x="2274307" y="590902"/>
                  </a:lnTo>
                  <a:lnTo>
                    <a:pt x="2284934" y="593116"/>
                  </a:lnTo>
                  <a:lnTo>
                    <a:pt x="2295562" y="595431"/>
                  </a:lnTo>
                  <a:lnTo>
                    <a:pt x="2306189" y="597959"/>
                  </a:lnTo>
                  <a:lnTo>
                    <a:pt x="2316817" y="600777"/>
                  </a:lnTo>
                  <a:lnTo>
                    <a:pt x="2327445" y="603924"/>
                  </a:lnTo>
                  <a:lnTo>
                    <a:pt x="2338072" y="607405"/>
                  </a:lnTo>
                  <a:lnTo>
                    <a:pt x="2348700" y="611194"/>
                  </a:lnTo>
                  <a:lnTo>
                    <a:pt x="2359327" y="615239"/>
                  </a:lnTo>
                  <a:lnTo>
                    <a:pt x="2369955" y="619489"/>
                  </a:lnTo>
                  <a:lnTo>
                    <a:pt x="2380583" y="623846"/>
                  </a:lnTo>
                  <a:lnTo>
                    <a:pt x="2391210" y="628244"/>
                  </a:lnTo>
                  <a:lnTo>
                    <a:pt x="2401838" y="632622"/>
                  </a:lnTo>
                  <a:lnTo>
                    <a:pt x="2412465" y="636927"/>
                  </a:lnTo>
                  <a:lnTo>
                    <a:pt x="2423093" y="641112"/>
                  </a:lnTo>
                  <a:lnTo>
                    <a:pt x="2433721" y="645138"/>
                  </a:lnTo>
                  <a:lnTo>
                    <a:pt x="2444348" y="648968"/>
                  </a:lnTo>
                  <a:lnTo>
                    <a:pt x="2454976" y="652574"/>
                  </a:lnTo>
                  <a:lnTo>
                    <a:pt x="2465603" y="655928"/>
                  </a:lnTo>
                  <a:lnTo>
                    <a:pt x="2476231" y="659010"/>
                  </a:lnTo>
                  <a:lnTo>
                    <a:pt x="2486859" y="661792"/>
                  </a:lnTo>
                  <a:lnTo>
                    <a:pt x="2497486" y="664248"/>
                  </a:lnTo>
                  <a:lnTo>
                    <a:pt x="2508114" y="666396"/>
                  </a:lnTo>
                  <a:lnTo>
                    <a:pt x="2518741" y="668238"/>
                  </a:lnTo>
                  <a:lnTo>
                    <a:pt x="2529369" y="669785"/>
                  </a:lnTo>
                  <a:lnTo>
                    <a:pt x="2539997" y="671051"/>
                  </a:lnTo>
                  <a:lnTo>
                    <a:pt x="2550624" y="672058"/>
                  </a:lnTo>
                  <a:lnTo>
                    <a:pt x="2561252" y="672830"/>
                  </a:lnTo>
                  <a:lnTo>
                    <a:pt x="2571879" y="673400"/>
                  </a:lnTo>
                  <a:lnTo>
                    <a:pt x="2582507" y="673801"/>
                  </a:lnTo>
                  <a:lnTo>
                    <a:pt x="2593135" y="674072"/>
                  </a:lnTo>
                  <a:lnTo>
                    <a:pt x="2603762" y="674251"/>
                  </a:lnTo>
                  <a:lnTo>
                    <a:pt x="2614390" y="674381"/>
                  </a:lnTo>
                  <a:lnTo>
                    <a:pt x="2625017" y="674507"/>
                  </a:lnTo>
                  <a:lnTo>
                    <a:pt x="2635645" y="674665"/>
                  </a:lnTo>
                  <a:lnTo>
                    <a:pt x="2646273" y="674885"/>
                  </a:lnTo>
                  <a:lnTo>
                    <a:pt x="2656900" y="675188"/>
                  </a:lnTo>
                  <a:lnTo>
                    <a:pt x="2667528" y="675583"/>
                  </a:lnTo>
                  <a:lnTo>
                    <a:pt x="2678155" y="676073"/>
                  </a:lnTo>
                  <a:lnTo>
                    <a:pt x="2688783" y="676650"/>
                  </a:lnTo>
                  <a:lnTo>
                    <a:pt x="2699411" y="677297"/>
                  </a:lnTo>
                  <a:lnTo>
                    <a:pt x="2710038" y="677990"/>
                  </a:lnTo>
                  <a:lnTo>
                    <a:pt x="2720666" y="678703"/>
                  </a:lnTo>
                  <a:lnTo>
                    <a:pt x="2731293" y="679404"/>
                  </a:lnTo>
                  <a:lnTo>
                    <a:pt x="2741921" y="680062"/>
                  </a:lnTo>
                  <a:lnTo>
                    <a:pt x="2752549" y="680650"/>
                  </a:lnTo>
                </a:path>
              </a:pathLst>
            </a:custGeom>
            <a:ln w="758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5528994" y="9171737"/>
              <a:ext cx="3039494" cy="684912"/>
            </a:xfrm>
            <a:custGeom>
              <a:avLst/>
              <a:pathLst>
                <a:path w="3039494" h="684912">
                  <a:moveTo>
                    <a:pt x="0" y="680694"/>
                  </a:moveTo>
                  <a:lnTo>
                    <a:pt x="10627" y="680237"/>
                  </a:lnTo>
                  <a:lnTo>
                    <a:pt x="21255" y="679781"/>
                  </a:lnTo>
                  <a:lnTo>
                    <a:pt x="31882" y="679317"/>
                  </a:lnTo>
                  <a:lnTo>
                    <a:pt x="42510" y="678830"/>
                  </a:lnTo>
                  <a:lnTo>
                    <a:pt x="53138" y="678302"/>
                  </a:lnTo>
                  <a:lnTo>
                    <a:pt x="63765" y="677714"/>
                  </a:lnTo>
                  <a:lnTo>
                    <a:pt x="74393" y="677046"/>
                  </a:lnTo>
                  <a:lnTo>
                    <a:pt x="85020" y="676286"/>
                  </a:lnTo>
                  <a:lnTo>
                    <a:pt x="95648" y="675419"/>
                  </a:lnTo>
                  <a:lnTo>
                    <a:pt x="106276" y="674459"/>
                  </a:lnTo>
                  <a:lnTo>
                    <a:pt x="116903" y="673422"/>
                  </a:lnTo>
                  <a:lnTo>
                    <a:pt x="127531" y="672334"/>
                  </a:lnTo>
                  <a:lnTo>
                    <a:pt x="138158" y="671222"/>
                  </a:lnTo>
                  <a:lnTo>
                    <a:pt x="148786" y="670114"/>
                  </a:lnTo>
                  <a:lnTo>
                    <a:pt x="159414" y="669037"/>
                  </a:lnTo>
                  <a:lnTo>
                    <a:pt x="170041" y="668010"/>
                  </a:lnTo>
                  <a:lnTo>
                    <a:pt x="180669" y="667043"/>
                  </a:lnTo>
                  <a:lnTo>
                    <a:pt x="191296" y="666137"/>
                  </a:lnTo>
                  <a:lnTo>
                    <a:pt x="201924" y="665285"/>
                  </a:lnTo>
                  <a:lnTo>
                    <a:pt x="212552" y="664472"/>
                  </a:lnTo>
                  <a:lnTo>
                    <a:pt x="223179" y="663678"/>
                  </a:lnTo>
                  <a:lnTo>
                    <a:pt x="233807" y="662881"/>
                  </a:lnTo>
                  <a:lnTo>
                    <a:pt x="244434" y="662064"/>
                  </a:lnTo>
                  <a:lnTo>
                    <a:pt x="255062" y="661215"/>
                  </a:lnTo>
                  <a:lnTo>
                    <a:pt x="265690" y="660324"/>
                  </a:lnTo>
                  <a:lnTo>
                    <a:pt x="276317" y="659384"/>
                  </a:lnTo>
                  <a:lnTo>
                    <a:pt x="286945" y="658390"/>
                  </a:lnTo>
                  <a:lnTo>
                    <a:pt x="297572" y="657335"/>
                  </a:lnTo>
                  <a:lnTo>
                    <a:pt x="308200" y="656215"/>
                  </a:lnTo>
                  <a:lnTo>
                    <a:pt x="318828" y="655024"/>
                  </a:lnTo>
                  <a:lnTo>
                    <a:pt x="329455" y="653758"/>
                  </a:lnTo>
                  <a:lnTo>
                    <a:pt x="340083" y="652412"/>
                  </a:lnTo>
                  <a:lnTo>
                    <a:pt x="350710" y="650990"/>
                  </a:lnTo>
                  <a:lnTo>
                    <a:pt x="361338" y="649507"/>
                  </a:lnTo>
                  <a:lnTo>
                    <a:pt x="371966" y="647979"/>
                  </a:lnTo>
                  <a:lnTo>
                    <a:pt x="382593" y="646421"/>
                  </a:lnTo>
                  <a:lnTo>
                    <a:pt x="393221" y="644851"/>
                  </a:lnTo>
                  <a:lnTo>
                    <a:pt x="403848" y="643278"/>
                  </a:lnTo>
                  <a:lnTo>
                    <a:pt x="414476" y="641704"/>
                  </a:lnTo>
                  <a:lnTo>
                    <a:pt x="425104" y="640121"/>
                  </a:lnTo>
                  <a:lnTo>
                    <a:pt x="435731" y="638507"/>
                  </a:lnTo>
                  <a:lnTo>
                    <a:pt x="446359" y="636832"/>
                  </a:lnTo>
                  <a:lnTo>
                    <a:pt x="456986" y="635055"/>
                  </a:lnTo>
                  <a:lnTo>
                    <a:pt x="467614" y="633122"/>
                  </a:lnTo>
                  <a:lnTo>
                    <a:pt x="478242" y="630995"/>
                  </a:lnTo>
                  <a:lnTo>
                    <a:pt x="488869" y="628655"/>
                  </a:lnTo>
                  <a:lnTo>
                    <a:pt x="499497" y="626091"/>
                  </a:lnTo>
                  <a:lnTo>
                    <a:pt x="510124" y="623308"/>
                  </a:lnTo>
                  <a:lnTo>
                    <a:pt x="520752" y="620326"/>
                  </a:lnTo>
                  <a:lnTo>
                    <a:pt x="531380" y="617178"/>
                  </a:lnTo>
                  <a:lnTo>
                    <a:pt x="542007" y="613905"/>
                  </a:lnTo>
                  <a:lnTo>
                    <a:pt x="552635" y="610549"/>
                  </a:lnTo>
                  <a:lnTo>
                    <a:pt x="563262" y="607154"/>
                  </a:lnTo>
                  <a:lnTo>
                    <a:pt x="573890" y="603755"/>
                  </a:lnTo>
                  <a:lnTo>
                    <a:pt x="584518" y="600379"/>
                  </a:lnTo>
                  <a:lnTo>
                    <a:pt x="595145" y="597042"/>
                  </a:lnTo>
                  <a:lnTo>
                    <a:pt x="605773" y="593737"/>
                  </a:lnTo>
                  <a:lnTo>
                    <a:pt x="616400" y="590445"/>
                  </a:lnTo>
                  <a:lnTo>
                    <a:pt x="627028" y="587136"/>
                  </a:lnTo>
                  <a:lnTo>
                    <a:pt x="637656" y="583771"/>
                  </a:lnTo>
                  <a:lnTo>
                    <a:pt x="648283" y="580304"/>
                  </a:lnTo>
                  <a:lnTo>
                    <a:pt x="658911" y="576685"/>
                  </a:lnTo>
                  <a:lnTo>
                    <a:pt x="669538" y="572869"/>
                  </a:lnTo>
                  <a:lnTo>
                    <a:pt x="680166" y="568810"/>
                  </a:lnTo>
                  <a:lnTo>
                    <a:pt x="690794" y="564477"/>
                  </a:lnTo>
                  <a:lnTo>
                    <a:pt x="701421" y="559847"/>
                  </a:lnTo>
                  <a:lnTo>
                    <a:pt x="712049" y="554910"/>
                  </a:lnTo>
                  <a:lnTo>
                    <a:pt x="722677" y="549661"/>
                  </a:lnTo>
                  <a:lnTo>
                    <a:pt x="733304" y="544159"/>
                  </a:lnTo>
                  <a:lnTo>
                    <a:pt x="743932" y="538451"/>
                  </a:lnTo>
                  <a:lnTo>
                    <a:pt x="754559" y="532591"/>
                  </a:lnTo>
                  <a:lnTo>
                    <a:pt x="765187" y="526640"/>
                  </a:lnTo>
                  <a:lnTo>
                    <a:pt x="775815" y="520653"/>
                  </a:lnTo>
                  <a:lnTo>
                    <a:pt x="786442" y="514682"/>
                  </a:lnTo>
                  <a:lnTo>
                    <a:pt x="797070" y="508767"/>
                  </a:lnTo>
                  <a:lnTo>
                    <a:pt x="807697" y="502932"/>
                  </a:lnTo>
                  <a:lnTo>
                    <a:pt x="818325" y="497186"/>
                  </a:lnTo>
                  <a:lnTo>
                    <a:pt x="828953" y="491517"/>
                  </a:lnTo>
                  <a:lnTo>
                    <a:pt x="839580" y="485893"/>
                  </a:lnTo>
                  <a:lnTo>
                    <a:pt x="850208" y="480254"/>
                  </a:lnTo>
                  <a:lnTo>
                    <a:pt x="860835" y="474526"/>
                  </a:lnTo>
                  <a:lnTo>
                    <a:pt x="871463" y="468628"/>
                  </a:lnTo>
                  <a:lnTo>
                    <a:pt x="882091" y="462477"/>
                  </a:lnTo>
                  <a:lnTo>
                    <a:pt x="892718" y="455991"/>
                  </a:lnTo>
                  <a:lnTo>
                    <a:pt x="903346" y="449102"/>
                  </a:lnTo>
                  <a:lnTo>
                    <a:pt x="913973" y="441755"/>
                  </a:lnTo>
                  <a:lnTo>
                    <a:pt x="924601" y="433923"/>
                  </a:lnTo>
                  <a:lnTo>
                    <a:pt x="935229" y="425603"/>
                  </a:lnTo>
                  <a:lnTo>
                    <a:pt x="945856" y="416820"/>
                  </a:lnTo>
                  <a:lnTo>
                    <a:pt x="956484" y="407624"/>
                  </a:lnTo>
                  <a:lnTo>
                    <a:pt x="967111" y="398068"/>
                  </a:lnTo>
                  <a:lnTo>
                    <a:pt x="977739" y="388263"/>
                  </a:lnTo>
                  <a:lnTo>
                    <a:pt x="988367" y="378307"/>
                  </a:lnTo>
                  <a:lnTo>
                    <a:pt x="998994" y="368284"/>
                  </a:lnTo>
                  <a:lnTo>
                    <a:pt x="1009622" y="358267"/>
                  </a:lnTo>
                  <a:lnTo>
                    <a:pt x="1020249" y="348317"/>
                  </a:lnTo>
                  <a:lnTo>
                    <a:pt x="1030877" y="338476"/>
                  </a:lnTo>
                  <a:lnTo>
                    <a:pt x="1041505" y="328766"/>
                  </a:lnTo>
                  <a:lnTo>
                    <a:pt x="1052132" y="319189"/>
                  </a:lnTo>
                  <a:lnTo>
                    <a:pt x="1062760" y="309726"/>
                  </a:lnTo>
                  <a:lnTo>
                    <a:pt x="1073387" y="300337"/>
                  </a:lnTo>
                  <a:lnTo>
                    <a:pt x="1084015" y="290966"/>
                  </a:lnTo>
                  <a:lnTo>
                    <a:pt x="1094643" y="281536"/>
                  </a:lnTo>
                  <a:lnTo>
                    <a:pt x="1105270" y="271982"/>
                  </a:lnTo>
                  <a:lnTo>
                    <a:pt x="1115898" y="262262"/>
                  </a:lnTo>
                  <a:lnTo>
                    <a:pt x="1126525" y="252363"/>
                  </a:lnTo>
                  <a:lnTo>
                    <a:pt x="1137153" y="242314"/>
                  </a:lnTo>
                  <a:lnTo>
                    <a:pt x="1147781" y="232186"/>
                  </a:lnTo>
                  <a:lnTo>
                    <a:pt x="1158408" y="222090"/>
                  </a:lnTo>
                  <a:lnTo>
                    <a:pt x="1169036" y="212166"/>
                  </a:lnTo>
                  <a:lnTo>
                    <a:pt x="1179663" y="202567"/>
                  </a:lnTo>
                  <a:lnTo>
                    <a:pt x="1190291" y="193439"/>
                  </a:lnTo>
                  <a:lnTo>
                    <a:pt x="1200919" y="184890"/>
                  </a:lnTo>
                  <a:lnTo>
                    <a:pt x="1211546" y="176985"/>
                  </a:lnTo>
                  <a:lnTo>
                    <a:pt x="1222174" y="169719"/>
                  </a:lnTo>
                  <a:lnTo>
                    <a:pt x="1232801" y="162899"/>
                  </a:lnTo>
                  <a:lnTo>
                    <a:pt x="1243429" y="156312"/>
                  </a:lnTo>
                  <a:lnTo>
                    <a:pt x="1254057" y="149695"/>
                  </a:lnTo>
                  <a:lnTo>
                    <a:pt x="1264684" y="142762"/>
                  </a:lnTo>
                  <a:lnTo>
                    <a:pt x="1275312" y="135244"/>
                  </a:lnTo>
                  <a:lnTo>
                    <a:pt x="1285939" y="126921"/>
                  </a:lnTo>
                  <a:lnTo>
                    <a:pt x="1296567" y="117652"/>
                  </a:lnTo>
                  <a:lnTo>
                    <a:pt x="1307195" y="107401"/>
                  </a:lnTo>
                  <a:lnTo>
                    <a:pt x="1317822" y="96242"/>
                  </a:lnTo>
                  <a:lnTo>
                    <a:pt x="1328450" y="84364"/>
                  </a:lnTo>
                  <a:lnTo>
                    <a:pt x="1339077" y="72052"/>
                  </a:lnTo>
                  <a:lnTo>
                    <a:pt x="1349705" y="59735"/>
                  </a:lnTo>
                  <a:lnTo>
                    <a:pt x="1360333" y="47835"/>
                  </a:lnTo>
                  <a:lnTo>
                    <a:pt x="1370960" y="36740"/>
                  </a:lnTo>
                  <a:lnTo>
                    <a:pt x="1381588" y="26790"/>
                  </a:lnTo>
                  <a:lnTo>
                    <a:pt x="1392215" y="18255"/>
                  </a:lnTo>
                  <a:lnTo>
                    <a:pt x="1402843" y="11317"/>
                  </a:lnTo>
                  <a:lnTo>
                    <a:pt x="1413471" y="6066"/>
                  </a:lnTo>
                  <a:lnTo>
                    <a:pt x="1424098" y="2498"/>
                  </a:lnTo>
                  <a:lnTo>
                    <a:pt x="1434726" y="528"/>
                  </a:lnTo>
                  <a:lnTo>
                    <a:pt x="1445354" y="0"/>
                  </a:lnTo>
                  <a:lnTo>
                    <a:pt x="1455981" y="710"/>
                  </a:lnTo>
                  <a:lnTo>
                    <a:pt x="1466609" y="2476"/>
                  </a:lnTo>
                  <a:lnTo>
                    <a:pt x="1477236" y="4967"/>
                  </a:lnTo>
                  <a:lnTo>
                    <a:pt x="1487864" y="7910"/>
                  </a:lnTo>
                  <a:lnTo>
                    <a:pt x="1498492" y="11078"/>
                  </a:lnTo>
                  <a:lnTo>
                    <a:pt x="1509119" y="14270"/>
                  </a:lnTo>
                  <a:lnTo>
                    <a:pt x="1519747" y="17315"/>
                  </a:lnTo>
                  <a:lnTo>
                    <a:pt x="1530374" y="20087"/>
                  </a:lnTo>
                  <a:lnTo>
                    <a:pt x="1541002" y="22508"/>
                  </a:lnTo>
                  <a:lnTo>
                    <a:pt x="1551630" y="24556"/>
                  </a:lnTo>
                  <a:lnTo>
                    <a:pt x="1562257" y="26271"/>
                  </a:lnTo>
                  <a:lnTo>
                    <a:pt x="1572885" y="27753"/>
                  </a:lnTo>
                  <a:lnTo>
                    <a:pt x="1583512" y="29162"/>
                  </a:lnTo>
                  <a:lnTo>
                    <a:pt x="1594140" y="30746"/>
                  </a:lnTo>
                  <a:lnTo>
                    <a:pt x="1604768" y="32753"/>
                  </a:lnTo>
                  <a:lnTo>
                    <a:pt x="1615395" y="35417"/>
                  </a:lnTo>
                  <a:lnTo>
                    <a:pt x="1626023" y="38942"/>
                  </a:lnTo>
                  <a:lnTo>
                    <a:pt x="1636650" y="43476"/>
                  </a:lnTo>
                  <a:lnTo>
                    <a:pt x="1647278" y="49092"/>
                  </a:lnTo>
                  <a:lnTo>
                    <a:pt x="1657906" y="55773"/>
                  </a:lnTo>
                  <a:lnTo>
                    <a:pt x="1668533" y="63410"/>
                  </a:lnTo>
                  <a:lnTo>
                    <a:pt x="1679161" y="71802"/>
                  </a:lnTo>
                  <a:lnTo>
                    <a:pt x="1689788" y="80676"/>
                  </a:lnTo>
                  <a:lnTo>
                    <a:pt x="1700416" y="89707"/>
                  </a:lnTo>
                  <a:lnTo>
                    <a:pt x="1711044" y="98540"/>
                  </a:lnTo>
                  <a:lnTo>
                    <a:pt x="1721671" y="106783"/>
                  </a:lnTo>
                  <a:lnTo>
                    <a:pt x="1732299" y="114215"/>
                  </a:lnTo>
                  <a:lnTo>
                    <a:pt x="1742926" y="120692"/>
                  </a:lnTo>
                  <a:lnTo>
                    <a:pt x="1753554" y="126177"/>
                  </a:lnTo>
                  <a:lnTo>
                    <a:pt x="1764182" y="130743"/>
                  </a:lnTo>
                  <a:lnTo>
                    <a:pt x="1774809" y="134551"/>
                  </a:lnTo>
                  <a:lnTo>
                    <a:pt x="1785437" y="137835"/>
                  </a:lnTo>
                  <a:lnTo>
                    <a:pt x="1796064" y="140867"/>
                  </a:lnTo>
                  <a:lnTo>
                    <a:pt x="1806692" y="143929"/>
                  </a:lnTo>
                  <a:lnTo>
                    <a:pt x="1817320" y="147276"/>
                  </a:lnTo>
                  <a:lnTo>
                    <a:pt x="1827947" y="151119"/>
                  </a:lnTo>
                  <a:lnTo>
                    <a:pt x="1838575" y="155638"/>
                  </a:lnTo>
                  <a:lnTo>
                    <a:pt x="1849202" y="160903"/>
                  </a:lnTo>
                  <a:lnTo>
                    <a:pt x="1859830" y="166862"/>
                  </a:lnTo>
                  <a:lnTo>
                    <a:pt x="1870458" y="173444"/>
                  </a:lnTo>
                  <a:lnTo>
                    <a:pt x="1881085" y="180538"/>
                  </a:lnTo>
                  <a:lnTo>
                    <a:pt x="1891713" y="188016"/>
                  </a:lnTo>
                  <a:lnTo>
                    <a:pt x="1902340" y="195739"/>
                  </a:lnTo>
                  <a:lnTo>
                    <a:pt x="1912968" y="203579"/>
                  </a:lnTo>
                  <a:lnTo>
                    <a:pt x="1923596" y="211423"/>
                  </a:lnTo>
                  <a:lnTo>
                    <a:pt x="1934223" y="219182"/>
                  </a:lnTo>
                  <a:lnTo>
                    <a:pt x="1944851" y="226800"/>
                  </a:lnTo>
                  <a:lnTo>
                    <a:pt x="1955478" y="234254"/>
                  </a:lnTo>
                  <a:lnTo>
                    <a:pt x="1966106" y="241549"/>
                  </a:lnTo>
                  <a:lnTo>
                    <a:pt x="1976734" y="248752"/>
                  </a:lnTo>
                  <a:lnTo>
                    <a:pt x="1987361" y="255949"/>
                  </a:lnTo>
                  <a:lnTo>
                    <a:pt x="1997989" y="263243"/>
                  </a:lnTo>
                  <a:lnTo>
                    <a:pt x="2008616" y="270749"/>
                  </a:lnTo>
                  <a:lnTo>
                    <a:pt x="2019244" y="278581"/>
                  </a:lnTo>
                  <a:lnTo>
                    <a:pt x="2029872" y="286847"/>
                  </a:lnTo>
                  <a:lnTo>
                    <a:pt x="2040499" y="295638"/>
                  </a:lnTo>
                  <a:lnTo>
                    <a:pt x="2051127" y="305018"/>
                  </a:lnTo>
                  <a:lnTo>
                    <a:pt x="2061754" y="315017"/>
                  </a:lnTo>
                  <a:lnTo>
                    <a:pt x="2072382" y="325627"/>
                  </a:lnTo>
                  <a:lnTo>
                    <a:pt x="2083010" y="336798"/>
                  </a:lnTo>
                  <a:lnTo>
                    <a:pt x="2093637" y="348461"/>
                  </a:lnTo>
                  <a:lnTo>
                    <a:pt x="2104265" y="360407"/>
                  </a:lnTo>
                  <a:lnTo>
                    <a:pt x="2114892" y="372460"/>
                  </a:lnTo>
                  <a:lnTo>
                    <a:pt x="2125520" y="384424"/>
                  </a:lnTo>
                  <a:lnTo>
                    <a:pt x="2136148" y="396107"/>
                  </a:lnTo>
                  <a:lnTo>
                    <a:pt x="2146775" y="407333"/>
                  </a:lnTo>
                  <a:lnTo>
                    <a:pt x="2157403" y="417961"/>
                  </a:lnTo>
                  <a:lnTo>
                    <a:pt x="2168031" y="427894"/>
                  </a:lnTo>
                  <a:lnTo>
                    <a:pt x="2178658" y="437093"/>
                  </a:lnTo>
                  <a:lnTo>
                    <a:pt x="2189286" y="445571"/>
                  </a:lnTo>
                  <a:lnTo>
                    <a:pt x="2199913" y="453397"/>
                  </a:lnTo>
                  <a:lnTo>
                    <a:pt x="2210541" y="460669"/>
                  </a:lnTo>
                  <a:lnTo>
                    <a:pt x="2221169" y="467528"/>
                  </a:lnTo>
                  <a:lnTo>
                    <a:pt x="2231796" y="474157"/>
                  </a:lnTo>
                  <a:lnTo>
                    <a:pt x="2242424" y="480683"/>
                  </a:lnTo>
                  <a:lnTo>
                    <a:pt x="2253051" y="487206"/>
                  </a:lnTo>
                  <a:lnTo>
                    <a:pt x="2263679" y="493793"/>
                  </a:lnTo>
                  <a:lnTo>
                    <a:pt x="2274307" y="500476"/>
                  </a:lnTo>
                  <a:lnTo>
                    <a:pt x="2284934" y="507257"/>
                  </a:lnTo>
                  <a:lnTo>
                    <a:pt x="2295562" y="514112"/>
                  </a:lnTo>
                  <a:lnTo>
                    <a:pt x="2306189" y="521001"/>
                  </a:lnTo>
                  <a:lnTo>
                    <a:pt x="2316817" y="527872"/>
                  </a:lnTo>
                  <a:lnTo>
                    <a:pt x="2327445" y="534669"/>
                  </a:lnTo>
                  <a:lnTo>
                    <a:pt x="2338072" y="541330"/>
                  </a:lnTo>
                  <a:lnTo>
                    <a:pt x="2348700" y="547792"/>
                  </a:lnTo>
                  <a:lnTo>
                    <a:pt x="2359327" y="554013"/>
                  </a:lnTo>
                  <a:lnTo>
                    <a:pt x="2369955" y="559947"/>
                  </a:lnTo>
                  <a:lnTo>
                    <a:pt x="2380583" y="565554"/>
                  </a:lnTo>
                  <a:lnTo>
                    <a:pt x="2391210" y="570799"/>
                  </a:lnTo>
                  <a:lnTo>
                    <a:pt x="2401838" y="575662"/>
                  </a:lnTo>
                  <a:lnTo>
                    <a:pt x="2412465" y="580138"/>
                  </a:lnTo>
                  <a:lnTo>
                    <a:pt x="2423093" y="584246"/>
                  </a:lnTo>
                  <a:lnTo>
                    <a:pt x="2433721" y="588024"/>
                  </a:lnTo>
                  <a:lnTo>
                    <a:pt x="2444348" y="591537"/>
                  </a:lnTo>
                  <a:lnTo>
                    <a:pt x="2454976" y="594866"/>
                  </a:lnTo>
                  <a:lnTo>
                    <a:pt x="2465603" y="598109"/>
                  </a:lnTo>
                  <a:lnTo>
                    <a:pt x="2476231" y="601382"/>
                  </a:lnTo>
                  <a:lnTo>
                    <a:pt x="2486859" y="604767"/>
                  </a:lnTo>
                  <a:lnTo>
                    <a:pt x="2497486" y="608324"/>
                  </a:lnTo>
                  <a:lnTo>
                    <a:pt x="2508114" y="612083"/>
                  </a:lnTo>
                  <a:lnTo>
                    <a:pt x="2518741" y="616042"/>
                  </a:lnTo>
                  <a:lnTo>
                    <a:pt x="2529369" y="620167"/>
                  </a:lnTo>
                  <a:lnTo>
                    <a:pt x="2539997" y="624398"/>
                  </a:lnTo>
                  <a:lnTo>
                    <a:pt x="2550624" y="628657"/>
                  </a:lnTo>
                  <a:lnTo>
                    <a:pt x="2561252" y="632856"/>
                  </a:lnTo>
                  <a:lnTo>
                    <a:pt x="2571879" y="636910"/>
                  </a:lnTo>
                  <a:lnTo>
                    <a:pt x="2582507" y="640737"/>
                  </a:lnTo>
                  <a:lnTo>
                    <a:pt x="2593135" y="644245"/>
                  </a:lnTo>
                  <a:lnTo>
                    <a:pt x="2603762" y="647422"/>
                  </a:lnTo>
                  <a:lnTo>
                    <a:pt x="2614390" y="650252"/>
                  </a:lnTo>
                  <a:lnTo>
                    <a:pt x="2625017" y="652741"/>
                  </a:lnTo>
                  <a:lnTo>
                    <a:pt x="2635645" y="654907"/>
                  </a:lnTo>
                  <a:lnTo>
                    <a:pt x="2646273" y="656777"/>
                  </a:lnTo>
                  <a:lnTo>
                    <a:pt x="2656900" y="658386"/>
                  </a:lnTo>
                  <a:lnTo>
                    <a:pt x="2667528" y="659773"/>
                  </a:lnTo>
                  <a:lnTo>
                    <a:pt x="2678155" y="660976"/>
                  </a:lnTo>
                  <a:lnTo>
                    <a:pt x="2688783" y="662032"/>
                  </a:lnTo>
                  <a:lnTo>
                    <a:pt x="2699411" y="662976"/>
                  </a:lnTo>
                  <a:lnTo>
                    <a:pt x="2710038" y="663836"/>
                  </a:lnTo>
                  <a:lnTo>
                    <a:pt x="2720666" y="664640"/>
                  </a:lnTo>
                  <a:lnTo>
                    <a:pt x="2731293" y="665412"/>
                  </a:lnTo>
                  <a:lnTo>
                    <a:pt x="2741921" y="666165"/>
                  </a:lnTo>
                  <a:lnTo>
                    <a:pt x="2752549" y="666903"/>
                  </a:lnTo>
                  <a:lnTo>
                    <a:pt x="2763176" y="667625"/>
                  </a:lnTo>
                  <a:lnTo>
                    <a:pt x="2773804" y="668322"/>
                  </a:lnTo>
                  <a:lnTo>
                    <a:pt x="2784431" y="668981"/>
                  </a:lnTo>
                  <a:lnTo>
                    <a:pt x="2795059" y="669584"/>
                  </a:lnTo>
                  <a:lnTo>
                    <a:pt x="2805687" y="670116"/>
                  </a:lnTo>
                  <a:lnTo>
                    <a:pt x="2816314" y="670565"/>
                  </a:lnTo>
                  <a:lnTo>
                    <a:pt x="2826942" y="670924"/>
                  </a:lnTo>
                  <a:lnTo>
                    <a:pt x="2837569" y="671192"/>
                  </a:lnTo>
                  <a:lnTo>
                    <a:pt x="2848197" y="671391"/>
                  </a:lnTo>
                  <a:lnTo>
                    <a:pt x="2858825" y="671551"/>
                  </a:lnTo>
                  <a:lnTo>
                    <a:pt x="2869452" y="671708"/>
                  </a:lnTo>
                  <a:lnTo>
                    <a:pt x="2880080" y="671900"/>
                  </a:lnTo>
                  <a:lnTo>
                    <a:pt x="2890708" y="672163"/>
                  </a:lnTo>
                  <a:lnTo>
                    <a:pt x="2901335" y="672525"/>
                  </a:lnTo>
                  <a:lnTo>
                    <a:pt x="2911963" y="673006"/>
                  </a:lnTo>
                  <a:lnTo>
                    <a:pt x="2922590" y="673610"/>
                  </a:lnTo>
                  <a:lnTo>
                    <a:pt x="2933218" y="674328"/>
                  </a:lnTo>
                  <a:lnTo>
                    <a:pt x="2943846" y="675139"/>
                  </a:lnTo>
                  <a:lnTo>
                    <a:pt x="2954473" y="676010"/>
                  </a:lnTo>
                  <a:lnTo>
                    <a:pt x="2965101" y="676897"/>
                  </a:lnTo>
                  <a:lnTo>
                    <a:pt x="2975728" y="677753"/>
                  </a:lnTo>
                  <a:lnTo>
                    <a:pt x="2986356" y="678537"/>
                  </a:lnTo>
                  <a:lnTo>
                    <a:pt x="2996984" y="679221"/>
                  </a:lnTo>
                  <a:lnTo>
                    <a:pt x="3007611" y="679782"/>
                  </a:lnTo>
                  <a:lnTo>
                    <a:pt x="3018239" y="680211"/>
                  </a:lnTo>
                  <a:lnTo>
                    <a:pt x="3028866" y="680510"/>
                  </a:lnTo>
                  <a:lnTo>
                    <a:pt x="3039494" y="680690"/>
                  </a:lnTo>
                  <a:lnTo>
                    <a:pt x="3039494" y="684912"/>
                  </a:lnTo>
                  <a:lnTo>
                    <a:pt x="3028866" y="684912"/>
                  </a:lnTo>
                  <a:lnTo>
                    <a:pt x="3018239" y="684912"/>
                  </a:lnTo>
                  <a:lnTo>
                    <a:pt x="3007611" y="684912"/>
                  </a:lnTo>
                  <a:lnTo>
                    <a:pt x="2996984" y="684912"/>
                  </a:lnTo>
                  <a:lnTo>
                    <a:pt x="2986356" y="684912"/>
                  </a:lnTo>
                  <a:lnTo>
                    <a:pt x="2975728" y="684912"/>
                  </a:lnTo>
                  <a:lnTo>
                    <a:pt x="2965101" y="684912"/>
                  </a:lnTo>
                  <a:lnTo>
                    <a:pt x="2954473" y="684912"/>
                  </a:lnTo>
                  <a:lnTo>
                    <a:pt x="2943846" y="684912"/>
                  </a:lnTo>
                  <a:lnTo>
                    <a:pt x="2933218" y="684912"/>
                  </a:lnTo>
                  <a:lnTo>
                    <a:pt x="2922590" y="684912"/>
                  </a:lnTo>
                  <a:lnTo>
                    <a:pt x="2911963" y="684912"/>
                  </a:lnTo>
                  <a:lnTo>
                    <a:pt x="2901335" y="684912"/>
                  </a:lnTo>
                  <a:lnTo>
                    <a:pt x="2890708" y="684912"/>
                  </a:lnTo>
                  <a:lnTo>
                    <a:pt x="2880080" y="684912"/>
                  </a:lnTo>
                  <a:lnTo>
                    <a:pt x="2869452" y="684912"/>
                  </a:lnTo>
                  <a:lnTo>
                    <a:pt x="2858825" y="684912"/>
                  </a:lnTo>
                  <a:lnTo>
                    <a:pt x="2848197" y="684912"/>
                  </a:lnTo>
                  <a:lnTo>
                    <a:pt x="2837569" y="684912"/>
                  </a:lnTo>
                  <a:lnTo>
                    <a:pt x="2826942" y="684912"/>
                  </a:lnTo>
                  <a:lnTo>
                    <a:pt x="2816314" y="684912"/>
                  </a:lnTo>
                  <a:lnTo>
                    <a:pt x="2805687" y="684912"/>
                  </a:lnTo>
                  <a:lnTo>
                    <a:pt x="2795059" y="684912"/>
                  </a:lnTo>
                  <a:lnTo>
                    <a:pt x="2784431" y="684912"/>
                  </a:lnTo>
                  <a:lnTo>
                    <a:pt x="2773804" y="684912"/>
                  </a:lnTo>
                  <a:lnTo>
                    <a:pt x="2763176" y="684912"/>
                  </a:lnTo>
                  <a:lnTo>
                    <a:pt x="2752549" y="684912"/>
                  </a:lnTo>
                  <a:lnTo>
                    <a:pt x="2741921" y="684912"/>
                  </a:lnTo>
                  <a:lnTo>
                    <a:pt x="2731293" y="684912"/>
                  </a:lnTo>
                  <a:lnTo>
                    <a:pt x="2720666" y="684912"/>
                  </a:lnTo>
                  <a:lnTo>
                    <a:pt x="2710038" y="684912"/>
                  </a:lnTo>
                  <a:lnTo>
                    <a:pt x="2699411" y="684912"/>
                  </a:lnTo>
                  <a:lnTo>
                    <a:pt x="2688783" y="684912"/>
                  </a:lnTo>
                  <a:lnTo>
                    <a:pt x="2678155" y="684912"/>
                  </a:lnTo>
                  <a:lnTo>
                    <a:pt x="2667528" y="684912"/>
                  </a:lnTo>
                  <a:lnTo>
                    <a:pt x="2656900" y="684912"/>
                  </a:lnTo>
                  <a:lnTo>
                    <a:pt x="2646273" y="684912"/>
                  </a:lnTo>
                  <a:lnTo>
                    <a:pt x="2635645" y="684912"/>
                  </a:lnTo>
                  <a:lnTo>
                    <a:pt x="2625017" y="684912"/>
                  </a:lnTo>
                  <a:lnTo>
                    <a:pt x="2614390" y="684912"/>
                  </a:lnTo>
                  <a:lnTo>
                    <a:pt x="2603762" y="684912"/>
                  </a:lnTo>
                  <a:lnTo>
                    <a:pt x="2593135" y="684912"/>
                  </a:lnTo>
                  <a:lnTo>
                    <a:pt x="2582507" y="684912"/>
                  </a:lnTo>
                  <a:lnTo>
                    <a:pt x="2571879" y="684912"/>
                  </a:lnTo>
                  <a:lnTo>
                    <a:pt x="2561252" y="684912"/>
                  </a:lnTo>
                  <a:lnTo>
                    <a:pt x="2550624" y="684912"/>
                  </a:lnTo>
                  <a:lnTo>
                    <a:pt x="2539997" y="684912"/>
                  </a:lnTo>
                  <a:lnTo>
                    <a:pt x="2529369" y="684912"/>
                  </a:lnTo>
                  <a:lnTo>
                    <a:pt x="2518741" y="684912"/>
                  </a:lnTo>
                  <a:lnTo>
                    <a:pt x="2508114" y="684912"/>
                  </a:lnTo>
                  <a:lnTo>
                    <a:pt x="2497486" y="684912"/>
                  </a:lnTo>
                  <a:lnTo>
                    <a:pt x="2486859" y="684912"/>
                  </a:lnTo>
                  <a:lnTo>
                    <a:pt x="2476231" y="684912"/>
                  </a:lnTo>
                  <a:lnTo>
                    <a:pt x="2465603" y="684912"/>
                  </a:lnTo>
                  <a:lnTo>
                    <a:pt x="2454976" y="684912"/>
                  </a:lnTo>
                  <a:lnTo>
                    <a:pt x="2444348" y="684912"/>
                  </a:lnTo>
                  <a:lnTo>
                    <a:pt x="2433721" y="684912"/>
                  </a:lnTo>
                  <a:lnTo>
                    <a:pt x="2423093" y="684912"/>
                  </a:lnTo>
                  <a:lnTo>
                    <a:pt x="2412465" y="684912"/>
                  </a:lnTo>
                  <a:lnTo>
                    <a:pt x="2401838" y="684912"/>
                  </a:lnTo>
                  <a:lnTo>
                    <a:pt x="2391210" y="684912"/>
                  </a:lnTo>
                  <a:lnTo>
                    <a:pt x="2380583" y="684912"/>
                  </a:lnTo>
                  <a:lnTo>
                    <a:pt x="2369955" y="684912"/>
                  </a:lnTo>
                  <a:lnTo>
                    <a:pt x="2359327" y="684912"/>
                  </a:lnTo>
                  <a:lnTo>
                    <a:pt x="2348700" y="684912"/>
                  </a:lnTo>
                  <a:lnTo>
                    <a:pt x="2338072" y="684912"/>
                  </a:lnTo>
                  <a:lnTo>
                    <a:pt x="2327445" y="684912"/>
                  </a:lnTo>
                  <a:lnTo>
                    <a:pt x="2316817" y="684912"/>
                  </a:lnTo>
                  <a:lnTo>
                    <a:pt x="2306189" y="684912"/>
                  </a:lnTo>
                  <a:lnTo>
                    <a:pt x="2295562" y="684912"/>
                  </a:lnTo>
                  <a:lnTo>
                    <a:pt x="2284934" y="684912"/>
                  </a:lnTo>
                  <a:lnTo>
                    <a:pt x="2274307" y="684912"/>
                  </a:lnTo>
                  <a:lnTo>
                    <a:pt x="2263679" y="684912"/>
                  </a:lnTo>
                  <a:lnTo>
                    <a:pt x="2253051" y="684912"/>
                  </a:lnTo>
                  <a:lnTo>
                    <a:pt x="2242424" y="684912"/>
                  </a:lnTo>
                  <a:lnTo>
                    <a:pt x="2231796" y="684912"/>
                  </a:lnTo>
                  <a:lnTo>
                    <a:pt x="2221169" y="684912"/>
                  </a:lnTo>
                  <a:lnTo>
                    <a:pt x="2210541" y="684912"/>
                  </a:lnTo>
                  <a:lnTo>
                    <a:pt x="2199913" y="684912"/>
                  </a:lnTo>
                  <a:lnTo>
                    <a:pt x="2189286" y="684912"/>
                  </a:lnTo>
                  <a:lnTo>
                    <a:pt x="2178658" y="684912"/>
                  </a:lnTo>
                  <a:lnTo>
                    <a:pt x="2168031" y="684912"/>
                  </a:lnTo>
                  <a:lnTo>
                    <a:pt x="2157403" y="684912"/>
                  </a:lnTo>
                  <a:lnTo>
                    <a:pt x="2146775" y="684912"/>
                  </a:lnTo>
                  <a:lnTo>
                    <a:pt x="2136148" y="684912"/>
                  </a:lnTo>
                  <a:lnTo>
                    <a:pt x="2125520" y="684912"/>
                  </a:lnTo>
                  <a:lnTo>
                    <a:pt x="2114892" y="684912"/>
                  </a:lnTo>
                  <a:lnTo>
                    <a:pt x="2104265" y="684912"/>
                  </a:lnTo>
                  <a:lnTo>
                    <a:pt x="2093637" y="684912"/>
                  </a:lnTo>
                  <a:lnTo>
                    <a:pt x="2083010" y="684912"/>
                  </a:lnTo>
                  <a:lnTo>
                    <a:pt x="2072382" y="684912"/>
                  </a:lnTo>
                  <a:lnTo>
                    <a:pt x="2061754" y="684912"/>
                  </a:lnTo>
                  <a:lnTo>
                    <a:pt x="2051127" y="684912"/>
                  </a:lnTo>
                  <a:lnTo>
                    <a:pt x="2040499" y="684912"/>
                  </a:lnTo>
                  <a:lnTo>
                    <a:pt x="2029872" y="684912"/>
                  </a:lnTo>
                  <a:lnTo>
                    <a:pt x="2019244" y="684912"/>
                  </a:lnTo>
                  <a:lnTo>
                    <a:pt x="2008616" y="684912"/>
                  </a:lnTo>
                  <a:lnTo>
                    <a:pt x="1997989" y="684912"/>
                  </a:lnTo>
                  <a:lnTo>
                    <a:pt x="1987361" y="684912"/>
                  </a:lnTo>
                  <a:lnTo>
                    <a:pt x="1976734" y="684912"/>
                  </a:lnTo>
                  <a:lnTo>
                    <a:pt x="1966106" y="684912"/>
                  </a:lnTo>
                  <a:lnTo>
                    <a:pt x="1955478" y="684912"/>
                  </a:lnTo>
                  <a:lnTo>
                    <a:pt x="1944851" y="684912"/>
                  </a:lnTo>
                  <a:lnTo>
                    <a:pt x="1934223" y="684912"/>
                  </a:lnTo>
                  <a:lnTo>
                    <a:pt x="1923596" y="684912"/>
                  </a:lnTo>
                  <a:lnTo>
                    <a:pt x="1912968" y="684912"/>
                  </a:lnTo>
                  <a:lnTo>
                    <a:pt x="1902340" y="684912"/>
                  </a:lnTo>
                  <a:lnTo>
                    <a:pt x="1891713" y="684912"/>
                  </a:lnTo>
                  <a:lnTo>
                    <a:pt x="1881085" y="684912"/>
                  </a:lnTo>
                  <a:lnTo>
                    <a:pt x="1870458" y="684912"/>
                  </a:lnTo>
                  <a:lnTo>
                    <a:pt x="1859830" y="684912"/>
                  </a:lnTo>
                  <a:lnTo>
                    <a:pt x="1849202" y="684912"/>
                  </a:lnTo>
                  <a:lnTo>
                    <a:pt x="1838575" y="684912"/>
                  </a:lnTo>
                  <a:lnTo>
                    <a:pt x="1827947" y="684912"/>
                  </a:lnTo>
                  <a:lnTo>
                    <a:pt x="1817320" y="684912"/>
                  </a:lnTo>
                  <a:lnTo>
                    <a:pt x="1806692" y="684912"/>
                  </a:lnTo>
                  <a:lnTo>
                    <a:pt x="1796064" y="684912"/>
                  </a:lnTo>
                  <a:lnTo>
                    <a:pt x="1785437" y="684912"/>
                  </a:lnTo>
                  <a:lnTo>
                    <a:pt x="1774809" y="684912"/>
                  </a:lnTo>
                  <a:lnTo>
                    <a:pt x="1764182" y="684912"/>
                  </a:lnTo>
                  <a:lnTo>
                    <a:pt x="1753554" y="684912"/>
                  </a:lnTo>
                  <a:lnTo>
                    <a:pt x="1742926" y="684912"/>
                  </a:lnTo>
                  <a:lnTo>
                    <a:pt x="1732299" y="684912"/>
                  </a:lnTo>
                  <a:lnTo>
                    <a:pt x="1721671" y="684912"/>
                  </a:lnTo>
                  <a:lnTo>
                    <a:pt x="1711044" y="684912"/>
                  </a:lnTo>
                  <a:lnTo>
                    <a:pt x="1700416" y="684912"/>
                  </a:lnTo>
                  <a:lnTo>
                    <a:pt x="1689788" y="684912"/>
                  </a:lnTo>
                  <a:lnTo>
                    <a:pt x="1679161" y="684912"/>
                  </a:lnTo>
                  <a:lnTo>
                    <a:pt x="1668533" y="684912"/>
                  </a:lnTo>
                  <a:lnTo>
                    <a:pt x="1657906" y="684912"/>
                  </a:lnTo>
                  <a:lnTo>
                    <a:pt x="1647278" y="684912"/>
                  </a:lnTo>
                  <a:lnTo>
                    <a:pt x="1636650" y="684912"/>
                  </a:lnTo>
                  <a:lnTo>
                    <a:pt x="1626023" y="684912"/>
                  </a:lnTo>
                  <a:lnTo>
                    <a:pt x="1615395" y="684912"/>
                  </a:lnTo>
                  <a:lnTo>
                    <a:pt x="1604768" y="684912"/>
                  </a:lnTo>
                  <a:lnTo>
                    <a:pt x="1594140" y="684912"/>
                  </a:lnTo>
                  <a:lnTo>
                    <a:pt x="1583512" y="684912"/>
                  </a:lnTo>
                  <a:lnTo>
                    <a:pt x="1572885" y="684912"/>
                  </a:lnTo>
                  <a:lnTo>
                    <a:pt x="1562257" y="684912"/>
                  </a:lnTo>
                  <a:lnTo>
                    <a:pt x="1551630" y="684912"/>
                  </a:lnTo>
                  <a:lnTo>
                    <a:pt x="1541002" y="684912"/>
                  </a:lnTo>
                  <a:lnTo>
                    <a:pt x="1530374" y="684912"/>
                  </a:lnTo>
                  <a:lnTo>
                    <a:pt x="1519747" y="684912"/>
                  </a:lnTo>
                  <a:lnTo>
                    <a:pt x="1509119" y="684912"/>
                  </a:lnTo>
                  <a:lnTo>
                    <a:pt x="1498492" y="684912"/>
                  </a:lnTo>
                  <a:lnTo>
                    <a:pt x="1487864" y="684912"/>
                  </a:lnTo>
                  <a:lnTo>
                    <a:pt x="1477236" y="684912"/>
                  </a:lnTo>
                  <a:lnTo>
                    <a:pt x="1466609" y="684912"/>
                  </a:lnTo>
                  <a:lnTo>
                    <a:pt x="1455981" y="684912"/>
                  </a:lnTo>
                  <a:lnTo>
                    <a:pt x="1445354" y="684912"/>
                  </a:lnTo>
                  <a:lnTo>
                    <a:pt x="1434726" y="684912"/>
                  </a:lnTo>
                  <a:lnTo>
                    <a:pt x="1424098" y="684912"/>
                  </a:lnTo>
                  <a:lnTo>
                    <a:pt x="1413471" y="684912"/>
                  </a:lnTo>
                  <a:lnTo>
                    <a:pt x="1402843" y="684912"/>
                  </a:lnTo>
                  <a:lnTo>
                    <a:pt x="1392215" y="684912"/>
                  </a:lnTo>
                  <a:lnTo>
                    <a:pt x="1381588" y="684912"/>
                  </a:lnTo>
                  <a:lnTo>
                    <a:pt x="1370960" y="684912"/>
                  </a:lnTo>
                  <a:lnTo>
                    <a:pt x="1360333" y="684912"/>
                  </a:lnTo>
                  <a:lnTo>
                    <a:pt x="1349705" y="684912"/>
                  </a:lnTo>
                  <a:lnTo>
                    <a:pt x="1339077" y="684912"/>
                  </a:lnTo>
                  <a:lnTo>
                    <a:pt x="1328450" y="684912"/>
                  </a:lnTo>
                  <a:lnTo>
                    <a:pt x="1317822" y="684912"/>
                  </a:lnTo>
                  <a:lnTo>
                    <a:pt x="1307195" y="684912"/>
                  </a:lnTo>
                  <a:lnTo>
                    <a:pt x="1296567" y="684912"/>
                  </a:lnTo>
                  <a:lnTo>
                    <a:pt x="1285939" y="684912"/>
                  </a:lnTo>
                  <a:lnTo>
                    <a:pt x="1275312" y="684912"/>
                  </a:lnTo>
                  <a:lnTo>
                    <a:pt x="1264684" y="684912"/>
                  </a:lnTo>
                  <a:lnTo>
                    <a:pt x="1254057" y="684912"/>
                  </a:lnTo>
                  <a:lnTo>
                    <a:pt x="1243429" y="684912"/>
                  </a:lnTo>
                  <a:lnTo>
                    <a:pt x="1232801" y="684912"/>
                  </a:lnTo>
                  <a:lnTo>
                    <a:pt x="1222174" y="684912"/>
                  </a:lnTo>
                  <a:lnTo>
                    <a:pt x="1211546" y="684912"/>
                  </a:lnTo>
                  <a:lnTo>
                    <a:pt x="1200919" y="684912"/>
                  </a:lnTo>
                  <a:lnTo>
                    <a:pt x="1190291" y="684912"/>
                  </a:lnTo>
                  <a:lnTo>
                    <a:pt x="1179663" y="684912"/>
                  </a:lnTo>
                  <a:lnTo>
                    <a:pt x="1169036" y="684912"/>
                  </a:lnTo>
                  <a:lnTo>
                    <a:pt x="1158408" y="684912"/>
                  </a:lnTo>
                  <a:lnTo>
                    <a:pt x="1147781" y="684912"/>
                  </a:lnTo>
                  <a:lnTo>
                    <a:pt x="1137153" y="684912"/>
                  </a:lnTo>
                  <a:lnTo>
                    <a:pt x="1126525" y="684912"/>
                  </a:lnTo>
                  <a:lnTo>
                    <a:pt x="1115898" y="684912"/>
                  </a:lnTo>
                  <a:lnTo>
                    <a:pt x="1105270" y="684912"/>
                  </a:lnTo>
                  <a:lnTo>
                    <a:pt x="1094643" y="684912"/>
                  </a:lnTo>
                  <a:lnTo>
                    <a:pt x="1084015" y="684912"/>
                  </a:lnTo>
                  <a:lnTo>
                    <a:pt x="1073387" y="684912"/>
                  </a:lnTo>
                  <a:lnTo>
                    <a:pt x="1062760" y="684912"/>
                  </a:lnTo>
                  <a:lnTo>
                    <a:pt x="1052132" y="684912"/>
                  </a:lnTo>
                  <a:lnTo>
                    <a:pt x="1041505" y="684912"/>
                  </a:lnTo>
                  <a:lnTo>
                    <a:pt x="1030877" y="684912"/>
                  </a:lnTo>
                  <a:lnTo>
                    <a:pt x="1020249" y="684912"/>
                  </a:lnTo>
                  <a:lnTo>
                    <a:pt x="1009622" y="684912"/>
                  </a:lnTo>
                  <a:lnTo>
                    <a:pt x="998994" y="684912"/>
                  </a:lnTo>
                  <a:lnTo>
                    <a:pt x="988367" y="684912"/>
                  </a:lnTo>
                  <a:lnTo>
                    <a:pt x="977739" y="684912"/>
                  </a:lnTo>
                  <a:lnTo>
                    <a:pt x="967111" y="684912"/>
                  </a:lnTo>
                  <a:lnTo>
                    <a:pt x="956484" y="684912"/>
                  </a:lnTo>
                  <a:lnTo>
                    <a:pt x="945856" y="684912"/>
                  </a:lnTo>
                  <a:lnTo>
                    <a:pt x="935229" y="684912"/>
                  </a:lnTo>
                  <a:lnTo>
                    <a:pt x="924601" y="684912"/>
                  </a:lnTo>
                  <a:lnTo>
                    <a:pt x="913973" y="684912"/>
                  </a:lnTo>
                  <a:lnTo>
                    <a:pt x="903346" y="684912"/>
                  </a:lnTo>
                  <a:lnTo>
                    <a:pt x="892718" y="684912"/>
                  </a:lnTo>
                  <a:lnTo>
                    <a:pt x="882091" y="684912"/>
                  </a:lnTo>
                  <a:lnTo>
                    <a:pt x="871463" y="684912"/>
                  </a:lnTo>
                  <a:lnTo>
                    <a:pt x="860835" y="684912"/>
                  </a:lnTo>
                  <a:lnTo>
                    <a:pt x="850208" y="684912"/>
                  </a:lnTo>
                  <a:lnTo>
                    <a:pt x="839580" y="684912"/>
                  </a:lnTo>
                  <a:lnTo>
                    <a:pt x="828953" y="684912"/>
                  </a:lnTo>
                  <a:lnTo>
                    <a:pt x="818325" y="684912"/>
                  </a:lnTo>
                  <a:lnTo>
                    <a:pt x="807697" y="684912"/>
                  </a:lnTo>
                  <a:lnTo>
                    <a:pt x="797070" y="684912"/>
                  </a:lnTo>
                  <a:lnTo>
                    <a:pt x="786442" y="684912"/>
                  </a:lnTo>
                  <a:lnTo>
                    <a:pt x="775815" y="684912"/>
                  </a:lnTo>
                  <a:lnTo>
                    <a:pt x="765187" y="684912"/>
                  </a:lnTo>
                  <a:lnTo>
                    <a:pt x="754559" y="684912"/>
                  </a:lnTo>
                  <a:lnTo>
                    <a:pt x="743932" y="684912"/>
                  </a:lnTo>
                  <a:lnTo>
                    <a:pt x="733304" y="684912"/>
                  </a:lnTo>
                  <a:lnTo>
                    <a:pt x="722677" y="684912"/>
                  </a:lnTo>
                  <a:lnTo>
                    <a:pt x="712049" y="684912"/>
                  </a:lnTo>
                  <a:lnTo>
                    <a:pt x="701421" y="684912"/>
                  </a:lnTo>
                  <a:lnTo>
                    <a:pt x="690794" y="684912"/>
                  </a:lnTo>
                  <a:lnTo>
                    <a:pt x="680166" y="684912"/>
                  </a:lnTo>
                  <a:lnTo>
                    <a:pt x="669538" y="684912"/>
                  </a:lnTo>
                  <a:lnTo>
                    <a:pt x="658911" y="684912"/>
                  </a:lnTo>
                  <a:lnTo>
                    <a:pt x="648283" y="684912"/>
                  </a:lnTo>
                  <a:lnTo>
                    <a:pt x="637656" y="684912"/>
                  </a:lnTo>
                  <a:lnTo>
                    <a:pt x="627028" y="684912"/>
                  </a:lnTo>
                  <a:lnTo>
                    <a:pt x="616400" y="684912"/>
                  </a:lnTo>
                  <a:lnTo>
                    <a:pt x="605773" y="684912"/>
                  </a:lnTo>
                  <a:lnTo>
                    <a:pt x="595145" y="684912"/>
                  </a:lnTo>
                  <a:lnTo>
                    <a:pt x="584518" y="684912"/>
                  </a:lnTo>
                  <a:lnTo>
                    <a:pt x="573890" y="684912"/>
                  </a:lnTo>
                  <a:lnTo>
                    <a:pt x="563262" y="684912"/>
                  </a:lnTo>
                  <a:lnTo>
                    <a:pt x="552635" y="684912"/>
                  </a:lnTo>
                  <a:lnTo>
                    <a:pt x="542007" y="684912"/>
                  </a:lnTo>
                  <a:lnTo>
                    <a:pt x="531380" y="684912"/>
                  </a:lnTo>
                  <a:lnTo>
                    <a:pt x="520752" y="684912"/>
                  </a:lnTo>
                  <a:lnTo>
                    <a:pt x="510124" y="684912"/>
                  </a:lnTo>
                  <a:lnTo>
                    <a:pt x="499497" y="684912"/>
                  </a:lnTo>
                  <a:lnTo>
                    <a:pt x="488869" y="684912"/>
                  </a:lnTo>
                  <a:lnTo>
                    <a:pt x="478242" y="684912"/>
                  </a:lnTo>
                  <a:lnTo>
                    <a:pt x="467614" y="684912"/>
                  </a:lnTo>
                  <a:lnTo>
                    <a:pt x="456986" y="684912"/>
                  </a:lnTo>
                  <a:lnTo>
                    <a:pt x="446359" y="684912"/>
                  </a:lnTo>
                  <a:lnTo>
                    <a:pt x="435731" y="684912"/>
                  </a:lnTo>
                  <a:lnTo>
                    <a:pt x="425104" y="684912"/>
                  </a:lnTo>
                  <a:lnTo>
                    <a:pt x="414476" y="684912"/>
                  </a:lnTo>
                  <a:lnTo>
                    <a:pt x="403848" y="684912"/>
                  </a:lnTo>
                  <a:lnTo>
                    <a:pt x="393221" y="684912"/>
                  </a:lnTo>
                  <a:lnTo>
                    <a:pt x="382593" y="684912"/>
                  </a:lnTo>
                  <a:lnTo>
                    <a:pt x="371966" y="684912"/>
                  </a:lnTo>
                  <a:lnTo>
                    <a:pt x="361338" y="684912"/>
                  </a:lnTo>
                  <a:lnTo>
                    <a:pt x="350710" y="684912"/>
                  </a:lnTo>
                  <a:lnTo>
                    <a:pt x="340083" y="684912"/>
                  </a:lnTo>
                  <a:lnTo>
                    <a:pt x="329455" y="684912"/>
                  </a:lnTo>
                  <a:lnTo>
                    <a:pt x="318828" y="684912"/>
                  </a:lnTo>
                  <a:lnTo>
                    <a:pt x="308200" y="684912"/>
                  </a:lnTo>
                  <a:lnTo>
                    <a:pt x="297572" y="684912"/>
                  </a:lnTo>
                  <a:lnTo>
                    <a:pt x="286945" y="684912"/>
                  </a:lnTo>
                  <a:lnTo>
                    <a:pt x="276317" y="684912"/>
                  </a:lnTo>
                  <a:lnTo>
                    <a:pt x="265690" y="684912"/>
                  </a:lnTo>
                  <a:lnTo>
                    <a:pt x="255062" y="684912"/>
                  </a:lnTo>
                  <a:lnTo>
                    <a:pt x="244434" y="684912"/>
                  </a:lnTo>
                  <a:lnTo>
                    <a:pt x="233807" y="684912"/>
                  </a:lnTo>
                  <a:lnTo>
                    <a:pt x="223179" y="684912"/>
                  </a:lnTo>
                  <a:lnTo>
                    <a:pt x="212552" y="684912"/>
                  </a:lnTo>
                  <a:lnTo>
                    <a:pt x="201924" y="684912"/>
                  </a:lnTo>
                  <a:lnTo>
                    <a:pt x="191296" y="684912"/>
                  </a:lnTo>
                  <a:lnTo>
                    <a:pt x="180669" y="684912"/>
                  </a:lnTo>
                  <a:lnTo>
                    <a:pt x="170041" y="684912"/>
                  </a:lnTo>
                  <a:lnTo>
                    <a:pt x="159414" y="684912"/>
                  </a:lnTo>
                  <a:lnTo>
                    <a:pt x="148786" y="684912"/>
                  </a:lnTo>
                  <a:lnTo>
                    <a:pt x="138158" y="684912"/>
                  </a:lnTo>
                  <a:lnTo>
                    <a:pt x="127531" y="684912"/>
                  </a:lnTo>
                  <a:lnTo>
                    <a:pt x="116903" y="684912"/>
                  </a:lnTo>
                  <a:lnTo>
                    <a:pt x="106276" y="684912"/>
                  </a:lnTo>
                  <a:lnTo>
                    <a:pt x="95648" y="684912"/>
                  </a:lnTo>
                  <a:lnTo>
                    <a:pt x="85020" y="684912"/>
                  </a:lnTo>
                  <a:lnTo>
                    <a:pt x="74393" y="684912"/>
                  </a:lnTo>
                  <a:lnTo>
                    <a:pt x="63765" y="684912"/>
                  </a:lnTo>
                  <a:lnTo>
                    <a:pt x="53138" y="684912"/>
                  </a:lnTo>
                  <a:lnTo>
                    <a:pt x="42510" y="684912"/>
                  </a:lnTo>
                  <a:lnTo>
                    <a:pt x="31882" y="684912"/>
                  </a:lnTo>
                  <a:lnTo>
                    <a:pt x="21255" y="684912"/>
                  </a:lnTo>
                  <a:lnTo>
                    <a:pt x="10627" y="684912"/>
                  </a:lnTo>
                  <a:lnTo>
                    <a:pt x="0" y="684912"/>
                  </a:lnTo>
                  <a:close/>
                </a:path>
              </a:pathLst>
            </a:custGeom>
            <a:solidFill>
              <a:srgbClr val="0E7490">
                <a:alpha val="87843"/>
              </a:srgbClr>
            </a:solidFill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8600371" y="9852229"/>
              <a:ext cx="74393" cy="4420"/>
            </a:xfrm>
            <a:custGeom>
              <a:avLst/>
              <a:pathLst>
                <a:path w="74393" h="4420">
                  <a:moveTo>
                    <a:pt x="0" y="224"/>
                  </a:moveTo>
                  <a:lnTo>
                    <a:pt x="10627" y="148"/>
                  </a:lnTo>
                  <a:lnTo>
                    <a:pt x="21255" y="73"/>
                  </a:lnTo>
                  <a:lnTo>
                    <a:pt x="31882" y="19"/>
                  </a:lnTo>
                  <a:lnTo>
                    <a:pt x="42510" y="0"/>
                  </a:lnTo>
                  <a:lnTo>
                    <a:pt x="53138" y="22"/>
                  </a:lnTo>
                  <a:lnTo>
                    <a:pt x="63765" y="90"/>
                  </a:lnTo>
                  <a:lnTo>
                    <a:pt x="74393" y="202"/>
                  </a:lnTo>
                  <a:lnTo>
                    <a:pt x="74393" y="4420"/>
                  </a:lnTo>
                  <a:lnTo>
                    <a:pt x="63765" y="4420"/>
                  </a:lnTo>
                  <a:lnTo>
                    <a:pt x="53138" y="4420"/>
                  </a:lnTo>
                  <a:lnTo>
                    <a:pt x="42510" y="4420"/>
                  </a:lnTo>
                  <a:lnTo>
                    <a:pt x="31882" y="4420"/>
                  </a:lnTo>
                  <a:lnTo>
                    <a:pt x="21255" y="4420"/>
                  </a:lnTo>
                  <a:lnTo>
                    <a:pt x="10627" y="4420"/>
                  </a:lnTo>
                  <a:lnTo>
                    <a:pt x="0" y="4420"/>
                  </a:lnTo>
                  <a:close/>
                </a:path>
              </a:pathLst>
            </a:custGeom>
            <a:solidFill>
              <a:srgbClr val="0E7490">
                <a:alpha val="87843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528994" y="9171737"/>
              <a:ext cx="3039494" cy="680694"/>
            </a:xfrm>
            <a:custGeom>
              <a:avLst/>
              <a:pathLst>
                <a:path w="3039494" h="680694">
                  <a:moveTo>
                    <a:pt x="0" y="680694"/>
                  </a:moveTo>
                  <a:lnTo>
                    <a:pt x="10627" y="680237"/>
                  </a:lnTo>
                  <a:lnTo>
                    <a:pt x="21255" y="679781"/>
                  </a:lnTo>
                  <a:lnTo>
                    <a:pt x="31882" y="679317"/>
                  </a:lnTo>
                  <a:lnTo>
                    <a:pt x="42510" y="678830"/>
                  </a:lnTo>
                  <a:lnTo>
                    <a:pt x="53138" y="678302"/>
                  </a:lnTo>
                  <a:lnTo>
                    <a:pt x="63765" y="677714"/>
                  </a:lnTo>
                  <a:lnTo>
                    <a:pt x="74393" y="677046"/>
                  </a:lnTo>
                  <a:lnTo>
                    <a:pt x="85020" y="676286"/>
                  </a:lnTo>
                  <a:lnTo>
                    <a:pt x="95648" y="675419"/>
                  </a:lnTo>
                  <a:lnTo>
                    <a:pt x="106276" y="674459"/>
                  </a:lnTo>
                  <a:lnTo>
                    <a:pt x="116903" y="673422"/>
                  </a:lnTo>
                  <a:lnTo>
                    <a:pt x="127531" y="672334"/>
                  </a:lnTo>
                  <a:lnTo>
                    <a:pt x="138158" y="671222"/>
                  </a:lnTo>
                  <a:lnTo>
                    <a:pt x="148786" y="670114"/>
                  </a:lnTo>
                  <a:lnTo>
                    <a:pt x="159414" y="669037"/>
                  </a:lnTo>
                  <a:lnTo>
                    <a:pt x="170041" y="668010"/>
                  </a:lnTo>
                  <a:lnTo>
                    <a:pt x="180669" y="667043"/>
                  </a:lnTo>
                  <a:lnTo>
                    <a:pt x="191296" y="666137"/>
                  </a:lnTo>
                  <a:lnTo>
                    <a:pt x="201924" y="665285"/>
                  </a:lnTo>
                  <a:lnTo>
                    <a:pt x="212552" y="664472"/>
                  </a:lnTo>
                  <a:lnTo>
                    <a:pt x="223179" y="663678"/>
                  </a:lnTo>
                  <a:lnTo>
                    <a:pt x="233807" y="662881"/>
                  </a:lnTo>
                  <a:lnTo>
                    <a:pt x="244434" y="662064"/>
                  </a:lnTo>
                  <a:lnTo>
                    <a:pt x="255062" y="661215"/>
                  </a:lnTo>
                  <a:lnTo>
                    <a:pt x="265690" y="660324"/>
                  </a:lnTo>
                  <a:lnTo>
                    <a:pt x="276317" y="659384"/>
                  </a:lnTo>
                  <a:lnTo>
                    <a:pt x="286945" y="658390"/>
                  </a:lnTo>
                  <a:lnTo>
                    <a:pt x="297572" y="657335"/>
                  </a:lnTo>
                  <a:lnTo>
                    <a:pt x="308200" y="656215"/>
                  </a:lnTo>
                  <a:lnTo>
                    <a:pt x="318828" y="655024"/>
                  </a:lnTo>
                  <a:lnTo>
                    <a:pt x="329455" y="653758"/>
                  </a:lnTo>
                  <a:lnTo>
                    <a:pt x="340083" y="652412"/>
                  </a:lnTo>
                  <a:lnTo>
                    <a:pt x="350710" y="650990"/>
                  </a:lnTo>
                  <a:lnTo>
                    <a:pt x="361338" y="649507"/>
                  </a:lnTo>
                  <a:lnTo>
                    <a:pt x="371966" y="647979"/>
                  </a:lnTo>
                  <a:lnTo>
                    <a:pt x="382593" y="646421"/>
                  </a:lnTo>
                  <a:lnTo>
                    <a:pt x="393221" y="644851"/>
                  </a:lnTo>
                  <a:lnTo>
                    <a:pt x="403848" y="643278"/>
                  </a:lnTo>
                  <a:lnTo>
                    <a:pt x="414476" y="641704"/>
                  </a:lnTo>
                  <a:lnTo>
                    <a:pt x="425104" y="640121"/>
                  </a:lnTo>
                  <a:lnTo>
                    <a:pt x="435731" y="638507"/>
                  </a:lnTo>
                  <a:lnTo>
                    <a:pt x="446359" y="636832"/>
                  </a:lnTo>
                  <a:lnTo>
                    <a:pt x="456986" y="635055"/>
                  </a:lnTo>
                  <a:lnTo>
                    <a:pt x="467614" y="633122"/>
                  </a:lnTo>
                  <a:lnTo>
                    <a:pt x="478242" y="630995"/>
                  </a:lnTo>
                  <a:lnTo>
                    <a:pt x="488869" y="628655"/>
                  </a:lnTo>
                  <a:lnTo>
                    <a:pt x="499497" y="626091"/>
                  </a:lnTo>
                  <a:lnTo>
                    <a:pt x="510124" y="623308"/>
                  </a:lnTo>
                  <a:lnTo>
                    <a:pt x="520752" y="620326"/>
                  </a:lnTo>
                  <a:lnTo>
                    <a:pt x="531380" y="617178"/>
                  </a:lnTo>
                  <a:lnTo>
                    <a:pt x="542007" y="613905"/>
                  </a:lnTo>
                  <a:lnTo>
                    <a:pt x="552635" y="610549"/>
                  </a:lnTo>
                  <a:lnTo>
                    <a:pt x="563262" y="607154"/>
                  </a:lnTo>
                  <a:lnTo>
                    <a:pt x="573890" y="603755"/>
                  </a:lnTo>
                  <a:lnTo>
                    <a:pt x="584518" y="600379"/>
                  </a:lnTo>
                  <a:lnTo>
                    <a:pt x="595145" y="597042"/>
                  </a:lnTo>
                  <a:lnTo>
                    <a:pt x="605773" y="593737"/>
                  </a:lnTo>
                  <a:lnTo>
                    <a:pt x="616400" y="590445"/>
                  </a:lnTo>
                  <a:lnTo>
                    <a:pt x="627028" y="587136"/>
                  </a:lnTo>
                  <a:lnTo>
                    <a:pt x="637656" y="583771"/>
                  </a:lnTo>
                  <a:lnTo>
                    <a:pt x="648283" y="580304"/>
                  </a:lnTo>
                  <a:lnTo>
                    <a:pt x="658911" y="576685"/>
                  </a:lnTo>
                  <a:lnTo>
                    <a:pt x="669538" y="572869"/>
                  </a:lnTo>
                  <a:lnTo>
                    <a:pt x="680166" y="568810"/>
                  </a:lnTo>
                  <a:lnTo>
                    <a:pt x="690794" y="564477"/>
                  </a:lnTo>
                  <a:lnTo>
                    <a:pt x="701421" y="559847"/>
                  </a:lnTo>
                  <a:lnTo>
                    <a:pt x="712049" y="554910"/>
                  </a:lnTo>
                  <a:lnTo>
                    <a:pt x="722677" y="549661"/>
                  </a:lnTo>
                  <a:lnTo>
                    <a:pt x="733304" y="544159"/>
                  </a:lnTo>
                  <a:lnTo>
                    <a:pt x="743932" y="538451"/>
                  </a:lnTo>
                  <a:lnTo>
                    <a:pt x="754559" y="532591"/>
                  </a:lnTo>
                  <a:lnTo>
                    <a:pt x="765187" y="526640"/>
                  </a:lnTo>
                  <a:lnTo>
                    <a:pt x="775815" y="520653"/>
                  </a:lnTo>
                  <a:lnTo>
                    <a:pt x="786442" y="514682"/>
                  </a:lnTo>
                  <a:lnTo>
                    <a:pt x="797070" y="508767"/>
                  </a:lnTo>
                  <a:lnTo>
                    <a:pt x="807697" y="502932"/>
                  </a:lnTo>
                  <a:lnTo>
                    <a:pt x="818325" y="497186"/>
                  </a:lnTo>
                  <a:lnTo>
                    <a:pt x="828953" y="491517"/>
                  </a:lnTo>
                  <a:lnTo>
                    <a:pt x="839580" y="485893"/>
                  </a:lnTo>
                  <a:lnTo>
                    <a:pt x="850208" y="480254"/>
                  </a:lnTo>
                  <a:lnTo>
                    <a:pt x="860835" y="474526"/>
                  </a:lnTo>
                  <a:lnTo>
                    <a:pt x="871463" y="468628"/>
                  </a:lnTo>
                  <a:lnTo>
                    <a:pt x="882091" y="462477"/>
                  </a:lnTo>
                  <a:lnTo>
                    <a:pt x="892718" y="455991"/>
                  </a:lnTo>
                  <a:lnTo>
                    <a:pt x="903346" y="449102"/>
                  </a:lnTo>
                  <a:lnTo>
                    <a:pt x="913973" y="441755"/>
                  </a:lnTo>
                  <a:lnTo>
                    <a:pt x="924601" y="433923"/>
                  </a:lnTo>
                  <a:lnTo>
                    <a:pt x="935229" y="425603"/>
                  </a:lnTo>
                  <a:lnTo>
                    <a:pt x="945856" y="416820"/>
                  </a:lnTo>
                  <a:lnTo>
                    <a:pt x="956484" y="407624"/>
                  </a:lnTo>
                  <a:lnTo>
                    <a:pt x="967111" y="398068"/>
                  </a:lnTo>
                  <a:lnTo>
                    <a:pt x="977739" y="388263"/>
                  </a:lnTo>
                  <a:lnTo>
                    <a:pt x="988367" y="378307"/>
                  </a:lnTo>
                  <a:lnTo>
                    <a:pt x="998994" y="368284"/>
                  </a:lnTo>
                  <a:lnTo>
                    <a:pt x="1009622" y="358267"/>
                  </a:lnTo>
                  <a:lnTo>
                    <a:pt x="1020249" y="348317"/>
                  </a:lnTo>
                  <a:lnTo>
                    <a:pt x="1030877" y="338476"/>
                  </a:lnTo>
                  <a:lnTo>
                    <a:pt x="1041505" y="328766"/>
                  </a:lnTo>
                  <a:lnTo>
                    <a:pt x="1052132" y="319189"/>
                  </a:lnTo>
                  <a:lnTo>
                    <a:pt x="1062760" y="309726"/>
                  </a:lnTo>
                  <a:lnTo>
                    <a:pt x="1073387" y="300337"/>
                  </a:lnTo>
                  <a:lnTo>
                    <a:pt x="1084015" y="290966"/>
                  </a:lnTo>
                  <a:lnTo>
                    <a:pt x="1094643" y="281536"/>
                  </a:lnTo>
                  <a:lnTo>
                    <a:pt x="1105270" y="271982"/>
                  </a:lnTo>
                  <a:lnTo>
                    <a:pt x="1115898" y="262262"/>
                  </a:lnTo>
                  <a:lnTo>
                    <a:pt x="1126525" y="252363"/>
                  </a:lnTo>
                  <a:lnTo>
                    <a:pt x="1137153" y="242314"/>
                  </a:lnTo>
                  <a:lnTo>
                    <a:pt x="1147781" y="232186"/>
                  </a:lnTo>
                  <a:lnTo>
                    <a:pt x="1158408" y="222090"/>
                  </a:lnTo>
                  <a:lnTo>
                    <a:pt x="1169036" y="212166"/>
                  </a:lnTo>
                  <a:lnTo>
                    <a:pt x="1179663" y="202567"/>
                  </a:lnTo>
                  <a:lnTo>
                    <a:pt x="1190291" y="193439"/>
                  </a:lnTo>
                  <a:lnTo>
                    <a:pt x="1200919" y="184890"/>
                  </a:lnTo>
                  <a:lnTo>
                    <a:pt x="1211546" y="176985"/>
                  </a:lnTo>
                  <a:lnTo>
                    <a:pt x="1222174" y="169719"/>
                  </a:lnTo>
                  <a:lnTo>
                    <a:pt x="1232801" y="162899"/>
                  </a:lnTo>
                  <a:lnTo>
                    <a:pt x="1243429" y="156312"/>
                  </a:lnTo>
                  <a:lnTo>
                    <a:pt x="1254057" y="149695"/>
                  </a:lnTo>
                  <a:lnTo>
                    <a:pt x="1264684" y="142762"/>
                  </a:lnTo>
                  <a:lnTo>
                    <a:pt x="1275312" y="135244"/>
                  </a:lnTo>
                  <a:lnTo>
                    <a:pt x="1285939" y="126921"/>
                  </a:lnTo>
                  <a:lnTo>
                    <a:pt x="1296567" y="117652"/>
                  </a:lnTo>
                  <a:lnTo>
                    <a:pt x="1307195" y="107401"/>
                  </a:lnTo>
                  <a:lnTo>
                    <a:pt x="1317822" y="96242"/>
                  </a:lnTo>
                  <a:lnTo>
                    <a:pt x="1328450" y="84364"/>
                  </a:lnTo>
                  <a:lnTo>
                    <a:pt x="1339077" y="72052"/>
                  </a:lnTo>
                  <a:lnTo>
                    <a:pt x="1349705" y="59735"/>
                  </a:lnTo>
                  <a:lnTo>
                    <a:pt x="1360333" y="47835"/>
                  </a:lnTo>
                  <a:lnTo>
                    <a:pt x="1370960" y="36740"/>
                  </a:lnTo>
                  <a:lnTo>
                    <a:pt x="1381588" y="26790"/>
                  </a:lnTo>
                  <a:lnTo>
                    <a:pt x="1392215" y="18255"/>
                  </a:lnTo>
                  <a:lnTo>
                    <a:pt x="1402843" y="11317"/>
                  </a:lnTo>
                  <a:lnTo>
                    <a:pt x="1413471" y="6066"/>
                  </a:lnTo>
                  <a:lnTo>
                    <a:pt x="1424098" y="2498"/>
                  </a:lnTo>
                  <a:lnTo>
                    <a:pt x="1434726" y="528"/>
                  </a:lnTo>
                  <a:lnTo>
                    <a:pt x="1445354" y="0"/>
                  </a:lnTo>
                  <a:lnTo>
                    <a:pt x="1455981" y="710"/>
                  </a:lnTo>
                  <a:lnTo>
                    <a:pt x="1466609" y="2476"/>
                  </a:lnTo>
                  <a:lnTo>
                    <a:pt x="1477236" y="4967"/>
                  </a:lnTo>
                  <a:lnTo>
                    <a:pt x="1487864" y="7910"/>
                  </a:lnTo>
                  <a:lnTo>
                    <a:pt x="1498492" y="11078"/>
                  </a:lnTo>
                  <a:lnTo>
                    <a:pt x="1509119" y="14270"/>
                  </a:lnTo>
                  <a:lnTo>
                    <a:pt x="1519747" y="17315"/>
                  </a:lnTo>
                  <a:lnTo>
                    <a:pt x="1530374" y="20087"/>
                  </a:lnTo>
                  <a:lnTo>
                    <a:pt x="1541002" y="22508"/>
                  </a:lnTo>
                  <a:lnTo>
                    <a:pt x="1551630" y="24556"/>
                  </a:lnTo>
                  <a:lnTo>
                    <a:pt x="1562257" y="26271"/>
                  </a:lnTo>
                  <a:lnTo>
                    <a:pt x="1572885" y="27753"/>
                  </a:lnTo>
                  <a:lnTo>
                    <a:pt x="1583512" y="29162"/>
                  </a:lnTo>
                  <a:lnTo>
                    <a:pt x="1594140" y="30746"/>
                  </a:lnTo>
                  <a:lnTo>
                    <a:pt x="1604768" y="32753"/>
                  </a:lnTo>
                  <a:lnTo>
                    <a:pt x="1615395" y="35417"/>
                  </a:lnTo>
                  <a:lnTo>
                    <a:pt x="1626023" y="38942"/>
                  </a:lnTo>
                  <a:lnTo>
                    <a:pt x="1636650" y="43476"/>
                  </a:lnTo>
                  <a:lnTo>
                    <a:pt x="1647278" y="49092"/>
                  </a:lnTo>
                  <a:lnTo>
                    <a:pt x="1657906" y="55773"/>
                  </a:lnTo>
                  <a:lnTo>
                    <a:pt x="1668533" y="63410"/>
                  </a:lnTo>
                  <a:lnTo>
                    <a:pt x="1679161" y="71802"/>
                  </a:lnTo>
                  <a:lnTo>
                    <a:pt x="1689788" y="80676"/>
                  </a:lnTo>
                  <a:lnTo>
                    <a:pt x="1700416" y="89707"/>
                  </a:lnTo>
                  <a:lnTo>
                    <a:pt x="1711044" y="98540"/>
                  </a:lnTo>
                  <a:lnTo>
                    <a:pt x="1721671" y="106783"/>
                  </a:lnTo>
                  <a:lnTo>
                    <a:pt x="1732299" y="114215"/>
                  </a:lnTo>
                  <a:lnTo>
                    <a:pt x="1742926" y="120692"/>
                  </a:lnTo>
                  <a:lnTo>
                    <a:pt x="1753554" y="126177"/>
                  </a:lnTo>
                  <a:lnTo>
                    <a:pt x="1764182" y="130743"/>
                  </a:lnTo>
                  <a:lnTo>
                    <a:pt x="1774809" y="134551"/>
                  </a:lnTo>
                  <a:lnTo>
                    <a:pt x="1785437" y="137835"/>
                  </a:lnTo>
                  <a:lnTo>
                    <a:pt x="1796064" y="140867"/>
                  </a:lnTo>
                  <a:lnTo>
                    <a:pt x="1806692" y="143929"/>
                  </a:lnTo>
                  <a:lnTo>
                    <a:pt x="1817320" y="147276"/>
                  </a:lnTo>
                  <a:lnTo>
                    <a:pt x="1827947" y="151119"/>
                  </a:lnTo>
                  <a:lnTo>
                    <a:pt x="1838575" y="155638"/>
                  </a:lnTo>
                  <a:lnTo>
                    <a:pt x="1849202" y="160903"/>
                  </a:lnTo>
                  <a:lnTo>
                    <a:pt x="1859830" y="166862"/>
                  </a:lnTo>
                  <a:lnTo>
                    <a:pt x="1870458" y="173444"/>
                  </a:lnTo>
                  <a:lnTo>
                    <a:pt x="1881085" y="180538"/>
                  </a:lnTo>
                  <a:lnTo>
                    <a:pt x="1891713" y="188016"/>
                  </a:lnTo>
                  <a:lnTo>
                    <a:pt x="1902340" y="195739"/>
                  </a:lnTo>
                  <a:lnTo>
                    <a:pt x="1912968" y="203579"/>
                  </a:lnTo>
                  <a:lnTo>
                    <a:pt x="1923596" y="211423"/>
                  </a:lnTo>
                  <a:lnTo>
                    <a:pt x="1934223" y="219182"/>
                  </a:lnTo>
                  <a:lnTo>
                    <a:pt x="1944851" y="226800"/>
                  </a:lnTo>
                  <a:lnTo>
                    <a:pt x="1955478" y="234254"/>
                  </a:lnTo>
                  <a:lnTo>
                    <a:pt x="1966106" y="241549"/>
                  </a:lnTo>
                  <a:lnTo>
                    <a:pt x="1976734" y="248752"/>
                  </a:lnTo>
                  <a:lnTo>
                    <a:pt x="1987361" y="255949"/>
                  </a:lnTo>
                  <a:lnTo>
                    <a:pt x="1997989" y="263243"/>
                  </a:lnTo>
                  <a:lnTo>
                    <a:pt x="2008616" y="270749"/>
                  </a:lnTo>
                  <a:lnTo>
                    <a:pt x="2019244" y="278581"/>
                  </a:lnTo>
                  <a:lnTo>
                    <a:pt x="2029872" y="286847"/>
                  </a:lnTo>
                  <a:lnTo>
                    <a:pt x="2040499" y="295638"/>
                  </a:lnTo>
                  <a:lnTo>
                    <a:pt x="2051127" y="305018"/>
                  </a:lnTo>
                  <a:lnTo>
                    <a:pt x="2061754" y="315017"/>
                  </a:lnTo>
                  <a:lnTo>
                    <a:pt x="2072382" y="325627"/>
                  </a:lnTo>
                  <a:lnTo>
                    <a:pt x="2083010" y="336798"/>
                  </a:lnTo>
                  <a:lnTo>
                    <a:pt x="2093637" y="348461"/>
                  </a:lnTo>
                  <a:lnTo>
                    <a:pt x="2104265" y="360407"/>
                  </a:lnTo>
                  <a:lnTo>
                    <a:pt x="2114892" y="372460"/>
                  </a:lnTo>
                  <a:lnTo>
                    <a:pt x="2125520" y="384424"/>
                  </a:lnTo>
                  <a:lnTo>
                    <a:pt x="2136148" y="396107"/>
                  </a:lnTo>
                  <a:lnTo>
                    <a:pt x="2146775" y="407333"/>
                  </a:lnTo>
                  <a:lnTo>
                    <a:pt x="2157403" y="417961"/>
                  </a:lnTo>
                  <a:lnTo>
                    <a:pt x="2168031" y="427894"/>
                  </a:lnTo>
                  <a:lnTo>
                    <a:pt x="2178658" y="437093"/>
                  </a:lnTo>
                  <a:lnTo>
                    <a:pt x="2189286" y="445571"/>
                  </a:lnTo>
                  <a:lnTo>
                    <a:pt x="2199913" y="453397"/>
                  </a:lnTo>
                  <a:lnTo>
                    <a:pt x="2210541" y="460669"/>
                  </a:lnTo>
                  <a:lnTo>
                    <a:pt x="2221169" y="467528"/>
                  </a:lnTo>
                  <a:lnTo>
                    <a:pt x="2231796" y="474157"/>
                  </a:lnTo>
                  <a:lnTo>
                    <a:pt x="2242424" y="480683"/>
                  </a:lnTo>
                  <a:lnTo>
                    <a:pt x="2253051" y="487206"/>
                  </a:lnTo>
                  <a:lnTo>
                    <a:pt x="2263679" y="493793"/>
                  </a:lnTo>
                  <a:lnTo>
                    <a:pt x="2274307" y="500476"/>
                  </a:lnTo>
                  <a:lnTo>
                    <a:pt x="2284934" y="507257"/>
                  </a:lnTo>
                  <a:lnTo>
                    <a:pt x="2295562" y="514112"/>
                  </a:lnTo>
                  <a:lnTo>
                    <a:pt x="2306189" y="521001"/>
                  </a:lnTo>
                  <a:lnTo>
                    <a:pt x="2316817" y="527872"/>
                  </a:lnTo>
                  <a:lnTo>
                    <a:pt x="2327445" y="534669"/>
                  </a:lnTo>
                  <a:lnTo>
                    <a:pt x="2338072" y="541330"/>
                  </a:lnTo>
                  <a:lnTo>
                    <a:pt x="2348700" y="547792"/>
                  </a:lnTo>
                  <a:lnTo>
                    <a:pt x="2359327" y="554013"/>
                  </a:lnTo>
                  <a:lnTo>
                    <a:pt x="2369955" y="559947"/>
                  </a:lnTo>
                  <a:lnTo>
                    <a:pt x="2380583" y="565554"/>
                  </a:lnTo>
                  <a:lnTo>
                    <a:pt x="2391210" y="570799"/>
                  </a:lnTo>
                  <a:lnTo>
                    <a:pt x="2401838" y="575662"/>
                  </a:lnTo>
                  <a:lnTo>
                    <a:pt x="2412465" y="580138"/>
                  </a:lnTo>
                  <a:lnTo>
                    <a:pt x="2423093" y="584246"/>
                  </a:lnTo>
                  <a:lnTo>
                    <a:pt x="2433721" y="588024"/>
                  </a:lnTo>
                  <a:lnTo>
                    <a:pt x="2444348" y="591537"/>
                  </a:lnTo>
                  <a:lnTo>
                    <a:pt x="2454976" y="594866"/>
                  </a:lnTo>
                  <a:lnTo>
                    <a:pt x="2465603" y="598109"/>
                  </a:lnTo>
                  <a:lnTo>
                    <a:pt x="2476231" y="601382"/>
                  </a:lnTo>
                  <a:lnTo>
                    <a:pt x="2486859" y="604767"/>
                  </a:lnTo>
                  <a:lnTo>
                    <a:pt x="2497486" y="608324"/>
                  </a:lnTo>
                  <a:lnTo>
                    <a:pt x="2508114" y="612083"/>
                  </a:lnTo>
                  <a:lnTo>
                    <a:pt x="2518741" y="616042"/>
                  </a:lnTo>
                  <a:lnTo>
                    <a:pt x="2529369" y="620167"/>
                  </a:lnTo>
                  <a:lnTo>
                    <a:pt x="2539997" y="624398"/>
                  </a:lnTo>
                  <a:lnTo>
                    <a:pt x="2550624" y="628657"/>
                  </a:lnTo>
                  <a:lnTo>
                    <a:pt x="2561252" y="632856"/>
                  </a:lnTo>
                  <a:lnTo>
                    <a:pt x="2571879" y="636910"/>
                  </a:lnTo>
                  <a:lnTo>
                    <a:pt x="2582507" y="640737"/>
                  </a:lnTo>
                  <a:lnTo>
                    <a:pt x="2593135" y="644245"/>
                  </a:lnTo>
                  <a:lnTo>
                    <a:pt x="2603762" y="647422"/>
                  </a:lnTo>
                  <a:lnTo>
                    <a:pt x="2614390" y="650252"/>
                  </a:lnTo>
                  <a:lnTo>
                    <a:pt x="2625017" y="652741"/>
                  </a:lnTo>
                  <a:lnTo>
                    <a:pt x="2635645" y="654907"/>
                  </a:lnTo>
                  <a:lnTo>
                    <a:pt x="2646273" y="656777"/>
                  </a:lnTo>
                  <a:lnTo>
                    <a:pt x="2656900" y="658386"/>
                  </a:lnTo>
                  <a:lnTo>
                    <a:pt x="2667528" y="659773"/>
                  </a:lnTo>
                  <a:lnTo>
                    <a:pt x="2678155" y="660976"/>
                  </a:lnTo>
                  <a:lnTo>
                    <a:pt x="2688783" y="662032"/>
                  </a:lnTo>
                  <a:lnTo>
                    <a:pt x="2699411" y="662976"/>
                  </a:lnTo>
                  <a:lnTo>
                    <a:pt x="2710038" y="663836"/>
                  </a:lnTo>
                  <a:lnTo>
                    <a:pt x="2720666" y="664640"/>
                  </a:lnTo>
                  <a:lnTo>
                    <a:pt x="2731293" y="665412"/>
                  </a:lnTo>
                  <a:lnTo>
                    <a:pt x="2741921" y="666165"/>
                  </a:lnTo>
                  <a:lnTo>
                    <a:pt x="2752549" y="666903"/>
                  </a:lnTo>
                  <a:lnTo>
                    <a:pt x="2763176" y="667625"/>
                  </a:lnTo>
                  <a:lnTo>
                    <a:pt x="2773804" y="668322"/>
                  </a:lnTo>
                  <a:lnTo>
                    <a:pt x="2784431" y="668981"/>
                  </a:lnTo>
                  <a:lnTo>
                    <a:pt x="2795059" y="669584"/>
                  </a:lnTo>
                  <a:lnTo>
                    <a:pt x="2805687" y="670116"/>
                  </a:lnTo>
                  <a:lnTo>
                    <a:pt x="2816314" y="670565"/>
                  </a:lnTo>
                  <a:lnTo>
                    <a:pt x="2826942" y="670924"/>
                  </a:lnTo>
                  <a:lnTo>
                    <a:pt x="2837569" y="671192"/>
                  </a:lnTo>
                  <a:lnTo>
                    <a:pt x="2848197" y="671391"/>
                  </a:lnTo>
                  <a:lnTo>
                    <a:pt x="2858825" y="671551"/>
                  </a:lnTo>
                  <a:lnTo>
                    <a:pt x="2869452" y="671708"/>
                  </a:lnTo>
                  <a:lnTo>
                    <a:pt x="2880080" y="671900"/>
                  </a:lnTo>
                  <a:lnTo>
                    <a:pt x="2890708" y="672163"/>
                  </a:lnTo>
                  <a:lnTo>
                    <a:pt x="2901335" y="672525"/>
                  </a:lnTo>
                  <a:lnTo>
                    <a:pt x="2911963" y="673006"/>
                  </a:lnTo>
                  <a:lnTo>
                    <a:pt x="2922590" y="673610"/>
                  </a:lnTo>
                  <a:lnTo>
                    <a:pt x="2933218" y="674328"/>
                  </a:lnTo>
                  <a:lnTo>
                    <a:pt x="2943846" y="675139"/>
                  </a:lnTo>
                  <a:lnTo>
                    <a:pt x="2954473" y="676010"/>
                  </a:lnTo>
                  <a:lnTo>
                    <a:pt x="2965101" y="676897"/>
                  </a:lnTo>
                  <a:lnTo>
                    <a:pt x="2975728" y="677753"/>
                  </a:lnTo>
                  <a:lnTo>
                    <a:pt x="2986356" y="678537"/>
                  </a:lnTo>
                  <a:lnTo>
                    <a:pt x="2996984" y="679221"/>
                  </a:lnTo>
                  <a:lnTo>
                    <a:pt x="3007611" y="679782"/>
                  </a:lnTo>
                  <a:lnTo>
                    <a:pt x="3018239" y="680211"/>
                  </a:lnTo>
                  <a:lnTo>
                    <a:pt x="3028866" y="680510"/>
                  </a:lnTo>
                  <a:lnTo>
                    <a:pt x="3039494" y="680690"/>
                  </a:lnTo>
                </a:path>
              </a:pathLst>
            </a:custGeom>
            <a:ln w="758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600371" y="9852229"/>
              <a:ext cx="74393" cy="224"/>
            </a:xfrm>
            <a:custGeom>
              <a:avLst/>
              <a:pathLst>
                <a:path w="74393" h="224">
                  <a:moveTo>
                    <a:pt x="0" y="224"/>
                  </a:moveTo>
                  <a:lnTo>
                    <a:pt x="10627" y="148"/>
                  </a:lnTo>
                  <a:lnTo>
                    <a:pt x="21255" y="73"/>
                  </a:lnTo>
                  <a:lnTo>
                    <a:pt x="31882" y="19"/>
                  </a:lnTo>
                  <a:lnTo>
                    <a:pt x="42510" y="0"/>
                  </a:lnTo>
                  <a:lnTo>
                    <a:pt x="53138" y="22"/>
                  </a:lnTo>
                  <a:lnTo>
                    <a:pt x="63765" y="90"/>
                  </a:lnTo>
                  <a:lnTo>
                    <a:pt x="74393" y="202"/>
                  </a:lnTo>
                </a:path>
              </a:pathLst>
            </a:custGeom>
            <a:ln w="758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066090" y="5681069"/>
              <a:ext cx="7113" cy="0"/>
            </a:xfrm>
            <a:custGeom>
              <a:avLst/>
              <a:pathLst>
                <a:path w="7113" h="0">
                  <a:moveTo>
                    <a:pt x="0" y="0"/>
                  </a:moveTo>
                  <a:lnTo>
                    <a:pt x="71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7069647" y="5681069"/>
              <a:ext cx="0" cy="359619"/>
            </a:xfrm>
            <a:custGeom>
              <a:avLst/>
              <a:pathLst>
                <a:path w="0" h="359619">
                  <a:moveTo>
                    <a:pt x="0" y="0"/>
                  </a:moveTo>
                  <a:lnTo>
                    <a:pt x="0" y="359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7066090" y="6040689"/>
              <a:ext cx="7113" cy="0"/>
            </a:xfrm>
            <a:custGeom>
              <a:avLst/>
              <a:pathLst>
                <a:path w="7113" h="0">
                  <a:moveTo>
                    <a:pt x="0" y="0"/>
                  </a:moveTo>
                  <a:lnTo>
                    <a:pt x="71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43177" y="6680012"/>
              <a:ext cx="7113" cy="0"/>
            </a:xfrm>
            <a:custGeom>
              <a:avLst/>
              <a:pathLst>
                <a:path w="7113" h="0">
                  <a:moveTo>
                    <a:pt x="0" y="0"/>
                  </a:moveTo>
                  <a:lnTo>
                    <a:pt x="71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346734" y="6680012"/>
              <a:ext cx="0" cy="359619"/>
            </a:xfrm>
            <a:custGeom>
              <a:avLst/>
              <a:pathLst>
                <a:path w="0" h="359619">
                  <a:moveTo>
                    <a:pt x="0" y="0"/>
                  </a:moveTo>
                  <a:lnTo>
                    <a:pt x="0" y="359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6343177" y="7039631"/>
              <a:ext cx="7113" cy="0"/>
            </a:xfrm>
            <a:custGeom>
              <a:avLst/>
              <a:pathLst>
                <a:path w="7113" h="0">
                  <a:moveTo>
                    <a:pt x="0" y="0"/>
                  </a:moveTo>
                  <a:lnTo>
                    <a:pt x="71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608225" y="7678955"/>
              <a:ext cx="7113" cy="0"/>
            </a:xfrm>
            <a:custGeom>
              <a:avLst/>
              <a:pathLst>
                <a:path w="7113" h="0">
                  <a:moveTo>
                    <a:pt x="0" y="0"/>
                  </a:moveTo>
                  <a:lnTo>
                    <a:pt x="71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611782" y="7678955"/>
              <a:ext cx="0" cy="359619"/>
            </a:xfrm>
            <a:custGeom>
              <a:avLst/>
              <a:pathLst>
                <a:path w="0" h="359619">
                  <a:moveTo>
                    <a:pt x="0" y="0"/>
                  </a:moveTo>
                  <a:lnTo>
                    <a:pt x="0" y="359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608225" y="8038574"/>
              <a:ext cx="7113" cy="0"/>
            </a:xfrm>
            <a:custGeom>
              <a:avLst/>
              <a:pathLst>
                <a:path w="7113" h="0">
                  <a:moveTo>
                    <a:pt x="0" y="0"/>
                  </a:moveTo>
                  <a:lnTo>
                    <a:pt x="71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6665619" y="8677898"/>
              <a:ext cx="7113" cy="0"/>
            </a:xfrm>
            <a:custGeom>
              <a:avLst/>
              <a:pathLst>
                <a:path w="7113" h="0">
                  <a:moveTo>
                    <a:pt x="0" y="0"/>
                  </a:moveTo>
                  <a:lnTo>
                    <a:pt x="71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6669176" y="8677898"/>
              <a:ext cx="0" cy="359619"/>
            </a:xfrm>
            <a:custGeom>
              <a:avLst/>
              <a:pathLst>
                <a:path w="0" h="359619">
                  <a:moveTo>
                    <a:pt x="0" y="0"/>
                  </a:moveTo>
                  <a:lnTo>
                    <a:pt x="0" y="359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6665619" y="9037517"/>
              <a:ext cx="7113" cy="0"/>
            </a:xfrm>
            <a:custGeom>
              <a:avLst/>
              <a:pathLst>
                <a:path w="7113" h="0">
                  <a:moveTo>
                    <a:pt x="0" y="0"/>
                  </a:moveTo>
                  <a:lnTo>
                    <a:pt x="71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7058186" y="9676840"/>
              <a:ext cx="7113" cy="0"/>
            </a:xfrm>
            <a:custGeom>
              <a:avLst/>
              <a:pathLst>
                <a:path w="7113" h="0">
                  <a:moveTo>
                    <a:pt x="0" y="0"/>
                  </a:moveTo>
                  <a:lnTo>
                    <a:pt x="71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7061743" y="9676840"/>
              <a:ext cx="0" cy="359619"/>
            </a:xfrm>
            <a:custGeom>
              <a:avLst/>
              <a:pathLst>
                <a:path w="0" h="359619">
                  <a:moveTo>
                    <a:pt x="0" y="0"/>
                  </a:moveTo>
                  <a:lnTo>
                    <a:pt x="0" y="359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7058186" y="10036460"/>
              <a:ext cx="7113" cy="0"/>
            </a:xfrm>
            <a:custGeom>
              <a:avLst/>
              <a:pathLst>
                <a:path w="7113" h="0">
                  <a:moveTo>
                    <a:pt x="0" y="0"/>
                  </a:moveTo>
                  <a:lnTo>
                    <a:pt x="71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482202" y="5860879"/>
              <a:ext cx="1138447" cy="0"/>
            </a:xfrm>
            <a:custGeom>
              <a:avLst/>
              <a:pathLst>
                <a:path w="1138447" h="0">
                  <a:moveTo>
                    <a:pt x="0" y="0"/>
                  </a:moveTo>
                  <a:lnTo>
                    <a:pt x="1138447" y="0"/>
                  </a:lnTo>
                </a:path>
              </a:pathLst>
            </a:custGeom>
            <a:ln w="28456" cap="rnd">
              <a:solidFill>
                <a:srgbClr val="D9770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5589950" y="6859822"/>
              <a:ext cx="1438924" cy="0"/>
            </a:xfrm>
            <a:custGeom>
              <a:avLst/>
              <a:pathLst>
                <a:path w="1438924" h="0">
                  <a:moveTo>
                    <a:pt x="0" y="0"/>
                  </a:moveTo>
                  <a:lnTo>
                    <a:pt x="1438924" y="0"/>
                  </a:lnTo>
                </a:path>
              </a:pathLst>
            </a:custGeom>
            <a:ln w="28456" cap="rnd">
              <a:solidFill>
                <a:srgbClr val="F59E0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042304" y="7858764"/>
              <a:ext cx="1191970" cy="0"/>
            </a:xfrm>
            <a:custGeom>
              <a:avLst/>
              <a:pathLst>
                <a:path w="1191970" h="0">
                  <a:moveTo>
                    <a:pt x="0" y="0"/>
                  </a:moveTo>
                  <a:lnTo>
                    <a:pt x="1191970" y="0"/>
                  </a:lnTo>
                </a:path>
              </a:pathLst>
            </a:custGeom>
            <a:ln w="28456" cap="rnd">
              <a:solidFill>
                <a:srgbClr val="2563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5792051" y="8857707"/>
              <a:ext cx="1705418" cy="0"/>
            </a:xfrm>
            <a:custGeom>
              <a:avLst/>
              <a:pathLst>
                <a:path w="1705418" h="0">
                  <a:moveTo>
                    <a:pt x="0" y="0"/>
                  </a:moveTo>
                  <a:lnTo>
                    <a:pt x="1705418" y="0"/>
                  </a:lnTo>
                </a:path>
              </a:pathLst>
            </a:custGeom>
            <a:ln w="28456" cap="rnd">
              <a:solidFill>
                <a:srgbClr val="14B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6122363" y="9856650"/>
              <a:ext cx="1832651" cy="0"/>
            </a:xfrm>
            <a:custGeom>
              <a:avLst/>
              <a:pathLst>
                <a:path w="1832651" h="0">
                  <a:moveTo>
                    <a:pt x="0" y="0"/>
                  </a:moveTo>
                  <a:lnTo>
                    <a:pt x="1832651" y="0"/>
                  </a:lnTo>
                </a:path>
              </a:pathLst>
            </a:custGeom>
            <a:ln w="28456" cap="rnd">
              <a:solidFill>
                <a:srgbClr val="0E7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7029588" y="5820820"/>
              <a:ext cx="80117" cy="80117"/>
            </a:xfrm>
            <a:prstGeom prst="ellipse">
              <a:avLst/>
            </a:prstGeom>
            <a:solidFill>
              <a:srgbClr val="D97706">
                <a:alpha val="100000"/>
              </a:srgbClr>
            </a:solidFill>
            <a:ln w="9654" cap="rnd">
              <a:solidFill>
                <a:srgbClr val="D9770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306675" y="6819763"/>
              <a:ext cx="80117" cy="80117"/>
            </a:xfrm>
            <a:prstGeom prst="ellipse">
              <a:avLst/>
            </a:prstGeom>
            <a:solidFill>
              <a:srgbClr val="F59E0B">
                <a:alpha val="100000"/>
              </a:srgbClr>
            </a:solidFill>
            <a:ln w="9654" cap="rnd">
              <a:solidFill>
                <a:srgbClr val="F59E0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8571723" y="7818706"/>
              <a:ext cx="80117" cy="80117"/>
            </a:xfrm>
            <a:prstGeom prst="ellipse">
              <a:avLst/>
            </a:prstGeom>
            <a:solidFill>
              <a:srgbClr val="2563EB">
                <a:alpha val="100000"/>
              </a:srgbClr>
            </a:solidFill>
            <a:ln w="9654" cap="rnd">
              <a:solidFill>
                <a:srgbClr val="2563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6629117" y="8817648"/>
              <a:ext cx="80117" cy="80117"/>
            </a:xfrm>
            <a:prstGeom prst="ellipse">
              <a:avLst/>
            </a:prstGeom>
            <a:solidFill>
              <a:srgbClr val="14B8A6">
                <a:alpha val="100000"/>
              </a:srgbClr>
            </a:solidFill>
            <a:ln w="9654" cap="rnd">
              <a:solidFill>
                <a:srgbClr val="14B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7021684" y="9816591"/>
              <a:ext cx="80117" cy="80117"/>
            </a:xfrm>
            <a:prstGeom prst="ellipse">
              <a:avLst/>
            </a:prstGeom>
            <a:solidFill>
              <a:srgbClr val="0E7490">
                <a:alpha val="100000"/>
              </a:srgbClr>
            </a:solidFill>
            <a:ln w="9654" cap="rnd">
              <a:solidFill>
                <a:srgbClr val="0E7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375368" y="4811989"/>
              <a:ext cx="0" cy="5644026"/>
            </a:xfrm>
            <a:custGeom>
              <a:avLst/>
              <a:pathLst>
                <a:path w="0" h="5644026">
                  <a:moveTo>
                    <a:pt x="0" y="5644026"/>
                  </a:moveTo>
                  <a:lnTo>
                    <a:pt x="0" y="0"/>
                  </a:lnTo>
                </a:path>
              </a:pathLst>
            </a:custGeom>
            <a:ln w="14536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3715182" y="9788510"/>
              <a:ext cx="593000" cy="1110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4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Body mass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3068969" y="8788104"/>
              <a:ext cx="1239213" cy="112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4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Hand-wing index (HWI)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3708391" y="7790625"/>
              <a:ext cx="599791" cy="1110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4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Range size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3721855" y="6813986"/>
              <a:ext cx="586327" cy="887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4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Clutch size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155314" y="5791276"/>
              <a:ext cx="1152868" cy="112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4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Number of congeners</a:t>
              </a:r>
            </a:p>
          </p:txBody>
        </p:sp>
        <p:sp>
          <p:nvSpPr>
            <p:cNvPr id="56" name="pl56"/>
            <p:cNvSpPr/>
            <p:nvPr/>
          </p:nvSpPr>
          <p:spPr>
            <a:xfrm>
              <a:off x="4338043" y="9856650"/>
              <a:ext cx="37325" cy="0"/>
            </a:xfrm>
            <a:custGeom>
              <a:avLst/>
              <a:pathLst>
                <a:path w="37325" h="0">
                  <a:moveTo>
                    <a:pt x="0" y="0"/>
                  </a:moveTo>
                  <a:lnTo>
                    <a:pt x="37325" y="0"/>
                  </a:lnTo>
                </a:path>
              </a:pathLst>
            </a:custGeom>
            <a:ln w="145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4338043" y="8857707"/>
              <a:ext cx="37325" cy="0"/>
            </a:xfrm>
            <a:custGeom>
              <a:avLst/>
              <a:pathLst>
                <a:path w="37325" h="0">
                  <a:moveTo>
                    <a:pt x="0" y="0"/>
                  </a:moveTo>
                  <a:lnTo>
                    <a:pt x="37325" y="0"/>
                  </a:lnTo>
                </a:path>
              </a:pathLst>
            </a:custGeom>
            <a:ln w="145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4338043" y="7858764"/>
              <a:ext cx="37325" cy="0"/>
            </a:xfrm>
            <a:custGeom>
              <a:avLst/>
              <a:pathLst>
                <a:path w="37325" h="0">
                  <a:moveTo>
                    <a:pt x="0" y="0"/>
                  </a:moveTo>
                  <a:lnTo>
                    <a:pt x="37325" y="0"/>
                  </a:lnTo>
                </a:path>
              </a:pathLst>
            </a:custGeom>
            <a:ln w="145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338043" y="6859822"/>
              <a:ext cx="37325" cy="0"/>
            </a:xfrm>
            <a:custGeom>
              <a:avLst/>
              <a:pathLst>
                <a:path w="37325" h="0">
                  <a:moveTo>
                    <a:pt x="0" y="0"/>
                  </a:moveTo>
                  <a:lnTo>
                    <a:pt x="37325" y="0"/>
                  </a:lnTo>
                </a:path>
              </a:pathLst>
            </a:custGeom>
            <a:ln w="145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4338043" y="5860879"/>
              <a:ext cx="37325" cy="0"/>
            </a:xfrm>
            <a:custGeom>
              <a:avLst/>
              <a:pathLst>
                <a:path w="37325" h="0">
                  <a:moveTo>
                    <a:pt x="0" y="0"/>
                  </a:moveTo>
                  <a:lnTo>
                    <a:pt x="37325" y="0"/>
                  </a:lnTo>
                </a:path>
              </a:pathLst>
            </a:custGeom>
            <a:ln w="145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375368" y="10456016"/>
              <a:ext cx="5973775" cy="0"/>
            </a:xfrm>
            <a:custGeom>
              <a:avLst/>
              <a:pathLst>
                <a:path w="5973775" h="0">
                  <a:moveTo>
                    <a:pt x="0" y="0"/>
                  </a:moveTo>
                  <a:lnTo>
                    <a:pt x="5973775" y="0"/>
                  </a:lnTo>
                </a:path>
              </a:pathLst>
            </a:custGeom>
            <a:ln w="14536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5381514" y="10456016"/>
              <a:ext cx="0" cy="37325"/>
            </a:xfrm>
            <a:custGeom>
              <a:avLst/>
              <a:pathLst>
                <a:path w="0" h="37325">
                  <a:moveTo>
                    <a:pt x="0" y="37325"/>
                  </a:moveTo>
                  <a:lnTo>
                    <a:pt x="0" y="0"/>
                  </a:lnTo>
                </a:path>
              </a:pathLst>
            </a:custGeom>
            <a:ln w="145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922663" y="10456016"/>
              <a:ext cx="0" cy="37325"/>
            </a:xfrm>
            <a:custGeom>
              <a:avLst/>
              <a:pathLst>
                <a:path w="0" h="37325">
                  <a:moveTo>
                    <a:pt x="0" y="37325"/>
                  </a:moveTo>
                  <a:lnTo>
                    <a:pt x="0" y="0"/>
                  </a:lnTo>
                </a:path>
              </a:pathLst>
            </a:custGeom>
            <a:ln w="145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8463812" y="10456016"/>
              <a:ext cx="0" cy="37325"/>
            </a:xfrm>
            <a:custGeom>
              <a:avLst/>
              <a:pathLst>
                <a:path w="0" h="37325">
                  <a:moveTo>
                    <a:pt x="0" y="37325"/>
                  </a:moveTo>
                  <a:lnTo>
                    <a:pt x="0" y="0"/>
                  </a:lnTo>
                </a:path>
              </a:pathLst>
            </a:custGeom>
            <a:ln w="145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10004960" y="10456016"/>
              <a:ext cx="0" cy="37325"/>
            </a:xfrm>
            <a:custGeom>
              <a:avLst/>
              <a:pathLst>
                <a:path w="0" h="37325">
                  <a:moveTo>
                    <a:pt x="0" y="37325"/>
                  </a:moveTo>
                  <a:lnTo>
                    <a:pt x="0" y="0"/>
                  </a:lnTo>
                </a:path>
              </a:pathLst>
            </a:custGeom>
            <a:ln w="145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tx66"/>
            <p:cNvSpPr/>
            <p:nvPr/>
          </p:nvSpPr>
          <p:spPr>
            <a:xfrm>
              <a:off x="5278222" y="10521386"/>
              <a:ext cx="206584" cy="8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4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-0.5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839332" y="10521386"/>
              <a:ext cx="166660" cy="8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4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8380481" y="10521386"/>
              <a:ext cx="166660" cy="8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4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9921630" y="10521386"/>
              <a:ext cx="166660" cy="8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4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6263148" y="10702102"/>
              <a:ext cx="2198214" cy="140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8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Posterior effect size (log-odds)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4375368" y="4569806"/>
              <a:ext cx="5154977" cy="1365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2F2F2F">
                      <a:alpha val="100000"/>
                    </a:srgbClr>
                  </a:solidFill>
                  <a:latin typeface="Arial"/>
                  <a:cs typeface="Arial"/>
                </a:rPr>
                <a:t>Bernoulli model; n = 768 species; posterior medians and 95% credible intervals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4375368" y="4324870"/>
              <a:ext cx="3622011" cy="1644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Continuous traits with phylogenetic control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2978561" y="4258681"/>
              <a:ext cx="90408" cy="881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74" name="rc74"/>
            <p:cNvSpPr/>
            <p:nvPr/>
          </p:nvSpPr>
          <p:spPr>
            <a:xfrm>
              <a:off x="12443987" y="4811989"/>
              <a:ext cx="5973775" cy="564402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12696857" y="4811989"/>
              <a:ext cx="0" cy="5644026"/>
            </a:xfrm>
            <a:custGeom>
              <a:avLst/>
              <a:pathLst>
                <a:path w="0" h="5644026">
                  <a:moveTo>
                    <a:pt x="0" y="56440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14289188" y="4811989"/>
              <a:ext cx="0" cy="5644026"/>
            </a:xfrm>
            <a:custGeom>
              <a:avLst/>
              <a:pathLst>
                <a:path w="0" h="5644026">
                  <a:moveTo>
                    <a:pt x="0" y="56440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15881518" y="4811989"/>
              <a:ext cx="0" cy="5644026"/>
            </a:xfrm>
            <a:custGeom>
              <a:avLst/>
              <a:pathLst>
                <a:path w="0" h="5644026">
                  <a:moveTo>
                    <a:pt x="0" y="56440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17473849" y="4811989"/>
              <a:ext cx="0" cy="5644026"/>
            </a:xfrm>
            <a:custGeom>
              <a:avLst/>
              <a:pathLst>
                <a:path w="0" h="5644026">
                  <a:moveTo>
                    <a:pt x="0" y="56440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15881518" y="4811989"/>
              <a:ext cx="0" cy="5644026"/>
            </a:xfrm>
            <a:custGeom>
              <a:avLst/>
              <a:pathLst>
                <a:path w="0" h="5644026">
                  <a:moveTo>
                    <a:pt x="0" y="56440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0325" cap="flat">
              <a:solidFill>
                <a:srgbClr val="5A5A5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15404306" y="4811989"/>
              <a:ext cx="2008616" cy="649034"/>
            </a:xfrm>
            <a:custGeom>
              <a:avLst/>
              <a:pathLst>
                <a:path w="2008616" h="649034">
                  <a:moveTo>
                    <a:pt x="0" y="646029"/>
                  </a:moveTo>
                  <a:lnTo>
                    <a:pt x="10627" y="645621"/>
                  </a:lnTo>
                  <a:lnTo>
                    <a:pt x="21255" y="645162"/>
                  </a:lnTo>
                  <a:lnTo>
                    <a:pt x="31882" y="644642"/>
                  </a:lnTo>
                  <a:lnTo>
                    <a:pt x="42510" y="644055"/>
                  </a:lnTo>
                  <a:lnTo>
                    <a:pt x="53138" y="643399"/>
                  </a:lnTo>
                  <a:lnTo>
                    <a:pt x="63765" y="642670"/>
                  </a:lnTo>
                  <a:lnTo>
                    <a:pt x="74393" y="641864"/>
                  </a:lnTo>
                  <a:lnTo>
                    <a:pt x="85020" y="640979"/>
                  </a:lnTo>
                  <a:lnTo>
                    <a:pt x="95648" y="640014"/>
                  </a:lnTo>
                  <a:lnTo>
                    <a:pt x="106276" y="638969"/>
                  </a:lnTo>
                  <a:lnTo>
                    <a:pt x="116903" y="637844"/>
                  </a:lnTo>
                  <a:lnTo>
                    <a:pt x="127531" y="636639"/>
                  </a:lnTo>
                  <a:lnTo>
                    <a:pt x="138158" y="635352"/>
                  </a:lnTo>
                  <a:lnTo>
                    <a:pt x="148786" y="633979"/>
                  </a:lnTo>
                  <a:lnTo>
                    <a:pt x="159414" y="632523"/>
                  </a:lnTo>
                  <a:lnTo>
                    <a:pt x="170041" y="630978"/>
                  </a:lnTo>
                  <a:lnTo>
                    <a:pt x="180669" y="629339"/>
                  </a:lnTo>
                  <a:lnTo>
                    <a:pt x="191296" y="627596"/>
                  </a:lnTo>
                  <a:lnTo>
                    <a:pt x="201924" y="625737"/>
                  </a:lnTo>
                  <a:lnTo>
                    <a:pt x="212552" y="623748"/>
                  </a:lnTo>
                  <a:lnTo>
                    <a:pt x="223179" y="621612"/>
                  </a:lnTo>
                  <a:lnTo>
                    <a:pt x="233807" y="619311"/>
                  </a:lnTo>
                  <a:lnTo>
                    <a:pt x="244434" y="616815"/>
                  </a:lnTo>
                  <a:lnTo>
                    <a:pt x="255062" y="614089"/>
                  </a:lnTo>
                  <a:lnTo>
                    <a:pt x="265690" y="611124"/>
                  </a:lnTo>
                  <a:lnTo>
                    <a:pt x="276317" y="607895"/>
                  </a:lnTo>
                  <a:lnTo>
                    <a:pt x="286945" y="604377"/>
                  </a:lnTo>
                  <a:lnTo>
                    <a:pt x="297572" y="600547"/>
                  </a:lnTo>
                  <a:lnTo>
                    <a:pt x="308200" y="596381"/>
                  </a:lnTo>
                  <a:lnTo>
                    <a:pt x="318828" y="591859"/>
                  </a:lnTo>
                  <a:lnTo>
                    <a:pt x="329455" y="586964"/>
                  </a:lnTo>
                  <a:lnTo>
                    <a:pt x="340083" y="581680"/>
                  </a:lnTo>
                  <a:lnTo>
                    <a:pt x="350710" y="575988"/>
                  </a:lnTo>
                  <a:lnTo>
                    <a:pt x="361338" y="569855"/>
                  </a:lnTo>
                  <a:lnTo>
                    <a:pt x="371966" y="563323"/>
                  </a:lnTo>
                  <a:lnTo>
                    <a:pt x="382593" y="556399"/>
                  </a:lnTo>
                  <a:lnTo>
                    <a:pt x="393221" y="549095"/>
                  </a:lnTo>
                  <a:lnTo>
                    <a:pt x="403848" y="541428"/>
                  </a:lnTo>
                  <a:lnTo>
                    <a:pt x="414476" y="533414"/>
                  </a:lnTo>
                  <a:lnTo>
                    <a:pt x="425104" y="525071"/>
                  </a:lnTo>
                  <a:lnTo>
                    <a:pt x="435731" y="516416"/>
                  </a:lnTo>
                  <a:lnTo>
                    <a:pt x="446359" y="507463"/>
                  </a:lnTo>
                  <a:lnTo>
                    <a:pt x="456986" y="498219"/>
                  </a:lnTo>
                  <a:lnTo>
                    <a:pt x="467614" y="488659"/>
                  </a:lnTo>
                  <a:lnTo>
                    <a:pt x="478242" y="478811"/>
                  </a:lnTo>
                  <a:lnTo>
                    <a:pt x="488869" y="468667"/>
                  </a:lnTo>
                  <a:lnTo>
                    <a:pt x="499497" y="458214"/>
                  </a:lnTo>
                  <a:lnTo>
                    <a:pt x="510124" y="447439"/>
                  </a:lnTo>
                  <a:lnTo>
                    <a:pt x="520752" y="436332"/>
                  </a:lnTo>
                  <a:lnTo>
                    <a:pt x="531380" y="424886"/>
                  </a:lnTo>
                  <a:lnTo>
                    <a:pt x="542007" y="413100"/>
                  </a:lnTo>
                  <a:lnTo>
                    <a:pt x="552635" y="400985"/>
                  </a:lnTo>
                  <a:lnTo>
                    <a:pt x="563262" y="388557"/>
                  </a:lnTo>
                  <a:lnTo>
                    <a:pt x="573890" y="375819"/>
                  </a:lnTo>
                  <a:lnTo>
                    <a:pt x="584518" y="362846"/>
                  </a:lnTo>
                  <a:lnTo>
                    <a:pt x="595145" y="349680"/>
                  </a:lnTo>
                  <a:lnTo>
                    <a:pt x="605773" y="336363"/>
                  </a:lnTo>
                  <a:lnTo>
                    <a:pt x="616400" y="322933"/>
                  </a:lnTo>
                  <a:lnTo>
                    <a:pt x="627028" y="309417"/>
                  </a:lnTo>
                  <a:lnTo>
                    <a:pt x="637656" y="295835"/>
                  </a:lnTo>
                  <a:lnTo>
                    <a:pt x="648283" y="282193"/>
                  </a:lnTo>
                  <a:lnTo>
                    <a:pt x="658911" y="268487"/>
                  </a:lnTo>
                  <a:lnTo>
                    <a:pt x="669538" y="254704"/>
                  </a:lnTo>
                  <a:lnTo>
                    <a:pt x="680166" y="240806"/>
                  </a:lnTo>
                  <a:lnTo>
                    <a:pt x="690794" y="226780"/>
                  </a:lnTo>
                  <a:lnTo>
                    <a:pt x="701421" y="212610"/>
                  </a:lnTo>
                  <a:lnTo>
                    <a:pt x="712049" y="198291"/>
                  </a:lnTo>
                  <a:lnTo>
                    <a:pt x="722677" y="183836"/>
                  </a:lnTo>
                  <a:lnTo>
                    <a:pt x="733304" y="169275"/>
                  </a:lnTo>
                  <a:lnTo>
                    <a:pt x="743932" y="154661"/>
                  </a:lnTo>
                  <a:lnTo>
                    <a:pt x="754559" y="140072"/>
                  </a:lnTo>
                  <a:lnTo>
                    <a:pt x="765187" y="125604"/>
                  </a:lnTo>
                  <a:lnTo>
                    <a:pt x="775815" y="111375"/>
                  </a:lnTo>
                  <a:lnTo>
                    <a:pt x="786442" y="97577"/>
                  </a:lnTo>
                  <a:lnTo>
                    <a:pt x="797070" y="84342"/>
                  </a:lnTo>
                  <a:lnTo>
                    <a:pt x="807697" y="71806"/>
                  </a:lnTo>
                  <a:lnTo>
                    <a:pt x="818325" y="60101"/>
                  </a:lnTo>
                  <a:lnTo>
                    <a:pt x="828953" y="49342"/>
                  </a:lnTo>
                  <a:lnTo>
                    <a:pt x="839580" y="39624"/>
                  </a:lnTo>
                  <a:lnTo>
                    <a:pt x="850208" y="31013"/>
                  </a:lnTo>
                  <a:lnTo>
                    <a:pt x="860835" y="23545"/>
                  </a:lnTo>
                  <a:lnTo>
                    <a:pt x="871463" y="17226"/>
                  </a:lnTo>
                  <a:lnTo>
                    <a:pt x="882091" y="12027"/>
                  </a:lnTo>
                  <a:lnTo>
                    <a:pt x="892718" y="7983"/>
                  </a:lnTo>
                  <a:lnTo>
                    <a:pt x="903346" y="4925"/>
                  </a:lnTo>
                  <a:lnTo>
                    <a:pt x="913973" y="2715"/>
                  </a:lnTo>
                  <a:lnTo>
                    <a:pt x="924601" y="1235"/>
                  </a:lnTo>
                  <a:lnTo>
                    <a:pt x="935229" y="367"/>
                  </a:lnTo>
                  <a:lnTo>
                    <a:pt x="945856" y="0"/>
                  </a:lnTo>
                  <a:lnTo>
                    <a:pt x="956484" y="32"/>
                  </a:lnTo>
                  <a:lnTo>
                    <a:pt x="967111" y="385"/>
                  </a:lnTo>
                  <a:lnTo>
                    <a:pt x="977739" y="1001"/>
                  </a:lnTo>
                  <a:lnTo>
                    <a:pt x="988367" y="1852"/>
                  </a:lnTo>
                  <a:lnTo>
                    <a:pt x="998994" y="2967"/>
                  </a:lnTo>
                  <a:lnTo>
                    <a:pt x="1009622" y="4386"/>
                  </a:lnTo>
                  <a:lnTo>
                    <a:pt x="1020249" y="6173"/>
                  </a:lnTo>
                  <a:lnTo>
                    <a:pt x="1030877" y="8424"/>
                  </a:lnTo>
                  <a:lnTo>
                    <a:pt x="1041505" y="11248"/>
                  </a:lnTo>
                  <a:lnTo>
                    <a:pt x="1052132" y="14757"/>
                  </a:lnTo>
                  <a:lnTo>
                    <a:pt x="1062760" y="19063"/>
                  </a:lnTo>
                  <a:lnTo>
                    <a:pt x="1073387" y="24262"/>
                  </a:lnTo>
                  <a:lnTo>
                    <a:pt x="1084015" y="30433"/>
                  </a:lnTo>
                  <a:lnTo>
                    <a:pt x="1094643" y="37630"/>
                  </a:lnTo>
                  <a:lnTo>
                    <a:pt x="1105270" y="45946"/>
                  </a:lnTo>
                  <a:lnTo>
                    <a:pt x="1115898" y="55344"/>
                  </a:lnTo>
                  <a:lnTo>
                    <a:pt x="1126525" y="65712"/>
                  </a:lnTo>
                  <a:lnTo>
                    <a:pt x="1137153" y="76963"/>
                  </a:lnTo>
                  <a:lnTo>
                    <a:pt x="1147781" y="88991"/>
                  </a:lnTo>
                  <a:lnTo>
                    <a:pt x="1158408" y="101672"/>
                  </a:lnTo>
                  <a:lnTo>
                    <a:pt x="1169036" y="114872"/>
                  </a:lnTo>
                  <a:lnTo>
                    <a:pt x="1179663" y="128456"/>
                  </a:lnTo>
                  <a:lnTo>
                    <a:pt x="1190291" y="142291"/>
                  </a:lnTo>
                  <a:lnTo>
                    <a:pt x="1200919" y="156256"/>
                  </a:lnTo>
                  <a:lnTo>
                    <a:pt x="1211546" y="170238"/>
                  </a:lnTo>
                  <a:lnTo>
                    <a:pt x="1222174" y="184138"/>
                  </a:lnTo>
                  <a:lnTo>
                    <a:pt x="1232801" y="197900"/>
                  </a:lnTo>
                  <a:lnTo>
                    <a:pt x="1243429" y="211490"/>
                  </a:lnTo>
                  <a:lnTo>
                    <a:pt x="1254057" y="224891"/>
                  </a:lnTo>
                  <a:lnTo>
                    <a:pt x="1264684" y="238104"/>
                  </a:lnTo>
                  <a:lnTo>
                    <a:pt x="1275312" y="251137"/>
                  </a:lnTo>
                  <a:lnTo>
                    <a:pt x="1285939" y="264007"/>
                  </a:lnTo>
                  <a:lnTo>
                    <a:pt x="1296567" y="276731"/>
                  </a:lnTo>
                  <a:lnTo>
                    <a:pt x="1307195" y="289325"/>
                  </a:lnTo>
                  <a:lnTo>
                    <a:pt x="1317822" y="301793"/>
                  </a:lnTo>
                  <a:lnTo>
                    <a:pt x="1328450" y="314132"/>
                  </a:lnTo>
                  <a:lnTo>
                    <a:pt x="1339077" y="326341"/>
                  </a:lnTo>
                  <a:lnTo>
                    <a:pt x="1349705" y="338406"/>
                  </a:lnTo>
                  <a:lnTo>
                    <a:pt x="1360333" y="350306"/>
                  </a:lnTo>
                  <a:lnTo>
                    <a:pt x="1370960" y="362021"/>
                  </a:lnTo>
                  <a:lnTo>
                    <a:pt x="1381588" y="373528"/>
                  </a:lnTo>
                  <a:lnTo>
                    <a:pt x="1392215" y="384810"/>
                  </a:lnTo>
                  <a:lnTo>
                    <a:pt x="1402843" y="395850"/>
                  </a:lnTo>
                  <a:lnTo>
                    <a:pt x="1413471" y="406636"/>
                  </a:lnTo>
                  <a:lnTo>
                    <a:pt x="1424098" y="417152"/>
                  </a:lnTo>
                  <a:lnTo>
                    <a:pt x="1434726" y="427379"/>
                  </a:lnTo>
                  <a:lnTo>
                    <a:pt x="1445354" y="437337"/>
                  </a:lnTo>
                  <a:lnTo>
                    <a:pt x="1455981" y="447028"/>
                  </a:lnTo>
                  <a:lnTo>
                    <a:pt x="1466609" y="456452"/>
                  </a:lnTo>
                  <a:lnTo>
                    <a:pt x="1477236" y="465609"/>
                  </a:lnTo>
                  <a:lnTo>
                    <a:pt x="1487864" y="474501"/>
                  </a:lnTo>
                  <a:lnTo>
                    <a:pt x="1498492" y="483131"/>
                  </a:lnTo>
                  <a:lnTo>
                    <a:pt x="1509119" y="491500"/>
                  </a:lnTo>
                  <a:lnTo>
                    <a:pt x="1519747" y="499611"/>
                  </a:lnTo>
                  <a:lnTo>
                    <a:pt x="1530374" y="507463"/>
                  </a:lnTo>
                  <a:lnTo>
                    <a:pt x="1541002" y="515039"/>
                  </a:lnTo>
                  <a:lnTo>
                    <a:pt x="1551630" y="522370"/>
                  </a:lnTo>
                  <a:lnTo>
                    <a:pt x="1562257" y="529456"/>
                  </a:lnTo>
                  <a:lnTo>
                    <a:pt x="1572885" y="536299"/>
                  </a:lnTo>
                  <a:lnTo>
                    <a:pt x="1583512" y="542896"/>
                  </a:lnTo>
                  <a:lnTo>
                    <a:pt x="1594140" y="549246"/>
                  </a:lnTo>
                  <a:lnTo>
                    <a:pt x="1604768" y="555346"/>
                  </a:lnTo>
                  <a:lnTo>
                    <a:pt x="1615395" y="561190"/>
                  </a:lnTo>
                  <a:lnTo>
                    <a:pt x="1626023" y="566774"/>
                  </a:lnTo>
                  <a:lnTo>
                    <a:pt x="1636650" y="572095"/>
                  </a:lnTo>
                  <a:lnTo>
                    <a:pt x="1647278" y="577123"/>
                  </a:lnTo>
                  <a:lnTo>
                    <a:pt x="1657906" y="581892"/>
                  </a:lnTo>
                  <a:lnTo>
                    <a:pt x="1668533" y="586408"/>
                  </a:lnTo>
                  <a:lnTo>
                    <a:pt x="1679161" y="590683"/>
                  </a:lnTo>
                  <a:lnTo>
                    <a:pt x="1689788" y="594729"/>
                  </a:lnTo>
                  <a:lnTo>
                    <a:pt x="1700416" y="598561"/>
                  </a:lnTo>
                  <a:lnTo>
                    <a:pt x="1711044" y="602197"/>
                  </a:lnTo>
                  <a:lnTo>
                    <a:pt x="1721671" y="605655"/>
                  </a:lnTo>
                  <a:lnTo>
                    <a:pt x="1732299" y="608949"/>
                  </a:lnTo>
                  <a:lnTo>
                    <a:pt x="1742926" y="612096"/>
                  </a:lnTo>
                  <a:lnTo>
                    <a:pt x="1753554" y="615090"/>
                  </a:lnTo>
                  <a:lnTo>
                    <a:pt x="1764182" y="617952"/>
                  </a:lnTo>
                  <a:lnTo>
                    <a:pt x="1774809" y="620684"/>
                  </a:lnTo>
                  <a:lnTo>
                    <a:pt x="1785437" y="623280"/>
                  </a:lnTo>
                  <a:lnTo>
                    <a:pt x="1796064" y="625733"/>
                  </a:lnTo>
                  <a:lnTo>
                    <a:pt x="1806692" y="628035"/>
                  </a:lnTo>
                  <a:lnTo>
                    <a:pt x="1817320" y="630176"/>
                  </a:lnTo>
                  <a:lnTo>
                    <a:pt x="1827947" y="632146"/>
                  </a:lnTo>
                  <a:lnTo>
                    <a:pt x="1838575" y="633941"/>
                  </a:lnTo>
                  <a:lnTo>
                    <a:pt x="1849202" y="635557"/>
                  </a:lnTo>
                  <a:lnTo>
                    <a:pt x="1859830" y="636979"/>
                  </a:lnTo>
                  <a:lnTo>
                    <a:pt x="1870458" y="638233"/>
                  </a:lnTo>
                  <a:lnTo>
                    <a:pt x="1881085" y="639335"/>
                  </a:lnTo>
                  <a:lnTo>
                    <a:pt x="1891713" y="640299"/>
                  </a:lnTo>
                  <a:lnTo>
                    <a:pt x="1902340" y="641145"/>
                  </a:lnTo>
                  <a:lnTo>
                    <a:pt x="1912968" y="641889"/>
                  </a:lnTo>
                  <a:lnTo>
                    <a:pt x="1923596" y="642550"/>
                  </a:lnTo>
                  <a:lnTo>
                    <a:pt x="1934223" y="643144"/>
                  </a:lnTo>
                  <a:lnTo>
                    <a:pt x="1944851" y="643682"/>
                  </a:lnTo>
                  <a:lnTo>
                    <a:pt x="1955478" y="644175"/>
                  </a:lnTo>
                  <a:lnTo>
                    <a:pt x="1966106" y="644627"/>
                  </a:lnTo>
                  <a:lnTo>
                    <a:pt x="1976734" y="645044"/>
                  </a:lnTo>
                  <a:lnTo>
                    <a:pt x="1987361" y="645425"/>
                  </a:lnTo>
                  <a:lnTo>
                    <a:pt x="1997989" y="645770"/>
                  </a:lnTo>
                  <a:lnTo>
                    <a:pt x="2008616" y="646076"/>
                  </a:lnTo>
                  <a:lnTo>
                    <a:pt x="2008616" y="649034"/>
                  </a:lnTo>
                  <a:lnTo>
                    <a:pt x="1997989" y="649034"/>
                  </a:lnTo>
                  <a:lnTo>
                    <a:pt x="1987361" y="649034"/>
                  </a:lnTo>
                  <a:lnTo>
                    <a:pt x="1976734" y="649034"/>
                  </a:lnTo>
                  <a:lnTo>
                    <a:pt x="1966106" y="649034"/>
                  </a:lnTo>
                  <a:lnTo>
                    <a:pt x="1955478" y="649034"/>
                  </a:lnTo>
                  <a:lnTo>
                    <a:pt x="1944851" y="649034"/>
                  </a:lnTo>
                  <a:lnTo>
                    <a:pt x="1934223" y="649034"/>
                  </a:lnTo>
                  <a:lnTo>
                    <a:pt x="1923596" y="649034"/>
                  </a:lnTo>
                  <a:lnTo>
                    <a:pt x="1912968" y="649034"/>
                  </a:lnTo>
                  <a:lnTo>
                    <a:pt x="1902340" y="649034"/>
                  </a:lnTo>
                  <a:lnTo>
                    <a:pt x="1891713" y="649034"/>
                  </a:lnTo>
                  <a:lnTo>
                    <a:pt x="1881085" y="649034"/>
                  </a:lnTo>
                  <a:lnTo>
                    <a:pt x="1870458" y="649034"/>
                  </a:lnTo>
                  <a:lnTo>
                    <a:pt x="1859830" y="649034"/>
                  </a:lnTo>
                  <a:lnTo>
                    <a:pt x="1849202" y="649034"/>
                  </a:lnTo>
                  <a:lnTo>
                    <a:pt x="1838575" y="649034"/>
                  </a:lnTo>
                  <a:lnTo>
                    <a:pt x="1827947" y="649034"/>
                  </a:lnTo>
                  <a:lnTo>
                    <a:pt x="1817320" y="649034"/>
                  </a:lnTo>
                  <a:lnTo>
                    <a:pt x="1806692" y="649034"/>
                  </a:lnTo>
                  <a:lnTo>
                    <a:pt x="1796064" y="649034"/>
                  </a:lnTo>
                  <a:lnTo>
                    <a:pt x="1785437" y="649034"/>
                  </a:lnTo>
                  <a:lnTo>
                    <a:pt x="1774809" y="649034"/>
                  </a:lnTo>
                  <a:lnTo>
                    <a:pt x="1764182" y="649034"/>
                  </a:lnTo>
                  <a:lnTo>
                    <a:pt x="1753554" y="649034"/>
                  </a:lnTo>
                  <a:lnTo>
                    <a:pt x="1742926" y="649034"/>
                  </a:lnTo>
                  <a:lnTo>
                    <a:pt x="1732299" y="649034"/>
                  </a:lnTo>
                  <a:lnTo>
                    <a:pt x="1721671" y="649034"/>
                  </a:lnTo>
                  <a:lnTo>
                    <a:pt x="1711044" y="649034"/>
                  </a:lnTo>
                  <a:lnTo>
                    <a:pt x="1700416" y="649034"/>
                  </a:lnTo>
                  <a:lnTo>
                    <a:pt x="1689788" y="649034"/>
                  </a:lnTo>
                  <a:lnTo>
                    <a:pt x="1679161" y="649034"/>
                  </a:lnTo>
                  <a:lnTo>
                    <a:pt x="1668533" y="649034"/>
                  </a:lnTo>
                  <a:lnTo>
                    <a:pt x="1657906" y="649034"/>
                  </a:lnTo>
                  <a:lnTo>
                    <a:pt x="1647278" y="649034"/>
                  </a:lnTo>
                  <a:lnTo>
                    <a:pt x="1636650" y="649034"/>
                  </a:lnTo>
                  <a:lnTo>
                    <a:pt x="1626023" y="649034"/>
                  </a:lnTo>
                  <a:lnTo>
                    <a:pt x="1615395" y="649034"/>
                  </a:lnTo>
                  <a:lnTo>
                    <a:pt x="1604768" y="649034"/>
                  </a:lnTo>
                  <a:lnTo>
                    <a:pt x="1594140" y="649034"/>
                  </a:lnTo>
                  <a:lnTo>
                    <a:pt x="1583512" y="649034"/>
                  </a:lnTo>
                  <a:lnTo>
                    <a:pt x="1572885" y="649034"/>
                  </a:lnTo>
                  <a:lnTo>
                    <a:pt x="1562257" y="649034"/>
                  </a:lnTo>
                  <a:lnTo>
                    <a:pt x="1551630" y="649034"/>
                  </a:lnTo>
                  <a:lnTo>
                    <a:pt x="1541002" y="649034"/>
                  </a:lnTo>
                  <a:lnTo>
                    <a:pt x="1530374" y="649034"/>
                  </a:lnTo>
                  <a:lnTo>
                    <a:pt x="1519747" y="649034"/>
                  </a:lnTo>
                  <a:lnTo>
                    <a:pt x="1509119" y="649034"/>
                  </a:lnTo>
                  <a:lnTo>
                    <a:pt x="1498492" y="649034"/>
                  </a:lnTo>
                  <a:lnTo>
                    <a:pt x="1487864" y="649034"/>
                  </a:lnTo>
                  <a:lnTo>
                    <a:pt x="1477236" y="649034"/>
                  </a:lnTo>
                  <a:lnTo>
                    <a:pt x="1466609" y="649034"/>
                  </a:lnTo>
                  <a:lnTo>
                    <a:pt x="1455981" y="649034"/>
                  </a:lnTo>
                  <a:lnTo>
                    <a:pt x="1445354" y="649034"/>
                  </a:lnTo>
                  <a:lnTo>
                    <a:pt x="1434726" y="649034"/>
                  </a:lnTo>
                  <a:lnTo>
                    <a:pt x="1424098" y="649034"/>
                  </a:lnTo>
                  <a:lnTo>
                    <a:pt x="1413471" y="649034"/>
                  </a:lnTo>
                  <a:lnTo>
                    <a:pt x="1402843" y="649034"/>
                  </a:lnTo>
                  <a:lnTo>
                    <a:pt x="1392215" y="649034"/>
                  </a:lnTo>
                  <a:lnTo>
                    <a:pt x="1381588" y="649034"/>
                  </a:lnTo>
                  <a:lnTo>
                    <a:pt x="1370960" y="649034"/>
                  </a:lnTo>
                  <a:lnTo>
                    <a:pt x="1360333" y="649034"/>
                  </a:lnTo>
                  <a:lnTo>
                    <a:pt x="1349705" y="649034"/>
                  </a:lnTo>
                  <a:lnTo>
                    <a:pt x="1339077" y="649034"/>
                  </a:lnTo>
                  <a:lnTo>
                    <a:pt x="1328450" y="649034"/>
                  </a:lnTo>
                  <a:lnTo>
                    <a:pt x="1317822" y="649034"/>
                  </a:lnTo>
                  <a:lnTo>
                    <a:pt x="1307195" y="649034"/>
                  </a:lnTo>
                  <a:lnTo>
                    <a:pt x="1296567" y="649034"/>
                  </a:lnTo>
                  <a:lnTo>
                    <a:pt x="1285939" y="649034"/>
                  </a:lnTo>
                  <a:lnTo>
                    <a:pt x="1275312" y="649034"/>
                  </a:lnTo>
                  <a:lnTo>
                    <a:pt x="1264684" y="649034"/>
                  </a:lnTo>
                  <a:lnTo>
                    <a:pt x="1254057" y="649034"/>
                  </a:lnTo>
                  <a:lnTo>
                    <a:pt x="1243429" y="649034"/>
                  </a:lnTo>
                  <a:lnTo>
                    <a:pt x="1232801" y="649034"/>
                  </a:lnTo>
                  <a:lnTo>
                    <a:pt x="1222174" y="649034"/>
                  </a:lnTo>
                  <a:lnTo>
                    <a:pt x="1211546" y="649034"/>
                  </a:lnTo>
                  <a:lnTo>
                    <a:pt x="1200919" y="649034"/>
                  </a:lnTo>
                  <a:lnTo>
                    <a:pt x="1190291" y="649034"/>
                  </a:lnTo>
                  <a:lnTo>
                    <a:pt x="1179663" y="649034"/>
                  </a:lnTo>
                  <a:lnTo>
                    <a:pt x="1169036" y="649034"/>
                  </a:lnTo>
                  <a:lnTo>
                    <a:pt x="1158408" y="649034"/>
                  </a:lnTo>
                  <a:lnTo>
                    <a:pt x="1147781" y="649034"/>
                  </a:lnTo>
                  <a:lnTo>
                    <a:pt x="1137153" y="649034"/>
                  </a:lnTo>
                  <a:lnTo>
                    <a:pt x="1126525" y="649034"/>
                  </a:lnTo>
                  <a:lnTo>
                    <a:pt x="1115898" y="649034"/>
                  </a:lnTo>
                  <a:lnTo>
                    <a:pt x="1105270" y="649034"/>
                  </a:lnTo>
                  <a:lnTo>
                    <a:pt x="1094643" y="649034"/>
                  </a:lnTo>
                  <a:lnTo>
                    <a:pt x="1084015" y="649034"/>
                  </a:lnTo>
                  <a:lnTo>
                    <a:pt x="1073387" y="649034"/>
                  </a:lnTo>
                  <a:lnTo>
                    <a:pt x="1062760" y="649034"/>
                  </a:lnTo>
                  <a:lnTo>
                    <a:pt x="1052132" y="649034"/>
                  </a:lnTo>
                  <a:lnTo>
                    <a:pt x="1041505" y="649034"/>
                  </a:lnTo>
                  <a:lnTo>
                    <a:pt x="1030877" y="649034"/>
                  </a:lnTo>
                  <a:lnTo>
                    <a:pt x="1020249" y="649034"/>
                  </a:lnTo>
                  <a:lnTo>
                    <a:pt x="1009622" y="649034"/>
                  </a:lnTo>
                  <a:lnTo>
                    <a:pt x="998994" y="649034"/>
                  </a:lnTo>
                  <a:lnTo>
                    <a:pt x="988367" y="649034"/>
                  </a:lnTo>
                  <a:lnTo>
                    <a:pt x="977739" y="649034"/>
                  </a:lnTo>
                  <a:lnTo>
                    <a:pt x="967111" y="649034"/>
                  </a:lnTo>
                  <a:lnTo>
                    <a:pt x="956484" y="649034"/>
                  </a:lnTo>
                  <a:lnTo>
                    <a:pt x="945856" y="649034"/>
                  </a:lnTo>
                  <a:lnTo>
                    <a:pt x="935229" y="649034"/>
                  </a:lnTo>
                  <a:lnTo>
                    <a:pt x="924601" y="649034"/>
                  </a:lnTo>
                  <a:lnTo>
                    <a:pt x="913973" y="649034"/>
                  </a:lnTo>
                  <a:lnTo>
                    <a:pt x="903346" y="649034"/>
                  </a:lnTo>
                  <a:lnTo>
                    <a:pt x="892718" y="649034"/>
                  </a:lnTo>
                  <a:lnTo>
                    <a:pt x="882091" y="649034"/>
                  </a:lnTo>
                  <a:lnTo>
                    <a:pt x="871463" y="649034"/>
                  </a:lnTo>
                  <a:lnTo>
                    <a:pt x="860835" y="649034"/>
                  </a:lnTo>
                  <a:lnTo>
                    <a:pt x="850208" y="649034"/>
                  </a:lnTo>
                  <a:lnTo>
                    <a:pt x="839580" y="649034"/>
                  </a:lnTo>
                  <a:lnTo>
                    <a:pt x="828953" y="649034"/>
                  </a:lnTo>
                  <a:lnTo>
                    <a:pt x="818325" y="649034"/>
                  </a:lnTo>
                  <a:lnTo>
                    <a:pt x="807697" y="649034"/>
                  </a:lnTo>
                  <a:lnTo>
                    <a:pt x="797070" y="649034"/>
                  </a:lnTo>
                  <a:lnTo>
                    <a:pt x="786442" y="649034"/>
                  </a:lnTo>
                  <a:lnTo>
                    <a:pt x="775815" y="649034"/>
                  </a:lnTo>
                  <a:lnTo>
                    <a:pt x="765187" y="649034"/>
                  </a:lnTo>
                  <a:lnTo>
                    <a:pt x="754559" y="649034"/>
                  </a:lnTo>
                  <a:lnTo>
                    <a:pt x="743932" y="649034"/>
                  </a:lnTo>
                  <a:lnTo>
                    <a:pt x="733304" y="649034"/>
                  </a:lnTo>
                  <a:lnTo>
                    <a:pt x="722677" y="649034"/>
                  </a:lnTo>
                  <a:lnTo>
                    <a:pt x="712049" y="649034"/>
                  </a:lnTo>
                  <a:lnTo>
                    <a:pt x="701421" y="649034"/>
                  </a:lnTo>
                  <a:lnTo>
                    <a:pt x="690794" y="649034"/>
                  </a:lnTo>
                  <a:lnTo>
                    <a:pt x="680166" y="649034"/>
                  </a:lnTo>
                  <a:lnTo>
                    <a:pt x="669538" y="649034"/>
                  </a:lnTo>
                  <a:lnTo>
                    <a:pt x="658911" y="649034"/>
                  </a:lnTo>
                  <a:lnTo>
                    <a:pt x="648283" y="649034"/>
                  </a:lnTo>
                  <a:lnTo>
                    <a:pt x="637656" y="649034"/>
                  </a:lnTo>
                  <a:lnTo>
                    <a:pt x="627028" y="649034"/>
                  </a:lnTo>
                  <a:lnTo>
                    <a:pt x="616400" y="649034"/>
                  </a:lnTo>
                  <a:lnTo>
                    <a:pt x="605773" y="649034"/>
                  </a:lnTo>
                  <a:lnTo>
                    <a:pt x="595145" y="649034"/>
                  </a:lnTo>
                  <a:lnTo>
                    <a:pt x="584518" y="649034"/>
                  </a:lnTo>
                  <a:lnTo>
                    <a:pt x="573890" y="649034"/>
                  </a:lnTo>
                  <a:lnTo>
                    <a:pt x="563262" y="649034"/>
                  </a:lnTo>
                  <a:lnTo>
                    <a:pt x="552635" y="649034"/>
                  </a:lnTo>
                  <a:lnTo>
                    <a:pt x="542007" y="649034"/>
                  </a:lnTo>
                  <a:lnTo>
                    <a:pt x="531380" y="649034"/>
                  </a:lnTo>
                  <a:lnTo>
                    <a:pt x="520752" y="649034"/>
                  </a:lnTo>
                  <a:lnTo>
                    <a:pt x="510124" y="649034"/>
                  </a:lnTo>
                  <a:lnTo>
                    <a:pt x="499497" y="649034"/>
                  </a:lnTo>
                  <a:lnTo>
                    <a:pt x="488869" y="649034"/>
                  </a:lnTo>
                  <a:lnTo>
                    <a:pt x="478242" y="649034"/>
                  </a:lnTo>
                  <a:lnTo>
                    <a:pt x="467614" y="649034"/>
                  </a:lnTo>
                  <a:lnTo>
                    <a:pt x="456986" y="649034"/>
                  </a:lnTo>
                  <a:lnTo>
                    <a:pt x="446359" y="649034"/>
                  </a:lnTo>
                  <a:lnTo>
                    <a:pt x="435731" y="649034"/>
                  </a:lnTo>
                  <a:lnTo>
                    <a:pt x="425104" y="649034"/>
                  </a:lnTo>
                  <a:lnTo>
                    <a:pt x="414476" y="649034"/>
                  </a:lnTo>
                  <a:lnTo>
                    <a:pt x="403848" y="649034"/>
                  </a:lnTo>
                  <a:lnTo>
                    <a:pt x="393221" y="649034"/>
                  </a:lnTo>
                  <a:lnTo>
                    <a:pt x="382593" y="649034"/>
                  </a:lnTo>
                  <a:lnTo>
                    <a:pt x="371966" y="649034"/>
                  </a:lnTo>
                  <a:lnTo>
                    <a:pt x="361338" y="649034"/>
                  </a:lnTo>
                  <a:lnTo>
                    <a:pt x="350710" y="649034"/>
                  </a:lnTo>
                  <a:lnTo>
                    <a:pt x="340083" y="649034"/>
                  </a:lnTo>
                  <a:lnTo>
                    <a:pt x="329455" y="649034"/>
                  </a:lnTo>
                  <a:lnTo>
                    <a:pt x="318828" y="649034"/>
                  </a:lnTo>
                  <a:lnTo>
                    <a:pt x="308200" y="649034"/>
                  </a:lnTo>
                  <a:lnTo>
                    <a:pt x="297572" y="649034"/>
                  </a:lnTo>
                  <a:lnTo>
                    <a:pt x="286945" y="649034"/>
                  </a:lnTo>
                  <a:lnTo>
                    <a:pt x="276317" y="649034"/>
                  </a:lnTo>
                  <a:lnTo>
                    <a:pt x="265690" y="649034"/>
                  </a:lnTo>
                  <a:lnTo>
                    <a:pt x="255062" y="649034"/>
                  </a:lnTo>
                  <a:lnTo>
                    <a:pt x="244434" y="649034"/>
                  </a:lnTo>
                  <a:lnTo>
                    <a:pt x="233807" y="649034"/>
                  </a:lnTo>
                  <a:lnTo>
                    <a:pt x="223179" y="649034"/>
                  </a:lnTo>
                  <a:lnTo>
                    <a:pt x="212552" y="649034"/>
                  </a:lnTo>
                  <a:lnTo>
                    <a:pt x="201924" y="649034"/>
                  </a:lnTo>
                  <a:lnTo>
                    <a:pt x="191296" y="649034"/>
                  </a:lnTo>
                  <a:lnTo>
                    <a:pt x="180669" y="649034"/>
                  </a:lnTo>
                  <a:lnTo>
                    <a:pt x="170041" y="649034"/>
                  </a:lnTo>
                  <a:lnTo>
                    <a:pt x="159414" y="649034"/>
                  </a:lnTo>
                  <a:lnTo>
                    <a:pt x="148786" y="649034"/>
                  </a:lnTo>
                  <a:lnTo>
                    <a:pt x="138158" y="649034"/>
                  </a:lnTo>
                  <a:lnTo>
                    <a:pt x="127531" y="649034"/>
                  </a:lnTo>
                  <a:lnTo>
                    <a:pt x="116903" y="649034"/>
                  </a:lnTo>
                  <a:lnTo>
                    <a:pt x="106276" y="649034"/>
                  </a:lnTo>
                  <a:lnTo>
                    <a:pt x="95648" y="649034"/>
                  </a:lnTo>
                  <a:lnTo>
                    <a:pt x="85020" y="649034"/>
                  </a:lnTo>
                  <a:lnTo>
                    <a:pt x="74393" y="649034"/>
                  </a:lnTo>
                  <a:lnTo>
                    <a:pt x="63765" y="649034"/>
                  </a:lnTo>
                  <a:lnTo>
                    <a:pt x="53138" y="649034"/>
                  </a:lnTo>
                  <a:lnTo>
                    <a:pt x="42510" y="649034"/>
                  </a:lnTo>
                  <a:lnTo>
                    <a:pt x="31882" y="649034"/>
                  </a:lnTo>
                  <a:lnTo>
                    <a:pt x="21255" y="649034"/>
                  </a:lnTo>
                  <a:lnTo>
                    <a:pt x="10627" y="649034"/>
                  </a:lnTo>
                  <a:lnTo>
                    <a:pt x="0" y="649034"/>
                  </a:lnTo>
                  <a:close/>
                </a:path>
              </a:pathLst>
            </a:custGeom>
            <a:solidFill>
              <a:srgbClr val="166534">
                <a:alpha val="87843"/>
              </a:srgbClr>
            </a:solidFill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15404306" y="4811989"/>
              <a:ext cx="2008616" cy="646076"/>
            </a:xfrm>
            <a:custGeom>
              <a:avLst/>
              <a:pathLst>
                <a:path w="2008616" h="646076">
                  <a:moveTo>
                    <a:pt x="0" y="646029"/>
                  </a:moveTo>
                  <a:lnTo>
                    <a:pt x="10627" y="645621"/>
                  </a:lnTo>
                  <a:lnTo>
                    <a:pt x="21255" y="645162"/>
                  </a:lnTo>
                  <a:lnTo>
                    <a:pt x="31882" y="644642"/>
                  </a:lnTo>
                  <a:lnTo>
                    <a:pt x="42510" y="644055"/>
                  </a:lnTo>
                  <a:lnTo>
                    <a:pt x="53138" y="643399"/>
                  </a:lnTo>
                  <a:lnTo>
                    <a:pt x="63765" y="642670"/>
                  </a:lnTo>
                  <a:lnTo>
                    <a:pt x="74393" y="641864"/>
                  </a:lnTo>
                  <a:lnTo>
                    <a:pt x="85020" y="640979"/>
                  </a:lnTo>
                  <a:lnTo>
                    <a:pt x="95648" y="640014"/>
                  </a:lnTo>
                  <a:lnTo>
                    <a:pt x="106276" y="638969"/>
                  </a:lnTo>
                  <a:lnTo>
                    <a:pt x="116903" y="637844"/>
                  </a:lnTo>
                  <a:lnTo>
                    <a:pt x="127531" y="636639"/>
                  </a:lnTo>
                  <a:lnTo>
                    <a:pt x="138158" y="635352"/>
                  </a:lnTo>
                  <a:lnTo>
                    <a:pt x="148786" y="633979"/>
                  </a:lnTo>
                  <a:lnTo>
                    <a:pt x="159414" y="632523"/>
                  </a:lnTo>
                  <a:lnTo>
                    <a:pt x="170041" y="630978"/>
                  </a:lnTo>
                  <a:lnTo>
                    <a:pt x="180669" y="629339"/>
                  </a:lnTo>
                  <a:lnTo>
                    <a:pt x="191296" y="627596"/>
                  </a:lnTo>
                  <a:lnTo>
                    <a:pt x="201924" y="625737"/>
                  </a:lnTo>
                  <a:lnTo>
                    <a:pt x="212552" y="623748"/>
                  </a:lnTo>
                  <a:lnTo>
                    <a:pt x="223179" y="621612"/>
                  </a:lnTo>
                  <a:lnTo>
                    <a:pt x="233807" y="619311"/>
                  </a:lnTo>
                  <a:lnTo>
                    <a:pt x="244434" y="616815"/>
                  </a:lnTo>
                  <a:lnTo>
                    <a:pt x="255062" y="614089"/>
                  </a:lnTo>
                  <a:lnTo>
                    <a:pt x="265690" y="611124"/>
                  </a:lnTo>
                  <a:lnTo>
                    <a:pt x="276317" y="607895"/>
                  </a:lnTo>
                  <a:lnTo>
                    <a:pt x="286945" y="604377"/>
                  </a:lnTo>
                  <a:lnTo>
                    <a:pt x="297572" y="600547"/>
                  </a:lnTo>
                  <a:lnTo>
                    <a:pt x="308200" y="596381"/>
                  </a:lnTo>
                  <a:lnTo>
                    <a:pt x="318828" y="591859"/>
                  </a:lnTo>
                  <a:lnTo>
                    <a:pt x="329455" y="586964"/>
                  </a:lnTo>
                  <a:lnTo>
                    <a:pt x="340083" y="581680"/>
                  </a:lnTo>
                  <a:lnTo>
                    <a:pt x="350710" y="575988"/>
                  </a:lnTo>
                  <a:lnTo>
                    <a:pt x="361338" y="569855"/>
                  </a:lnTo>
                  <a:lnTo>
                    <a:pt x="371966" y="563323"/>
                  </a:lnTo>
                  <a:lnTo>
                    <a:pt x="382593" y="556399"/>
                  </a:lnTo>
                  <a:lnTo>
                    <a:pt x="393221" y="549095"/>
                  </a:lnTo>
                  <a:lnTo>
                    <a:pt x="403848" y="541428"/>
                  </a:lnTo>
                  <a:lnTo>
                    <a:pt x="414476" y="533414"/>
                  </a:lnTo>
                  <a:lnTo>
                    <a:pt x="425104" y="525071"/>
                  </a:lnTo>
                  <a:lnTo>
                    <a:pt x="435731" y="516416"/>
                  </a:lnTo>
                  <a:lnTo>
                    <a:pt x="446359" y="507463"/>
                  </a:lnTo>
                  <a:lnTo>
                    <a:pt x="456986" y="498219"/>
                  </a:lnTo>
                  <a:lnTo>
                    <a:pt x="467614" y="488659"/>
                  </a:lnTo>
                  <a:lnTo>
                    <a:pt x="478242" y="478811"/>
                  </a:lnTo>
                  <a:lnTo>
                    <a:pt x="488869" y="468667"/>
                  </a:lnTo>
                  <a:lnTo>
                    <a:pt x="499497" y="458214"/>
                  </a:lnTo>
                  <a:lnTo>
                    <a:pt x="510124" y="447439"/>
                  </a:lnTo>
                  <a:lnTo>
                    <a:pt x="520752" y="436332"/>
                  </a:lnTo>
                  <a:lnTo>
                    <a:pt x="531380" y="424886"/>
                  </a:lnTo>
                  <a:lnTo>
                    <a:pt x="542007" y="413100"/>
                  </a:lnTo>
                  <a:lnTo>
                    <a:pt x="552635" y="400985"/>
                  </a:lnTo>
                  <a:lnTo>
                    <a:pt x="563262" y="388557"/>
                  </a:lnTo>
                  <a:lnTo>
                    <a:pt x="573890" y="375819"/>
                  </a:lnTo>
                  <a:lnTo>
                    <a:pt x="584518" y="362846"/>
                  </a:lnTo>
                  <a:lnTo>
                    <a:pt x="595145" y="349680"/>
                  </a:lnTo>
                  <a:lnTo>
                    <a:pt x="605773" y="336363"/>
                  </a:lnTo>
                  <a:lnTo>
                    <a:pt x="616400" y="322933"/>
                  </a:lnTo>
                  <a:lnTo>
                    <a:pt x="627028" y="309417"/>
                  </a:lnTo>
                  <a:lnTo>
                    <a:pt x="637656" y="295835"/>
                  </a:lnTo>
                  <a:lnTo>
                    <a:pt x="648283" y="282193"/>
                  </a:lnTo>
                  <a:lnTo>
                    <a:pt x="658911" y="268487"/>
                  </a:lnTo>
                  <a:lnTo>
                    <a:pt x="669538" y="254704"/>
                  </a:lnTo>
                  <a:lnTo>
                    <a:pt x="680166" y="240806"/>
                  </a:lnTo>
                  <a:lnTo>
                    <a:pt x="690794" y="226780"/>
                  </a:lnTo>
                  <a:lnTo>
                    <a:pt x="701421" y="212610"/>
                  </a:lnTo>
                  <a:lnTo>
                    <a:pt x="712049" y="198291"/>
                  </a:lnTo>
                  <a:lnTo>
                    <a:pt x="722677" y="183836"/>
                  </a:lnTo>
                  <a:lnTo>
                    <a:pt x="733304" y="169275"/>
                  </a:lnTo>
                  <a:lnTo>
                    <a:pt x="743932" y="154661"/>
                  </a:lnTo>
                  <a:lnTo>
                    <a:pt x="754559" y="140072"/>
                  </a:lnTo>
                  <a:lnTo>
                    <a:pt x="765187" y="125604"/>
                  </a:lnTo>
                  <a:lnTo>
                    <a:pt x="775815" y="111375"/>
                  </a:lnTo>
                  <a:lnTo>
                    <a:pt x="786442" y="97577"/>
                  </a:lnTo>
                  <a:lnTo>
                    <a:pt x="797070" y="84342"/>
                  </a:lnTo>
                  <a:lnTo>
                    <a:pt x="807697" y="71806"/>
                  </a:lnTo>
                  <a:lnTo>
                    <a:pt x="818325" y="60101"/>
                  </a:lnTo>
                  <a:lnTo>
                    <a:pt x="828953" y="49342"/>
                  </a:lnTo>
                  <a:lnTo>
                    <a:pt x="839580" y="39624"/>
                  </a:lnTo>
                  <a:lnTo>
                    <a:pt x="850208" y="31013"/>
                  </a:lnTo>
                  <a:lnTo>
                    <a:pt x="860835" y="23545"/>
                  </a:lnTo>
                  <a:lnTo>
                    <a:pt x="871463" y="17226"/>
                  </a:lnTo>
                  <a:lnTo>
                    <a:pt x="882091" y="12027"/>
                  </a:lnTo>
                  <a:lnTo>
                    <a:pt x="892718" y="7983"/>
                  </a:lnTo>
                  <a:lnTo>
                    <a:pt x="903346" y="4925"/>
                  </a:lnTo>
                  <a:lnTo>
                    <a:pt x="913973" y="2715"/>
                  </a:lnTo>
                  <a:lnTo>
                    <a:pt x="924601" y="1235"/>
                  </a:lnTo>
                  <a:lnTo>
                    <a:pt x="935229" y="367"/>
                  </a:lnTo>
                  <a:lnTo>
                    <a:pt x="945856" y="0"/>
                  </a:lnTo>
                  <a:lnTo>
                    <a:pt x="945856" y="0"/>
                  </a:lnTo>
                  <a:lnTo>
                    <a:pt x="956484" y="32"/>
                  </a:lnTo>
                  <a:lnTo>
                    <a:pt x="967111" y="385"/>
                  </a:lnTo>
                  <a:lnTo>
                    <a:pt x="977739" y="1001"/>
                  </a:lnTo>
                  <a:lnTo>
                    <a:pt x="988367" y="1852"/>
                  </a:lnTo>
                  <a:lnTo>
                    <a:pt x="998994" y="2967"/>
                  </a:lnTo>
                  <a:lnTo>
                    <a:pt x="1009622" y="4386"/>
                  </a:lnTo>
                  <a:lnTo>
                    <a:pt x="1020249" y="6173"/>
                  </a:lnTo>
                  <a:lnTo>
                    <a:pt x="1030877" y="8424"/>
                  </a:lnTo>
                  <a:lnTo>
                    <a:pt x="1041505" y="11248"/>
                  </a:lnTo>
                  <a:lnTo>
                    <a:pt x="1052132" y="14757"/>
                  </a:lnTo>
                  <a:lnTo>
                    <a:pt x="1062760" y="19063"/>
                  </a:lnTo>
                  <a:lnTo>
                    <a:pt x="1073387" y="24262"/>
                  </a:lnTo>
                  <a:lnTo>
                    <a:pt x="1084015" y="30433"/>
                  </a:lnTo>
                  <a:lnTo>
                    <a:pt x="1094643" y="37630"/>
                  </a:lnTo>
                  <a:lnTo>
                    <a:pt x="1105270" y="45946"/>
                  </a:lnTo>
                  <a:lnTo>
                    <a:pt x="1115898" y="55344"/>
                  </a:lnTo>
                  <a:lnTo>
                    <a:pt x="1126525" y="65712"/>
                  </a:lnTo>
                  <a:lnTo>
                    <a:pt x="1137153" y="76963"/>
                  </a:lnTo>
                  <a:lnTo>
                    <a:pt x="1147781" y="88991"/>
                  </a:lnTo>
                  <a:lnTo>
                    <a:pt x="1158408" y="101672"/>
                  </a:lnTo>
                  <a:lnTo>
                    <a:pt x="1169036" y="114872"/>
                  </a:lnTo>
                  <a:lnTo>
                    <a:pt x="1179663" y="128456"/>
                  </a:lnTo>
                  <a:lnTo>
                    <a:pt x="1190291" y="142291"/>
                  </a:lnTo>
                  <a:lnTo>
                    <a:pt x="1200919" y="156256"/>
                  </a:lnTo>
                  <a:lnTo>
                    <a:pt x="1211546" y="170238"/>
                  </a:lnTo>
                  <a:lnTo>
                    <a:pt x="1222174" y="184138"/>
                  </a:lnTo>
                  <a:lnTo>
                    <a:pt x="1232801" y="197900"/>
                  </a:lnTo>
                  <a:lnTo>
                    <a:pt x="1243429" y="211490"/>
                  </a:lnTo>
                  <a:lnTo>
                    <a:pt x="1254057" y="224891"/>
                  </a:lnTo>
                  <a:lnTo>
                    <a:pt x="1264684" y="238104"/>
                  </a:lnTo>
                  <a:lnTo>
                    <a:pt x="1275312" y="251137"/>
                  </a:lnTo>
                  <a:lnTo>
                    <a:pt x="1285939" y="264007"/>
                  </a:lnTo>
                  <a:lnTo>
                    <a:pt x="1296567" y="276731"/>
                  </a:lnTo>
                  <a:lnTo>
                    <a:pt x="1307195" y="289325"/>
                  </a:lnTo>
                  <a:lnTo>
                    <a:pt x="1317822" y="301793"/>
                  </a:lnTo>
                  <a:lnTo>
                    <a:pt x="1328450" y="314132"/>
                  </a:lnTo>
                  <a:lnTo>
                    <a:pt x="1339077" y="326341"/>
                  </a:lnTo>
                  <a:lnTo>
                    <a:pt x="1349705" y="338406"/>
                  </a:lnTo>
                  <a:lnTo>
                    <a:pt x="1360333" y="350306"/>
                  </a:lnTo>
                  <a:lnTo>
                    <a:pt x="1370960" y="362021"/>
                  </a:lnTo>
                  <a:lnTo>
                    <a:pt x="1381588" y="373528"/>
                  </a:lnTo>
                  <a:lnTo>
                    <a:pt x="1392215" y="384810"/>
                  </a:lnTo>
                  <a:lnTo>
                    <a:pt x="1402843" y="395850"/>
                  </a:lnTo>
                  <a:lnTo>
                    <a:pt x="1413471" y="406636"/>
                  </a:lnTo>
                  <a:lnTo>
                    <a:pt x="1424098" y="417152"/>
                  </a:lnTo>
                  <a:lnTo>
                    <a:pt x="1434726" y="427379"/>
                  </a:lnTo>
                  <a:lnTo>
                    <a:pt x="1445354" y="437337"/>
                  </a:lnTo>
                  <a:lnTo>
                    <a:pt x="1455981" y="447028"/>
                  </a:lnTo>
                  <a:lnTo>
                    <a:pt x="1466609" y="456452"/>
                  </a:lnTo>
                  <a:lnTo>
                    <a:pt x="1477236" y="465609"/>
                  </a:lnTo>
                  <a:lnTo>
                    <a:pt x="1487864" y="474501"/>
                  </a:lnTo>
                  <a:lnTo>
                    <a:pt x="1498492" y="483131"/>
                  </a:lnTo>
                  <a:lnTo>
                    <a:pt x="1509119" y="491500"/>
                  </a:lnTo>
                  <a:lnTo>
                    <a:pt x="1519747" y="499611"/>
                  </a:lnTo>
                  <a:lnTo>
                    <a:pt x="1530374" y="507463"/>
                  </a:lnTo>
                  <a:lnTo>
                    <a:pt x="1541002" y="515039"/>
                  </a:lnTo>
                  <a:lnTo>
                    <a:pt x="1551630" y="522370"/>
                  </a:lnTo>
                  <a:lnTo>
                    <a:pt x="1562257" y="529456"/>
                  </a:lnTo>
                  <a:lnTo>
                    <a:pt x="1572885" y="536299"/>
                  </a:lnTo>
                  <a:lnTo>
                    <a:pt x="1583512" y="542896"/>
                  </a:lnTo>
                  <a:lnTo>
                    <a:pt x="1594140" y="549246"/>
                  </a:lnTo>
                  <a:lnTo>
                    <a:pt x="1604768" y="555346"/>
                  </a:lnTo>
                  <a:lnTo>
                    <a:pt x="1615395" y="561190"/>
                  </a:lnTo>
                  <a:lnTo>
                    <a:pt x="1626023" y="566774"/>
                  </a:lnTo>
                  <a:lnTo>
                    <a:pt x="1636650" y="572095"/>
                  </a:lnTo>
                  <a:lnTo>
                    <a:pt x="1647278" y="577123"/>
                  </a:lnTo>
                  <a:lnTo>
                    <a:pt x="1657906" y="581892"/>
                  </a:lnTo>
                  <a:lnTo>
                    <a:pt x="1668533" y="586408"/>
                  </a:lnTo>
                  <a:lnTo>
                    <a:pt x="1679161" y="590683"/>
                  </a:lnTo>
                  <a:lnTo>
                    <a:pt x="1689788" y="594729"/>
                  </a:lnTo>
                  <a:lnTo>
                    <a:pt x="1700416" y="598561"/>
                  </a:lnTo>
                  <a:lnTo>
                    <a:pt x="1711044" y="602197"/>
                  </a:lnTo>
                  <a:lnTo>
                    <a:pt x="1721671" y="605655"/>
                  </a:lnTo>
                  <a:lnTo>
                    <a:pt x="1732299" y="608949"/>
                  </a:lnTo>
                  <a:lnTo>
                    <a:pt x="1742926" y="612096"/>
                  </a:lnTo>
                  <a:lnTo>
                    <a:pt x="1753554" y="615090"/>
                  </a:lnTo>
                  <a:lnTo>
                    <a:pt x="1764182" y="617952"/>
                  </a:lnTo>
                  <a:lnTo>
                    <a:pt x="1774809" y="620684"/>
                  </a:lnTo>
                  <a:lnTo>
                    <a:pt x="1785437" y="623280"/>
                  </a:lnTo>
                  <a:lnTo>
                    <a:pt x="1796064" y="625733"/>
                  </a:lnTo>
                  <a:lnTo>
                    <a:pt x="1806692" y="628035"/>
                  </a:lnTo>
                  <a:lnTo>
                    <a:pt x="1817320" y="630176"/>
                  </a:lnTo>
                  <a:lnTo>
                    <a:pt x="1827947" y="632146"/>
                  </a:lnTo>
                  <a:lnTo>
                    <a:pt x="1838575" y="633941"/>
                  </a:lnTo>
                  <a:lnTo>
                    <a:pt x="1849202" y="635557"/>
                  </a:lnTo>
                  <a:lnTo>
                    <a:pt x="1859830" y="636979"/>
                  </a:lnTo>
                  <a:lnTo>
                    <a:pt x="1870458" y="638233"/>
                  </a:lnTo>
                  <a:lnTo>
                    <a:pt x="1881085" y="639335"/>
                  </a:lnTo>
                  <a:lnTo>
                    <a:pt x="1891713" y="640299"/>
                  </a:lnTo>
                  <a:lnTo>
                    <a:pt x="1902340" y="641145"/>
                  </a:lnTo>
                  <a:lnTo>
                    <a:pt x="1912968" y="641889"/>
                  </a:lnTo>
                  <a:lnTo>
                    <a:pt x="1923596" y="642550"/>
                  </a:lnTo>
                  <a:lnTo>
                    <a:pt x="1934223" y="643144"/>
                  </a:lnTo>
                  <a:lnTo>
                    <a:pt x="1944851" y="643682"/>
                  </a:lnTo>
                  <a:lnTo>
                    <a:pt x="1955478" y="644175"/>
                  </a:lnTo>
                  <a:lnTo>
                    <a:pt x="1966106" y="644627"/>
                  </a:lnTo>
                  <a:lnTo>
                    <a:pt x="1976734" y="645044"/>
                  </a:lnTo>
                  <a:lnTo>
                    <a:pt x="1987361" y="645425"/>
                  </a:lnTo>
                  <a:lnTo>
                    <a:pt x="1997989" y="645770"/>
                  </a:lnTo>
                  <a:lnTo>
                    <a:pt x="2008616" y="646076"/>
                  </a:lnTo>
                </a:path>
              </a:pathLst>
            </a:custGeom>
            <a:ln w="758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15021712" y="5636554"/>
              <a:ext cx="2869452" cy="481706"/>
            </a:xfrm>
            <a:custGeom>
              <a:avLst/>
              <a:pathLst>
                <a:path w="2869452" h="481706">
                  <a:moveTo>
                    <a:pt x="0" y="478865"/>
                  </a:moveTo>
                  <a:lnTo>
                    <a:pt x="10627" y="478633"/>
                  </a:lnTo>
                  <a:lnTo>
                    <a:pt x="21255" y="478403"/>
                  </a:lnTo>
                  <a:lnTo>
                    <a:pt x="31882" y="478175"/>
                  </a:lnTo>
                  <a:lnTo>
                    <a:pt x="42510" y="477951"/>
                  </a:lnTo>
                  <a:lnTo>
                    <a:pt x="53138" y="477728"/>
                  </a:lnTo>
                  <a:lnTo>
                    <a:pt x="63765" y="477506"/>
                  </a:lnTo>
                  <a:lnTo>
                    <a:pt x="74393" y="477281"/>
                  </a:lnTo>
                  <a:lnTo>
                    <a:pt x="85020" y="477051"/>
                  </a:lnTo>
                  <a:lnTo>
                    <a:pt x="95648" y="476810"/>
                  </a:lnTo>
                  <a:lnTo>
                    <a:pt x="106276" y="476556"/>
                  </a:lnTo>
                  <a:lnTo>
                    <a:pt x="116903" y="476286"/>
                  </a:lnTo>
                  <a:lnTo>
                    <a:pt x="127531" y="475999"/>
                  </a:lnTo>
                  <a:lnTo>
                    <a:pt x="138158" y="475692"/>
                  </a:lnTo>
                  <a:lnTo>
                    <a:pt x="148786" y="475366"/>
                  </a:lnTo>
                  <a:lnTo>
                    <a:pt x="159414" y="475021"/>
                  </a:lnTo>
                  <a:lnTo>
                    <a:pt x="170041" y="474658"/>
                  </a:lnTo>
                  <a:lnTo>
                    <a:pt x="180669" y="474280"/>
                  </a:lnTo>
                  <a:lnTo>
                    <a:pt x="191296" y="473888"/>
                  </a:lnTo>
                  <a:lnTo>
                    <a:pt x="201924" y="473486"/>
                  </a:lnTo>
                  <a:lnTo>
                    <a:pt x="212552" y="473078"/>
                  </a:lnTo>
                  <a:lnTo>
                    <a:pt x="223179" y="472667"/>
                  </a:lnTo>
                  <a:lnTo>
                    <a:pt x="233807" y="472256"/>
                  </a:lnTo>
                  <a:lnTo>
                    <a:pt x="244434" y="471847"/>
                  </a:lnTo>
                  <a:lnTo>
                    <a:pt x="255062" y="471440"/>
                  </a:lnTo>
                  <a:lnTo>
                    <a:pt x="265690" y="471034"/>
                  </a:lnTo>
                  <a:lnTo>
                    <a:pt x="276317" y="470627"/>
                  </a:lnTo>
                  <a:lnTo>
                    <a:pt x="286945" y="470214"/>
                  </a:lnTo>
                  <a:lnTo>
                    <a:pt x="297572" y="469788"/>
                  </a:lnTo>
                  <a:lnTo>
                    <a:pt x="308200" y="469339"/>
                  </a:lnTo>
                  <a:lnTo>
                    <a:pt x="318828" y="468856"/>
                  </a:lnTo>
                  <a:lnTo>
                    <a:pt x="329455" y="468330"/>
                  </a:lnTo>
                  <a:lnTo>
                    <a:pt x="340083" y="467750"/>
                  </a:lnTo>
                  <a:lnTo>
                    <a:pt x="350710" y="467109"/>
                  </a:lnTo>
                  <a:lnTo>
                    <a:pt x="361338" y="466399"/>
                  </a:lnTo>
                  <a:lnTo>
                    <a:pt x="371966" y="465616"/>
                  </a:lnTo>
                  <a:lnTo>
                    <a:pt x="382593" y="464759"/>
                  </a:lnTo>
                  <a:lnTo>
                    <a:pt x="393221" y="463827"/>
                  </a:lnTo>
                  <a:lnTo>
                    <a:pt x="403848" y="462824"/>
                  </a:lnTo>
                  <a:lnTo>
                    <a:pt x="414476" y="461749"/>
                  </a:lnTo>
                  <a:lnTo>
                    <a:pt x="425104" y="460605"/>
                  </a:lnTo>
                  <a:lnTo>
                    <a:pt x="435731" y="459394"/>
                  </a:lnTo>
                  <a:lnTo>
                    <a:pt x="446359" y="458112"/>
                  </a:lnTo>
                  <a:lnTo>
                    <a:pt x="456986" y="456747"/>
                  </a:lnTo>
                  <a:lnTo>
                    <a:pt x="467614" y="455284"/>
                  </a:lnTo>
                  <a:lnTo>
                    <a:pt x="478242" y="453700"/>
                  </a:lnTo>
                  <a:lnTo>
                    <a:pt x="488869" y="451969"/>
                  </a:lnTo>
                  <a:lnTo>
                    <a:pt x="499497" y="450063"/>
                  </a:lnTo>
                  <a:lnTo>
                    <a:pt x="510124" y="447953"/>
                  </a:lnTo>
                  <a:lnTo>
                    <a:pt x="520752" y="445601"/>
                  </a:lnTo>
                  <a:lnTo>
                    <a:pt x="531380" y="442983"/>
                  </a:lnTo>
                  <a:lnTo>
                    <a:pt x="542007" y="440111"/>
                  </a:lnTo>
                  <a:lnTo>
                    <a:pt x="552635" y="436994"/>
                  </a:lnTo>
                  <a:lnTo>
                    <a:pt x="563262" y="433657"/>
                  </a:lnTo>
                  <a:lnTo>
                    <a:pt x="573890" y="430136"/>
                  </a:lnTo>
                  <a:lnTo>
                    <a:pt x="584518" y="426478"/>
                  </a:lnTo>
                  <a:lnTo>
                    <a:pt x="595145" y="422739"/>
                  </a:lnTo>
                  <a:lnTo>
                    <a:pt x="605773" y="418978"/>
                  </a:lnTo>
                  <a:lnTo>
                    <a:pt x="616400" y="415256"/>
                  </a:lnTo>
                  <a:lnTo>
                    <a:pt x="627028" y="411633"/>
                  </a:lnTo>
                  <a:lnTo>
                    <a:pt x="637656" y="408168"/>
                  </a:lnTo>
                  <a:lnTo>
                    <a:pt x="648283" y="404876"/>
                  </a:lnTo>
                  <a:lnTo>
                    <a:pt x="658911" y="401768"/>
                  </a:lnTo>
                  <a:lnTo>
                    <a:pt x="669538" y="398834"/>
                  </a:lnTo>
                  <a:lnTo>
                    <a:pt x="680166" y="396050"/>
                  </a:lnTo>
                  <a:lnTo>
                    <a:pt x="690794" y="393378"/>
                  </a:lnTo>
                  <a:lnTo>
                    <a:pt x="701421" y="390768"/>
                  </a:lnTo>
                  <a:lnTo>
                    <a:pt x="712049" y="388163"/>
                  </a:lnTo>
                  <a:lnTo>
                    <a:pt x="722677" y="385497"/>
                  </a:lnTo>
                  <a:lnTo>
                    <a:pt x="733304" y="382703"/>
                  </a:lnTo>
                  <a:lnTo>
                    <a:pt x="743932" y="379695"/>
                  </a:lnTo>
                  <a:lnTo>
                    <a:pt x="754559" y="376430"/>
                  </a:lnTo>
                  <a:lnTo>
                    <a:pt x="765187" y="372864"/>
                  </a:lnTo>
                  <a:lnTo>
                    <a:pt x="775815" y="368962"/>
                  </a:lnTo>
                  <a:lnTo>
                    <a:pt x="786442" y="364698"/>
                  </a:lnTo>
                  <a:lnTo>
                    <a:pt x="797070" y="360058"/>
                  </a:lnTo>
                  <a:lnTo>
                    <a:pt x="807697" y="355040"/>
                  </a:lnTo>
                  <a:lnTo>
                    <a:pt x="818325" y="349651"/>
                  </a:lnTo>
                  <a:lnTo>
                    <a:pt x="828953" y="343908"/>
                  </a:lnTo>
                  <a:lnTo>
                    <a:pt x="839580" y="337834"/>
                  </a:lnTo>
                  <a:lnTo>
                    <a:pt x="850208" y="331443"/>
                  </a:lnTo>
                  <a:lnTo>
                    <a:pt x="860835" y="324816"/>
                  </a:lnTo>
                  <a:lnTo>
                    <a:pt x="871463" y="318000"/>
                  </a:lnTo>
                  <a:lnTo>
                    <a:pt x="882091" y="311048"/>
                  </a:lnTo>
                  <a:lnTo>
                    <a:pt x="892718" y="304011"/>
                  </a:lnTo>
                  <a:lnTo>
                    <a:pt x="903346" y="296940"/>
                  </a:lnTo>
                  <a:lnTo>
                    <a:pt x="913973" y="289882"/>
                  </a:lnTo>
                  <a:lnTo>
                    <a:pt x="924601" y="282882"/>
                  </a:lnTo>
                  <a:lnTo>
                    <a:pt x="935229" y="275976"/>
                  </a:lnTo>
                  <a:lnTo>
                    <a:pt x="945856" y="269195"/>
                  </a:lnTo>
                  <a:lnTo>
                    <a:pt x="956484" y="262580"/>
                  </a:lnTo>
                  <a:lnTo>
                    <a:pt x="967111" y="256127"/>
                  </a:lnTo>
                  <a:lnTo>
                    <a:pt x="977739" y="249835"/>
                  </a:lnTo>
                  <a:lnTo>
                    <a:pt x="988367" y="243699"/>
                  </a:lnTo>
                  <a:lnTo>
                    <a:pt x="998994" y="237706"/>
                  </a:lnTo>
                  <a:lnTo>
                    <a:pt x="1009622" y="231838"/>
                  </a:lnTo>
                  <a:lnTo>
                    <a:pt x="1020249" y="226075"/>
                  </a:lnTo>
                  <a:lnTo>
                    <a:pt x="1030877" y="220392"/>
                  </a:lnTo>
                  <a:lnTo>
                    <a:pt x="1041505" y="214765"/>
                  </a:lnTo>
                  <a:lnTo>
                    <a:pt x="1052132" y="209172"/>
                  </a:lnTo>
                  <a:lnTo>
                    <a:pt x="1062760" y="203591"/>
                  </a:lnTo>
                  <a:lnTo>
                    <a:pt x="1073387" y="198001"/>
                  </a:lnTo>
                  <a:lnTo>
                    <a:pt x="1084015" y="192390"/>
                  </a:lnTo>
                  <a:lnTo>
                    <a:pt x="1094643" y="186744"/>
                  </a:lnTo>
                  <a:lnTo>
                    <a:pt x="1105270" y="181055"/>
                  </a:lnTo>
                  <a:lnTo>
                    <a:pt x="1115898" y="175310"/>
                  </a:lnTo>
                  <a:lnTo>
                    <a:pt x="1126525" y="169497"/>
                  </a:lnTo>
                  <a:lnTo>
                    <a:pt x="1137153" y="163600"/>
                  </a:lnTo>
                  <a:lnTo>
                    <a:pt x="1147781" y="157598"/>
                  </a:lnTo>
                  <a:lnTo>
                    <a:pt x="1158408" y="151469"/>
                  </a:lnTo>
                  <a:lnTo>
                    <a:pt x="1169036" y="145163"/>
                  </a:lnTo>
                  <a:lnTo>
                    <a:pt x="1179663" y="138660"/>
                  </a:lnTo>
                  <a:lnTo>
                    <a:pt x="1190291" y="131933"/>
                  </a:lnTo>
                  <a:lnTo>
                    <a:pt x="1200919" y="124959"/>
                  </a:lnTo>
                  <a:lnTo>
                    <a:pt x="1211546" y="117721"/>
                  </a:lnTo>
                  <a:lnTo>
                    <a:pt x="1222174" y="110213"/>
                  </a:lnTo>
                  <a:lnTo>
                    <a:pt x="1232801" y="102444"/>
                  </a:lnTo>
                  <a:lnTo>
                    <a:pt x="1243429" y="94440"/>
                  </a:lnTo>
                  <a:lnTo>
                    <a:pt x="1254057" y="86246"/>
                  </a:lnTo>
                  <a:lnTo>
                    <a:pt x="1264684" y="77926"/>
                  </a:lnTo>
                  <a:lnTo>
                    <a:pt x="1275312" y="69573"/>
                  </a:lnTo>
                  <a:lnTo>
                    <a:pt x="1285939" y="61310"/>
                  </a:lnTo>
                  <a:lnTo>
                    <a:pt x="1296567" y="53253"/>
                  </a:lnTo>
                  <a:lnTo>
                    <a:pt x="1307195" y="45521"/>
                  </a:lnTo>
                  <a:lnTo>
                    <a:pt x="1317822" y="38227"/>
                  </a:lnTo>
                  <a:lnTo>
                    <a:pt x="1328450" y="31471"/>
                  </a:lnTo>
                  <a:lnTo>
                    <a:pt x="1339077" y="25335"/>
                  </a:lnTo>
                  <a:lnTo>
                    <a:pt x="1349705" y="19881"/>
                  </a:lnTo>
                  <a:lnTo>
                    <a:pt x="1360333" y="15141"/>
                  </a:lnTo>
                  <a:lnTo>
                    <a:pt x="1370960" y="11124"/>
                  </a:lnTo>
                  <a:lnTo>
                    <a:pt x="1381588" y="7863"/>
                  </a:lnTo>
                  <a:lnTo>
                    <a:pt x="1392215" y="5282"/>
                  </a:lnTo>
                  <a:lnTo>
                    <a:pt x="1402843" y="3294"/>
                  </a:lnTo>
                  <a:lnTo>
                    <a:pt x="1413471" y="1833"/>
                  </a:lnTo>
                  <a:lnTo>
                    <a:pt x="1424098" y="837"/>
                  </a:lnTo>
                  <a:lnTo>
                    <a:pt x="1434726" y="244"/>
                  </a:lnTo>
                  <a:lnTo>
                    <a:pt x="1445354" y="0"/>
                  </a:lnTo>
                  <a:lnTo>
                    <a:pt x="1455981" y="55"/>
                  </a:lnTo>
                  <a:lnTo>
                    <a:pt x="1466609" y="370"/>
                  </a:lnTo>
                  <a:lnTo>
                    <a:pt x="1477236" y="905"/>
                  </a:lnTo>
                  <a:lnTo>
                    <a:pt x="1487864" y="1639"/>
                  </a:lnTo>
                  <a:lnTo>
                    <a:pt x="1498492" y="2530"/>
                  </a:lnTo>
                  <a:lnTo>
                    <a:pt x="1509119" y="3542"/>
                  </a:lnTo>
                  <a:lnTo>
                    <a:pt x="1519747" y="4647"/>
                  </a:lnTo>
                  <a:lnTo>
                    <a:pt x="1530374" y="5826"/>
                  </a:lnTo>
                  <a:lnTo>
                    <a:pt x="1541002" y="7066"/>
                  </a:lnTo>
                  <a:lnTo>
                    <a:pt x="1551630" y="8363"/>
                  </a:lnTo>
                  <a:lnTo>
                    <a:pt x="1562257" y="9727"/>
                  </a:lnTo>
                  <a:lnTo>
                    <a:pt x="1572885" y="11179"/>
                  </a:lnTo>
                  <a:lnTo>
                    <a:pt x="1583512" y="12755"/>
                  </a:lnTo>
                  <a:lnTo>
                    <a:pt x="1594140" y="14514"/>
                  </a:lnTo>
                  <a:lnTo>
                    <a:pt x="1604768" y="16530"/>
                  </a:lnTo>
                  <a:lnTo>
                    <a:pt x="1615395" y="18851"/>
                  </a:lnTo>
                  <a:lnTo>
                    <a:pt x="1626023" y="21541"/>
                  </a:lnTo>
                  <a:lnTo>
                    <a:pt x="1636650" y="24655"/>
                  </a:lnTo>
                  <a:lnTo>
                    <a:pt x="1647278" y="28241"/>
                  </a:lnTo>
                  <a:lnTo>
                    <a:pt x="1657906" y="32337"/>
                  </a:lnTo>
                  <a:lnTo>
                    <a:pt x="1668533" y="36966"/>
                  </a:lnTo>
                  <a:lnTo>
                    <a:pt x="1679161" y="42139"/>
                  </a:lnTo>
                  <a:lnTo>
                    <a:pt x="1689788" y="47854"/>
                  </a:lnTo>
                  <a:lnTo>
                    <a:pt x="1700416" y="54116"/>
                  </a:lnTo>
                  <a:lnTo>
                    <a:pt x="1711044" y="60904"/>
                  </a:lnTo>
                  <a:lnTo>
                    <a:pt x="1721671" y="68133"/>
                  </a:lnTo>
                  <a:lnTo>
                    <a:pt x="1732299" y="75748"/>
                  </a:lnTo>
                  <a:lnTo>
                    <a:pt x="1742926" y="83687"/>
                  </a:lnTo>
                  <a:lnTo>
                    <a:pt x="1753554" y="91881"/>
                  </a:lnTo>
                  <a:lnTo>
                    <a:pt x="1764182" y="100256"/>
                  </a:lnTo>
                  <a:lnTo>
                    <a:pt x="1774809" y="108735"/>
                  </a:lnTo>
                  <a:lnTo>
                    <a:pt x="1785437" y="117238"/>
                  </a:lnTo>
                  <a:lnTo>
                    <a:pt x="1796064" y="125689"/>
                  </a:lnTo>
                  <a:lnTo>
                    <a:pt x="1806692" y="134007"/>
                  </a:lnTo>
                  <a:lnTo>
                    <a:pt x="1817320" y="142109"/>
                  </a:lnTo>
                  <a:lnTo>
                    <a:pt x="1827947" y="149959"/>
                  </a:lnTo>
                  <a:lnTo>
                    <a:pt x="1838575" y="157527"/>
                  </a:lnTo>
                  <a:lnTo>
                    <a:pt x="1849202" y="164798"/>
                  </a:lnTo>
                  <a:lnTo>
                    <a:pt x="1859830" y="171774"/>
                  </a:lnTo>
                  <a:lnTo>
                    <a:pt x="1870458" y="178471"/>
                  </a:lnTo>
                  <a:lnTo>
                    <a:pt x="1881085" y="184916"/>
                  </a:lnTo>
                  <a:lnTo>
                    <a:pt x="1891713" y="191148"/>
                  </a:lnTo>
                  <a:lnTo>
                    <a:pt x="1902340" y="197207"/>
                  </a:lnTo>
                  <a:lnTo>
                    <a:pt x="1912968" y="203137"/>
                  </a:lnTo>
                  <a:lnTo>
                    <a:pt x="1923596" y="208979"/>
                  </a:lnTo>
                  <a:lnTo>
                    <a:pt x="1934223" y="214778"/>
                  </a:lnTo>
                  <a:lnTo>
                    <a:pt x="1944851" y="220562"/>
                  </a:lnTo>
                  <a:lnTo>
                    <a:pt x="1955478" y="226354"/>
                  </a:lnTo>
                  <a:lnTo>
                    <a:pt x="1966106" y="232168"/>
                  </a:lnTo>
                  <a:lnTo>
                    <a:pt x="1976734" y="238020"/>
                  </a:lnTo>
                  <a:lnTo>
                    <a:pt x="1987361" y="243921"/>
                  </a:lnTo>
                  <a:lnTo>
                    <a:pt x="1997989" y="249882"/>
                  </a:lnTo>
                  <a:lnTo>
                    <a:pt x="2008616" y="255915"/>
                  </a:lnTo>
                  <a:lnTo>
                    <a:pt x="2019244" y="262032"/>
                  </a:lnTo>
                  <a:lnTo>
                    <a:pt x="2029872" y="268258"/>
                  </a:lnTo>
                  <a:lnTo>
                    <a:pt x="2040499" y="274590"/>
                  </a:lnTo>
                  <a:lnTo>
                    <a:pt x="2051127" y="281031"/>
                  </a:lnTo>
                  <a:lnTo>
                    <a:pt x="2061754" y="287578"/>
                  </a:lnTo>
                  <a:lnTo>
                    <a:pt x="2072382" y="294218"/>
                  </a:lnTo>
                  <a:lnTo>
                    <a:pt x="2083010" y="300930"/>
                  </a:lnTo>
                  <a:lnTo>
                    <a:pt x="2093637" y="307686"/>
                  </a:lnTo>
                  <a:lnTo>
                    <a:pt x="2104265" y="314448"/>
                  </a:lnTo>
                  <a:lnTo>
                    <a:pt x="2114892" y="321174"/>
                  </a:lnTo>
                  <a:lnTo>
                    <a:pt x="2125520" y="327817"/>
                  </a:lnTo>
                  <a:lnTo>
                    <a:pt x="2136148" y="334310"/>
                  </a:lnTo>
                  <a:lnTo>
                    <a:pt x="2146775" y="340617"/>
                  </a:lnTo>
                  <a:lnTo>
                    <a:pt x="2157403" y="346704"/>
                  </a:lnTo>
                  <a:lnTo>
                    <a:pt x="2168031" y="352542"/>
                  </a:lnTo>
                  <a:lnTo>
                    <a:pt x="2178658" y="358111"/>
                  </a:lnTo>
                  <a:lnTo>
                    <a:pt x="2189286" y="363400"/>
                  </a:lnTo>
                  <a:lnTo>
                    <a:pt x="2199913" y="368411"/>
                  </a:lnTo>
                  <a:lnTo>
                    <a:pt x="2210541" y="373150"/>
                  </a:lnTo>
                  <a:lnTo>
                    <a:pt x="2221169" y="377636"/>
                  </a:lnTo>
                  <a:lnTo>
                    <a:pt x="2231796" y="381892"/>
                  </a:lnTo>
                  <a:lnTo>
                    <a:pt x="2242424" y="385933"/>
                  </a:lnTo>
                  <a:lnTo>
                    <a:pt x="2253051" y="389816"/>
                  </a:lnTo>
                  <a:lnTo>
                    <a:pt x="2263679" y="393579"/>
                  </a:lnTo>
                  <a:lnTo>
                    <a:pt x="2274307" y="397256"/>
                  </a:lnTo>
                  <a:lnTo>
                    <a:pt x="2284934" y="400875"/>
                  </a:lnTo>
                  <a:lnTo>
                    <a:pt x="2295562" y="404457"/>
                  </a:lnTo>
                  <a:lnTo>
                    <a:pt x="2306189" y="408018"/>
                  </a:lnTo>
                  <a:lnTo>
                    <a:pt x="2316817" y="411560"/>
                  </a:lnTo>
                  <a:lnTo>
                    <a:pt x="2327445" y="415079"/>
                  </a:lnTo>
                  <a:lnTo>
                    <a:pt x="2338072" y="418558"/>
                  </a:lnTo>
                  <a:lnTo>
                    <a:pt x="2348700" y="421964"/>
                  </a:lnTo>
                  <a:lnTo>
                    <a:pt x="2359327" y="425265"/>
                  </a:lnTo>
                  <a:lnTo>
                    <a:pt x="2369955" y="428426"/>
                  </a:lnTo>
                  <a:lnTo>
                    <a:pt x="2380583" y="431416"/>
                  </a:lnTo>
                  <a:lnTo>
                    <a:pt x="2391210" y="434205"/>
                  </a:lnTo>
                  <a:lnTo>
                    <a:pt x="2401838" y="436774"/>
                  </a:lnTo>
                  <a:lnTo>
                    <a:pt x="2412465" y="439111"/>
                  </a:lnTo>
                  <a:lnTo>
                    <a:pt x="2423093" y="441216"/>
                  </a:lnTo>
                  <a:lnTo>
                    <a:pt x="2433721" y="443098"/>
                  </a:lnTo>
                  <a:lnTo>
                    <a:pt x="2444348" y="444778"/>
                  </a:lnTo>
                  <a:lnTo>
                    <a:pt x="2454976" y="446275"/>
                  </a:lnTo>
                  <a:lnTo>
                    <a:pt x="2465603" y="447639"/>
                  </a:lnTo>
                  <a:lnTo>
                    <a:pt x="2476231" y="448915"/>
                  </a:lnTo>
                  <a:lnTo>
                    <a:pt x="2486859" y="450138"/>
                  </a:lnTo>
                  <a:lnTo>
                    <a:pt x="2497486" y="451341"/>
                  </a:lnTo>
                  <a:lnTo>
                    <a:pt x="2508114" y="452548"/>
                  </a:lnTo>
                  <a:lnTo>
                    <a:pt x="2518741" y="453776"/>
                  </a:lnTo>
                  <a:lnTo>
                    <a:pt x="2529369" y="455035"/>
                  </a:lnTo>
                  <a:lnTo>
                    <a:pt x="2539997" y="456328"/>
                  </a:lnTo>
                  <a:lnTo>
                    <a:pt x="2550624" y="457648"/>
                  </a:lnTo>
                  <a:lnTo>
                    <a:pt x="2561252" y="458988"/>
                  </a:lnTo>
                  <a:lnTo>
                    <a:pt x="2571879" y="460330"/>
                  </a:lnTo>
                  <a:lnTo>
                    <a:pt x="2582507" y="461660"/>
                  </a:lnTo>
                  <a:lnTo>
                    <a:pt x="2593135" y="462963"/>
                  </a:lnTo>
                  <a:lnTo>
                    <a:pt x="2603762" y="464227"/>
                  </a:lnTo>
                  <a:lnTo>
                    <a:pt x="2614390" y="465443"/>
                  </a:lnTo>
                  <a:lnTo>
                    <a:pt x="2625017" y="466603"/>
                  </a:lnTo>
                  <a:lnTo>
                    <a:pt x="2635645" y="467703"/>
                  </a:lnTo>
                  <a:lnTo>
                    <a:pt x="2646273" y="468739"/>
                  </a:lnTo>
                  <a:lnTo>
                    <a:pt x="2656900" y="469709"/>
                  </a:lnTo>
                  <a:lnTo>
                    <a:pt x="2667528" y="470611"/>
                  </a:lnTo>
                  <a:lnTo>
                    <a:pt x="2678155" y="471443"/>
                  </a:lnTo>
                  <a:lnTo>
                    <a:pt x="2688783" y="472212"/>
                  </a:lnTo>
                  <a:lnTo>
                    <a:pt x="2699411" y="472920"/>
                  </a:lnTo>
                  <a:lnTo>
                    <a:pt x="2710038" y="473568"/>
                  </a:lnTo>
                  <a:lnTo>
                    <a:pt x="2720666" y="474159"/>
                  </a:lnTo>
                  <a:lnTo>
                    <a:pt x="2731293" y="474695"/>
                  </a:lnTo>
                  <a:lnTo>
                    <a:pt x="2741921" y="475182"/>
                  </a:lnTo>
                  <a:lnTo>
                    <a:pt x="2752549" y="475622"/>
                  </a:lnTo>
                  <a:lnTo>
                    <a:pt x="2763176" y="476022"/>
                  </a:lnTo>
                  <a:lnTo>
                    <a:pt x="2773804" y="476385"/>
                  </a:lnTo>
                  <a:lnTo>
                    <a:pt x="2784431" y="476717"/>
                  </a:lnTo>
                  <a:lnTo>
                    <a:pt x="2795059" y="477027"/>
                  </a:lnTo>
                  <a:lnTo>
                    <a:pt x="2805687" y="477320"/>
                  </a:lnTo>
                  <a:lnTo>
                    <a:pt x="2816314" y="477601"/>
                  </a:lnTo>
                  <a:lnTo>
                    <a:pt x="2826942" y="477875"/>
                  </a:lnTo>
                  <a:lnTo>
                    <a:pt x="2837569" y="478143"/>
                  </a:lnTo>
                  <a:lnTo>
                    <a:pt x="2848197" y="478410"/>
                  </a:lnTo>
                  <a:lnTo>
                    <a:pt x="2858825" y="478676"/>
                  </a:lnTo>
                  <a:lnTo>
                    <a:pt x="2869452" y="478941"/>
                  </a:lnTo>
                  <a:lnTo>
                    <a:pt x="2869452" y="481706"/>
                  </a:lnTo>
                  <a:lnTo>
                    <a:pt x="2858825" y="481706"/>
                  </a:lnTo>
                  <a:lnTo>
                    <a:pt x="2848197" y="481706"/>
                  </a:lnTo>
                  <a:lnTo>
                    <a:pt x="2837569" y="481706"/>
                  </a:lnTo>
                  <a:lnTo>
                    <a:pt x="2826942" y="481706"/>
                  </a:lnTo>
                  <a:lnTo>
                    <a:pt x="2816314" y="481706"/>
                  </a:lnTo>
                  <a:lnTo>
                    <a:pt x="2805687" y="481706"/>
                  </a:lnTo>
                  <a:lnTo>
                    <a:pt x="2795059" y="481706"/>
                  </a:lnTo>
                  <a:lnTo>
                    <a:pt x="2784431" y="481706"/>
                  </a:lnTo>
                  <a:lnTo>
                    <a:pt x="2773804" y="481706"/>
                  </a:lnTo>
                  <a:lnTo>
                    <a:pt x="2763176" y="481706"/>
                  </a:lnTo>
                  <a:lnTo>
                    <a:pt x="2752549" y="481706"/>
                  </a:lnTo>
                  <a:lnTo>
                    <a:pt x="2741921" y="481706"/>
                  </a:lnTo>
                  <a:lnTo>
                    <a:pt x="2731293" y="481706"/>
                  </a:lnTo>
                  <a:lnTo>
                    <a:pt x="2720666" y="481706"/>
                  </a:lnTo>
                  <a:lnTo>
                    <a:pt x="2710038" y="481706"/>
                  </a:lnTo>
                  <a:lnTo>
                    <a:pt x="2699411" y="481706"/>
                  </a:lnTo>
                  <a:lnTo>
                    <a:pt x="2688783" y="481706"/>
                  </a:lnTo>
                  <a:lnTo>
                    <a:pt x="2678155" y="481706"/>
                  </a:lnTo>
                  <a:lnTo>
                    <a:pt x="2667528" y="481706"/>
                  </a:lnTo>
                  <a:lnTo>
                    <a:pt x="2656900" y="481706"/>
                  </a:lnTo>
                  <a:lnTo>
                    <a:pt x="2646273" y="481706"/>
                  </a:lnTo>
                  <a:lnTo>
                    <a:pt x="2635645" y="481706"/>
                  </a:lnTo>
                  <a:lnTo>
                    <a:pt x="2625017" y="481706"/>
                  </a:lnTo>
                  <a:lnTo>
                    <a:pt x="2614390" y="481706"/>
                  </a:lnTo>
                  <a:lnTo>
                    <a:pt x="2603762" y="481706"/>
                  </a:lnTo>
                  <a:lnTo>
                    <a:pt x="2593135" y="481706"/>
                  </a:lnTo>
                  <a:lnTo>
                    <a:pt x="2582507" y="481706"/>
                  </a:lnTo>
                  <a:lnTo>
                    <a:pt x="2571879" y="481706"/>
                  </a:lnTo>
                  <a:lnTo>
                    <a:pt x="2561252" y="481706"/>
                  </a:lnTo>
                  <a:lnTo>
                    <a:pt x="2550624" y="481706"/>
                  </a:lnTo>
                  <a:lnTo>
                    <a:pt x="2539997" y="481706"/>
                  </a:lnTo>
                  <a:lnTo>
                    <a:pt x="2529369" y="481706"/>
                  </a:lnTo>
                  <a:lnTo>
                    <a:pt x="2518741" y="481706"/>
                  </a:lnTo>
                  <a:lnTo>
                    <a:pt x="2508114" y="481706"/>
                  </a:lnTo>
                  <a:lnTo>
                    <a:pt x="2497486" y="481706"/>
                  </a:lnTo>
                  <a:lnTo>
                    <a:pt x="2486859" y="481706"/>
                  </a:lnTo>
                  <a:lnTo>
                    <a:pt x="2476231" y="481706"/>
                  </a:lnTo>
                  <a:lnTo>
                    <a:pt x="2465603" y="481706"/>
                  </a:lnTo>
                  <a:lnTo>
                    <a:pt x="2454976" y="481706"/>
                  </a:lnTo>
                  <a:lnTo>
                    <a:pt x="2444348" y="481706"/>
                  </a:lnTo>
                  <a:lnTo>
                    <a:pt x="2433721" y="481706"/>
                  </a:lnTo>
                  <a:lnTo>
                    <a:pt x="2423093" y="481706"/>
                  </a:lnTo>
                  <a:lnTo>
                    <a:pt x="2412465" y="481706"/>
                  </a:lnTo>
                  <a:lnTo>
                    <a:pt x="2401838" y="481706"/>
                  </a:lnTo>
                  <a:lnTo>
                    <a:pt x="2391210" y="481706"/>
                  </a:lnTo>
                  <a:lnTo>
                    <a:pt x="2380583" y="481706"/>
                  </a:lnTo>
                  <a:lnTo>
                    <a:pt x="2369955" y="481706"/>
                  </a:lnTo>
                  <a:lnTo>
                    <a:pt x="2359327" y="481706"/>
                  </a:lnTo>
                  <a:lnTo>
                    <a:pt x="2348700" y="481706"/>
                  </a:lnTo>
                  <a:lnTo>
                    <a:pt x="2338072" y="481706"/>
                  </a:lnTo>
                  <a:lnTo>
                    <a:pt x="2327445" y="481706"/>
                  </a:lnTo>
                  <a:lnTo>
                    <a:pt x="2316817" y="481706"/>
                  </a:lnTo>
                  <a:lnTo>
                    <a:pt x="2306189" y="481706"/>
                  </a:lnTo>
                  <a:lnTo>
                    <a:pt x="2295562" y="481706"/>
                  </a:lnTo>
                  <a:lnTo>
                    <a:pt x="2284934" y="481706"/>
                  </a:lnTo>
                  <a:lnTo>
                    <a:pt x="2274307" y="481706"/>
                  </a:lnTo>
                  <a:lnTo>
                    <a:pt x="2263679" y="481706"/>
                  </a:lnTo>
                  <a:lnTo>
                    <a:pt x="2253051" y="481706"/>
                  </a:lnTo>
                  <a:lnTo>
                    <a:pt x="2242424" y="481706"/>
                  </a:lnTo>
                  <a:lnTo>
                    <a:pt x="2231796" y="481706"/>
                  </a:lnTo>
                  <a:lnTo>
                    <a:pt x="2221169" y="481706"/>
                  </a:lnTo>
                  <a:lnTo>
                    <a:pt x="2210541" y="481706"/>
                  </a:lnTo>
                  <a:lnTo>
                    <a:pt x="2199913" y="481706"/>
                  </a:lnTo>
                  <a:lnTo>
                    <a:pt x="2189286" y="481706"/>
                  </a:lnTo>
                  <a:lnTo>
                    <a:pt x="2178658" y="481706"/>
                  </a:lnTo>
                  <a:lnTo>
                    <a:pt x="2168031" y="481706"/>
                  </a:lnTo>
                  <a:lnTo>
                    <a:pt x="2157403" y="481706"/>
                  </a:lnTo>
                  <a:lnTo>
                    <a:pt x="2146775" y="481706"/>
                  </a:lnTo>
                  <a:lnTo>
                    <a:pt x="2136148" y="481706"/>
                  </a:lnTo>
                  <a:lnTo>
                    <a:pt x="2125520" y="481706"/>
                  </a:lnTo>
                  <a:lnTo>
                    <a:pt x="2114892" y="481706"/>
                  </a:lnTo>
                  <a:lnTo>
                    <a:pt x="2104265" y="481706"/>
                  </a:lnTo>
                  <a:lnTo>
                    <a:pt x="2093637" y="481706"/>
                  </a:lnTo>
                  <a:lnTo>
                    <a:pt x="2083010" y="481706"/>
                  </a:lnTo>
                  <a:lnTo>
                    <a:pt x="2072382" y="481706"/>
                  </a:lnTo>
                  <a:lnTo>
                    <a:pt x="2061754" y="481706"/>
                  </a:lnTo>
                  <a:lnTo>
                    <a:pt x="2051127" y="481706"/>
                  </a:lnTo>
                  <a:lnTo>
                    <a:pt x="2040499" y="481706"/>
                  </a:lnTo>
                  <a:lnTo>
                    <a:pt x="2029872" y="481706"/>
                  </a:lnTo>
                  <a:lnTo>
                    <a:pt x="2019244" y="481706"/>
                  </a:lnTo>
                  <a:lnTo>
                    <a:pt x="2008616" y="481706"/>
                  </a:lnTo>
                  <a:lnTo>
                    <a:pt x="1997989" y="481706"/>
                  </a:lnTo>
                  <a:lnTo>
                    <a:pt x="1987361" y="481706"/>
                  </a:lnTo>
                  <a:lnTo>
                    <a:pt x="1976734" y="481706"/>
                  </a:lnTo>
                  <a:lnTo>
                    <a:pt x="1966106" y="481706"/>
                  </a:lnTo>
                  <a:lnTo>
                    <a:pt x="1955478" y="481706"/>
                  </a:lnTo>
                  <a:lnTo>
                    <a:pt x="1944851" y="481706"/>
                  </a:lnTo>
                  <a:lnTo>
                    <a:pt x="1934223" y="481706"/>
                  </a:lnTo>
                  <a:lnTo>
                    <a:pt x="1923596" y="481706"/>
                  </a:lnTo>
                  <a:lnTo>
                    <a:pt x="1912968" y="481706"/>
                  </a:lnTo>
                  <a:lnTo>
                    <a:pt x="1902340" y="481706"/>
                  </a:lnTo>
                  <a:lnTo>
                    <a:pt x="1891713" y="481706"/>
                  </a:lnTo>
                  <a:lnTo>
                    <a:pt x="1881085" y="481706"/>
                  </a:lnTo>
                  <a:lnTo>
                    <a:pt x="1870458" y="481706"/>
                  </a:lnTo>
                  <a:lnTo>
                    <a:pt x="1859830" y="481706"/>
                  </a:lnTo>
                  <a:lnTo>
                    <a:pt x="1849202" y="481706"/>
                  </a:lnTo>
                  <a:lnTo>
                    <a:pt x="1838575" y="481706"/>
                  </a:lnTo>
                  <a:lnTo>
                    <a:pt x="1827947" y="481706"/>
                  </a:lnTo>
                  <a:lnTo>
                    <a:pt x="1817320" y="481706"/>
                  </a:lnTo>
                  <a:lnTo>
                    <a:pt x="1806692" y="481706"/>
                  </a:lnTo>
                  <a:lnTo>
                    <a:pt x="1796064" y="481706"/>
                  </a:lnTo>
                  <a:lnTo>
                    <a:pt x="1785437" y="481706"/>
                  </a:lnTo>
                  <a:lnTo>
                    <a:pt x="1774809" y="481706"/>
                  </a:lnTo>
                  <a:lnTo>
                    <a:pt x="1764182" y="481706"/>
                  </a:lnTo>
                  <a:lnTo>
                    <a:pt x="1753554" y="481706"/>
                  </a:lnTo>
                  <a:lnTo>
                    <a:pt x="1742926" y="481706"/>
                  </a:lnTo>
                  <a:lnTo>
                    <a:pt x="1732299" y="481706"/>
                  </a:lnTo>
                  <a:lnTo>
                    <a:pt x="1721671" y="481706"/>
                  </a:lnTo>
                  <a:lnTo>
                    <a:pt x="1711044" y="481706"/>
                  </a:lnTo>
                  <a:lnTo>
                    <a:pt x="1700416" y="481706"/>
                  </a:lnTo>
                  <a:lnTo>
                    <a:pt x="1689788" y="481706"/>
                  </a:lnTo>
                  <a:lnTo>
                    <a:pt x="1679161" y="481706"/>
                  </a:lnTo>
                  <a:lnTo>
                    <a:pt x="1668533" y="481706"/>
                  </a:lnTo>
                  <a:lnTo>
                    <a:pt x="1657906" y="481706"/>
                  </a:lnTo>
                  <a:lnTo>
                    <a:pt x="1647278" y="481706"/>
                  </a:lnTo>
                  <a:lnTo>
                    <a:pt x="1636650" y="481706"/>
                  </a:lnTo>
                  <a:lnTo>
                    <a:pt x="1626023" y="481706"/>
                  </a:lnTo>
                  <a:lnTo>
                    <a:pt x="1615395" y="481706"/>
                  </a:lnTo>
                  <a:lnTo>
                    <a:pt x="1604768" y="481706"/>
                  </a:lnTo>
                  <a:lnTo>
                    <a:pt x="1594140" y="481706"/>
                  </a:lnTo>
                  <a:lnTo>
                    <a:pt x="1583512" y="481706"/>
                  </a:lnTo>
                  <a:lnTo>
                    <a:pt x="1572885" y="481706"/>
                  </a:lnTo>
                  <a:lnTo>
                    <a:pt x="1562257" y="481706"/>
                  </a:lnTo>
                  <a:lnTo>
                    <a:pt x="1551630" y="481706"/>
                  </a:lnTo>
                  <a:lnTo>
                    <a:pt x="1541002" y="481706"/>
                  </a:lnTo>
                  <a:lnTo>
                    <a:pt x="1530374" y="481706"/>
                  </a:lnTo>
                  <a:lnTo>
                    <a:pt x="1519747" y="481706"/>
                  </a:lnTo>
                  <a:lnTo>
                    <a:pt x="1509119" y="481706"/>
                  </a:lnTo>
                  <a:lnTo>
                    <a:pt x="1498492" y="481706"/>
                  </a:lnTo>
                  <a:lnTo>
                    <a:pt x="1487864" y="481706"/>
                  </a:lnTo>
                  <a:lnTo>
                    <a:pt x="1477236" y="481706"/>
                  </a:lnTo>
                  <a:lnTo>
                    <a:pt x="1466609" y="481706"/>
                  </a:lnTo>
                  <a:lnTo>
                    <a:pt x="1455981" y="481706"/>
                  </a:lnTo>
                  <a:lnTo>
                    <a:pt x="1445354" y="481706"/>
                  </a:lnTo>
                  <a:lnTo>
                    <a:pt x="1434726" y="481706"/>
                  </a:lnTo>
                  <a:lnTo>
                    <a:pt x="1424098" y="481706"/>
                  </a:lnTo>
                  <a:lnTo>
                    <a:pt x="1413471" y="481706"/>
                  </a:lnTo>
                  <a:lnTo>
                    <a:pt x="1402843" y="481706"/>
                  </a:lnTo>
                  <a:lnTo>
                    <a:pt x="1392215" y="481706"/>
                  </a:lnTo>
                  <a:lnTo>
                    <a:pt x="1381588" y="481706"/>
                  </a:lnTo>
                  <a:lnTo>
                    <a:pt x="1370960" y="481706"/>
                  </a:lnTo>
                  <a:lnTo>
                    <a:pt x="1360333" y="481706"/>
                  </a:lnTo>
                  <a:lnTo>
                    <a:pt x="1349705" y="481706"/>
                  </a:lnTo>
                  <a:lnTo>
                    <a:pt x="1339077" y="481706"/>
                  </a:lnTo>
                  <a:lnTo>
                    <a:pt x="1328450" y="481706"/>
                  </a:lnTo>
                  <a:lnTo>
                    <a:pt x="1317822" y="481706"/>
                  </a:lnTo>
                  <a:lnTo>
                    <a:pt x="1307195" y="481706"/>
                  </a:lnTo>
                  <a:lnTo>
                    <a:pt x="1296567" y="481706"/>
                  </a:lnTo>
                  <a:lnTo>
                    <a:pt x="1285939" y="481706"/>
                  </a:lnTo>
                  <a:lnTo>
                    <a:pt x="1275312" y="481706"/>
                  </a:lnTo>
                  <a:lnTo>
                    <a:pt x="1264684" y="481706"/>
                  </a:lnTo>
                  <a:lnTo>
                    <a:pt x="1254057" y="481706"/>
                  </a:lnTo>
                  <a:lnTo>
                    <a:pt x="1243429" y="481706"/>
                  </a:lnTo>
                  <a:lnTo>
                    <a:pt x="1232801" y="481706"/>
                  </a:lnTo>
                  <a:lnTo>
                    <a:pt x="1222174" y="481706"/>
                  </a:lnTo>
                  <a:lnTo>
                    <a:pt x="1211546" y="481706"/>
                  </a:lnTo>
                  <a:lnTo>
                    <a:pt x="1200919" y="481706"/>
                  </a:lnTo>
                  <a:lnTo>
                    <a:pt x="1190291" y="481706"/>
                  </a:lnTo>
                  <a:lnTo>
                    <a:pt x="1179663" y="481706"/>
                  </a:lnTo>
                  <a:lnTo>
                    <a:pt x="1169036" y="481706"/>
                  </a:lnTo>
                  <a:lnTo>
                    <a:pt x="1158408" y="481706"/>
                  </a:lnTo>
                  <a:lnTo>
                    <a:pt x="1147781" y="481706"/>
                  </a:lnTo>
                  <a:lnTo>
                    <a:pt x="1137153" y="481706"/>
                  </a:lnTo>
                  <a:lnTo>
                    <a:pt x="1126525" y="481706"/>
                  </a:lnTo>
                  <a:lnTo>
                    <a:pt x="1115898" y="481706"/>
                  </a:lnTo>
                  <a:lnTo>
                    <a:pt x="1105270" y="481706"/>
                  </a:lnTo>
                  <a:lnTo>
                    <a:pt x="1094643" y="481706"/>
                  </a:lnTo>
                  <a:lnTo>
                    <a:pt x="1084015" y="481706"/>
                  </a:lnTo>
                  <a:lnTo>
                    <a:pt x="1073387" y="481706"/>
                  </a:lnTo>
                  <a:lnTo>
                    <a:pt x="1062760" y="481706"/>
                  </a:lnTo>
                  <a:lnTo>
                    <a:pt x="1052132" y="481706"/>
                  </a:lnTo>
                  <a:lnTo>
                    <a:pt x="1041505" y="481706"/>
                  </a:lnTo>
                  <a:lnTo>
                    <a:pt x="1030877" y="481706"/>
                  </a:lnTo>
                  <a:lnTo>
                    <a:pt x="1020249" y="481706"/>
                  </a:lnTo>
                  <a:lnTo>
                    <a:pt x="1009622" y="481706"/>
                  </a:lnTo>
                  <a:lnTo>
                    <a:pt x="998994" y="481706"/>
                  </a:lnTo>
                  <a:lnTo>
                    <a:pt x="988367" y="481706"/>
                  </a:lnTo>
                  <a:lnTo>
                    <a:pt x="977739" y="481706"/>
                  </a:lnTo>
                  <a:lnTo>
                    <a:pt x="967111" y="481706"/>
                  </a:lnTo>
                  <a:lnTo>
                    <a:pt x="956484" y="481706"/>
                  </a:lnTo>
                  <a:lnTo>
                    <a:pt x="945856" y="481706"/>
                  </a:lnTo>
                  <a:lnTo>
                    <a:pt x="935229" y="481706"/>
                  </a:lnTo>
                  <a:lnTo>
                    <a:pt x="924601" y="481706"/>
                  </a:lnTo>
                  <a:lnTo>
                    <a:pt x="913973" y="481706"/>
                  </a:lnTo>
                  <a:lnTo>
                    <a:pt x="903346" y="481706"/>
                  </a:lnTo>
                  <a:lnTo>
                    <a:pt x="892718" y="481706"/>
                  </a:lnTo>
                  <a:lnTo>
                    <a:pt x="882091" y="481706"/>
                  </a:lnTo>
                  <a:lnTo>
                    <a:pt x="871463" y="481706"/>
                  </a:lnTo>
                  <a:lnTo>
                    <a:pt x="860835" y="481706"/>
                  </a:lnTo>
                  <a:lnTo>
                    <a:pt x="850208" y="481706"/>
                  </a:lnTo>
                  <a:lnTo>
                    <a:pt x="839580" y="481706"/>
                  </a:lnTo>
                  <a:lnTo>
                    <a:pt x="828953" y="481706"/>
                  </a:lnTo>
                  <a:lnTo>
                    <a:pt x="818325" y="481706"/>
                  </a:lnTo>
                  <a:lnTo>
                    <a:pt x="807697" y="481706"/>
                  </a:lnTo>
                  <a:lnTo>
                    <a:pt x="797070" y="481706"/>
                  </a:lnTo>
                  <a:lnTo>
                    <a:pt x="786442" y="481706"/>
                  </a:lnTo>
                  <a:lnTo>
                    <a:pt x="775815" y="481706"/>
                  </a:lnTo>
                  <a:lnTo>
                    <a:pt x="765187" y="481706"/>
                  </a:lnTo>
                  <a:lnTo>
                    <a:pt x="754559" y="481706"/>
                  </a:lnTo>
                  <a:lnTo>
                    <a:pt x="743932" y="481706"/>
                  </a:lnTo>
                  <a:lnTo>
                    <a:pt x="733304" y="481706"/>
                  </a:lnTo>
                  <a:lnTo>
                    <a:pt x="722677" y="481706"/>
                  </a:lnTo>
                  <a:lnTo>
                    <a:pt x="712049" y="481706"/>
                  </a:lnTo>
                  <a:lnTo>
                    <a:pt x="701421" y="481706"/>
                  </a:lnTo>
                  <a:lnTo>
                    <a:pt x="690794" y="481706"/>
                  </a:lnTo>
                  <a:lnTo>
                    <a:pt x="680166" y="481706"/>
                  </a:lnTo>
                  <a:lnTo>
                    <a:pt x="669538" y="481706"/>
                  </a:lnTo>
                  <a:lnTo>
                    <a:pt x="658911" y="481706"/>
                  </a:lnTo>
                  <a:lnTo>
                    <a:pt x="648283" y="481706"/>
                  </a:lnTo>
                  <a:lnTo>
                    <a:pt x="637656" y="481706"/>
                  </a:lnTo>
                  <a:lnTo>
                    <a:pt x="627028" y="481706"/>
                  </a:lnTo>
                  <a:lnTo>
                    <a:pt x="616400" y="481706"/>
                  </a:lnTo>
                  <a:lnTo>
                    <a:pt x="605773" y="481706"/>
                  </a:lnTo>
                  <a:lnTo>
                    <a:pt x="595145" y="481706"/>
                  </a:lnTo>
                  <a:lnTo>
                    <a:pt x="584518" y="481706"/>
                  </a:lnTo>
                  <a:lnTo>
                    <a:pt x="573890" y="481706"/>
                  </a:lnTo>
                  <a:lnTo>
                    <a:pt x="563262" y="481706"/>
                  </a:lnTo>
                  <a:lnTo>
                    <a:pt x="552635" y="481706"/>
                  </a:lnTo>
                  <a:lnTo>
                    <a:pt x="542007" y="481706"/>
                  </a:lnTo>
                  <a:lnTo>
                    <a:pt x="531380" y="481706"/>
                  </a:lnTo>
                  <a:lnTo>
                    <a:pt x="520752" y="481706"/>
                  </a:lnTo>
                  <a:lnTo>
                    <a:pt x="510124" y="481706"/>
                  </a:lnTo>
                  <a:lnTo>
                    <a:pt x="499497" y="481706"/>
                  </a:lnTo>
                  <a:lnTo>
                    <a:pt x="488869" y="481706"/>
                  </a:lnTo>
                  <a:lnTo>
                    <a:pt x="478242" y="481706"/>
                  </a:lnTo>
                  <a:lnTo>
                    <a:pt x="467614" y="481706"/>
                  </a:lnTo>
                  <a:lnTo>
                    <a:pt x="456986" y="481706"/>
                  </a:lnTo>
                  <a:lnTo>
                    <a:pt x="446359" y="481706"/>
                  </a:lnTo>
                  <a:lnTo>
                    <a:pt x="435731" y="481706"/>
                  </a:lnTo>
                  <a:lnTo>
                    <a:pt x="425104" y="481706"/>
                  </a:lnTo>
                  <a:lnTo>
                    <a:pt x="414476" y="481706"/>
                  </a:lnTo>
                  <a:lnTo>
                    <a:pt x="403848" y="481706"/>
                  </a:lnTo>
                  <a:lnTo>
                    <a:pt x="393221" y="481706"/>
                  </a:lnTo>
                  <a:lnTo>
                    <a:pt x="382593" y="481706"/>
                  </a:lnTo>
                  <a:lnTo>
                    <a:pt x="371966" y="481706"/>
                  </a:lnTo>
                  <a:lnTo>
                    <a:pt x="361338" y="481706"/>
                  </a:lnTo>
                  <a:lnTo>
                    <a:pt x="350710" y="481706"/>
                  </a:lnTo>
                  <a:lnTo>
                    <a:pt x="340083" y="481706"/>
                  </a:lnTo>
                  <a:lnTo>
                    <a:pt x="329455" y="481706"/>
                  </a:lnTo>
                  <a:lnTo>
                    <a:pt x="318828" y="481706"/>
                  </a:lnTo>
                  <a:lnTo>
                    <a:pt x="308200" y="481706"/>
                  </a:lnTo>
                  <a:lnTo>
                    <a:pt x="297572" y="481706"/>
                  </a:lnTo>
                  <a:lnTo>
                    <a:pt x="286945" y="481706"/>
                  </a:lnTo>
                  <a:lnTo>
                    <a:pt x="276317" y="481706"/>
                  </a:lnTo>
                  <a:lnTo>
                    <a:pt x="265690" y="481706"/>
                  </a:lnTo>
                  <a:lnTo>
                    <a:pt x="255062" y="481706"/>
                  </a:lnTo>
                  <a:lnTo>
                    <a:pt x="244434" y="481706"/>
                  </a:lnTo>
                  <a:lnTo>
                    <a:pt x="233807" y="481706"/>
                  </a:lnTo>
                  <a:lnTo>
                    <a:pt x="223179" y="481706"/>
                  </a:lnTo>
                  <a:lnTo>
                    <a:pt x="212552" y="481706"/>
                  </a:lnTo>
                  <a:lnTo>
                    <a:pt x="201924" y="481706"/>
                  </a:lnTo>
                  <a:lnTo>
                    <a:pt x="191296" y="481706"/>
                  </a:lnTo>
                  <a:lnTo>
                    <a:pt x="180669" y="481706"/>
                  </a:lnTo>
                  <a:lnTo>
                    <a:pt x="170041" y="481706"/>
                  </a:lnTo>
                  <a:lnTo>
                    <a:pt x="159414" y="481706"/>
                  </a:lnTo>
                  <a:lnTo>
                    <a:pt x="148786" y="481706"/>
                  </a:lnTo>
                  <a:lnTo>
                    <a:pt x="138158" y="481706"/>
                  </a:lnTo>
                  <a:lnTo>
                    <a:pt x="127531" y="481706"/>
                  </a:lnTo>
                  <a:lnTo>
                    <a:pt x="116903" y="481706"/>
                  </a:lnTo>
                  <a:lnTo>
                    <a:pt x="106276" y="481706"/>
                  </a:lnTo>
                  <a:lnTo>
                    <a:pt x="95648" y="481706"/>
                  </a:lnTo>
                  <a:lnTo>
                    <a:pt x="85020" y="481706"/>
                  </a:lnTo>
                  <a:lnTo>
                    <a:pt x="74393" y="481706"/>
                  </a:lnTo>
                  <a:lnTo>
                    <a:pt x="63765" y="481706"/>
                  </a:lnTo>
                  <a:lnTo>
                    <a:pt x="53138" y="481706"/>
                  </a:lnTo>
                  <a:lnTo>
                    <a:pt x="42510" y="481706"/>
                  </a:lnTo>
                  <a:lnTo>
                    <a:pt x="31882" y="481706"/>
                  </a:lnTo>
                  <a:lnTo>
                    <a:pt x="21255" y="481706"/>
                  </a:lnTo>
                  <a:lnTo>
                    <a:pt x="10627" y="481706"/>
                  </a:lnTo>
                  <a:lnTo>
                    <a:pt x="0" y="481706"/>
                  </a:lnTo>
                  <a:close/>
                </a:path>
              </a:pathLst>
            </a:custGeom>
            <a:solidFill>
              <a:srgbClr val="BE123C">
                <a:alpha val="87843"/>
              </a:srgbClr>
            </a:solidFill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15021712" y="5636554"/>
              <a:ext cx="2869452" cy="478941"/>
            </a:xfrm>
            <a:custGeom>
              <a:avLst/>
              <a:pathLst>
                <a:path w="2869452" h="478941">
                  <a:moveTo>
                    <a:pt x="0" y="478865"/>
                  </a:moveTo>
                  <a:lnTo>
                    <a:pt x="10627" y="478633"/>
                  </a:lnTo>
                  <a:lnTo>
                    <a:pt x="21255" y="478403"/>
                  </a:lnTo>
                  <a:lnTo>
                    <a:pt x="31882" y="478175"/>
                  </a:lnTo>
                  <a:lnTo>
                    <a:pt x="42510" y="477951"/>
                  </a:lnTo>
                  <a:lnTo>
                    <a:pt x="53138" y="477728"/>
                  </a:lnTo>
                  <a:lnTo>
                    <a:pt x="63765" y="477506"/>
                  </a:lnTo>
                  <a:lnTo>
                    <a:pt x="74393" y="477281"/>
                  </a:lnTo>
                  <a:lnTo>
                    <a:pt x="85020" y="477051"/>
                  </a:lnTo>
                  <a:lnTo>
                    <a:pt x="95648" y="476810"/>
                  </a:lnTo>
                  <a:lnTo>
                    <a:pt x="106276" y="476556"/>
                  </a:lnTo>
                  <a:lnTo>
                    <a:pt x="116903" y="476286"/>
                  </a:lnTo>
                  <a:lnTo>
                    <a:pt x="127531" y="475999"/>
                  </a:lnTo>
                  <a:lnTo>
                    <a:pt x="138158" y="475692"/>
                  </a:lnTo>
                  <a:lnTo>
                    <a:pt x="148786" y="475366"/>
                  </a:lnTo>
                  <a:lnTo>
                    <a:pt x="159414" y="475021"/>
                  </a:lnTo>
                  <a:lnTo>
                    <a:pt x="170041" y="474658"/>
                  </a:lnTo>
                  <a:lnTo>
                    <a:pt x="180669" y="474280"/>
                  </a:lnTo>
                  <a:lnTo>
                    <a:pt x="191296" y="473888"/>
                  </a:lnTo>
                  <a:lnTo>
                    <a:pt x="201924" y="473486"/>
                  </a:lnTo>
                  <a:lnTo>
                    <a:pt x="212552" y="473078"/>
                  </a:lnTo>
                  <a:lnTo>
                    <a:pt x="223179" y="472667"/>
                  </a:lnTo>
                  <a:lnTo>
                    <a:pt x="233807" y="472256"/>
                  </a:lnTo>
                  <a:lnTo>
                    <a:pt x="244434" y="471847"/>
                  </a:lnTo>
                  <a:lnTo>
                    <a:pt x="255062" y="471440"/>
                  </a:lnTo>
                  <a:lnTo>
                    <a:pt x="265690" y="471034"/>
                  </a:lnTo>
                  <a:lnTo>
                    <a:pt x="276317" y="470627"/>
                  </a:lnTo>
                  <a:lnTo>
                    <a:pt x="286945" y="470214"/>
                  </a:lnTo>
                  <a:lnTo>
                    <a:pt x="297572" y="469788"/>
                  </a:lnTo>
                  <a:lnTo>
                    <a:pt x="308200" y="469339"/>
                  </a:lnTo>
                  <a:lnTo>
                    <a:pt x="318828" y="468856"/>
                  </a:lnTo>
                  <a:lnTo>
                    <a:pt x="329455" y="468330"/>
                  </a:lnTo>
                  <a:lnTo>
                    <a:pt x="340083" y="467750"/>
                  </a:lnTo>
                  <a:lnTo>
                    <a:pt x="350710" y="467109"/>
                  </a:lnTo>
                  <a:lnTo>
                    <a:pt x="361338" y="466399"/>
                  </a:lnTo>
                  <a:lnTo>
                    <a:pt x="371966" y="465616"/>
                  </a:lnTo>
                  <a:lnTo>
                    <a:pt x="382593" y="464759"/>
                  </a:lnTo>
                  <a:lnTo>
                    <a:pt x="393221" y="463827"/>
                  </a:lnTo>
                  <a:lnTo>
                    <a:pt x="403848" y="462824"/>
                  </a:lnTo>
                  <a:lnTo>
                    <a:pt x="414476" y="461749"/>
                  </a:lnTo>
                  <a:lnTo>
                    <a:pt x="425104" y="460605"/>
                  </a:lnTo>
                  <a:lnTo>
                    <a:pt x="435731" y="459394"/>
                  </a:lnTo>
                  <a:lnTo>
                    <a:pt x="446359" y="458112"/>
                  </a:lnTo>
                  <a:lnTo>
                    <a:pt x="456986" y="456747"/>
                  </a:lnTo>
                  <a:lnTo>
                    <a:pt x="467614" y="455284"/>
                  </a:lnTo>
                  <a:lnTo>
                    <a:pt x="478242" y="453700"/>
                  </a:lnTo>
                  <a:lnTo>
                    <a:pt x="488869" y="451969"/>
                  </a:lnTo>
                  <a:lnTo>
                    <a:pt x="499497" y="450063"/>
                  </a:lnTo>
                  <a:lnTo>
                    <a:pt x="510124" y="447953"/>
                  </a:lnTo>
                  <a:lnTo>
                    <a:pt x="520752" y="445601"/>
                  </a:lnTo>
                  <a:lnTo>
                    <a:pt x="531380" y="442983"/>
                  </a:lnTo>
                  <a:lnTo>
                    <a:pt x="542007" y="440111"/>
                  </a:lnTo>
                  <a:lnTo>
                    <a:pt x="552635" y="436994"/>
                  </a:lnTo>
                  <a:lnTo>
                    <a:pt x="563262" y="433657"/>
                  </a:lnTo>
                  <a:lnTo>
                    <a:pt x="573890" y="430136"/>
                  </a:lnTo>
                  <a:lnTo>
                    <a:pt x="584518" y="426478"/>
                  </a:lnTo>
                  <a:lnTo>
                    <a:pt x="595145" y="422739"/>
                  </a:lnTo>
                  <a:lnTo>
                    <a:pt x="605773" y="418978"/>
                  </a:lnTo>
                  <a:lnTo>
                    <a:pt x="616400" y="415256"/>
                  </a:lnTo>
                  <a:lnTo>
                    <a:pt x="627028" y="411633"/>
                  </a:lnTo>
                  <a:lnTo>
                    <a:pt x="637656" y="408168"/>
                  </a:lnTo>
                  <a:lnTo>
                    <a:pt x="648283" y="404876"/>
                  </a:lnTo>
                  <a:lnTo>
                    <a:pt x="658911" y="401768"/>
                  </a:lnTo>
                  <a:lnTo>
                    <a:pt x="669538" y="398834"/>
                  </a:lnTo>
                  <a:lnTo>
                    <a:pt x="680166" y="396050"/>
                  </a:lnTo>
                  <a:lnTo>
                    <a:pt x="690794" y="393378"/>
                  </a:lnTo>
                  <a:lnTo>
                    <a:pt x="701421" y="390768"/>
                  </a:lnTo>
                  <a:lnTo>
                    <a:pt x="712049" y="388163"/>
                  </a:lnTo>
                  <a:lnTo>
                    <a:pt x="722677" y="385497"/>
                  </a:lnTo>
                  <a:lnTo>
                    <a:pt x="733304" y="382703"/>
                  </a:lnTo>
                  <a:lnTo>
                    <a:pt x="743932" y="379695"/>
                  </a:lnTo>
                  <a:lnTo>
                    <a:pt x="754559" y="376430"/>
                  </a:lnTo>
                  <a:lnTo>
                    <a:pt x="765187" y="372864"/>
                  </a:lnTo>
                  <a:lnTo>
                    <a:pt x="775815" y="368962"/>
                  </a:lnTo>
                  <a:lnTo>
                    <a:pt x="786442" y="364698"/>
                  </a:lnTo>
                  <a:lnTo>
                    <a:pt x="797070" y="360058"/>
                  </a:lnTo>
                  <a:lnTo>
                    <a:pt x="807697" y="355040"/>
                  </a:lnTo>
                  <a:lnTo>
                    <a:pt x="818325" y="349651"/>
                  </a:lnTo>
                  <a:lnTo>
                    <a:pt x="828953" y="343908"/>
                  </a:lnTo>
                  <a:lnTo>
                    <a:pt x="839580" y="337834"/>
                  </a:lnTo>
                  <a:lnTo>
                    <a:pt x="850208" y="331443"/>
                  </a:lnTo>
                  <a:lnTo>
                    <a:pt x="860835" y="324816"/>
                  </a:lnTo>
                  <a:lnTo>
                    <a:pt x="871463" y="318000"/>
                  </a:lnTo>
                  <a:lnTo>
                    <a:pt x="882091" y="311048"/>
                  </a:lnTo>
                  <a:lnTo>
                    <a:pt x="892718" y="304011"/>
                  </a:lnTo>
                  <a:lnTo>
                    <a:pt x="903346" y="296940"/>
                  </a:lnTo>
                  <a:lnTo>
                    <a:pt x="913973" y="289882"/>
                  </a:lnTo>
                  <a:lnTo>
                    <a:pt x="924601" y="282882"/>
                  </a:lnTo>
                  <a:lnTo>
                    <a:pt x="935229" y="275976"/>
                  </a:lnTo>
                  <a:lnTo>
                    <a:pt x="945856" y="269195"/>
                  </a:lnTo>
                  <a:lnTo>
                    <a:pt x="956484" y="262580"/>
                  </a:lnTo>
                  <a:lnTo>
                    <a:pt x="967111" y="256127"/>
                  </a:lnTo>
                  <a:lnTo>
                    <a:pt x="977739" y="249835"/>
                  </a:lnTo>
                  <a:lnTo>
                    <a:pt x="988367" y="243699"/>
                  </a:lnTo>
                  <a:lnTo>
                    <a:pt x="998994" y="237706"/>
                  </a:lnTo>
                  <a:lnTo>
                    <a:pt x="1009622" y="231838"/>
                  </a:lnTo>
                  <a:lnTo>
                    <a:pt x="1020249" y="226075"/>
                  </a:lnTo>
                  <a:lnTo>
                    <a:pt x="1030877" y="220392"/>
                  </a:lnTo>
                  <a:lnTo>
                    <a:pt x="1041505" y="214765"/>
                  </a:lnTo>
                  <a:lnTo>
                    <a:pt x="1052132" y="209172"/>
                  </a:lnTo>
                  <a:lnTo>
                    <a:pt x="1062760" y="203591"/>
                  </a:lnTo>
                  <a:lnTo>
                    <a:pt x="1073387" y="198001"/>
                  </a:lnTo>
                  <a:lnTo>
                    <a:pt x="1084015" y="192390"/>
                  </a:lnTo>
                  <a:lnTo>
                    <a:pt x="1094643" y="186744"/>
                  </a:lnTo>
                  <a:lnTo>
                    <a:pt x="1105270" y="181055"/>
                  </a:lnTo>
                  <a:lnTo>
                    <a:pt x="1115898" y="175310"/>
                  </a:lnTo>
                  <a:lnTo>
                    <a:pt x="1126525" y="169497"/>
                  </a:lnTo>
                  <a:lnTo>
                    <a:pt x="1137153" y="163600"/>
                  </a:lnTo>
                  <a:lnTo>
                    <a:pt x="1147781" y="157598"/>
                  </a:lnTo>
                  <a:lnTo>
                    <a:pt x="1158408" y="151469"/>
                  </a:lnTo>
                  <a:lnTo>
                    <a:pt x="1169036" y="145163"/>
                  </a:lnTo>
                  <a:lnTo>
                    <a:pt x="1179663" y="138660"/>
                  </a:lnTo>
                  <a:lnTo>
                    <a:pt x="1190291" y="131933"/>
                  </a:lnTo>
                  <a:lnTo>
                    <a:pt x="1200919" y="124959"/>
                  </a:lnTo>
                  <a:lnTo>
                    <a:pt x="1211546" y="117721"/>
                  </a:lnTo>
                  <a:lnTo>
                    <a:pt x="1222174" y="110213"/>
                  </a:lnTo>
                  <a:lnTo>
                    <a:pt x="1232801" y="102444"/>
                  </a:lnTo>
                  <a:lnTo>
                    <a:pt x="1243429" y="94440"/>
                  </a:lnTo>
                  <a:lnTo>
                    <a:pt x="1254057" y="86246"/>
                  </a:lnTo>
                  <a:lnTo>
                    <a:pt x="1264684" y="77926"/>
                  </a:lnTo>
                  <a:lnTo>
                    <a:pt x="1275312" y="69573"/>
                  </a:lnTo>
                  <a:lnTo>
                    <a:pt x="1285939" y="61310"/>
                  </a:lnTo>
                  <a:lnTo>
                    <a:pt x="1296567" y="53253"/>
                  </a:lnTo>
                  <a:lnTo>
                    <a:pt x="1307195" y="45521"/>
                  </a:lnTo>
                  <a:lnTo>
                    <a:pt x="1317822" y="38227"/>
                  </a:lnTo>
                  <a:lnTo>
                    <a:pt x="1328450" y="31471"/>
                  </a:lnTo>
                  <a:lnTo>
                    <a:pt x="1339077" y="25335"/>
                  </a:lnTo>
                  <a:lnTo>
                    <a:pt x="1349705" y="19881"/>
                  </a:lnTo>
                  <a:lnTo>
                    <a:pt x="1360333" y="15141"/>
                  </a:lnTo>
                  <a:lnTo>
                    <a:pt x="1370960" y="11124"/>
                  </a:lnTo>
                  <a:lnTo>
                    <a:pt x="1381588" y="7863"/>
                  </a:lnTo>
                  <a:lnTo>
                    <a:pt x="1392215" y="5282"/>
                  </a:lnTo>
                  <a:lnTo>
                    <a:pt x="1402843" y="3294"/>
                  </a:lnTo>
                  <a:lnTo>
                    <a:pt x="1413471" y="1833"/>
                  </a:lnTo>
                  <a:lnTo>
                    <a:pt x="1424098" y="837"/>
                  </a:lnTo>
                  <a:lnTo>
                    <a:pt x="1434726" y="244"/>
                  </a:lnTo>
                  <a:lnTo>
                    <a:pt x="1445354" y="0"/>
                  </a:lnTo>
                  <a:lnTo>
                    <a:pt x="1455981" y="55"/>
                  </a:lnTo>
                  <a:lnTo>
                    <a:pt x="1466609" y="370"/>
                  </a:lnTo>
                  <a:lnTo>
                    <a:pt x="1477236" y="905"/>
                  </a:lnTo>
                  <a:lnTo>
                    <a:pt x="1487864" y="1639"/>
                  </a:lnTo>
                  <a:lnTo>
                    <a:pt x="1498492" y="2530"/>
                  </a:lnTo>
                  <a:lnTo>
                    <a:pt x="1509119" y="3542"/>
                  </a:lnTo>
                  <a:lnTo>
                    <a:pt x="1519747" y="4647"/>
                  </a:lnTo>
                  <a:lnTo>
                    <a:pt x="1530374" y="5826"/>
                  </a:lnTo>
                  <a:lnTo>
                    <a:pt x="1541002" y="7066"/>
                  </a:lnTo>
                  <a:lnTo>
                    <a:pt x="1551630" y="8363"/>
                  </a:lnTo>
                  <a:lnTo>
                    <a:pt x="1562257" y="9727"/>
                  </a:lnTo>
                  <a:lnTo>
                    <a:pt x="1572885" y="11179"/>
                  </a:lnTo>
                  <a:lnTo>
                    <a:pt x="1583512" y="12755"/>
                  </a:lnTo>
                  <a:lnTo>
                    <a:pt x="1594140" y="14514"/>
                  </a:lnTo>
                  <a:lnTo>
                    <a:pt x="1604768" y="16530"/>
                  </a:lnTo>
                  <a:lnTo>
                    <a:pt x="1615395" y="18851"/>
                  </a:lnTo>
                  <a:lnTo>
                    <a:pt x="1626023" y="21541"/>
                  </a:lnTo>
                  <a:lnTo>
                    <a:pt x="1636650" y="24655"/>
                  </a:lnTo>
                  <a:lnTo>
                    <a:pt x="1647278" y="28241"/>
                  </a:lnTo>
                  <a:lnTo>
                    <a:pt x="1657906" y="32337"/>
                  </a:lnTo>
                  <a:lnTo>
                    <a:pt x="1668533" y="36966"/>
                  </a:lnTo>
                  <a:lnTo>
                    <a:pt x="1679161" y="42139"/>
                  </a:lnTo>
                  <a:lnTo>
                    <a:pt x="1689788" y="47854"/>
                  </a:lnTo>
                  <a:lnTo>
                    <a:pt x="1700416" y="54116"/>
                  </a:lnTo>
                  <a:lnTo>
                    <a:pt x="1711044" y="60904"/>
                  </a:lnTo>
                  <a:lnTo>
                    <a:pt x="1721671" y="68133"/>
                  </a:lnTo>
                  <a:lnTo>
                    <a:pt x="1732299" y="75748"/>
                  </a:lnTo>
                  <a:lnTo>
                    <a:pt x="1742926" y="83687"/>
                  </a:lnTo>
                  <a:lnTo>
                    <a:pt x="1753554" y="91881"/>
                  </a:lnTo>
                  <a:lnTo>
                    <a:pt x="1764182" y="100256"/>
                  </a:lnTo>
                  <a:lnTo>
                    <a:pt x="1774809" y="108735"/>
                  </a:lnTo>
                  <a:lnTo>
                    <a:pt x="1785437" y="117238"/>
                  </a:lnTo>
                  <a:lnTo>
                    <a:pt x="1796064" y="125689"/>
                  </a:lnTo>
                  <a:lnTo>
                    <a:pt x="1806692" y="134007"/>
                  </a:lnTo>
                  <a:lnTo>
                    <a:pt x="1817320" y="142109"/>
                  </a:lnTo>
                  <a:lnTo>
                    <a:pt x="1827947" y="149959"/>
                  </a:lnTo>
                  <a:lnTo>
                    <a:pt x="1838575" y="157527"/>
                  </a:lnTo>
                  <a:lnTo>
                    <a:pt x="1849202" y="164798"/>
                  </a:lnTo>
                  <a:lnTo>
                    <a:pt x="1859830" y="171774"/>
                  </a:lnTo>
                  <a:lnTo>
                    <a:pt x="1870458" y="178471"/>
                  </a:lnTo>
                  <a:lnTo>
                    <a:pt x="1881085" y="184916"/>
                  </a:lnTo>
                  <a:lnTo>
                    <a:pt x="1891713" y="191148"/>
                  </a:lnTo>
                  <a:lnTo>
                    <a:pt x="1902340" y="197207"/>
                  </a:lnTo>
                  <a:lnTo>
                    <a:pt x="1912968" y="203137"/>
                  </a:lnTo>
                  <a:lnTo>
                    <a:pt x="1923596" y="208979"/>
                  </a:lnTo>
                  <a:lnTo>
                    <a:pt x="1934223" y="214778"/>
                  </a:lnTo>
                  <a:lnTo>
                    <a:pt x="1944851" y="220562"/>
                  </a:lnTo>
                  <a:lnTo>
                    <a:pt x="1955478" y="226354"/>
                  </a:lnTo>
                  <a:lnTo>
                    <a:pt x="1966106" y="232168"/>
                  </a:lnTo>
                  <a:lnTo>
                    <a:pt x="1976734" y="238020"/>
                  </a:lnTo>
                  <a:lnTo>
                    <a:pt x="1987361" y="243921"/>
                  </a:lnTo>
                  <a:lnTo>
                    <a:pt x="1997989" y="249882"/>
                  </a:lnTo>
                  <a:lnTo>
                    <a:pt x="2008616" y="255915"/>
                  </a:lnTo>
                  <a:lnTo>
                    <a:pt x="2019244" y="262032"/>
                  </a:lnTo>
                  <a:lnTo>
                    <a:pt x="2029872" y="268258"/>
                  </a:lnTo>
                  <a:lnTo>
                    <a:pt x="2040499" y="274590"/>
                  </a:lnTo>
                  <a:lnTo>
                    <a:pt x="2051127" y="281031"/>
                  </a:lnTo>
                  <a:lnTo>
                    <a:pt x="2061754" y="287578"/>
                  </a:lnTo>
                  <a:lnTo>
                    <a:pt x="2072382" y="294218"/>
                  </a:lnTo>
                  <a:lnTo>
                    <a:pt x="2083010" y="300930"/>
                  </a:lnTo>
                  <a:lnTo>
                    <a:pt x="2093637" y="307686"/>
                  </a:lnTo>
                  <a:lnTo>
                    <a:pt x="2104265" y="314448"/>
                  </a:lnTo>
                  <a:lnTo>
                    <a:pt x="2114892" y="321174"/>
                  </a:lnTo>
                  <a:lnTo>
                    <a:pt x="2125520" y="327817"/>
                  </a:lnTo>
                  <a:lnTo>
                    <a:pt x="2136148" y="334310"/>
                  </a:lnTo>
                  <a:lnTo>
                    <a:pt x="2146775" y="340617"/>
                  </a:lnTo>
                  <a:lnTo>
                    <a:pt x="2157403" y="346704"/>
                  </a:lnTo>
                  <a:lnTo>
                    <a:pt x="2168031" y="352542"/>
                  </a:lnTo>
                  <a:lnTo>
                    <a:pt x="2178658" y="358111"/>
                  </a:lnTo>
                  <a:lnTo>
                    <a:pt x="2189286" y="363400"/>
                  </a:lnTo>
                  <a:lnTo>
                    <a:pt x="2199913" y="368411"/>
                  </a:lnTo>
                  <a:lnTo>
                    <a:pt x="2210541" y="373150"/>
                  </a:lnTo>
                  <a:lnTo>
                    <a:pt x="2221169" y="377636"/>
                  </a:lnTo>
                  <a:lnTo>
                    <a:pt x="2231796" y="381892"/>
                  </a:lnTo>
                  <a:lnTo>
                    <a:pt x="2242424" y="385933"/>
                  </a:lnTo>
                  <a:lnTo>
                    <a:pt x="2253051" y="389816"/>
                  </a:lnTo>
                  <a:lnTo>
                    <a:pt x="2263679" y="393579"/>
                  </a:lnTo>
                  <a:lnTo>
                    <a:pt x="2274307" y="397256"/>
                  </a:lnTo>
                  <a:lnTo>
                    <a:pt x="2284934" y="400875"/>
                  </a:lnTo>
                  <a:lnTo>
                    <a:pt x="2295562" y="404457"/>
                  </a:lnTo>
                  <a:lnTo>
                    <a:pt x="2306189" y="408018"/>
                  </a:lnTo>
                  <a:lnTo>
                    <a:pt x="2316817" y="411560"/>
                  </a:lnTo>
                  <a:lnTo>
                    <a:pt x="2327445" y="415079"/>
                  </a:lnTo>
                  <a:lnTo>
                    <a:pt x="2338072" y="418558"/>
                  </a:lnTo>
                  <a:lnTo>
                    <a:pt x="2348700" y="421964"/>
                  </a:lnTo>
                  <a:lnTo>
                    <a:pt x="2359327" y="425265"/>
                  </a:lnTo>
                  <a:lnTo>
                    <a:pt x="2369955" y="428426"/>
                  </a:lnTo>
                  <a:lnTo>
                    <a:pt x="2380583" y="431416"/>
                  </a:lnTo>
                  <a:lnTo>
                    <a:pt x="2391210" y="434205"/>
                  </a:lnTo>
                  <a:lnTo>
                    <a:pt x="2401838" y="436774"/>
                  </a:lnTo>
                  <a:lnTo>
                    <a:pt x="2412465" y="439111"/>
                  </a:lnTo>
                  <a:lnTo>
                    <a:pt x="2423093" y="441216"/>
                  </a:lnTo>
                  <a:lnTo>
                    <a:pt x="2433721" y="443098"/>
                  </a:lnTo>
                  <a:lnTo>
                    <a:pt x="2444348" y="444778"/>
                  </a:lnTo>
                  <a:lnTo>
                    <a:pt x="2454976" y="446275"/>
                  </a:lnTo>
                  <a:lnTo>
                    <a:pt x="2465603" y="447639"/>
                  </a:lnTo>
                  <a:lnTo>
                    <a:pt x="2476231" y="448915"/>
                  </a:lnTo>
                  <a:lnTo>
                    <a:pt x="2486859" y="450138"/>
                  </a:lnTo>
                  <a:lnTo>
                    <a:pt x="2497486" y="451341"/>
                  </a:lnTo>
                  <a:lnTo>
                    <a:pt x="2508114" y="452548"/>
                  </a:lnTo>
                  <a:lnTo>
                    <a:pt x="2518741" y="453776"/>
                  </a:lnTo>
                  <a:lnTo>
                    <a:pt x="2529369" y="455035"/>
                  </a:lnTo>
                  <a:lnTo>
                    <a:pt x="2539997" y="456328"/>
                  </a:lnTo>
                  <a:lnTo>
                    <a:pt x="2550624" y="457648"/>
                  </a:lnTo>
                  <a:lnTo>
                    <a:pt x="2561252" y="458988"/>
                  </a:lnTo>
                  <a:lnTo>
                    <a:pt x="2571879" y="460330"/>
                  </a:lnTo>
                  <a:lnTo>
                    <a:pt x="2582507" y="461660"/>
                  </a:lnTo>
                  <a:lnTo>
                    <a:pt x="2593135" y="462963"/>
                  </a:lnTo>
                  <a:lnTo>
                    <a:pt x="2603762" y="464227"/>
                  </a:lnTo>
                  <a:lnTo>
                    <a:pt x="2614390" y="465443"/>
                  </a:lnTo>
                  <a:lnTo>
                    <a:pt x="2625017" y="466603"/>
                  </a:lnTo>
                  <a:lnTo>
                    <a:pt x="2635645" y="467703"/>
                  </a:lnTo>
                  <a:lnTo>
                    <a:pt x="2646273" y="468739"/>
                  </a:lnTo>
                  <a:lnTo>
                    <a:pt x="2656900" y="469709"/>
                  </a:lnTo>
                  <a:lnTo>
                    <a:pt x="2667528" y="470611"/>
                  </a:lnTo>
                  <a:lnTo>
                    <a:pt x="2678155" y="471443"/>
                  </a:lnTo>
                  <a:lnTo>
                    <a:pt x="2688783" y="472212"/>
                  </a:lnTo>
                  <a:lnTo>
                    <a:pt x="2699411" y="472920"/>
                  </a:lnTo>
                  <a:lnTo>
                    <a:pt x="2710038" y="473568"/>
                  </a:lnTo>
                  <a:lnTo>
                    <a:pt x="2720666" y="474159"/>
                  </a:lnTo>
                  <a:lnTo>
                    <a:pt x="2731293" y="474695"/>
                  </a:lnTo>
                  <a:lnTo>
                    <a:pt x="2741921" y="475182"/>
                  </a:lnTo>
                  <a:lnTo>
                    <a:pt x="2752549" y="475622"/>
                  </a:lnTo>
                  <a:lnTo>
                    <a:pt x="2763176" y="476022"/>
                  </a:lnTo>
                  <a:lnTo>
                    <a:pt x="2773804" y="476385"/>
                  </a:lnTo>
                  <a:lnTo>
                    <a:pt x="2784431" y="476717"/>
                  </a:lnTo>
                  <a:lnTo>
                    <a:pt x="2795059" y="477027"/>
                  </a:lnTo>
                  <a:lnTo>
                    <a:pt x="2805687" y="477320"/>
                  </a:lnTo>
                  <a:lnTo>
                    <a:pt x="2816314" y="477601"/>
                  </a:lnTo>
                  <a:lnTo>
                    <a:pt x="2826942" y="477875"/>
                  </a:lnTo>
                  <a:lnTo>
                    <a:pt x="2837569" y="478143"/>
                  </a:lnTo>
                  <a:lnTo>
                    <a:pt x="2848197" y="478410"/>
                  </a:lnTo>
                  <a:lnTo>
                    <a:pt x="2858825" y="478676"/>
                  </a:lnTo>
                  <a:lnTo>
                    <a:pt x="2869452" y="478941"/>
                  </a:lnTo>
                </a:path>
              </a:pathLst>
            </a:custGeom>
            <a:ln w="758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14341546" y="6334755"/>
              <a:ext cx="3230791" cy="440740"/>
            </a:xfrm>
            <a:custGeom>
              <a:avLst/>
              <a:pathLst>
                <a:path w="3230791" h="440740">
                  <a:moveTo>
                    <a:pt x="0" y="437860"/>
                  </a:moveTo>
                  <a:lnTo>
                    <a:pt x="10627" y="437636"/>
                  </a:lnTo>
                  <a:lnTo>
                    <a:pt x="21255" y="437419"/>
                  </a:lnTo>
                  <a:lnTo>
                    <a:pt x="31882" y="437207"/>
                  </a:lnTo>
                  <a:lnTo>
                    <a:pt x="42510" y="436995"/>
                  </a:lnTo>
                  <a:lnTo>
                    <a:pt x="53138" y="436775"/>
                  </a:lnTo>
                  <a:lnTo>
                    <a:pt x="63765" y="436541"/>
                  </a:lnTo>
                  <a:lnTo>
                    <a:pt x="74393" y="436282"/>
                  </a:lnTo>
                  <a:lnTo>
                    <a:pt x="85020" y="435990"/>
                  </a:lnTo>
                  <a:lnTo>
                    <a:pt x="95648" y="435658"/>
                  </a:lnTo>
                  <a:lnTo>
                    <a:pt x="106276" y="435282"/>
                  </a:lnTo>
                  <a:lnTo>
                    <a:pt x="116903" y="434857"/>
                  </a:lnTo>
                  <a:lnTo>
                    <a:pt x="127531" y="434383"/>
                  </a:lnTo>
                  <a:lnTo>
                    <a:pt x="138158" y="433866"/>
                  </a:lnTo>
                  <a:lnTo>
                    <a:pt x="148786" y="433319"/>
                  </a:lnTo>
                  <a:lnTo>
                    <a:pt x="159414" y="432756"/>
                  </a:lnTo>
                  <a:lnTo>
                    <a:pt x="170041" y="432191"/>
                  </a:lnTo>
                  <a:lnTo>
                    <a:pt x="180669" y="431642"/>
                  </a:lnTo>
                  <a:lnTo>
                    <a:pt x="191296" y="431123"/>
                  </a:lnTo>
                  <a:lnTo>
                    <a:pt x="201924" y="430648"/>
                  </a:lnTo>
                  <a:lnTo>
                    <a:pt x="212552" y="430230"/>
                  </a:lnTo>
                  <a:lnTo>
                    <a:pt x="223179" y="429876"/>
                  </a:lnTo>
                  <a:lnTo>
                    <a:pt x="233807" y="429592"/>
                  </a:lnTo>
                  <a:lnTo>
                    <a:pt x="244434" y="429380"/>
                  </a:lnTo>
                  <a:lnTo>
                    <a:pt x="255062" y="429225"/>
                  </a:lnTo>
                  <a:lnTo>
                    <a:pt x="265690" y="429116"/>
                  </a:lnTo>
                  <a:lnTo>
                    <a:pt x="276317" y="429039"/>
                  </a:lnTo>
                  <a:lnTo>
                    <a:pt x="286945" y="428977"/>
                  </a:lnTo>
                  <a:lnTo>
                    <a:pt x="297572" y="428915"/>
                  </a:lnTo>
                  <a:lnTo>
                    <a:pt x="308200" y="428834"/>
                  </a:lnTo>
                  <a:lnTo>
                    <a:pt x="318828" y="428719"/>
                  </a:lnTo>
                  <a:lnTo>
                    <a:pt x="329455" y="428555"/>
                  </a:lnTo>
                  <a:lnTo>
                    <a:pt x="340083" y="428326"/>
                  </a:lnTo>
                  <a:lnTo>
                    <a:pt x="350710" y="428014"/>
                  </a:lnTo>
                  <a:lnTo>
                    <a:pt x="361338" y="427614"/>
                  </a:lnTo>
                  <a:lnTo>
                    <a:pt x="371966" y="427119"/>
                  </a:lnTo>
                  <a:lnTo>
                    <a:pt x="382593" y="426521"/>
                  </a:lnTo>
                  <a:lnTo>
                    <a:pt x="393221" y="425814"/>
                  </a:lnTo>
                  <a:lnTo>
                    <a:pt x="403848" y="424991"/>
                  </a:lnTo>
                  <a:lnTo>
                    <a:pt x="414476" y="424047"/>
                  </a:lnTo>
                  <a:lnTo>
                    <a:pt x="425104" y="422976"/>
                  </a:lnTo>
                  <a:lnTo>
                    <a:pt x="435731" y="421777"/>
                  </a:lnTo>
                  <a:lnTo>
                    <a:pt x="446359" y="420447"/>
                  </a:lnTo>
                  <a:lnTo>
                    <a:pt x="456986" y="418974"/>
                  </a:lnTo>
                  <a:lnTo>
                    <a:pt x="467614" y="417381"/>
                  </a:lnTo>
                  <a:lnTo>
                    <a:pt x="478242" y="415679"/>
                  </a:lnTo>
                  <a:lnTo>
                    <a:pt x="488869" y="413882"/>
                  </a:lnTo>
                  <a:lnTo>
                    <a:pt x="499497" y="412009"/>
                  </a:lnTo>
                  <a:lnTo>
                    <a:pt x="510124" y="410084"/>
                  </a:lnTo>
                  <a:lnTo>
                    <a:pt x="520752" y="408130"/>
                  </a:lnTo>
                  <a:lnTo>
                    <a:pt x="531380" y="406173"/>
                  </a:lnTo>
                  <a:lnTo>
                    <a:pt x="542007" y="404238"/>
                  </a:lnTo>
                  <a:lnTo>
                    <a:pt x="552635" y="402348"/>
                  </a:lnTo>
                  <a:lnTo>
                    <a:pt x="563262" y="400532"/>
                  </a:lnTo>
                  <a:lnTo>
                    <a:pt x="573890" y="398795"/>
                  </a:lnTo>
                  <a:lnTo>
                    <a:pt x="584518" y="397142"/>
                  </a:lnTo>
                  <a:lnTo>
                    <a:pt x="595145" y="395567"/>
                  </a:lnTo>
                  <a:lnTo>
                    <a:pt x="605773" y="394062"/>
                  </a:lnTo>
                  <a:lnTo>
                    <a:pt x="616400" y="392608"/>
                  </a:lnTo>
                  <a:lnTo>
                    <a:pt x="627028" y="391184"/>
                  </a:lnTo>
                  <a:lnTo>
                    <a:pt x="637656" y="389762"/>
                  </a:lnTo>
                  <a:lnTo>
                    <a:pt x="648283" y="388314"/>
                  </a:lnTo>
                  <a:lnTo>
                    <a:pt x="658911" y="386810"/>
                  </a:lnTo>
                  <a:lnTo>
                    <a:pt x="669538" y="385207"/>
                  </a:lnTo>
                  <a:lnTo>
                    <a:pt x="680166" y="383482"/>
                  </a:lnTo>
                  <a:lnTo>
                    <a:pt x="690794" y="381613"/>
                  </a:lnTo>
                  <a:lnTo>
                    <a:pt x="701421" y="379576"/>
                  </a:lnTo>
                  <a:lnTo>
                    <a:pt x="712049" y="377354"/>
                  </a:lnTo>
                  <a:lnTo>
                    <a:pt x="722677" y="374927"/>
                  </a:lnTo>
                  <a:lnTo>
                    <a:pt x="733304" y="372279"/>
                  </a:lnTo>
                  <a:lnTo>
                    <a:pt x="743932" y="369396"/>
                  </a:lnTo>
                  <a:lnTo>
                    <a:pt x="754559" y="366262"/>
                  </a:lnTo>
                  <a:lnTo>
                    <a:pt x="765187" y="362866"/>
                  </a:lnTo>
                  <a:lnTo>
                    <a:pt x="775815" y="359170"/>
                  </a:lnTo>
                  <a:lnTo>
                    <a:pt x="786442" y="355191"/>
                  </a:lnTo>
                  <a:lnTo>
                    <a:pt x="797070" y="350938"/>
                  </a:lnTo>
                  <a:lnTo>
                    <a:pt x="807697" y="346425"/>
                  </a:lnTo>
                  <a:lnTo>
                    <a:pt x="818325" y="341673"/>
                  </a:lnTo>
                  <a:lnTo>
                    <a:pt x="828953" y="336715"/>
                  </a:lnTo>
                  <a:lnTo>
                    <a:pt x="839580" y="331593"/>
                  </a:lnTo>
                  <a:lnTo>
                    <a:pt x="850208" y="326357"/>
                  </a:lnTo>
                  <a:lnTo>
                    <a:pt x="860835" y="321065"/>
                  </a:lnTo>
                  <a:lnTo>
                    <a:pt x="871463" y="315778"/>
                  </a:lnTo>
                  <a:lnTo>
                    <a:pt x="882091" y="310573"/>
                  </a:lnTo>
                  <a:lnTo>
                    <a:pt x="892718" y="305518"/>
                  </a:lnTo>
                  <a:lnTo>
                    <a:pt x="903346" y="300663"/>
                  </a:lnTo>
                  <a:lnTo>
                    <a:pt x="913973" y="296050"/>
                  </a:lnTo>
                  <a:lnTo>
                    <a:pt x="924601" y="291711"/>
                  </a:lnTo>
                  <a:lnTo>
                    <a:pt x="935229" y="287665"/>
                  </a:lnTo>
                  <a:lnTo>
                    <a:pt x="945856" y="283919"/>
                  </a:lnTo>
                  <a:lnTo>
                    <a:pt x="956484" y="280463"/>
                  </a:lnTo>
                  <a:lnTo>
                    <a:pt x="967111" y="277277"/>
                  </a:lnTo>
                  <a:lnTo>
                    <a:pt x="977739" y="274327"/>
                  </a:lnTo>
                  <a:lnTo>
                    <a:pt x="988367" y="271576"/>
                  </a:lnTo>
                  <a:lnTo>
                    <a:pt x="998994" y="268950"/>
                  </a:lnTo>
                  <a:lnTo>
                    <a:pt x="1009622" y="266372"/>
                  </a:lnTo>
                  <a:lnTo>
                    <a:pt x="1020249" y="263768"/>
                  </a:lnTo>
                  <a:lnTo>
                    <a:pt x="1030877" y="261063"/>
                  </a:lnTo>
                  <a:lnTo>
                    <a:pt x="1041505" y="258178"/>
                  </a:lnTo>
                  <a:lnTo>
                    <a:pt x="1052132" y="255042"/>
                  </a:lnTo>
                  <a:lnTo>
                    <a:pt x="1062760" y="251585"/>
                  </a:lnTo>
                  <a:lnTo>
                    <a:pt x="1073387" y="247750"/>
                  </a:lnTo>
                  <a:lnTo>
                    <a:pt x="1084015" y="243489"/>
                  </a:lnTo>
                  <a:lnTo>
                    <a:pt x="1094643" y="238743"/>
                  </a:lnTo>
                  <a:lnTo>
                    <a:pt x="1105270" y="233497"/>
                  </a:lnTo>
                  <a:lnTo>
                    <a:pt x="1115898" y="227790"/>
                  </a:lnTo>
                  <a:lnTo>
                    <a:pt x="1126525" y="221650"/>
                  </a:lnTo>
                  <a:lnTo>
                    <a:pt x="1137153" y="215119"/>
                  </a:lnTo>
                  <a:lnTo>
                    <a:pt x="1147781" y="208253"/>
                  </a:lnTo>
                  <a:lnTo>
                    <a:pt x="1158408" y="201119"/>
                  </a:lnTo>
                  <a:lnTo>
                    <a:pt x="1169036" y="193791"/>
                  </a:lnTo>
                  <a:lnTo>
                    <a:pt x="1179663" y="186346"/>
                  </a:lnTo>
                  <a:lnTo>
                    <a:pt x="1190291" y="178861"/>
                  </a:lnTo>
                  <a:lnTo>
                    <a:pt x="1200919" y="171415"/>
                  </a:lnTo>
                  <a:lnTo>
                    <a:pt x="1211546" y="164086"/>
                  </a:lnTo>
                  <a:lnTo>
                    <a:pt x="1222174" y="156919"/>
                  </a:lnTo>
                  <a:lnTo>
                    <a:pt x="1232801" y="149946"/>
                  </a:lnTo>
                  <a:lnTo>
                    <a:pt x="1243429" y="143184"/>
                  </a:lnTo>
                  <a:lnTo>
                    <a:pt x="1254057" y="136635"/>
                  </a:lnTo>
                  <a:lnTo>
                    <a:pt x="1264684" y="130286"/>
                  </a:lnTo>
                  <a:lnTo>
                    <a:pt x="1275312" y="124114"/>
                  </a:lnTo>
                  <a:lnTo>
                    <a:pt x="1285939" y="118088"/>
                  </a:lnTo>
                  <a:lnTo>
                    <a:pt x="1296567" y="112173"/>
                  </a:lnTo>
                  <a:lnTo>
                    <a:pt x="1307195" y="106335"/>
                  </a:lnTo>
                  <a:lnTo>
                    <a:pt x="1317822" y="100541"/>
                  </a:lnTo>
                  <a:lnTo>
                    <a:pt x="1328450" y="94765"/>
                  </a:lnTo>
                  <a:lnTo>
                    <a:pt x="1339077" y="88997"/>
                  </a:lnTo>
                  <a:lnTo>
                    <a:pt x="1349705" y="83234"/>
                  </a:lnTo>
                  <a:lnTo>
                    <a:pt x="1360333" y="77480"/>
                  </a:lnTo>
                  <a:lnTo>
                    <a:pt x="1370960" y="71744"/>
                  </a:lnTo>
                  <a:lnTo>
                    <a:pt x="1381588" y="66040"/>
                  </a:lnTo>
                  <a:lnTo>
                    <a:pt x="1392215" y="60381"/>
                  </a:lnTo>
                  <a:lnTo>
                    <a:pt x="1402843" y="54781"/>
                  </a:lnTo>
                  <a:lnTo>
                    <a:pt x="1413471" y="49255"/>
                  </a:lnTo>
                  <a:lnTo>
                    <a:pt x="1424098" y="43826"/>
                  </a:lnTo>
                  <a:lnTo>
                    <a:pt x="1434726" y="38503"/>
                  </a:lnTo>
                  <a:lnTo>
                    <a:pt x="1445354" y="33308"/>
                  </a:lnTo>
                  <a:lnTo>
                    <a:pt x="1455981" y="28269"/>
                  </a:lnTo>
                  <a:lnTo>
                    <a:pt x="1466609" y="23426"/>
                  </a:lnTo>
                  <a:lnTo>
                    <a:pt x="1477236" y="18829"/>
                  </a:lnTo>
                  <a:lnTo>
                    <a:pt x="1487864" y="14537"/>
                  </a:lnTo>
                  <a:lnTo>
                    <a:pt x="1498492" y="10624"/>
                  </a:lnTo>
                  <a:lnTo>
                    <a:pt x="1509119" y="7171"/>
                  </a:lnTo>
                  <a:lnTo>
                    <a:pt x="1519747" y="4273"/>
                  </a:lnTo>
                  <a:lnTo>
                    <a:pt x="1530374" y="2092"/>
                  </a:lnTo>
                  <a:lnTo>
                    <a:pt x="1541002" y="647"/>
                  </a:lnTo>
                  <a:lnTo>
                    <a:pt x="1551630" y="0"/>
                  </a:lnTo>
                  <a:lnTo>
                    <a:pt x="1562257" y="192"/>
                  </a:lnTo>
                  <a:lnTo>
                    <a:pt x="1572885" y="1242"/>
                  </a:lnTo>
                  <a:lnTo>
                    <a:pt x="1583512" y="3136"/>
                  </a:lnTo>
                  <a:lnTo>
                    <a:pt x="1594140" y="5833"/>
                  </a:lnTo>
                  <a:lnTo>
                    <a:pt x="1604768" y="9260"/>
                  </a:lnTo>
                  <a:lnTo>
                    <a:pt x="1615395" y="13321"/>
                  </a:lnTo>
                  <a:lnTo>
                    <a:pt x="1626023" y="17895"/>
                  </a:lnTo>
                  <a:lnTo>
                    <a:pt x="1636650" y="22871"/>
                  </a:lnTo>
                  <a:lnTo>
                    <a:pt x="1647278" y="28046"/>
                  </a:lnTo>
                  <a:lnTo>
                    <a:pt x="1657906" y="33289"/>
                  </a:lnTo>
                  <a:lnTo>
                    <a:pt x="1668533" y="38482"/>
                  </a:lnTo>
                  <a:lnTo>
                    <a:pt x="1679161" y="43527"/>
                  </a:lnTo>
                  <a:lnTo>
                    <a:pt x="1689788" y="48353"/>
                  </a:lnTo>
                  <a:lnTo>
                    <a:pt x="1700416" y="52912"/>
                  </a:lnTo>
                  <a:lnTo>
                    <a:pt x="1711044" y="57184"/>
                  </a:lnTo>
                  <a:lnTo>
                    <a:pt x="1721671" y="61171"/>
                  </a:lnTo>
                  <a:lnTo>
                    <a:pt x="1732299" y="64898"/>
                  </a:lnTo>
                  <a:lnTo>
                    <a:pt x="1742926" y="68384"/>
                  </a:lnTo>
                  <a:lnTo>
                    <a:pt x="1753554" y="71710"/>
                  </a:lnTo>
                  <a:lnTo>
                    <a:pt x="1764182" y="74929"/>
                  </a:lnTo>
                  <a:lnTo>
                    <a:pt x="1774809" y="78090"/>
                  </a:lnTo>
                  <a:lnTo>
                    <a:pt x="1785437" y="81235"/>
                  </a:lnTo>
                  <a:lnTo>
                    <a:pt x="1796064" y="84398"/>
                  </a:lnTo>
                  <a:lnTo>
                    <a:pt x="1806692" y="87601"/>
                  </a:lnTo>
                  <a:lnTo>
                    <a:pt x="1817320" y="90859"/>
                  </a:lnTo>
                  <a:lnTo>
                    <a:pt x="1827947" y="94175"/>
                  </a:lnTo>
                  <a:lnTo>
                    <a:pt x="1838575" y="97543"/>
                  </a:lnTo>
                  <a:lnTo>
                    <a:pt x="1849202" y="100951"/>
                  </a:lnTo>
                  <a:lnTo>
                    <a:pt x="1859830" y="104370"/>
                  </a:lnTo>
                  <a:lnTo>
                    <a:pt x="1870458" y="107774"/>
                  </a:lnTo>
                  <a:lnTo>
                    <a:pt x="1881085" y="111134"/>
                  </a:lnTo>
                  <a:lnTo>
                    <a:pt x="1891713" y="114421"/>
                  </a:lnTo>
                  <a:lnTo>
                    <a:pt x="1902340" y="117610"/>
                  </a:lnTo>
                  <a:lnTo>
                    <a:pt x="1912968" y="120677"/>
                  </a:lnTo>
                  <a:lnTo>
                    <a:pt x="1923596" y="123603"/>
                  </a:lnTo>
                  <a:lnTo>
                    <a:pt x="1934223" y="126377"/>
                  </a:lnTo>
                  <a:lnTo>
                    <a:pt x="1944851" y="128992"/>
                  </a:lnTo>
                  <a:lnTo>
                    <a:pt x="1955478" y="131440"/>
                  </a:lnTo>
                  <a:lnTo>
                    <a:pt x="1966106" y="133743"/>
                  </a:lnTo>
                  <a:lnTo>
                    <a:pt x="1976734" y="135926"/>
                  </a:lnTo>
                  <a:lnTo>
                    <a:pt x="1987361" y="138014"/>
                  </a:lnTo>
                  <a:lnTo>
                    <a:pt x="1997989" y="140037"/>
                  </a:lnTo>
                  <a:lnTo>
                    <a:pt x="2008616" y="142025"/>
                  </a:lnTo>
                  <a:lnTo>
                    <a:pt x="2019244" y="144012"/>
                  </a:lnTo>
                  <a:lnTo>
                    <a:pt x="2029872" y="146035"/>
                  </a:lnTo>
                  <a:lnTo>
                    <a:pt x="2040499" y="148130"/>
                  </a:lnTo>
                  <a:lnTo>
                    <a:pt x="2051127" y="150335"/>
                  </a:lnTo>
                  <a:lnTo>
                    <a:pt x="2061754" y="152705"/>
                  </a:lnTo>
                  <a:lnTo>
                    <a:pt x="2072382" y="155282"/>
                  </a:lnTo>
                  <a:lnTo>
                    <a:pt x="2083010" y="158100"/>
                  </a:lnTo>
                  <a:lnTo>
                    <a:pt x="2093637" y="161197"/>
                  </a:lnTo>
                  <a:lnTo>
                    <a:pt x="2104265" y="164611"/>
                  </a:lnTo>
                  <a:lnTo>
                    <a:pt x="2114892" y="168373"/>
                  </a:lnTo>
                  <a:lnTo>
                    <a:pt x="2125520" y="172510"/>
                  </a:lnTo>
                  <a:lnTo>
                    <a:pt x="2136148" y="177041"/>
                  </a:lnTo>
                  <a:lnTo>
                    <a:pt x="2146775" y="181973"/>
                  </a:lnTo>
                  <a:lnTo>
                    <a:pt x="2157403" y="187307"/>
                  </a:lnTo>
                  <a:lnTo>
                    <a:pt x="2168031" y="193054"/>
                  </a:lnTo>
                  <a:lnTo>
                    <a:pt x="2178658" y="199176"/>
                  </a:lnTo>
                  <a:lnTo>
                    <a:pt x="2189286" y="205611"/>
                  </a:lnTo>
                  <a:lnTo>
                    <a:pt x="2199913" y="212307"/>
                  </a:lnTo>
                  <a:lnTo>
                    <a:pt x="2210541" y="219204"/>
                  </a:lnTo>
                  <a:lnTo>
                    <a:pt x="2221169" y="226237"/>
                  </a:lnTo>
                  <a:lnTo>
                    <a:pt x="2231796" y="233332"/>
                  </a:lnTo>
                  <a:lnTo>
                    <a:pt x="2242424" y="240415"/>
                  </a:lnTo>
                  <a:lnTo>
                    <a:pt x="2253051" y="247412"/>
                  </a:lnTo>
                  <a:lnTo>
                    <a:pt x="2263679" y="254252"/>
                  </a:lnTo>
                  <a:lnTo>
                    <a:pt x="2274307" y="260851"/>
                  </a:lnTo>
                  <a:lnTo>
                    <a:pt x="2284934" y="267140"/>
                  </a:lnTo>
                  <a:lnTo>
                    <a:pt x="2295562" y="273097"/>
                  </a:lnTo>
                  <a:lnTo>
                    <a:pt x="2306189" y="278695"/>
                  </a:lnTo>
                  <a:lnTo>
                    <a:pt x="2316817" y="283926"/>
                  </a:lnTo>
                  <a:lnTo>
                    <a:pt x="2327445" y="288797"/>
                  </a:lnTo>
                  <a:lnTo>
                    <a:pt x="2338072" y="293329"/>
                  </a:lnTo>
                  <a:lnTo>
                    <a:pt x="2348700" y="297559"/>
                  </a:lnTo>
                  <a:lnTo>
                    <a:pt x="2359327" y="301532"/>
                  </a:lnTo>
                  <a:lnTo>
                    <a:pt x="2369955" y="305303"/>
                  </a:lnTo>
                  <a:lnTo>
                    <a:pt x="2380583" y="308927"/>
                  </a:lnTo>
                  <a:lnTo>
                    <a:pt x="2391210" y="312468"/>
                  </a:lnTo>
                  <a:lnTo>
                    <a:pt x="2401838" y="315988"/>
                  </a:lnTo>
                  <a:lnTo>
                    <a:pt x="2412465" y="319524"/>
                  </a:lnTo>
                  <a:lnTo>
                    <a:pt x="2423093" y="323107"/>
                  </a:lnTo>
                  <a:lnTo>
                    <a:pt x="2433721" y="326752"/>
                  </a:lnTo>
                  <a:lnTo>
                    <a:pt x="2444348" y="330462"/>
                  </a:lnTo>
                  <a:lnTo>
                    <a:pt x="2454976" y="334231"/>
                  </a:lnTo>
                  <a:lnTo>
                    <a:pt x="2465603" y="338040"/>
                  </a:lnTo>
                  <a:lnTo>
                    <a:pt x="2476231" y="341867"/>
                  </a:lnTo>
                  <a:lnTo>
                    <a:pt x="2486859" y="345679"/>
                  </a:lnTo>
                  <a:lnTo>
                    <a:pt x="2497486" y="349437"/>
                  </a:lnTo>
                  <a:lnTo>
                    <a:pt x="2508114" y="353112"/>
                  </a:lnTo>
                  <a:lnTo>
                    <a:pt x="2518741" y="356679"/>
                  </a:lnTo>
                  <a:lnTo>
                    <a:pt x="2529369" y="360115"/>
                  </a:lnTo>
                  <a:lnTo>
                    <a:pt x="2539997" y="363406"/>
                  </a:lnTo>
                  <a:lnTo>
                    <a:pt x="2550624" y="366542"/>
                  </a:lnTo>
                  <a:lnTo>
                    <a:pt x="2561252" y="369521"/>
                  </a:lnTo>
                  <a:lnTo>
                    <a:pt x="2571879" y="372345"/>
                  </a:lnTo>
                  <a:lnTo>
                    <a:pt x="2582507" y="375023"/>
                  </a:lnTo>
                  <a:lnTo>
                    <a:pt x="2593135" y="377565"/>
                  </a:lnTo>
                  <a:lnTo>
                    <a:pt x="2603762" y="379981"/>
                  </a:lnTo>
                  <a:lnTo>
                    <a:pt x="2614390" y="382303"/>
                  </a:lnTo>
                  <a:lnTo>
                    <a:pt x="2625017" y="384549"/>
                  </a:lnTo>
                  <a:lnTo>
                    <a:pt x="2635645" y="386734"/>
                  </a:lnTo>
                  <a:lnTo>
                    <a:pt x="2646273" y="388872"/>
                  </a:lnTo>
                  <a:lnTo>
                    <a:pt x="2656900" y="390974"/>
                  </a:lnTo>
                  <a:lnTo>
                    <a:pt x="2667528" y="393045"/>
                  </a:lnTo>
                  <a:lnTo>
                    <a:pt x="2678155" y="395088"/>
                  </a:lnTo>
                  <a:lnTo>
                    <a:pt x="2688783" y="397102"/>
                  </a:lnTo>
                  <a:lnTo>
                    <a:pt x="2699411" y="399081"/>
                  </a:lnTo>
                  <a:lnTo>
                    <a:pt x="2710038" y="401011"/>
                  </a:lnTo>
                  <a:lnTo>
                    <a:pt x="2720666" y="402886"/>
                  </a:lnTo>
                  <a:lnTo>
                    <a:pt x="2731293" y="404698"/>
                  </a:lnTo>
                  <a:lnTo>
                    <a:pt x="2741921" y="406437"/>
                  </a:lnTo>
                  <a:lnTo>
                    <a:pt x="2752549" y="408097"/>
                  </a:lnTo>
                  <a:lnTo>
                    <a:pt x="2763176" y="409674"/>
                  </a:lnTo>
                  <a:lnTo>
                    <a:pt x="2773804" y="411168"/>
                  </a:lnTo>
                  <a:lnTo>
                    <a:pt x="2784431" y="412582"/>
                  </a:lnTo>
                  <a:lnTo>
                    <a:pt x="2795059" y="413920"/>
                  </a:lnTo>
                  <a:lnTo>
                    <a:pt x="2805687" y="415194"/>
                  </a:lnTo>
                  <a:lnTo>
                    <a:pt x="2816314" y="416410"/>
                  </a:lnTo>
                  <a:lnTo>
                    <a:pt x="2826942" y="417588"/>
                  </a:lnTo>
                  <a:lnTo>
                    <a:pt x="2837569" y="418741"/>
                  </a:lnTo>
                  <a:lnTo>
                    <a:pt x="2848197" y="419882"/>
                  </a:lnTo>
                  <a:lnTo>
                    <a:pt x="2858825" y="421018"/>
                  </a:lnTo>
                  <a:lnTo>
                    <a:pt x="2869452" y="422155"/>
                  </a:lnTo>
                  <a:lnTo>
                    <a:pt x="2880080" y="423294"/>
                  </a:lnTo>
                  <a:lnTo>
                    <a:pt x="2890708" y="424432"/>
                  </a:lnTo>
                  <a:lnTo>
                    <a:pt x="2901335" y="425563"/>
                  </a:lnTo>
                  <a:lnTo>
                    <a:pt x="2911963" y="426676"/>
                  </a:lnTo>
                  <a:lnTo>
                    <a:pt x="2922590" y="427752"/>
                  </a:lnTo>
                  <a:lnTo>
                    <a:pt x="2933218" y="428778"/>
                  </a:lnTo>
                  <a:lnTo>
                    <a:pt x="2943846" y="429738"/>
                  </a:lnTo>
                  <a:lnTo>
                    <a:pt x="2954473" y="430621"/>
                  </a:lnTo>
                  <a:lnTo>
                    <a:pt x="2965101" y="431415"/>
                  </a:lnTo>
                  <a:lnTo>
                    <a:pt x="2975728" y="432111"/>
                  </a:lnTo>
                  <a:lnTo>
                    <a:pt x="2986356" y="432708"/>
                  </a:lnTo>
                  <a:lnTo>
                    <a:pt x="2996984" y="433203"/>
                  </a:lnTo>
                  <a:lnTo>
                    <a:pt x="3007611" y="433602"/>
                  </a:lnTo>
                  <a:lnTo>
                    <a:pt x="3018239" y="433910"/>
                  </a:lnTo>
                  <a:lnTo>
                    <a:pt x="3028866" y="434132"/>
                  </a:lnTo>
                  <a:lnTo>
                    <a:pt x="3039494" y="434288"/>
                  </a:lnTo>
                  <a:lnTo>
                    <a:pt x="3050122" y="434395"/>
                  </a:lnTo>
                  <a:lnTo>
                    <a:pt x="3060749" y="434467"/>
                  </a:lnTo>
                  <a:lnTo>
                    <a:pt x="3071377" y="434518"/>
                  </a:lnTo>
                  <a:lnTo>
                    <a:pt x="3082004" y="434563"/>
                  </a:lnTo>
                  <a:lnTo>
                    <a:pt x="3092632" y="434614"/>
                  </a:lnTo>
                  <a:lnTo>
                    <a:pt x="3103260" y="434681"/>
                  </a:lnTo>
                  <a:lnTo>
                    <a:pt x="3113887" y="434775"/>
                  </a:lnTo>
                  <a:lnTo>
                    <a:pt x="3124515" y="434902"/>
                  </a:lnTo>
                  <a:lnTo>
                    <a:pt x="3135142" y="435072"/>
                  </a:lnTo>
                  <a:lnTo>
                    <a:pt x="3145770" y="435284"/>
                  </a:lnTo>
                  <a:lnTo>
                    <a:pt x="3156398" y="435537"/>
                  </a:lnTo>
                  <a:lnTo>
                    <a:pt x="3167025" y="435826"/>
                  </a:lnTo>
                  <a:lnTo>
                    <a:pt x="3177653" y="436146"/>
                  </a:lnTo>
                  <a:lnTo>
                    <a:pt x="3188280" y="436490"/>
                  </a:lnTo>
                  <a:lnTo>
                    <a:pt x="3198908" y="436850"/>
                  </a:lnTo>
                  <a:lnTo>
                    <a:pt x="3209536" y="437215"/>
                  </a:lnTo>
                  <a:lnTo>
                    <a:pt x="3220163" y="437578"/>
                  </a:lnTo>
                  <a:lnTo>
                    <a:pt x="3230791" y="437927"/>
                  </a:lnTo>
                  <a:lnTo>
                    <a:pt x="3230791" y="440740"/>
                  </a:lnTo>
                  <a:lnTo>
                    <a:pt x="3220163" y="440740"/>
                  </a:lnTo>
                  <a:lnTo>
                    <a:pt x="3209536" y="440740"/>
                  </a:lnTo>
                  <a:lnTo>
                    <a:pt x="3198908" y="440740"/>
                  </a:lnTo>
                  <a:lnTo>
                    <a:pt x="3188280" y="440740"/>
                  </a:lnTo>
                  <a:lnTo>
                    <a:pt x="3177653" y="440740"/>
                  </a:lnTo>
                  <a:lnTo>
                    <a:pt x="3167025" y="440740"/>
                  </a:lnTo>
                  <a:lnTo>
                    <a:pt x="3156398" y="440740"/>
                  </a:lnTo>
                  <a:lnTo>
                    <a:pt x="3145770" y="440740"/>
                  </a:lnTo>
                  <a:lnTo>
                    <a:pt x="3135142" y="440740"/>
                  </a:lnTo>
                  <a:lnTo>
                    <a:pt x="3124515" y="440740"/>
                  </a:lnTo>
                  <a:lnTo>
                    <a:pt x="3113887" y="440740"/>
                  </a:lnTo>
                  <a:lnTo>
                    <a:pt x="3103260" y="440740"/>
                  </a:lnTo>
                  <a:lnTo>
                    <a:pt x="3092632" y="440740"/>
                  </a:lnTo>
                  <a:lnTo>
                    <a:pt x="3082004" y="440740"/>
                  </a:lnTo>
                  <a:lnTo>
                    <a:pt x="3071377" y="440740"/>
                  </a:lnTo>
                  <a:lnTo>
                    <a:pt x="3060749" y="440740"/>
                  </a:lnTo>
                  <a:lnTo>
                    <a:pt x="3050122" y="440740"/>
                  </a:lnTo>
                  <a:lnTo>
                    <a:pt x="3039494" y="440740"/>
                  </a:lnTo>
                  <a:lnTo>
                    <a:pt x="3028866" y="440740"/>
                  </a:lnTo>
                  <a:lnTo>
                    <a:pt x="3018239" y="440740"/>
                  </a:lnTo>
                  <a:lnTo>
                    <a:pt x="3007611" y="440740"/>
                  </a:lnTo>
                  <a:lnTo>
                    <a:pt x="2996984" y="440740"/>
                  </a:lnTo>
                  <a:lnTo>
                    <a:pt x="2986356" y="440740"/>
                  </a:lnTo>
                  <a:lnTo>
                    <a:pt x="2975728" y="440740"/>
                  </a:lnTo>
                  <a:lnTo>
                    <a:pt x="2965101" y="440740"/>
                  </a:lnTo>
                  <a:lnTo>
                    <a:pt x="2954473" y="440740"/>
                  </a:lnTo>
                  <a:lnTo>
                    <a:pt x="2943846" y="440740"/>
                  </a:lnTo>
                  <a:lnTo>
                    <a:pt x="2933218" y="440740"/>
                  </a:lnTo>
                  <a:lnTo>
                    <a:pt x="2922590" y="440740"/>
                  </a:lnTo>
                  <a:lnTo>
                    <a:pt x="2911963" y="440740"/>
                  </a:lnTo>
                  <a:lnTo>
                    <a:pt x="2901335" y="440740"/>
                  </a:lnTo>
                  <a:lnTo>
                    <a:pt x="2890708" y="440740"/>
                  </a:lnTo>
                  <a:lnTo>
                    <a:pt x="2880080" y="440740"/>
                  </a:lnTo>
                  <a:lnTo>
                    <a:pt x="2869452" y="440740"/>
                  </a:lnTo>
                  <a:lnTo>
                    <a:pt x="2858825" y="440740"/>
                  </a:lnTo>
                  <a:lnTo>
                    <a:pt x="2848197" y="440740"/>
                  </a:lnTo>
                  <a:lnTo>
                    <a:pt x="2837569" y="440740"/>
                  </a:lnTo>
                  <a:lnTo>
                    <a:pt x="2826942" y="440740"/>
                  </a:lnTo>
                  <a:lnTo>
                    <a:pt x="2816314" y="440740"/>
                  </a:lnTo>
                  <a:lnTo>
                    <a:pt x="2805687" y="440740"/>
                  </a:lnTo>
                  <a:lnTo>
                    <a:pt x="2795059" y="440740"/>
                  </a:lnTo>
                  <a:lnTo>
                    <a:pt x="2784431" y="440740"/>
                  </a:lnTo>
                  <a:lnTo>
                    <a:pt x="2773804" y="440740"/>
                  </a:lnTo>
                  <a:lnTo>
                    <a:pt x="2763176" y="440740"/>
                  </a:lnTo>
                  <a:lnTo>
                    <a:pt x="2752549" y="440740"/>
                  </a:lnTo>
                  <a:lnTo>
                    <a:pt x="2741921" y="440740"/>
                  </a:lnTo>
                  <a:lnTo>
                    <a:pt x="2731293" y="440740"/>
                  </a:lnTo>
                  <a:lnTo>
                    <a:pt x="2720666" y="440740"/>
                  </a:lnTo>
                  <a:lnTo>
                    <a:pt x="2710038" y="440740"/>
                  </a:lnTo>
                  <a:lnTo>
                    <a:pt x="2699411" y="440740"/>
                  </a:lnTo>
                  <a:lnTo>
                    <a:pt x="2688783" y="440740"/>
                  </a:lnTo>
                  <a:lnTo>
                    <a:pt x="2678155" y="440740"/>
                  </a:lnTo>
                  <a:lnTo>
                    <a:pt x="2667528" y="440740"/>
                  </a:lnTo>
                  <a:lnTo>
                    <a:pt x="2656900" y="440740"/>
                  </a:lnTo>
                  <a:lnTo>
                    <a:pt x="2646273" y="440740"/>
                  </a:lnTo>
                  <a:lnTo>
                    <a:pt x="2635645" y="440740"/>
                  </a:lnTo>
                  <a:lnTo>
                    <a:pt x="2625017" y="440740"/>
                  </a:lnTo>
                  <a:lnTo>
                    <a:pt x="2614390" y="440740"/>
                  </a:lnTo>
                  <a:lnTo>
                    <a:pt x="2603762" y="440740"/>
                  </a:lnTo>
                  <a:lnTo>
                    <a:pt x="2593135" y="440740"/>
                  </a:lnTo>
                  <a:lnTo>
                    <a:pt x="2582507" y="440740"/>
                  </a:lnTo>
                  <a:lnTo>
                    <a:pt x="2571879" y="440740"/>
                  </a:lnTo>
                  <a:lnTo>
                    <a:pt x="2561252" y="440740"/>
                  </a:lnTo>
                  <a:lnTo>
                    <a:pt x="2550624" y="440740"/>
                  </a:lnTo>
                  <a:lnTo>
                    <a:pt x="2539997" y="440740"/>
                  </a:lnTo>
                  <a:lnTo>
                    <a:pt x="2529369" y="440740"/>
                  </a:lnTo>
                  <a:lnTo>
                    <a:pt x="2518741" y="440740"/>
                  </a:lnTo>
                  <a:lnTo>
                    <a:pt x="2508114" y="440740"/>
                  </a:lnTo>
                  <a:lnTo>
                    <a:pt x="2497486" y="440740"/>
                  </a:lnTo>
                  <a:lnTo>
                    <a:pt x="2486859" y="440740"/>
                  </a:lnTo>
                  <a:lnTo>
                    <a:pt x="2476231" y="440740"/>
                  </a:lnTo>
                  <a:lnTo>
                    <a:pt x="2465603" y="440740"/>
                  </a:lnTo>
                  <a:lnTo>
                    <a:pt x="2454976" y="440740"/>
                  </a:lnTo>
                  <a:lnTo>
                    <a:pt x="2444348" y="440740"/>
                  </a:lnTo>
                  <a:lnTo>
                    <a:pt x="2433721" y="440740"/>
                  </a:lnTo>
                  <a:lnTo>
                    <a:pt x="2423093" y="440740"/>
                  </a:lnTo>
                  <a:lnTo>
                    <a:pt x="2412465" y="440740"/>
                  </a:lnTo>
                  <a:lnTo>
                    <a:pt x="2401838" y="440740"/>
                  </a:lnTo>
                  <a:lnTo>
                    <a:pt x="2391210" y="440740"/>
                  </a:lnTo>
                  <a:lnTo>
                    <a:pt x="2380583" y="440740"/>
                  </a:lnTo>
                  <a:lnTo>
                    <a:pt x="2369955" y="440740"/>
                  </a:lnTo>
                  <a:lnTo>
                    <a:pt x="2359327" y="440740"/>
                  </a:lnTo>
                  <a:lnTo>
                    <a:pt x="2348700" y="440740"/>
                  </a:lnTo>
                  <a:lnTo>
                    <a:pt x="2338072" y="440740"/>
                  </a:lnTo>
                  <a:lnTo>
                    <a:pt x="2327445" y="440740"/>
                  </a:lnTo>
                  <a:lnTo>
                    <a:pt x="2316817" y="440740"/>
                  </a:lnTo>
                  <a:lnTo>
                    <a:pt x="2306189" y="440740"/>
                  </a:lnTo>
                  <a:lnTo>
                    <a:pt x="2295562" y="440740"/>
                  </a:lnTo>
                  <a:lnTo>
                    <a:pt x="2284934" y="440740"/>
                  </a:lnTo>
                  <a:lnTo>
                    <a:pt x="2274307" y="440740"/>
                  </a:lnTo>
                  <a:lnTo>
                    <a:pt x="2263679" y="440740"/>
                  </a:lnTo>
                  <a:lnTo>
                    <a:pt x="2253051" y="440740"/>
                  </a:lnTo>
                  <a:lnTo>
                    <a:pt x="2242424" y="440740"/>
                  </a:lnTo>
                  <a:lnTo>
                    <a:pt x="2231796" y="440740"/>
                  </a:lnTo>
                  <a:lnTo>
                    <a:pt x="2221169" y="440740"/>
                  </a:lnTo>
                  <a:lnTo>
                    <a:pt x="2210541" y="440740"/>
                  </a:lnTo>
                  <a:lnTo>
                    <a:pt x="2199913" y="440740"/>
                  </a:lnTo>
                  <a:lnTo>
                    <a:pt x="2189286" y="440740"/>
                  </a:lnTo>
                  <a:lnTo>
                    <a:pt x="2178658" y="440740"/>
                  </a:lnTo>
                  <a:lnTo>
                    <a:pt x="2168031" y="440740"/>
                  </a:lnTo>
                  <a:lnTo>
                    <a:pt x="2157403" y="440740"/>
                  </a:lnTo>
                  <a:lnTo>
                    <a:pt x="2146775" y="440740"/>
                  </a:lnTo>
                  <a:lnTo>
                    <a:pt x="2136148" y="440740"/>
                  </a:lnTo>
                  <a:lnTo>
                    <a:pt x="2125520" y="440740"/>
                  </a:lnTo>
                  <a:lnTo>
                    <a:pt x="2114892" y="440740"/>
                  </a:lnTo>
                  <a:lnTo>
                    <a:pt x="2104265" y="440740"/>
                  </a:lnTo>
                  <a:lnTo>
                    <a:pt x="2093637" y="440740"/>
                  </a:lnTo>
                  <a:lnTo>
                    <a:pt x="2083010" y="440740"/>
                  </a:lnTo>
                  <a:lnTo>
                    <a:pt x="2072382" y="440740"/>
                  </a:lnTo>
                  <a:lnTo>
                    <a:pt x="2061754" y="440740"/>
                  </a:lnTo>
                  <a:lnTo>
                    <a:pt x="2051127" y="440740"/>
                  </a:lnTo>
                  <a:lnTo>
                    <a:pt x="2040499" y="440740"/>
                  </a:lnTo>
                  <a:lnTo>
                    <a:pt x="2029872" y="440740"/>
                  </a:lnTo>
                  <a:lnTo>
                    <a:pt x="2019244" y="440740"/>
                  </a:lnTo>
                  <a:lnTo>
                    <a:pt x="2008616" y="440740"/>
                  </a:lnTo>
                  <a:lnTo>
                    <a:pt x="1997989" y="440740"/>
                  </a:lnTo>
                  <a:lnTo>
                    <a:pt x="1987361" y="440740"/>
                  </a:lnTo>
                  <a:lnTo>
                    <a:pt x="1976734" y="440740"/>
                  </a:lnTo>
                  <a:lnTo>
                    <a:pt x="1966106" y="440740"/>
                  </a:lnTo>
                  <a:lnTo>
                    <a:pt x="1955478" y="440740"/>
                  </a:lnTo>
                  <a:lnTo>
                    <a:pt x="1944851" y="440740"/>
                  </a:lnTo>
                  <a:lnTo>
                    <a:pt x="1934223" y="440740"/>
                  </a:lnTo>
                  <a:lnTo>
                    <a:pt x="1923596" y="440740"/>
                  </a:lnTo>
                  <a:lnTo>
                    <a:pt x="1912968" y="440740"/>
                  </a:lnTo>
                  <a:lnTo>
                    <a:pt x="1902340" y="440740"/>
                  </a:lnTo>
                  <a:lnTo>
                    <a:pt x="1891713" y="440740"/>
                  </a:lnTo>
                  <a:lnTo>
                    <a:pt x="1881085" y="440740"/>
                  </a:lnTo>
                  <a:lnTo>
                    <a:pt x="1870458" y="440740"/>
                  </a:lnTo>
                  <a:lnTo>
                    <a:pt x="1859830" y="440740"/>
                  </a:lnTo>
                  <a:lnTo>
                    <a:pt x="1849202" y="440740"/>
                  </a:lnTo>
                  <a:lnTo>
                    <a:pt x="1838575" y="440740"/>
                  </a:lnTo>
                  <a:lnTo>
                    <a:pt x="1827947" y="440740"/>
                  </a:lnTo>
                  <a:lnTo>
                    <a:pt x="1817320" y="440740"/>
                  </a:lnTo>
                  <a:lnTo>
                    <a:pt x="1806692" y="440740"/>
                  </a:lnTo>
                  <a:lnTo>
                    <a:pt x="1796064" y="440740"/>
                  </a:lnTo>
                  <a:lnTo>
                    <a:pt x="1785437" y="440740"/>
                  </a:lnTo>
                  <a:lnTo>
                    <a:pt x="1774809" y="440740"/>
                  </a:lnTo>
                  <a:lnTo>
                    <a:pt x="1764182" y="440740"/>
                  </a:lnTo>
                  <a:lnTo>
                    <a:pt x="1753554" y="440740"/>
                  </a:lnTo>
                  <a:lnTo>
                    <a:pt x="1742926" y="440740"/>
                  </a:lnTo>
                  <a:lnTo>
                    <a:pt x="1732299" y="440740"/>
                  </a:lnTo>
                  <a:lnTo>
                    <a:pt x="1721671" y="440740"/>
                  </a:lnTo>
                  <a:lnTo>
                    <a:pt x="1711044" y="440740"/>
                  </a:lnTo>
                  <a:lnTo>
                    <a:pt x="1700416" y="440740"/>
                  </a:lnTo>
                  <a:lnTo>
                    <a:pt x="1689788" y="440740"/>
                  </a:lnTo>
                  <a:lnTo>
                    <a:pt x="1679161" y="440740"/>
                  </a:lnTo>
                  <a:lnTo>
                    <a:pt x="1668533" y="440740"/>
                  </a:lnTo>
                  <a:lnTo>
                    <a:pt x="1657906" y="440740"/>
                  </a:lnTo>
                  <a:lnTo>
                    <a:pt x="1647278" y="440740"/>
                  </a:lnTo>
                  <a:lnTo>
                    <a:pt x="1636650" y="440740"/>
                  </a:lnTo>
                  <a:lnTo>
                    <a:pt x="1626023" y="440740"/>
                  </a:lnTo>
                  <a:lnTo>
                    <a:pt x="1615395" y="440740"/>
                  </a:lnTo>
                  <a:lnTo>
                    <a:pt x="1604768" y="440740"/>
                  </a:lnTo>
                  <a:lnTo>
                    <a:pt x="1594140" y="440740"/>
                  </a:lnTo>
                  <a:lnTo>
                    <a:pt x="1583512" y="440740"/>
                  </a:lnTo>
                  <a:lnTo>
                    <a:pt x="1572885" y="440740"/>
                  </a:lnTo>
                  <a:lnTo>
                    <a:pt x="1562257" y="440740"/>
                  </a:lnTo>
                  <a:lnTo>
                    <a:pt x="1551630" y="440740"/>
                  </a:lnTo>
                  <a:lnTo>
                    <a:pt x="1541002" y="440740"/>
                  </a:lnTo>
                  <a:lnTo>
                    <a:pt x="1530374" y="440740"/>
                  </a:lnTo>
                  <a:lnTo>
                    <a:pt x="1519747" y="440740"/>
                  </a:lnTo>
                  <a:lnTo>
                    <a:pt x="1509119" y="440740"/>
                  </a:lnTo>
                  <a:lnTo>
                    <a:pt x="1498492" y="440740"/>
                  </a:lnTo>
                  <a:lnTo>
                    <a:pt x="1487864" y="440740"/>
                  </a:lnTo>
                  <a:lnTo>
                    <a:pt x="1477236" y="440740"/>
                  </a:lnTo>
                  <a:lnTo>
                    <a:pt x="1466609" y="440740"/>
                  </a:lnTo>
                  <a:lnTo>
                    <a:pt x="1455981" y="440740"/>
                  </a:lnTo>
                  <a:lnTo>
                    <a:pt x="1445354" y="440740"/>
                  </a:lnTo>
                  <a:lnTo>
                    <a:pt x="1434726" y="440740"/>
                  </a:lnTo>
                  <a:lnTo>
                    <a:pt x="1424098" y="440740"/>
                  </a:lnTo>
                  <a:lnTo>
                    <a:pt x="1413471" y="440740"/>
                  </a:lnTo>
                  <a:lnTo>
                    <a:pt x="1402843" y="440740"/>
                  </a:lnTo>
                  <a:lnTo>
                    <a:pt x="1392215" y="440740"/>
                  </a:lnTo>
                  <a:lnTo>
                    <a:pt x="1381588" y="440740"/>
                  </a:lnTo>
                  <a:lnTo>
                    <a:pt x="1370960" y="440740"/>
                  </a:lnTo>
                  <a:lnTo>
                    <a:pt x="1360333" y="440740"/>
                  </a:lnTo>
                  <a:lnTo>
                    <a:pt x="1349705" y="440740"/>
                  </a:lnTo>
                  <a:lnTo>
                    <a:pt x="1339077" y="440740"/>
                  </a:lnTo>
                  <a:lnTo>
                    <a:pt x="1328450" y="440740"/>
                  </a:lnTo>
                  <a:lnTo>
                    <a:pt x="1317822" y="440740"/>
                  </a:lnTo>
                  <a:lnTo>
                    <a:pt x="1307195" y="440740"/>
                  </a:lnTo>
                  <a:lnTo>
                    <a:pt x="1296567" y="440740"/>
                  </a:lnTo>
                  <a:lnTo>
                    <a:pt x="1285939" y="440740"/>
                  </a:lnTo>
                  <a:lnTo>
                    <a:pt x="1275312" y="440740"/>
                  </a:lnTo>
                  <a:lnTo>
                    <a:pt x="1264684" y="440740"/>
                  </a:lnTo>
                  <a:lnTo>
                    <a:pt x="1254057" y="440740"/>
                  </a:lnTo>
                  <a:lnTo>
                    <a:pt x="1243429" y="440740"/>
                  </a:lnTo>
                  <a:lnTo>
                    <a:pt x="1232801" y="440740"/>
                  </a:lnTo>
                  <a:lnTo>
                    <a:pt x="1222174" y="440740"/>
                  </a:lnTo>
                  <a:lnTo>
                    <a:pt x="1211546" y="440740"/>
                  </a:lnTo>
                  <a:lnTo>
                    <a:pt x="1200919" y="440740"/>
                  </a:lnTo>
                  <a:lnTo>
                    <a:pt x="1190291" y="440740"/>
                  </a:lnTo>
                  <a:lnTo>
                    <a:pt x="1179663" y="440740"/>
                  </a:lnTo>
                  <a:lnTo>
                    <a:pt x="1169036" y="440740"/>
                  </a:lnTo>
                  <a:lnTo>
                    <a:pt x="1158408" y="440740"/>
                  </a:lnTo>
                  <a:lnTo>
                    <a:pt x="1147781" y="440740"/>
                  </a:lnTo>
                  <a:lnTo>
                    <a:pt x="1137153" y="440740"/>
                  </a:lnTo>
                  <a:lnTo>
                    <a:pt x="1126525" y="440740"/>
                  </a:lnTo>
                  <a:lnTo>
                    <a:pt x="1115898" y="440740"/>
                  </a:lnTo>
                  <a:lnTo>
                    <a:pt x="1105270" y="440740"/>
                  </a:lnTo>
                  <a:lnTo>
                    <a:pt x="1094643" y="440740"/>
                  </a:lnTo>
                  <a:lnTo>
                    <a:pt x="1084015" y="440740"/>
                  </a:lnTo>
                  <a:lnTo>
                    <a:pt x="1073387" y="440740"/>
                  </a:lnTo>
                  <a:lnTo>
                    <a:pt x="1062760" y="440740"/>
                  </a:lnTo>
                  <a:lnTo>
                    <a:pt x="1052132" y="440740"/>
                  </a:lnTo>
                  <a:lnTo>
                    <a:pt x="1041505" y="440740"/>
                  </a:lnTo>
                  <a:lnTo>
                    <a:pt x="1030877" y="440740"/>
                  </a:lnTo>
                  <a:lnTo>
                    <a:pt x="1020249" y="440740"/>
                  </a:lnTo>
                  <a:lnTo>
                    <a:pt x="1009622" y="440740"/>
                  </a:lnTo>
                  <a:lnTo>
                    <a:pt x="998994" y="440740"/>
                  </a:lnTo>
                  <a:lnTo>
                    <a:pt x="988367" y="440740"/>
                  </a:lnTo>
                  <a:lnTo>
                    <a:pt x="977739" y="440740"/>
                  </a:lnTo>
                  <a:lnTo>
                    <a:pt x="967111" y="440740"/>
                  </a:lnTo>
                  <a:lnTo>
                    <a:pt x="956484" y="440740"/>
                  </a:lnTo>
                  <a:lnTo>
                    <a:pt x="945856" y="440740"/>
                  </a:lnTo>
                  <a:lnTo>
                    <a:pt x="935229" y="440740"/>
                  </a:lnTo>
                  <a:lnTo>
                    <a:pt x="924601" y="440740"/>
                  </a:lnTo>
                  <a:lnTo>
                    <a:pt x="913973" y="440740"/>
                  </a:lnTo>
                  <a:lnTo>
                    <a:pt x="903346" y="440740"/>
                  </a:lnTo>
                  <a:lnTo>
                    <a:pt x="892718" y="440740"/>
                  </a:lnTo>
                  <a:lnTo>
                    <a:pt x="882091" y="440740"/>
                  </a:lnTo>
                  <a:lnTo>
                    <a:pt x="871463" y="440740"/>
                  </a:lnTo>
                  <a:lnTo>
                    <a:pt x="860835" y="440740"/>
                  </a:lnTo>
                  <a:lnTo>
                    <a:pt x="850208" y="440740"/>
                  </a:lnTo>
                  <a:lnTo>
                    <a:pt x="839580" y="440740"/>
                  </a:lnTo>
                  <a:lnTo>
                    <a:pt x="828953" y="440740"/>
                  </a:lnTo>
                  <a:lnTo>
                    <a:pt x="818325" y="440740"/>
                  </a:lnTo>
                  <a:lnTo>
                    <a:pt x="807697" y="440740"/>
                  </a:lnTo>
                  <a:lnTo>
                    <a:pt x="797070" y="440740"/>
                  </a:lnTo>
                  <a:lnTo>
                    <a:pt x="786442" y="440740"/>
                  </a:lnTo>
                  <a:lnTo>
                    <a:pt x="775815" y="440740"/>
                  </a:lnTo>
                  <a:lnTo>
                    <a:pt x="765187" y="440740"/>
                  </a:lnTo>
                  <a:lnTo>
                    <a:pt x="754559" y="440740"/>
                  </a:lnTo>
                  <a:lnTo>
                    <a:pt x="743932" y="440740"/>
                  </a:lnTo>
                  <a:lnTo>
                    <a:pt x="733304" y="440740"/>
                  </a:lnTo>
                  <a:lnTo>
                    <a:pt x="722677" y="440740"/>
                  </a:lnTo>
                  <a:lnTo>
                    <a:pt x="712049" y="440740"/>
                  </a:lnTo>
                  <a:lnTo>
                    <a:pt x="701421" y="440740"/>
                  </a:lnTo>
                  <a:lnTo>
                    <a:pt x="690794" y="440740"/>
                  </a:lnTo>
                  <a:lnTo>
                    <a:pt x="680166" y="440740"/>
                  </a:lnTo>
                  <a:lnTo>
                    <a:pt x="669538" y="440740"/>
                  </a:lnTo>
                  <a:lnTo>
                    <a:pt x="658911" y="440740"/>
                  </a:lnTo>
                  <a:lnTo>
                    <a:pt x="648283" y="440740"/>
                  </a:lnTo>
                  <a:lnTo>
                    <a:pt x="637656" y="440740"/>
                  </a:lnTo>
                  <a:lnTo>
                    <a:pt x="627028" y="440740"/>
                  </a:lnTo>
                  <a:lnTo>
                    <a:pt x="616400" y="440740"/>
                  </a:lnTo>
                  <a:lnTo>
                    <a:pt x="605773" y="440740"/>
                  </a:lnTo>
                  <a:lnTo>
                    <a:pt x="595145" y="440740"/>
                  </a:lnTo>
                  <a:lnTo>
                    <a:pt x="584518" y="440740"/>
                  </a:lnTo>
                  <a:lnTo>
                    <a:pt x="573890" y="440740"/>
                  </a:lnTo>
                  <a:lnTo>
                    <a:pt x="563262" y="440740"/>
                  </a:lnTo>
                  <a:lnTo>
                    <a:pt x="552635" y="440740"/>
                  </a:lnTo>
                  <a:lnTo>
                    <a:pt x="542007" y="440740"/>
                  </a:lnTo>
                  <a:lnTo>
                    <a:pt x="531380" y="440740"/>
                  </a:lnTo>
                  <a:lnTo>
                    <a:pt x="520752" y="440740"/>
                  </a:lnTo>
                  <a:lnTo>
                    <a:pt x="510124" y="440740"/>
                  </a:lnTo>
                  <a:lnTo>
                    <a:pt x="499497" y="440740"/>
                  </a:lnTo>
                  <a:lnTo>
                    <a:pt x="488869" y="440740"/>
                  </a:lnTo>
                  <a:lnTo>
                    <a:pt x="478242" y="440740"/>
                  </a:lnTo>
                  <a:lnTo>
                    <a:pt x="467614" y="440740"/>
                  </a:lnTo>
                  <a:lnTo>
                    <a:pt x="456986" y="440740"/>
                  </a:lnTo>
                  <a:lnTo>
                    <a:pt x="446359" y="440740"/>
                  </a:lnTo>
                  <a:lnTo>
                    <a:pt x="435731" y="440740"/>
                  </a:lnTo>
                  <a:lnTo>
                    <a:pt x="425104" y="440740"/>
                  </a:lnTo>
                  <a:lnTo>
                    <a:pt x="414476" y="440740"/>
                  </a:lnTo>
                  <a:lnTo>
                    <a:pt x="403848" y="440740"/>
                  </a:lnTo>
                  <a:lnTo>
                    <a:pt x="393221" y="440740"/>
                  </a:lnTo>
                  <a:lnTo>
                    <a:pt x="382593" y="440740"/>
                  </a:lnTo>
                  <a:lnTo>
                    <a:pt x="371966" y="440740"/>
                  </a:lnTo>
                  <a:lnTo>
                    <a:pt x="361338" y="440740"/>
                  </a:lnTo>
                  <a:lnTo>
                    <a:pt x="350710" y="440740"/>
                  </a:lnTo>
                  <a:lnTo>
                    <a:pt x="340083" y="440740"/>
                  </a:lnTo>
                  <a:lnTo>
                    <a:pt x="329455" y="440740"/>
                  </a:lnTo>
                  <a:lnTo>
                    <a:pt x="318828" y="440740"/>
                  </a:lnTo>
                  <a:lnTo>
                    <a:pt x="308200" y="440740"/>
                  </a:lnTo>
                  <a:lnTo>
                    <a:pt x="297572" y="440740"/>
                  </a:lnTo>
                  <a:lnTo>
                    <a:pt x="286945" y="440740"/>
                  </a:lnTo>
                  <a:lnTo>
                    <a:pt x="276317" y="440740"/>
                  </a:lnTo>
                  <a:lnTo>
                    <a:pt x="265690" y="440740"/>
                  </a:lnTo>
                  <a:lnTo>
                    <a:pt x="255062" y="440740"/>
                  </a:lnTo>
                  <a:lnTo>
                    <a:pt x="244434" y="440740"/>
                  </a:lnTo>
                  <a:lnTo>
                    <a:pt x="233807" y="440740"/>
                  </a:lnTo>
                  <a:lnTo>
                    <a:pt x="223179" y="440740"/>
                  </a:lnTo>
                  <a:lnTo>
                    <a:pt x="212552" y="440740"/>
                  </a:lnTo>
                  <a:lnTo>
                    <a:pt x="201924" y="440740"/>
                  </a:lnTo>
                  <a:lnTo>
                    <a:pt x="191296" y="440740"/>
                  </a:lnTo>
                  <a:lnTo>
                    <a:pt x="180669" y="440740"/>
                  </a:lnTo>
                  <a:lnTo>
                    <a:pt x="170041" y="440740"/>
                  </a:lnTo>
                  <a:lnTo>
                    <a:pt x="159414" y="440740"/>
                  </a:lnTo>
                  <a:lnTo>
                    <a:pt x="148786" y="440740"/>
                  </a:lnTo>
                  <a:lnTo>
                    <a:pt x="138158" y="440740"/>
                  </a:lnTo>
                  <a:lnTo>
                    <a:pt x="127531" y="440740"/>
                  </a:lnTo>
                  <a:lnTo>
                    <a:pt x="116903" y="440740"/>
                  </a:lnTo>
                  <a:lnTo>
                    <a:pt x="106276" y="440740"/>
                  </a:lnTo>
                  <a:lnTo>
                    <a:pt x="95648" y="440740"/>
                  </a:lnTo>
                  <a:lnTo>
                    <a:pt x="85020" y="440740"/>
                  </a:lnTo>
                  <a:lnTo>
                    <a:pt x="74393" y="440740"/>
                  </a:lnTo>
                  <a:lnTo>
                    <a:pt x="63765" y="440740"/>
                  </a:lnTo>
                  <a:lnTo>
                    <a:pt x="53138" y="440740"/>
                  </a:lnTo>
                  <a:lnTo>
                    <a:pt x="42510" y="440740"/>
                  </a:lnTo>
                  <a:lnTo>
                    <a:pt x="31882" y="440740"/>
                  </a:lnTo>
                  <a:lnTo>
                    <a:pt x="21255" y="440740"/>
                  </a:lnTo>
                  <a:lnTo>
                    <a:pt x="10627" y="440740"/>
                  </a:lnTo>
                  <a:lnTo>
                    <a:pt x="0" y="440740"/>
                  </a:lnTo>
                  <a:close/>
                </a:path>
              </a:pathLst>
            </a:custGeom>
            <a:solidFill>
              <a:srgbClr val="84CC16">
                <a:alpha val="87843"/>
              </a:srgbClr>
            </a:solidFill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14341546" y="6334755"/>
              <a:ext cx="3230791" cy="437927"/>
            </a:xfrm>
            <a:custGeom>
              <a:avLst/>
              <a:pathLst>
                <a:path w="3230791" h="437927">
                  <a:moveTo>
                    <a:pt x="0" y="437860"/>
                  </a:moveTo>
                  <a:lnTo>
                    <a:pt x="10627" y="437636"/>
                  </a:lnTo>
                  <a:lnTo>
                    <a:pt x="21255" y="437419"/>
                  </a:lnTo>
                  <a:lnTo>
                    <a:pt x="31882" y="437207"/>
                  </a:lnTo>
                  <a:lnTo>
                    <a:pt x="42510" y="436995"/>
                  </a:lnTo>
                  <a:lnTo>
                    <a:pt x="53138" y="436775"/>
                  </a:lnTo>
                  <a:lnTo>
                    <a:pt x="63765" y="436541"/>
                  </a:lnTo>
                  <a:lnTo>
                    <a:pt x="74393" y="436282"/>
                  </a:lnTo>
                  <a:lnTo>
                    <a:pt x="85020" y="435990"/>
                  </a:lnTo>
                  <a:lnTo>
                    <a:pt x="95648" y="435658"/>
                  </a:lnTo>
                  <a:lnTo>
                    <a:pt x="106276" y="435282"/>
                  </a:lnTo>
                  <a:lnTo>
                    <a:pt x="116903" y="434857"/>
                  </a:lnTo>
                  <a:lnTo>
                    <a:pt x="127531" y="434383"/>
                  </a:lnTo>
                  <a:lnTo>
                    <a:pt x="138158" y="433866"/>
                  </a:lnTo>
                  <a:lnTo>
                    <a:pt x="148786" y="433319"/>
                  </a:lnTo>
                  <a:lnTo>
                    <a:pt x="159414" y="432756"/>
                  </a:lnTo>
                  <a:lnTo>
                    <a:pt x="170041" y="432191"/>
                  </a:lnTo>
                  <a:lnTo>
                    <a:pt x="180669" y="431642"/>
                  </a:lnTo>
                  <a:lnTo>
                    <a:pt x="191296" y="431123"/>
                  </a:lnTo>
                  <a:lnTo>
                    <a:pt x="201924" y="430648"/>
                  </a:lnTo>
                  <a:lnTo>
                    <a:pt x="212552" y="430230"/>
                  </a:lnTo>
                  <a:lnTo>
                    <a:pt x="223179" y="429876"/>
                  </a:lnTo>
                  <a:lnTo>
                    <a:pt x="233807" y="429592"/>
                  </a:lnTo>
                  <a:lnTo>
                    <a:pt x="244434" y="429380"/>
                  </a:lnTo>
                  <a:lnTo>
                    <a:pt x="255062" y="429225"/>
                  </a:lnTo>
                  <a:lnTo>
                    <a:pt x="265690" y="429116"/>
                  </a:lnTo>
                  <a:lnTo>
                    <a:pt x="276317" y="429039"/>
                  </a:lnTo>
                  <a:lnTo>
                    <a:pt x="286945" y="428977"/>
                  </a:lnTo>
                  <a:lnTo>
                    <a:pt x="297572" y="428915"/>
                  </a:lnTo>
                  <a:lnTo>
                    <a:pt x="308200" y="428834"/>
                  </a:lnTo>
                  <a:lnTo>
                    <a:pt x="318828" y="428719"/>
                  </a:lnTo>
                  <a:lnTo>
                    <a:pt x="329455" y="428555"/>
                  </a:lnTo>
                  <a:lnTo>
                    <a:pt x="340083" y="428326"/>
                  </a:lnTo>
                  <a:lnTo>
                    <a:pt x="350710" y="428014"/>
                  </a:lnTo>
                  <a:lnTo>
                    <a:pt x="361338" y="427614"/>
                  </a:lnTo>
                  <a:lnTo>
                    <a:pt x="371966" y="427119"/>
                  </a:lnTo>
                  <a:lnTo>
                    <a:pt x="382593" y="426521"/>
                  </a:lnTo>
                  <a:lnTo>
                    <a:pt x="393221" y="425814"/>
                  </a:lnTo>
                  <a:lnTo>
                    <a:pt x="403848" y="424991"/>
                  </a:lnTo>
                  <a:lnTo>
                    <a:pt x="414476" y="424047"/>
                  </a:lnTo>
                  <a:lnTo>
                    <a:pt x="425104" y="422976"/>
                  </a:lnTo>
                  <a:lnTo>
                    <a:pt x="435731" y="421777"/>
                  </a:lnTo>
                  <a:lnTo>
                    <a:pt x="446359" y="420447"/>
                  </a:lnTo>
                  <a:lnTo>
                    <a:pt x="456986" y="418974"/>
                  </a:lnTo>
                  <a:lnTo>
                    <a:pt x="467614" y="417381"/>
                  </a:lnTo>
                  <a:lnTo>
                    <a:pt x="478242" y="415679"/>
                  </a:lnTo>
                  <a:lnTo>
                    <a:pt x="488869" y="413882"/>
                  </a:lnTo>
                  <a:lnTo>
                    <a:pt x="499497" y="412009"/>
                  </a:lnTo>
                  <a:lnTo>
                    <a:pt x="510124" y="410084"/>
                  </a:lnTo>
                  <a:lnTo>
                    <a:pt x="520752" y="408130"/>
                  </a:lnTo>
                  <a:lnTo>
                    <a:pt x="531380" y="406173"/>
                  </a:lnTo>
                  <a:lnTo>
                    <a:pt x="542007" y="404238"/>
                  </a:lnTo>
                  <a:lnTo>
                    <a:pt x="552635" y="402348"/>
                  </a:lnTo>
                  <a:lnTo>
                    <a:pt x="563262" y="400532"/>
                  </a:lnTo>
                  <a:lnTo>
                    <a:pt x="573890" y="398795"/>
                  </a:lnTo>
                  <a:lnTo>
                    <a:pt x="584518" y="397142"/>
                  </a:lnTo>
                  <a:lnTo>
                    <a:pt x="595145" y="395567"/>
                  </a:lnTo>
                  <a:lnTo>
                    <a:pt x="605773" y="394062"/>
                  </a:lnTo>
                  <a:lnTo>
                    <a:pt x="616400" y="392608"/>
                  </a:lnTo>
                  <a:lnTo>
                    <a:pt x="627028" y="391184"/>
                  </a:lnTo>
                  <a:lnTo>
                    <a:pt x="637656" y="389762"/>
                  </a:lnTo>
                  <a:lnTo>
                    <a:pt x="648283" y="388314"/>
                  </a:lnTo>
                  <a:lnTo>
                    <a:pt x="658911" y="386810"/>
                  </a:lnTo>
                  <a:lnTo>
                    <a:pt x="669538" y="385207"/>
                  </a:lnTo>
                  <a:lnTo>
                    <a:pt x="680166" y="383482"/>
                  </a:lnTo>
                  <a:lnTo>
                    <a:pt x="690794" y="381613"/>
                  </a:lnTo>
                  <a:lnTo>
                    <a:pt x="701421" y="379576"/>
                  </a:lnTo>
                  <a:lnTo>
                    <a:pt x="712049" y="377354"/>
                  </a:lnTo>
                  <a:lnTo>
                    <a:pt x="722677" y="374927"/>
                  </a:lnTo>
                  <a:lnTo>
                    <a:pt x="733304" y="372279"/>
                  </a:lnTo>
                  <a:lnTo>
                    <a:pt x="743932" y="369396"/>
                  </a:lnTo>
                  <a:lnTo>
                    <a:pt x="754559" y="366262"/>
                  </a:lnTo>
                  <a:lnTo>
                    <a:pt x="765187" y="362866"/>
                  </a:lnTo>
                  <a:lnTo>
                    <a:pt x="775815" y="359170"/>
                  </a:lnTo>
                  <a:lnTo>
                    <a:pt x="786442" y="355191"/>
                  </a:lnTo>
                  <a:lnTo>
                    <a:pt x="797070" y="350938"/>
                  </a:lnTo>
                  <a:lnTo>
                    <a:pt x="807697" y="346425"/>
                  </a:lnTo>
                  <a:lnTo>
                    <a:pt x="818325" y="341673"/>
                  </a:lnTo>
                  <a:lnTo>
                    <a:pt x="828953" y="336715"/>
                  </a:lnTo>
                  <a:lnTo>
                    <a:pt x="839580" y="331593"/>
                  </a:lnTo>
                  <a:lnTo>
                    <a:pt x="850208" y="326357"/>
                  </a:lnTo>
                  <a:lnTo>
                    <a:pt x="860835" y="321065"/>
                  </a:lnTo>
                  <a:lnTo>
                    <a:pt x="871463" y="315778"/>
                  </a:lnTo>
                  <a:lnTo>
                    <a:pt x="882091" y="310573"/>
                  </a:lnTo>
                  <a:lnTo>
                    <a:pt x="892718" y="305518"/>
                  </a:lnTo>
                  <a:lnTo>
                    <a:pt x="903346" y="300663"/>
                  </a:lnTo>
                  <a:lnTo>
                    <a:pt x="913973" y="296050"/>
                  </a:lnTo>
                  <a:lnTo>
                    <a:pt x="924601" y="291711"/>
                  </a:lnTo>
                  <a:lnTo>
                    <a:pt x="935229" y="287665"/>
                  </a:lnTo>
                  <a:lnTo>
                    <a:pt x="945856" y="283919"/>
                  </a:lnTo>
                  <a:lnTo>
                    <a:pt x="956484" y="280463"/>
                  </a:lnTo>
                  <a:lnTo>
                    <a:pt x="967111" y="277277"/>
                  </a:lnTo>
                  <a:lnTo>
                    <a:pt x="977739" y="274327"/>
                  </a:lnTo>
                  <a:lnTo>
                    <a:pt x="988367" y="271576"/>
                  </a:lnTo>
                  <a:lnTo>
                    <a:pt x="998994" y="268950"/>
                  </a:lnTo>
                  <a:lnTo>
                    <a:pt x="1009622" y="266372"/>
                  </a:lnTo>
                  <a:lnTo>
                    <a:pt x="1020249" y="263768"/>
                  </a:lnTo>
                  <a:lnTo>
                    <a:pt x="1030877" y="261063"/>
                  </a:lnTo>
                  <a:lnTo>
                    <a:pt x="1041505" y="258178"/>
                  </a:lnTo>
                  <a:lnTo>
                    <a:pt x="1052132" y="255042"/>
                  </a:lnTo>
                  <a:lnTo>
                    <a:pt x="1062760" y="251585"/>
                  </a:lnTo>
                  <a:lnTo>
                    <a:pt x="1073387" y="247750"/>
                  </a:lnTo>
                  <a:lnTo>
                    <a:pt x="1084015" y="243489"/>
                  </a:lnTo>
                  <a:lnTo>
                    <a:pt x="1094643" y="238743"/>
                  </a:lnTo>
                  <a:lnTo>
                    <a:pt x="1105270" y="233497"/>
                  </a:lnTo>
                  <a:lnTo>
                    <a:pt x="1115898" y="227790"/>
                  </a:lnTo>
                  <a:lnTo>
                    <a:pt x="1126525" y="221650"/>
                  </a:lnTo>
                  <a:lnTo>
                    <a:pt x="1137153" y="215119"/>
                  </a:lnTo>
                  <a:lnTo>
                    <a:pt x="1147781" y="208253"/>
                  </a:lnTo>
                  <a:lnTo>
                    <a:pt x="1158408" y="201119"/>
                  </a:lnTo>
                  <a:lnTo>
                    <a:pt x="1169036" y="193791"/>
                  </a:lnTo>
                  <a:lnTo>
                    <a:pt x="1179663" y="186346"/>
                  </a:lnTo>
                  <a:lnTo>
                    <a:pt x="1190291" y="178861"/>
                  </a:lnTo>
                  <a:lnTo>
                    <a:pt x="1200919" y="171415"/>
                  </a:lnTo>
                  <a:lnTo>
                    <a:pt x="1211546" y="164086"/>
                  </a:lnTo>
                  <a:lnTo>
                    <a:pt x="1222174" y="156919"/>
                  </a:lnTo>
                  <a:lnTo>
                    <a:pt x="1232801" y="149946"/>
                  </a:lnTo>
                  <a:lnTo>
                    <a:pt x="1243429" y="143184"/>
                  </a:lnTo>
                  <a:lnTo>
                    <a:pt x="1254057" y="136635"/>
                  </a:lnTo>
                  <a:lnTo>
                    <a:pt x="1264684" y="130286"/>
                  </a:lnTo>
                  <a:lnTo>
                    <a:pt x="1275312" y="124114"/>
                  </a:lnTo>
                  <a:lnTo>
                    <a:pt x="1285939" y="118088"/>
                  </a:lnTo>
                  <a:lnTo>
                    <a:pt x="1296567" y="112173"/>
                  </a:lnTo>
                  <a:lnTo>
                    <a:pt x="1307195" y="106335"/>
                  </a:lnTo>
                  <a:lnTo>
                    <a:pt x="1317822" y="100541"/>
                  </a:lnTo>
                  <a:lnTo>
                    <a:pt x="1328450" y="94765"/>
                  </a:lnTo>
                  <a:lnTo>
                    <a:pt x="1339077" y="88997"/>
                  </a:lnTo>
                  <a:lnTo>
                    <a:pt x="1349705" y="83234"/>
                  </a:lnTo>
                  <a:lnTo>
                    <a:pt x="1360333" y="77480"/>
                  </a:lnTo>
                  <a:lnTo>
                    <a:pt x="1370960" y="71744"/>
                  </a:lnTo>
                  <a:lnTo>
                    <a:pt x="1381588" y="66040"/>
                  </a:lnTo>
                  <a:lnTo>
                    <a:pt x="1392215" y="60381"/>
                  </a:lnTo>
                  <a:lnTo>
                    <a:pt x="1402843" y="54781"/>
                  </a:lnTo>
                  <a:lnTo>
                    <a:pt x="1413471" y="49255"/>
                  </a:lnTo>
                  <a:lnTo>
                    <a:pt x="1424098" y="43826"/>
                  </a:lnTo>
                  <a:lnTo>
                    <a:pt x="1434726" y="38503"/>
                  </a:lnTo>
                  <a:lnTo>
                    <a:pt x="1445354" y="33308"/>
                  </a:lnTo>
                  <a:lnTo>
                    <a:pt x="1455981" y="28269"/>
                  </a:lnTo>
                  <a:lnTo>
                    <a:pt x="1466609" y="23426"/>
                  </a:lnTo>
                  <a:lnTo>
                    <a:pt x="1477236" y="18829"/>
                  </a:lnTo>
                  <a:lnTo>
                    <a:pt x="1487864" y="14537"/>
                  </a:lnTo>
                  <a:lnTo>
                    <a:pt x="1498492" y="10624"/>
                  </a:lnTo>
                  <a:lnTo>
                    <a:pt x="1509119" y="7171"/>
                  </a:lnTo>
                  <a:lnTo>
                    <a:pt x="1519747" y="4273"/>
                  </a:lnTo>
                  <a:lnTo>
                    <a:pt x="1530374" y="2092"/>
                  </a:lnTo>
                  <a:lnTo>
                    <a:pt x="1541002" y="647"/>
                  </a:lnTo>
                  <a:lnTo>
                    <a:pt x="1551630" y="0"/>
                  </a:lnTo>
                  <a:lnTo>
                    <a:pt x="1562257" y="192"/>
                  </a:lnTo>
                  <a:lnTo>
                    <a:pt x="1572885" y="1242"/>
                  </a:lnTo>
                  <a:lnTo>
                    <a:pt x="1583512" y="3136"/>
                  </a:lnTo>
                  <a:lnTo>
                    <a:pt x="1594140" y="5833"/>
                  </a:lnTo>
                  <a:lnTo>
                    <a:pt x="1604768" y="9260"/>
                  </a:lnTo>
                  <a:lnTo>
                    <a:pt x="1615395" y="13321"/>
                  </a:lnTo>
                  <a:lnTo>
                    <a:pt x="1626023" y="17895"/>
                  </a:lnTo>
                  <a:lnTo>
                    <a:pt x="1636650" y="22871"/>
                  </a:lnTo>
                  <a:lnTo>
                    <a:pt x="1647278" y="28046"/>
                  </a:lnTo>
                  <a:lnTo>
                    <a:pt x="1657906" y="33289"/>
                  </a:lnTo>
                  <a:lnTo>
                    <a:pt x="1668533" y="38482"/>
                  </a:lnTo>
                  <a:lnTo>
                    <a:pt x="1679161" y="43527"/>
                  </a:lnTo>
                  <a:lnTo>
                    <a:pt x="1689788" y="48353"/>
                  </a:lnTo>
                  <a:lnTo>
                    <a:pt x="1700416" y="52912"/>
                  </a:lnTo>
                  <a:lnTo>
                    <a:pt x="1711044" y="57184"/>
                  </a:lnTo>
                  <a:lnTo>
                    <a:pt x="1721671" y="61171"/>
                  </a:lnTo>
                  <a:lnTo>
                    <a:pt x="1732299" y="64898"/>
                  </a:lnTo>
                  <a:lnTo>
                    <a:pt x="1742926" y="68384"/>
                  </a:lnTo>
                  <a:lnTo>
                    <a:pt x="1753554" y="71710"/>
                  </a:lnTo>
                  <a:lnTo>
                    <a:pt x="1764182" y="74929"/>
                  </a:lnTo>
                  <a:lnTo>
                    <a:pt x="1774809" y="78090"/>
                  </a:lnTo>
                  <a:lnTo>
                    <a:pt x="1785437" y="81235"/>
                  </a:lnTo>
                  <a:lnTo>
                    <a:pt x="1796064" y="84398"/>
                  </a:lnTo>
                  <a:lnTo>
                    <a:pt x="1806692" y="87601"/>
                  </a:lnTo>
                  <a:lnTo>
                    <a:pt x="1817320" y="90859"/>
                  </a:lnTo>
                  <a:lnTo>
                    <a:pt x="1827947" y="94175"/>
                  </a:lnTo>
                  <a:lnTo>
                    <a:pt x="1838575" y="97543"/>
                  </a:lnTo>
                  <a:lnTo>
                    <a:pt x="1849202" y="100951"/>
                  </a:lnTo>
                  <a:lnTo>
                    <a:pt x="1859830" y="104370"/>
                  </a:lnTo>
                  <a:lnTo>
                    <a:pt x="1870458" y="107774"/>
                  </a:lnTo>
                  <a:lnTo>
                    <a:pt x="1881085" y="111134"/>
                  </a:lnTo>
                  <a:lnTo>
                    <a:pt x="1891713" y="114421"/>
                  </a:lnTo>
                  <a:lnTo>
                    <a:pt x="1902340" y="117610"/>
                  </a:lnTo>
                  <a:lnTo>
                    <a:pt x="1912968" y="120677"/>
                  </a:lnTo>
                  <a:lnTo>
                    <a:pt x="1923596" y="123603"/>
                  </a:lnTo>
                  <a:lnTo>
                    <a:pt x="1934223" y="126377"/>
                  </a:lnTo>
                  <a:lnTo>
                    <a:pt x="1944851" y="128992"/>
                  </a:lnTo>
                  <a:lnTo>
                    <a:pt x="1955478" y="131440"/>
                  </a:lnTo>
                  <a:lnTo>
                    <a:pt x="1966106" y="133743"/>
                  </a:lnTo>
                  <a:lnTo>
                    <a:pt x="1976734" y="135926"/>
                  </a:lnTo>
                  <a:lnTo>
                    <a:pt x="1987361" y="138014"/>
                  </a:lnTo>
                  <a:lnTo>
                    <a:pt x="1997989" y="140037"/>
                  </a:lnTo>
                  <a:lnTo>
                    <a:pt x="2008616" y="142025"/>
                  </a:lnTo>
                  <a:lnTo>
                    <a:pt x="2019244" y="144012"/>
                  </a:lnTo>
                  <a:lnTo>
                    <a:pt x="2029872" y="146035"/>
                  </a:lnTo>
                  <a:lnTo>
                    <a:pt x="2040499" y="148130"/>
                  </a:lnTo>
                  <a:lnTo>
                    <a:pt x="2051127" y="150335"/>
                  </a:lnTo>
                  <a:lnTo>
                    <a:pt x="2061754" y="152705"/>
                  </a:lnTo>
                  <a:lnTo>
                    <a:pt x="2072382" y="155282"/>
                  </a:lnTo>
                  <a:lnTo>
                    <a:pt x="2083010" y="158100"/>
                  </a:lnTo>
                  <a:lnTo>
                    <a:pt x="2093637" y="161197"/>
                  </a:lnTo>
                  <a:lnTo>
                    <a:pt x="2104265" y="164611"/>
                  </a:lnTo>
                  <a:lnTo>
                    <a:pt x="2114892" y="168373"/>
                  </a:lnTo>
                  <a:lnTo>
                    <a:pt x="2125520" y="172510"/>
                  </a:lnTo>
                  <a:lnTo>
                    <a:pt x="2136148" y="177041"/>
                  </a:lnTo>
                  <a:lnTo>
                    <a:pt x="2146775" y="181973"/>
                  </a:lnTo>
                  <a:lnTo>
                    <a:pt x="2157403" y="187307"/>
                  </a:lnTo>
                  <a:lnTo>
                    <a:pt x="2168031" y="193054"/>
                  </a:lnTo>
                  <a:lnTo>
                    <a:pt x="2178658" y="199176"/>
                  </a:lnTo>
                  <a:lnTo>
                    <a:pt x="2189286" y="205611"/>
                  </a:lnTo>
                  <a:lnTo>
                    <a:pt x="2199913" y="212307"/>
                  </a:lnTo>
                  <a:lnTo>
                    <a:pt x="2210541" y="219204"/>
                  </a:lnTo>
                  <a:lnTo>
                    <a:pt x="2221169" y="226237"/>
                  </a:lnTo>
                  <a:lnTo>
                    <a:pt x="2231796" y="233332"/>
                  </a:lnTo>
                  <a:lnTo>
                    <a:pt x="2242424" y="240415"/>
                  </a:lnTo>
                  <a:lnTo>
                    <a:pt x="2253051" y="247412"/>
                  </a:lnTo>
                  <a:lnTo>
                    <a:pt x="2263679" y="254252"/>
                  </a:lnTo>
                  <a:lnTo>
                    <a:pt x="2274307" y="260851"/>
                  </a:lnTo>
                  <a:lnTo>
                    <a:pt x="2284934" y="267140"/>
                  </a:lnTo>
                  <a:lnTo>
                    <a:pt x="2295562" y="273097"/>
                  </a:lnTo>
                  <a:lnTo>
                    <a:pt x="2306189" y="278695"/>
                  </a:lnTo>
                  <a:lnTo>
                    <a:pt x="2316817" y="283926"/>
                  </a:lnTo>
                  <a:lnTo>
                    <a:pt x="2327445" y="288797"/>
                  </a:lnTo>
                  <a:lnTo>
                    <a:pt x="2338072" y="293329"/>
                  </a:lnTo>
                  <a:lnTo>
                    <a:pt x="2348700" y="297559"/>
                  </a:lnTo>
                  <a:lnTo>
                    <a:pt x="2359327" y="301532"/>
                  </a:lnTo>
                  <a:lnTo>
                    <a:pt x="2369955" y="305303"/>
                  </a:lnTo>
                  <a:lnTo>
                    <a:pt x="2380583" y="308927"/>
                  </a:lnTo>
                  <a:lnTo>
                    <a:pt x="2391210" y="312468"/>
                  </a:lnTo>
                  <a:lnTo>
                    <a:pt x="2401838" y="315988"/>
                  </a:lnTo>
                  <a:lnTo>
                    <a:pt x="2412465" y="319524"/>
                  </a:lnTo>
                  <a:lnTo>
                    <a:pt x="2423093" y="323107"/>
                  </a:lnTo>
                  <a:lnTo>
                    <a:pt x="2433721" y="326752"/>
                  </a:lnTo>
                  <a:lnTo>
                    <a:pt x="2444348" y="330462"/>
                  </a:lnTo>
                  <a:lnTo>
                    <a:pt x="2454976" y="334231"/>
                  </a:lnTo>
                  <a:lnTo>
                    <a:pt x="2465603" y="338040"/>
                  </a:lnTo>
                  <a:lnTo>
                    <a:pt x="2476231" y="341867"/>
                  </a:lnTo>
                  <a:lnTo>
                    <a:pt x="2486859" y="345679"/>
                  </a:lnTo>
                  <a:lnTo>
                    <a:pt x="2497486" y="349437"/>
                  </a:lnTo>
                  <a:lnTo>
                    <a:pt x="2508114" y="353112"/>
                  </a:lnTo>
                  <a:lnTo>
                    <a:pt x="2518741" y="356679"/>
                  </a:lnTo>
                  <a:lnTo>
                    <a:pt x="2529369" y="360115"/>
                  </a:lnTo>
                  <a:lnTo>
                    <a:pt x="2539997" y="363406"/>
                  </a:lnTo>
                  <a:lnTo>
                    <a:pt x="2550624" y="366542"/>
                  </a:lnTo>
                  <a:lnTo>
                    <a:pt x="2561252" y="369521"/>
                  </a:lnTo>
                  <a:lnTo>
                    <a:pt x="2571879" y="372345"/>
                  </a:lnTo>
                  <a:lnTo>
                    <a:pt x="2582507" y="375023"/>
                  </a:lnTo>
                  <a:lnTo>
                    <a:pt x="2593135" y="377565"/>
                  </a:lnTo>
                  <a:lnTo>
                    <a:pt x="2603762" y="379981"/>
                  </a:lnTo>
                  <a:lnTo>
                    <a:pt x="2614390" y="382303"/>
                  </a:lnTo>
                  <a:lnTo>
                    <a:pt x="2625017" y="384549"/>
                  </a:lnTo>
                  <a:lnTo>
                    <a:pt x="2635645" y="386734"/>
                  </a:lnTo>
                  <a:lnTo>
                    <a:pt x="2646273" y="388872"/>
                  </a:lnTo>
                  <a:lnTo>
                    <a:pt x="2656900" y="390974"/>
                  </a:lnTo>
                  <a:lnTo>
                    <a:pt x="2667528" y="393045"/>
                  </a:lnTo>
                  <a:lnTo>
                    <a:pt x="2678155" y="395088"/>
                  </a:lnTo>
                  <a:lnTo>
                    <a:pt x="2688783" y="397102"/>
                  </a:lnTo>
                  <a:lnTo>
                    <a:pt x="2699411" y="399081"/>
                  </a:lnTo>
                  <a:lnTo>
                    <a:pt x="2710038" y="401011"/>
                  </a:lnTo>
                  <a:lnTo>
                    <a:pt x="2720666" y="402886"/>
                  </a:lnTo>
                  <a:lnTo>
                    <a:pt x="2731293" y="404698"/>
                  </a:lnTo>
                  <a:lnTo>
                    <a:pt x="2741921" y="406437"/>
                  </a:lnTo>
                  <a:lnTo>
                    <a:pt x="2752549" y="408097"/>
                  </a:lnTo>
                  <a:lnTo>
                    <a:pt x="2763176" y="409674"/>
                  </a:lnTo>
                  <a:lnTo>
                    <a:pt x="2773804" y="411168"/>
                  </a:lnTo>
                  <a:lnTo>
                    <a:pt x="2784431" y="412582"/>
                  </a:lnTo>
                  <a:lnTo>
                    <a:pt x="2795059" y="413920"/>
                  </a:lnTo>
                  <a:lnTo>
                    <a:pt x="2805687" y="415194"/>
                  </a:lnTo>
                  <a:lnTo>
                    <a:pt x="2816314" y="416410"/>
                  </a:lnTo>
                  <a:lnTo>
                    <a:pt x="2826942" y="417588"/>
                  </a:lnTo>
                  <a:lnTo>
                    <a:pt x="2837569" y="418741"/>
                  </a:lnTo>
                  <a:lnTo>
                    <a:pt x="2848197" y="419882"/>
                  </a:lnTo>
                  <a:lnTo>
                    <a:pt x="2858825" y="421018"/>
                  </a:lnTo>
                  <a:lnTo>
                    <a:pt x="2869452" y="422155"/>
                  </a:lnTo>
                  <a:lnTo>
                    <a:pt x="2880080" y="423294"/>
                  </a:lnTo>
                  <a:lnTo>
                    <a:pt x="2890708" y="424432"/>
                  </a:lnTo>
                  <a:lnTo>
                    <a:pt x="2901335" y="425563"/>
                  </a:lnTo>
                  <a:lnTo>
                    <a:pt x="2911963" y="426676"/>
                  </a:lnTo>
                  <a:lnTo>
                    <a:pt x="2922590" y="427752"/>
                  </a:lnTo>
                  <a:lnTo>
                    <a:pt x="2933218" y="428778"/>
                  </a:lnTo>
                  <a:lnTo>
                    <a:pt x="2943846" y="429738"/>
                  </a:lnTo>
                  <a:lnTo>
                    <a:pt x="2954473" y="430621"/>
                  </a:lnTo>
                  <a:lnTo>
                    <a:pt x="2965101" y="431415"/>
                  </a:lnTo>
                  <a:lnTo>
                    <a:pt x="2975728" y="432111"/>
                  </a:lnTo>
                  <a:lnTo>
                    <a:pt x="2986356" y="432708"/>
                  </a:lnTo>
                  <a:lnTo>
                    <a:pt x="2996984" y="433203"/>
                  </a:lnTo>
                  <a:lnTo>
                    <a:pt x="3007611" y="433602"/>
                  </a:lnTo>
                  <a:lnTo>
                    <a:pt x="3018239" y="433910"/>
                  </a:lnTo>
                  <a:lnTo>
                    <a:pt x="3028866" y="434132"/>
                  </a:lnTo>
                  <a:lnTo>
                    <a:pt x="3039494" y="434288"/>
                  </a:lnTo>
                  <a:lnTo>
                    <a:pt x="3050122" y="434395"/>
                  </a:lnTo>
                  <a:lnTo>
                    <a:pt x="3060749" y="434467"/>
                  </a:lnTo>
                  <a:lnTo>
                    <a:pt x="3071377" y="434518"/>
                  </a:lnTo>
                  <a:lnTo>
                    <a:pt x="3082004" y="434563"/>
                  </a:lnTo>
                  <a:lnTo>
                    <a:pt x="3092632" y="434614"/>
                  </a:lnTo>
                  <a:lnTo>
                    <a:pt x="3103260" y="434681"/>
                  </a:lnTo>
                  <a:lnTo>
                    <a:pt x="3113887" y="434775"/>
                  </a:lnTo>
                  <a:lnTo>
                    <a:pt x="3124515" y="434902"/>
                  </a:lnTo>
                  <a:lnTo>
                    <a:pt x="3135142" y="435072"/>
                  </a:lnTo>
                  <a:lnTo>
                    <a:pt x="3145770" y="435284"/>
                  </a:lnTo>
                  <a:lnTo>
                    <a:pt x="3156398" y="435537"/>
                  </a:lnTo>
                  <a:lnTo>
                    <a:pt x="3167025" y="435826"/>
                  </a:lnTo>
                  <a:lnTo>
                    <a:pt x="3177653" y="436146"/>
                  </a:lnTo>
                  <a:lnTo>
                    <a:pt x="3188280" y="436490"/>
                  </a:lnTo>
                  <a:lnTo>
                    <a:pt x="3198908" y="436850"/>
                  </a:lnTo>
                  <a:lnTo>
                    <a:pt x="3209536" y="437215"/>
                  </a:lnTo>
                  <a:lnTo>
                    <a:pt x="3220163" y="437578"/>
                  </a:lnTo>
                  <a:lnTo>
                    <a:pt x="3230791" y="437927"/>
                  </a:lnTo>
                </a:path>
              </a:pathLst>
            </a:custGeom>
            <a:ln w="758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3108744" y="7127393"/>
              <a:ext cx="4272296" cy="305337"/>
            </a:xfrm>
            <a:custGeom>
              <a:avLst/>
              <a:pathLst>
                <a:path w="4272296" h="305337">
                  <a:moveTo>
                    <a:pt x="0" y="302532"/>
                  </a:moveTo>
                  <a:lnTo>
                    <a:pt x="10627" y="302386"/>
                  </a:lnTo>
                  <a:lnTo>
                    <a:pt x="21255" y="302211"/>
                  </a:lnTo>
                  <a:lnTo>
                    <a:pt x="31882" y="302008"/>
                  </a:lnTo>
                  <a:lnTo>
                    <a:pt x="42510" y="301776"/>
                  </a:lnTo>
                  <a:lnTo>
                    <a:pt x="53138" y="301515"/>
                  </a:lnTo>
                  <a:lnTo>
                    <a:pt x="63765" y="301227"/>
                  </a:lnTo>
                  <a:lnTo>
                    <a:pt x="74393" y="300913"/>
                  </a:lnTo>
                  <a:lnTo>
                    <a:pt x="85020" y="300578"/>
                  </a:lnTo>
                  <a:lnTo>
                    <a:pt x="95648" y="300228"/>
                  </a:lnTo>
                  <a:lnTo>
                    <a:pt x="106276" y="299868"/>
                  </a:lnTo>
                  <a:lnTo>
                    <a:pt x="116903" y="299504"/>
                  </a:lnTo>
                  <a:lnTo>
                    <a:pt x="127531" y="299143"/>
                  </a:lnTo>
                  <a:lnTo>
                    <a:pt x="138158" y="298790"/>
                  </a:lnTo>
                  <a:lnTo>
                    <a:pt x="148786" y="298450"/>
                  </a:lnTo>
                  <a:lnTo>
                    <a:pt x="159414" y="298127"/>
                  </a:lnTo>
                  <a:lnTo>
                    <a:pt x="170041" y="297822"/>
                  </a:lnTo>
                  <a:lnTo>
                    <a:pt x="180669" y="297536"/>
                  </a:lnTo>
                  <a:lnTo>
                    <a:pt x="191296" y="297266"/>
                  </a:lnTo>
                  <a:lnTo>
                    <a:pt x="201924" y="297002"/>
                  </a:lnTo>
                  <a:lnTo>
                    <a:pt x="212552" y="296738"/>
                  </a:lnTo>
                  <a:lnTo>
                    <a:pt x="223179" y="296464"/>
                  </a:lnTo>
                  <a:lnTo>
                    <a:pt x="233807" y="296170"/>
                  </a:lnTo>
                  <a:lnTo>
                    <a:pt x="244434" y="295847"/>
                  </a:lnTo>
                  <a:lnTo>
                    <a:pt x="255062" y="295486"/>
                  </a:lnTo>
                  <a:lnTo>
                    <a:pt x="265690" y="295080"/>
                  </a:lnTo>
                  <a:lnTo>
                    <a:pt x="276317" y="294628"/>
                  </a:lnTo>
                  <a:lnTo>
                    <a:pt x="286945" y="294126"/>
                  </a:lnTo>
                  <a:lnTo>
                    <a:pt x="297572" y="293578"/>
                  </a:lnTo>
                  <a:lnTo>
                    <a:pt x="308200" y="292993"/>
                  </a:lnTo>
                  <a:lnTo>
                    <a:pt x="318828" y="292384"/>
                  </a:lnTo>
                  <a:lnTo>
                    <a:pt x="329455" y="291759"/>
                  </a:lnTo>
                  <a:lnTo>
                    <a:pt x="340083" y="291132"/>
                  </a:lnTo>
                  <a:lnTo>
                    <a:pt x="350710" y="290515"/>
                  </a:lnTo>
                  <a:lnTo>
                    <a:pt x="361338" y="289920"/>
                  </a:lnTo>
                  <a:lnTo>
                    <a:pt x="371966" y="289355"/>
                  </a:lnTo>
                  <a:lnTo>
                    <a:pt x="382593" y="288830"/>
                  </a:lnTo>
                  <a:lnTo>
                    <a:pt x="393221" y="288351"/>
                  </a:lnTo>
                  <a:lnTo>
                    <a:pt x="403848" y="287927"/>
                  </a:lnTo>
                  <a:lnTo>
                    <a:pt x="414476" y="287553"/>
                  </a:lnTo>
                  <a:lnTo>
                    <a:pt x="425104" y="287227"/>
                  </a:lnTo>
                  <a:lnTo>
                    <a:pt x="435731" y="286944"/>
                  </a:lnTo>
                  <a:lnTo>
                    <a:pt x="446359" y="286697"/>
                  </a:lnTo>
                  <a:lnTo>
                    <a:pt x="456986" y="286479"/>
                  </a:lnTo>
                  <a:lnTo>
                    <a:pt x="467614" y="286279"/>
                  </a:lnTo>
                  <a:lnTo>
                    <a:pt x="478242" y="286085"/>
                  </a:lnTo>
                  <a:lnTo>
                    <a:pt x="488869" y="285882"/>
                  </a:lnTo>
                  <a:lnTo>
                    <a:pt x="499497" y="285657"/>
                  </a:lnTo>
                  <a:lnTo>
                    <a:pt x="510124" y="285389"/>
                  </a:lnTo>
                  <a:lnTo>
                    <a:pt x="520752" y="285063"/>
                  </a:lnTo>
                  <a:lnTo>
                    <a:pt x="531380" y="284667"/>
                  </a:lnTo>
                  <a:lnTo>
                    <a:pt x="542007" y="284188"/>
                  </a:lnTo>
                  <a:lnTo>
                    <a:pt x="552635" y="283618"/>
                  </a:lnTo>
                  <a:lnTo>
                    <a:pt x="563262" y="282950"/>
                  </a:lnTo>
                  <a:lnTo>
                    <a:pt x="573890" y="282184"/>
                  </a:lnTo>
                  <a:lnTo>
                    <a:pt x="584518" y="281321"/>
                  </a:lnTo>
                  <a:lnTo>
                    <a:pt x="595145" y="280372"/>
                  </a:lnTo>
                  <a:lnTo>
                    <a:pt x="605773" y="279348"/>
                  </a:lnTo>
                  <a:lnTo>
                    <a:pt x="616400" y="278265"/>
                  </a:lnTo>
                  <a:lnTo>
                    <a:pt x="627028" y="277153"/>
                  </a:lnTo>
                  <a:lnTo>
                    <a:pt x="637656" y="276037"/>
                  </a:lnTo>
                  <a:lnTo>
                    <a:pt x="648283" y="274940"/>
                  </a:lnTo>
                  <a:lnTo>
                    <a:pt x="658911" y="273884"/>
                  </a:lnTo>
                  <a:lnTo>
                    <a:pt x="669538" y="272888"/>
                  </a:lnTo>
                  <a:lnTo>
                    <a:pt x="680166" y="271966"/>
                  </a:lnTo>
                  <a:lnTo>
                    <a:pt x="690794" y="271126"/>
                  </a:lnTo>
                  <a:lnTo>
                    <a:pt x="701421" y="270371"/>
                  </a:lnTo>
                  <a:lnTo>
                    <a:pt x="712049" y="269696"/>
                  </a:lnTo>
                  <a:lnTo>
                    <a:pt x="722677" y="269100"/>
                  </a:lnTo>
                  <a:lnTo>
                    <a:pt x="733304" y="268559"/>
                  </a:lnTo>
                  <a:lnTo>
                    <a:pt x="743932" y="268054"/>
                  </a:lnTo>
                  <a:lnTo>
                    <a:pt x="754559" y="267568"/>
                  </a:lnTo>
                  <a:lnTo>
                    <a:pt x="765187" y="267084"/>
                  </a:lnTo>
                  <a:lnTo>
                    <a:pt x="775815" y="266587"/>
                  </a:lnTo>
                  <a:lnTo>
                    <a:pt x="786442" y="266064"/>
                  </a:lnTo>
                  <a:lnTo>
                    <a:pt x="797070" y="265504"/>
                  </a:lnTo>
                  <a:lnTo>
                    <a:pt x="807697" y="264898"/>
                  </a:lnTo>
                  <a:lnTo>
                    <a:pt x="818325" y="264242"/>
                  </a:lnTo>
                  <a:lnTo>
                    <a:pt x="828953" y="263524"/>
                  </a:lnTo>
                  <a:lnTo>
                    <a:pt x="839580" y="262746"/>
                  </a:lnTo>
                  <a:lnTo>
                    <a:pt x="850208" y="261905"/>
                  </a:lnTo>
                  <a:lnTo>
                    <a:pt x="860835" y="260999"/>
                  </a:lnTo>
                  <a:lnTo>
                    <a:pt x="871463" y="260023"/>
                  </a:lnTo>
                  <a:lnTo>
                    <a:pt x="882091" y="258973"/>
                  </a:lnTo>
                  <a:lnTo>
                    <a:pt x="892718" y="257844"/>
                  </a:lnTo>
                  <a:lnTo>
                    <a:pt x="903346" y="256630"/>
                  </a:lnTo>
                  <a:lnTo>
                    <a:pt x="913973" y="255326"/>
                  </a:lnTo>
                  <a:lnTo>
                    <a:pt x="924601" y="253925"/>
                  </a:lnTo>
                  <a:lnTo>
                    <a:pt x="935229" y="252411"/>
                  </a:lnTo>
                  <a:lnTo>
                    <a:pt x="945856" y="250782"/>
                  </a:lnTo>
                  <a:lnTo>
                    <a:pt x="956484" y="249037"/>
                  </a:lnTo>
                  <a:lnTo>
                    <a:pt x="967111" y="247174"/>
                  </a:lnTo>
                  <a:lnTo>
                    <a:pt x="977739" y="245192"/>
                  </a:lnTo>
                  <a:lnTo>
                    <a:pt x="988367" y="243092"/>
                  </a:lnTo>
                  <a:lnTo>
                    <a:pt x="998994" y="240878"/>
                  </a:lnTo>
                  <a:lnTo>
                    <a:pt x="1009622" y="238558"/>
                  </a:lnTo>
                  <a:lnTo>
                    <a:pt x="1020249" y="236142"/>
                  </a:lnTo>
                  <a:lnTo>
                    <a:pt x="1030877" y="233641"/>
                  </a:lnTo>
                  <a:lnTo>
                    <a:pt x="1041505" y="231070"/>
                  </a:lnTo>
                  <a:lnTo>
                    <a:pt x="1052132" y="228451"/>
                  </a:lnTo>
                  <a:lnTo>
                    <a:pt x="1062760" y="225809"/>
                  </a:lnTo>
                  <a:lnTo>
                    <a:pt x="1073387" y="223165"/>
                  </a:lnTo>
                  <a:lnTo>
                    <a:pt x="1084015" y="220544"/>
                  </a:lnTo>
                  <a:lnTo>
                    <a:pt x="1094643" y="217970"/>
                  </a:lnTo>
                  <a:lnTo>
                    <a:pt x="1105270" y="215466"/>
                  </a:lnTo>
                  <a:lnTo>
                    <a:pt x="1115898" y="213056"/>
                  </a:lnTo>
                  <a:lnTo>
                    <a:pt x="1126525" y="210763"/>
                  </a:lnTo>
                  <a:lnTo>
                    <a:pt x="1137153" y="208606"/>
                  </a:lnTo>
                  <a:lnTo>
                    <a:pt x="1147781" y="206611"/>
                  </a:lnTo>
                  <a:lnTo>
                    <a:pt x="1158408" y="204788"/>
                  </a:lnTo>
                  <a:lnTo>
                    <a:pt x="1169036" y="203128"/>
                  </a:lnTo>
                  <a:lnTo>
                    <a:pt x="1179663" y="201623"/>
                  </a:lnTo>
                  <a:lnTo>
                    <a:pt x="1190291" y="200258"/>
                  </a:lnTo>
                  <a:lnTo>
                    <a:pt x="1200919" y="199007"/>
                  </a:lnTo>
                  <a:lnTo>
                    <a:pt x="1211546" y="197838"/>
                  </a:lnTo>
                  <a:lnTo>
                    <a:pt x="1222174" y="196714"/>
                  </a:lnTo>
                  <a:lnTo>
                    <a:pt x="1232801" y="195592"/>
                  </a:lnTo>
                  <a:lnTo>
                    <a:pt x="1243429" y="194427"/>
                  </a:lnTo>
                  <a:lnTo>
                    <a:pt x="1254057" y="193167"/>
                  </a:lnTo>
                  <a:lnTo>
                    <a:pt x="1264684" y="191765"/>
                  </a:lnTo>
                  <a:lnTo>
                    <a:pt x="1275312" y="190195"/>
                  </a:lnTo>
                  <a:lnTo>
                    <a:pt x="1285939" y="188436"/>
                  </a:lnTo>
                  <a:lnTo>
                    <a:pt x="1296567" y="186476"/>
                  </a:lnTo>
                  <a:lnTo>
                    <a:pt x="1307195" y="184314"/>
                  </a:lnTo>
                  <a:lnTo>
                    <a:pt x="1317822" y="181956"/>
                  </a:lnTo>
                  <a:lnTo>
                    <a:pt x="1328450" y="179418"/>
                  </a:lnTo>
                  <a:lnTo>
                    <a:pt x="1339077" y="176724"/>
                  </a:lnTo>
                  <a:lnTo>
                    <a:pt x="1349705" y="173900"/>
                  </a:lnTo>
                  <a:lnTo>
                    <a:pt x="1360333" y="170975"/>
                  </a:lnTo>
                  <a:lnTo>
                    <a:pt x="1370960" y="167986"/>
                  </a:lnTo>
                  <a:lnTo>
                    <a:pt x="1381588" y="164974"/>
                  </a:lnTo>
                  <a:lnTo>
                    <a:pt x="1392215" y="161971"/>
                  </a:lnTo>
                  <a:lnTo>
                    <a:pt x="1402843" y="159009"/>
                  </a:lnTo>
                  <a:lnTo>
                    <a:pt x="1413471" y="156119"/>
                  </a:lnTo>
                  <a:lnTo>
                    <a:pt x="1424098" y="153329"/>
                  </a:lnTo>
                  <a:lnTo>
                    <a:pt x="1434726" y="150666"/>
                  </a:lnTo>
                  <a:lnTo>
                    <a:pt x="1445354" y="148153"/>
                  </a:lnTo>
                  <a:lnTo>
                    <a:pt x="1455981" y="145809"/>
                  </a:lnTo>
                  <a:lnTo>
                    <a:pt x="1466609" y="143656"/>
                  </a:lnTo>
                  <a:lnTo>
                    <a:pt x="1477236" y="141710"/>
                  </a:lnTo>
                  <a:lnTo>
                    <a:pt x="1487864" y="139951"/>
                  </a:lnTo>
                  <a:lnTo>
                    <a:pt x="1498492" y="138364"/>
                  </a:lnTo>
                  <a:lnTo>
                    <a:pt x="1509119" y="136926"/>
                  </a:lnTo>
                  <a:lnTo>
                    <a:pt x="1519747" y="135606"/>
                  </a:lnTo>
                  <a:lnTo>
                    <a:pt x="1530374" y="134365"/>
                  </a:lnTo>
                  <a:lnTo>
                    <a:pt x="1541002" y="133160"/>
                  </a:lnTo>
                  <a:lnTo>
                    <a:pt x="1551630" y="131943"/>
                  </a:lnTo>
                  <a:lnTo>
                    <a:pt x="1562257" y="130669"/>
                  </a:lnTo>
                  <a:lnTo>
                    <a:pt x="1572885" y="129288"/>
                  </a:lnTo>
                  <a:lnTo>
                    <a:pt x="1583512" y="127741"/>
                  </a:lnTo>
                  <a:lnTo>
                    <a:pt x="1594140" y="126011"/>
                  </a:lnTo>
                  <a:lnTo>
                    <a:pt x="1604768" y="124075"/>
                  </a:lnTo>
                  <a:lnTo>
                    <a:pt x="1615395" y="121923"/>
                  </a:lnTo>
                  <a:lnTo>
                    <a:pt x="1626023" y="119553"/>
                  </a:lnTo>
                  <a:lnTo>
                    <a:pt x="1636650" y="116973"/>
                  </a:lnTo>
                  <a:lnTo>
                    <a:pt x="1647278" y="114199"/>
                  </a:lnTo>
                  <a:lnTo>
                    <a:pt x="1657906" y="111253"/>
                  </a:lnTo>
                  <a:lnTo>
                    <a:pt x="1668533" y="108161"/>
                  </a:lnTo>
                  <a:lnTo>
                    <a:pt x="1679161" y="104949"/>
                  </a:lnTo>
                  <a:lnTo>
                    <a:pt x="1689788" y="101635"/>
                  </a:lnTo>
                  <a:lnTo>
                    <a:pt x="1700416" y="98251"/>
                  </a:lnTo>
                  <a:lnTo>
                    <a:pt x="1711044" y="94808"/>
                  </a:lnTo>
                  <a:lnTo>
                    <a:pt x="1721671" y="91309"/>
                  </a:lnTo>
                  <a:lnTo>
                    <a:pt x="1732299" y="87750"/>
                  </a:lnTo>
                  <a:lnTo>
                    <a:pt x="1742926" y="84124"/>
                  </a:lnTo>
                  <a:lnTo>
                    <a:pt x="1753554" y="80418"/>
                  </a:lnTo>
                  <a:lnTo>
                    <a:pt x="1764182" y="76623"/>
                  </a:lnTo>
                  <a:lnTo>
                    <a:pt x="1774809" y="72732"/>
                  </a:lnTo>
                  <a:lnTo>
                    <a:pt x="1785437" y="68743"/>
                  </a:lnTo>
                  <a:lnTo>
                    <a:pt x="1796064" y="64656"/>
                  </a:lnTo>
                  <a:lnTo>
                    <a:pt x="1806692" y="60499"/>
                  </a:lnTo>
                  <a:lnTo>
                    <a:pt x="1817320" y="56297"/>
                  </a:lnTo>
                  <a:lnTo>
                    <a:pt x="1827947" y="52081"/>
                  </a:lnTo>
                  <a:lnTo>
                    <a:pt x="1838575" y="47880"/>
                  </a:lnTo>
                  <a:lnTo>
                    <a:pt x="1849202" y="43722"/>
                  </a:lnTo>
                  <a:lnTo>
                    <a:pt x="1859830" y="39634"/>
                  </a:lnTo>
                  <a:lnTo>
                    <a:pt x="1870458" y="35638"/>
                  </a:lnTo>
                  <a:lnTo>
                    <a:pt x="1881085" y="31749"/>
                  </a:lnTo>
                  <a:lnTo>
                    <a:pt x="1891713" y="27980"/>
                  </a:lnTo>
                  <a:lnTo>
                    <a:pt x="1902340" y="24358"/>
                  </a:lnTo>
                  <a:lnTo>
                    <a:pt x="1912968" y="20884"/>
                  </a:lnTo>
                  <a:lnTo>
                    <a:pt x="1923596" y="17572"/>
                  </a:lnTo>
                  <a:lnTo>
                    <a:pt x="1934223" y="14441"/>
                  </a:lnTo>
                  <a:lnTo>
                    <a:pt x="1944851" y="11519"/>
                  </a:lnTo>
                  <a:lnTo>
                    <a:pt x="1955478" y="8839"/>
                  </a:lnTo>
                  <a:lnTo>
                    <a:pt x="1966106" y="6437"/>
                  </a:lnTo>
                  <a:lnTo>
                    <a:pt x="1976734" y="4353"/>
                  </a:lnTo>
                  <a:lnTo>
                    <a:pt x="1987361" y="2625"/>
                  </a:lnTo>
                  <a:lnTo>
                    <a:pt x="1997989" y="1290"/>
                  </a:lnTo>
                  <a:lnTo>
                    <a:pt x="2008616" y="419"/>
                  </a:lnTo>
                  <a:lnTo>
                    <a:pt x="2019244" y="0"/>
                  </a:lnTo>
                  <a:lnTo>
                    <a:pt x="2029872" y="19"/>
                  </a:lnTo>
                  <a:lnTo>
                    <a:pt x="2040499" y="458"/>
                  </a:lnTo>
                  <a:lnTo>
                    <a:pt x="2051127" y="1280"/>
                  </a:lnTo>
                  <a:lnTo>
                    <a:pt x="2061754" y="2433"/>
                  </a:lnTo>
                  <a:lnTo>
                    <a:pt x="2072382" y="3846"/>
                  </a:lnTo>
                  <a:lnTo>
                    <a:pt x="2083010" y="5439"/>
                  </a:lnTo>
                  <a:lnTo>
                    <a:pt x="2093637" y="7118"/>
                  </a:lnTo>
                  <a:lnTo>
                    <a:pt x="2104265" y="8788"/>
                  </a:lnTo>
                  <a:lnTo>
                    <a:pt x="2114892" y="10333"/>
                  </a:lnTo>
                  <a:lnTo>
                    <a:pt x="2125520" y="11660"/>
                  </a:lnTo>
                  <a:lnTo>
                    <a:pt x="2136148" y="12705"/>
                  </a:lnTo>
                  <a:lnTo>
                    <a:pt x="2146775" y="13425"/>
                  </a:lnTo>
                  <a:lnTo>
                    <a:pt x="2157403" y="13797"/>
                  </a:lnTo>
                  <a:lnTo>
                    <a:pt x="2168031" y="13825"/>
                  </a:lnTo>
                  <a:lnTo>
                    <a:pt x="2178658" y="13539"/>
                  </a:lnTo>
                  <a:lnTo>
                    <a:pt x="2189286" y="12988"/>
                  </a:lnTo>
                  <a:lnTo>
                    <a:pt x="2199913" y="12243"/>
                  </a:lnTo>
                  <a:lnTo>
                    <a:pt x="2210541" y="11386"/>
                  </a:lnTo>
                  <a:lnTo>
                    <a:pt x="2221169" y="10513"/>
                  </a:lnTo>
                  <a:lnTo>
                    <a:pt x="2231796" y="9732"/>
                  </a:lnTo>
                  <a:lnTo>
                    <a:pt x="2242424" y="9125"/>
                  </a:lnTo>
                  <a:lnTo>
                    <a:pt x="2253051" y="8760"/>
                  </a:lnTo>
                  <a:lnTo>
                    <a:pt x="2263679" y="8690"/>
                  </a:lnTo>
                  <a:lnTo>
                    <a:pt x="2274307" y="8949"/>
                  </a:lnTo>
                  <a:lnTo>
                    <a:pt x="2284934" y="9553"/>
                  </a:lnTo>
                  <a:lnTo>
                    <a:pt x="2295562" y="10501"/>
                  </a:lnTo>
                  <a:lnTo>
                    <a:pt x="2306189" y="11773"/>
                  </a:lnTo>
                  <a:lnTo>
                    <a:pt x="2316817" y="13337"/>
                  </a:lnTo>
                  <a:lnTo>
                    <a:pt x="2327445" y="15161"/>
                  </a:lnTo>
                  <a:lnTo>
                    <a:pt x="2338072" y="17183"/>
                  </a:lnTo>
                  <a:lnTo>
                    <a:pt x="2348700" y="19333"/>
                  </a:lnTo>
                  <a:lnTo>
                    <a:pt x="2359327" y="21562"/>
                  </a:lnTo>
                  <a:lnTo>
                    <a:pt x="2369955" y="23825"/>
                  </a:lnTo>
                  <a:lnTo>
                    <a:pt x="2380583" y="26089"/>
                  </a:lnTo>
                  <a:lnTo>
                    <a:pt x="2391210" y="28328"/>
                  </a:lnTo>
                  <a:lnTo>
                    <a:pt x="2401838" y="30531"/>
                  </a:lnTo>
                  <a:lnTo>
                    <a:pt x="2412465" y="32695"/>
                  </a:lnTo>
                  <a:lnTo>
                    <a:pt x="2423093" y="34831"/>
                  </a:lnTo>
                  <a:lnTo>
                    <a:pt x="2433721" y="36953"/>
                  </a:lnTo>
                  <a:lnTo>
                    <a:pt x="2444348" y="39091"/>
                  </a:lnTo>
                  <a:lnTo>
                    <a:pt x="2454976" y="41266"/>
                  </a:lnTo>
                  <a:lnTo>
                    <a:pt x="2465603" y="43498"/>
                  </a:lnTo>
                  <a:lnTo>
                    <a:pt x="2476231" y="45796"/>
                  </a:lnTo>
                  <a:lnTo>
                    <a:pt x="2486859" y="48163"/>
                  </a:lnTo>
                  <a:lnTo>
                    <a:pt x="2497486" y="50591"/>
                  </a:lnTo>
                  <a:lnTo>
                    <a:pt x="2508114" y="53059"/>
                  </a:lnTo>
                  <a:lnTo>
                    <a:pt x="2518741" y="55536"/>
                  </a:lnTo>
                  <a:lnTo>
                    <a:pt x="2529369" y="57984"/>
                  </a:lnTo>
                  <a:lnTo>
                    <a:pt x="2539997" y="60351"/>
                  </a:lnTo>
                  <a:lnTo>
                    <a:pt x="2550624" y="62574"/>
                  </a:lnTo>
                  <a:lnTo>
                    <a:pt x="2561252" y="64612"/>
                  </a:lnTo>
                  <a:lnTo>
                    <a:pt x="2571879" y="66426"/>
                  </a:lnTo>
                  <a:lnTo>
                    <a:pt x="2582507" y="67987"/>
                  </a:lnTo>
                  <a:lnTo>
                    <a:pt x="2593135" y="69278"/>
                  </a:lnTo>
                  <a:lnTo>
                    <a:pt x="2603762" y="70296"/>
                  </a:lnTo>
                  <a:lnTo>
                    <a:pt x="2614390" y="71057"/>
                  </a:lnTo>
                  <a:lnTo>
                    <a:pt x="2625017" y="71587"/>
                  </a:lnTo>
                  <a:lnTo>
                    <a:pt x="2635645" y="71934"/>
                  </a:lnTo>
                  <a:lnTo>
                    <a:pt x="2646273" y="72153"/>
                  </a:lnTo>
                  <a:lnTo>
                    <a:pt x="2656900" y="72324"/>
                  </a:lnTo>
                  <a:lnTo>
                    <a:pt x="2667528" y="72541"/>
                  </a:lnTo>
                  <a:lnTo>
                    <a:pt x="2678155" y="72881"/>
                  </a:lnTo>
                  <a:lnTo>
                    <a:pt x="2688783" y="73423"/>
                  </a:lnTo>
                  <a:lnTo>
                    <a:pt x="2699411" y="74233"/>
                  </a:lnTo>
                  <a:lnTo>
                    <a:pt x="2710038" y="75368"/>
                  </a:lnTo>
                  <a:lnTo>
                    <a:pt x="2720666" y="76864"/>
                  </a:lnTo>
                  <a:lnTo>
                    <a:pt x="2731293" y="78742"/>
                  </a:lnTo>
                  <a:lnTo>
                    <a:pt x="2741921" y="80997"/>
                  </a:lnTo>
                  <a:lnTo>
                    <a:pt x="2752549" y="83611"/>
                  </a:lnTo>
                  <a:lnTo>
                    <a:pt x="2763176" y="86554"/>
                  </a:lnTo>
                  <a:lnTo>
                    <a:pt x="2773804" y="89719"/>
                  </a:lnTo>
                  <a:lnTo>
                    <a:pt x="2784431" y="93026"/>
                  </a:lnTo>
                  <a:lnTo>
                    <a:pt x="2795059" y="96392"/>
                  </a:lnTo>
                  <a:lnTo>
                    <a:pt x="2805687" y="99736"/>
                  </a:lnTo>
                  <a:lnTo>
                    <a:pt x="2816314" y="102985"/>
                  </a:lnTo>
                  <a:lnTo>
                    <a:pt x="2826942" y="106081"/>
                  </a:lnTo>
                  <a:lnTo>
                    <a:pt x="2837569" y="108980"/>
                  </a:lnTo>
                  <a:lnTo>
                    <a:pt x="2848197" y="111660"/>
                  </a:lnTo>
                  <a:lnTo>
                    <a:pt x="2858825" y="114117"/>
                  </a:lnTo>
                  <a:lnTo>
                    <a:pt x="2869452" y="116353"/>
                  </a:lnTo>
                  <a:lnTo>
                    <a:pt x="2880080" y="118436"/>
                  </a:lnTo>
                  <a:lnTo>
                    <a:pt x="2890708" y="120421"/>
                  </a:lnTo>
                  <a:lnTo>
                    <a:pt x="2901335" y="122369"/>
                  </a:lnTo>
                  <a:lnTo>
                    <a:pt x="2911963" y="124344"/>
                  </a:lnTo>
                  <a:lnTo>
                    <a:pt x="2922590" y="126409"/>
                  </a:lnTo>
                  <a:lnTo>
                    <a:pt x="2933218" y="128621"/>
                  </a:lnTo>
                  <a:lnTo>
                    <a:pt x="2943846" y="131029"/>
                  </a:lnTo>
                  <a:lnTo>
                    <a:pt x="2954473" y="133673"/>
                  </a:lnTo>
                  <a:lnTo>
                    <a:pt x="2965101" y="136581"/>
                  </a:lnTo>
                  <a:lnTo>
                    <a:pt x="2975728" y="139800"/>
                  </a:lnTo>
                  <a:lnTo>
                    <a:pt x="2986356" y="143298"/>
                  </a:lnTo>
                  <a:lnTo>
                    <a:pt x="2996984" y="147056"/>
                  </a:lnTo>
                  <a:lnTo>
                    <a:pt x="3007611" y="151047"/>
                  </a:lnTo>
                  <a:lnTo>
                    <a:pt x="3018239" y="155230"/>
                  </a:lnTo>
                  <a:lnTo>
                    <a:pt x="3028866" y="159558"/>
                  </a:lnTo>
                  <a:lnTo>
                    <a:pt x="3039494" y="163974"/>
                  </a:lnTo>
                  <a:lnTo>
                    <a:pt x="3050122" y="168414"/>
                  </a:lnTo>
                  <a:lnTo>
                    <a:pt x="3060749" y="172813"/>
                  </a:lnTo>
                  <a:lnTo>
                    <a:pt x="3071377" y="177103"/>
                  </a:lnTo>
                  <a:lnTo>
                    <a:pt x="3082004" y="181197"/>
                  </a:lnTo>
                  <a:lnTo>
                    <a:pt x="3092632" y="185045"/>
                  </a:lnTo>
                  <a:lnTo>
                    <a:pt x="3103260" y="188611"/>
                  </a:lnTo>
                  <a:lnTo>
                    <a:pt x="3113887" y="191869"/>
                  </a:lnTo>
                  <a:lnTo>
                    <a:pt x="3124515" y="194808"/>
                  </a:lnTo>
                  <a:lnTo>
                    <a:pt x="3135142" y="197433"/>
                  </a:lnTo>
                  <a:lnTo>
                    <a:pt x="3145770" y="199766"/>
                  </a:lnTo>
                  <a:lnTo>
                    <a:pt x="3156398" y="201839"/>
                  </a:lnTo>
                  <a:lnTo>
                    <a:pt x="3167025" y="203698"/>
                  </a:lnTo>
                  <a:lnTo>
                    <a:pt x="3177653" y="205394"/>
                  </a:lnTo>
                  <a:lnTo>
                    <a:pt x="3188280" y="206977"/>
                  </a:lnTo>
                  <a:lnTo>
                    <a:pt x="3198908" y="208513"/>
                  </a:lnTo>
                  <a:lnTo>
                    <a:pt x="3209536" y="210049"/>
                  </a:lnTo>
                  <a:lnTo>
                    <a:pt x="3220163" y="211618"/>
                  </a:lnTo>
                  <a:lnTo>
                    <a:pt x="3230791" y="213242"/>
                  </a:lnTo>
                  <a:lnTo>
                    <a:pt x="3241418" y="214932"/>
                  </a:lnTo>
                  <a:lnTo>
                    <a:pt x="3252046" y="216691"/>
                  </a:lnTo>
                  <a:lnTo>
                    <a:pt x="3262674" y="218509"/>
                  </a:lnTo>
                  <a:lnTo>
                    <a:pt x="3273301" y="220373"/>
                  </a:lnTo>
                  <a:lnTo>
                    <a:pt x="3283929" y="222265"/>
                  </a:lnTo>
                  <a:lnTo>
                    <a:pt x="3294556" y="224165"/>
                  </a:lnTo>
                  <a:lnTo>
                    <a:pt x="3305184" y="226053"/>
                  </a:lnTo>
                  <a:lnTo>
                    <a:pt x="3315812" y="227918"/>
                  </a:lnTo>
                  <a:lnTo>
                    <a:pt x="3326439" y="229756"/>
                  </a:lnTo>
                  <a:lnTo>
                    <a:pt x="3337067" y="231570"/>
                  </a:lnTo>
                  <a:lnTo>
                    <a:pt x="3347694" y="233367"/>
                  </a:lnTo>
                  <a:lnTo>
                    <a:pt x="3358322" y="235162"/>
                  </a:lnTo>
                  <a:lnTo>
                    <a:pt x="3368950" y="236971"/>
                  </a:lnTo>
                  <a:lnTo>
                    <a:pt x="3379577" y="238812"/>
                  </a:lnTo>
                  <a:lnTo>
                    <a:pt x="3390205" y="240702"/>
                  </a:lnTo>
                  <a:lnTo>
                    <a:pt x="3400832" y="242658"/>
                  </a:lnTo>
                  <a:lnTo>
                    <a:pt x="3411460" y="244689"/>
                  </a:lnTo>
                  <a:lnTo>
                    <a:pt x="3422088" y="246788"/>
                  </a:lnTo>
                  <a:lnTo>
                    <a:pt x="3432715" y="248945"/>
                  </a:lnTo>
                  <a:lnTo>
                    <a:pt x="3443343" y="251144"/>
                  </a:lnTo>
                  <a:lnTo>
                    <a:pt x="3453970" y="253362"/>
                  </a:lnTo>
                  <a:lnTo>
                    <a:pt x="3464598" y="255572"/>
                  </a:lnTo>
                  <a:lnTo>
                    <a:pt x="3475226" y="257746"/>
                  </a:lnTo>
                  <a:lnTo>
                    <a:pt x="3485853" y="259853"/>
                  </a:lnTo>
                  <a:lnTo>
                    <a:pt x="3496481" y="261867"/>
                  </a:lnTo>
                  <a:lnTo>
                    <a:pt x="3507108" y="263759"/>
                  </a:lnTo>
                  <a:lnTo>
                    <a:pt x="3517736" y="265507"/>
                  </a:lnTo>
                  <a:lnTo>
                    <a:pt x="3528364" y="267114"/>
                  </a:lnTo>
                  <a:lnTo>
                    <a:pt x="3538991" y="268581"/>
                  </a:lnTo>
                  <a:lnTo>
                    <a:pt x="3549619" y="269917"/>
                  </a:lnTo>
                  <a:lnTo>
                    <a:pt x="3560246" y="271135"/>
                  </a:lnTo>
                  <a:lnTo>
                    <a:pt x="3570874" y="272253"/>
                  </a:lnTo>
                  <a:lnTo>
                    <a:pt x="3581502" y="273295"/>
                  </a:lnTo>
                  <a:lnTo>
                    <a:pt x="3592129" y="274281"/>
                  </a:lnTo>
                  <a:lnTo>
                    <a:pt x="3602757" y="275234"/>
                  </a:lnTo>
                  <a:lnTo>
                    <a:pt x="3613385" y="276174"/>
                  </a:lnTo>
                  <a:lnTo>
                    <a:pt x="3624012" y="277116"/>
                  </a:lnTo>
                  <a:lnTo>
                    <a:pt x="3634640" y="278071"/>
                  </a:lnTo>
                  <a:lnTo>
                    <a:pt x="3645267" y="279039"/>
                  </a:lnTo>
                  <a:lnTo>
                    <a:pt x="3655895" y="280017"/>
                  </a:lnTo>
                  <a:lnTo>
                    <a:pt x="3666523" y="280998"/>
                  </a:lnTo>
                  <a:lnTo>
                    <a:pt x="3677150" y="281970"/>
                  </a:lnTo>
                  <a:lnTo>
                    <a:pt x="3687778" y="282919"/>
                  </a:lnTo>
                  <a:lnTo>
                    <a:pt x="3698405" y="283832"/>
                  </a:lnTo>
                  <a:lnTo>
                    <a:pt x="3709033" y="284694"/>
                  </a:lnTo>
                  <a:lnTo>
                    <a:pt x="3719661" y="285494"/>
                  </a:lnTo>
                  <a:lnTo>
                    <a:pt x="3730288" y="286218"/>
                  </a:lnTo>
                  <a:lnTo>
                    <a:pt x="3740916" y="286871"/>
                  </a:lnTo>
                  <a:lnTo>
                    <a:pt x="3751543" y="287457"/>
                  </a:lnTo>
                  <a:lnTo>
                    <a:pt x="3762171" y="287984"/>
                  </a:lnTo>
                  <a:lnTo>
                    <a:pt x="3772799" y="288461"/>
                  </a:lnTo>
                  <a:lnTo>
                    <a:pt x="3783426" y="288905"/>
                  </a:lnTo>
                  <a:lnTo>
                    <a:pt x="3794054" y="289328"/>
                  </a:lnTo>
                  <a:lnTo>
                    <a:pt x="3804681" y="289749"/>
                  </a:lnTo>
                  <a:lnTo>
                    <a:pt x="3815309" y="290180"/>
                  </a:lnTo>
                  <a:lnTo>
                    <a:pt x="3825937" y="290638"/>
                  </a:lnTo>
                  <a:lnTo>
                    <a:pt x="3836564" y="291136"/>
                  </a:lnTo>
                  <a:lnTo>
                    <a:pt x="3847192" y="291679"/>
                  </a:lnTo>
                  <a:lnTo>
                    <a:pt x="3857819" y="292268"/>
                  </a:lnTo>
                  <a:lnTo>
                    <a:pt x="3868447" y="292901"/>
                  </a:lnTo>
                  <a:lnTo>
                    <a:pt x="3879075" y="293572"/>
                  </a:lnTo>
                  <a:lnTo>
                    <a:pt x="3889702" y="294273"/>
                  </a:lnTo>
                  <a:lnTo>
                    <a:pt x="3900330" y="294990"/>
                  </a:lnTo>
                  <a:lnTo>
                    <a:pt x="3910957" y="295709"/>
                  </a:lnTo>
                  <a:lnTo>
                    <a:pt x="3921585" y="296410"/>
                  </a:lnTo>
                  <a:lnTo>
                    <a:pt x="3932213" y="297076"/>
                  </a:lnTo>
                  <a:lnTo>
                    <a:pt x="3942840" y="297679"/>
                  </a:lnTo>
                  <a:lnTo>
                    <a:pt x="3953468" y="298204"/>
                  </a:lnTo>
                  <a:lnTo>
                    <a:pt x="3964095" y="298637"/>
                  </a:lnTo>
                  <a:lnTo>
                    <a:pt x="3974723" y="298966"/>
                  </a:lnTo>
                  <a:lnTo>
                    <a:pt x="3985351" y="299185"/>
                  </a:lnTo>
                  <a:lnTo>
                    <a:pt x="3995978" y="299291"/>
                  </a:lnTo>
                  <a:lnTo>
                    <a:pt x="4006606" y="299286"/>
                  </a:lnTo>
                  <a:lnTo>
                    <a:pt x="4017233" y="299180"/>
                  </a:lnTo>
                  <a:lnTo>
                    <a:pt x="4027861" y="298984"/>
                  </a:lnTo>
                  <a:lnTo>
                    <a:pt x="4038489" y="298716"/>
                  </a:lnTo>
                  <a:lnTo>
                    <a:pt x="4049116" y="298394"/>
                  </a:lnTo>
                  <a:lnTo>
                    <a:pt x="4059744" y="298050"/>
                  </a:lnTo>
                  <a:lnTo>
                    <a:pt x="4070371" y="297708"/>
                  </a:lnTo>
                  <a:lnTo>
                    <a:pt x="4080999" y="297389"/>
                  </a:lnTo>
                  <a:lnTo>
                    <a:pt x="4091627" y="297115"/>
                  </a:lnTo>
                  <a:lnTo>
                    <a:pt x="4102254" y="296903"/>
                  </a:lnTo>
                  <a:lnTo>
                    <a:pt x="4112882" y="296767"/>
                  </a:lnTo>
                  <a:lnTo>
                    <a:pt x="4123509" y="296717"/>
                  </a:lnTo>
                  <a:lnTo>
                    <a:pt x="4134137" y="296759"/>
                  </a:lnTo>
                  <a:lnTo>
                    <a:pt x="4144765" y="296894"/>
                  </a:lnTo>
                  <a:lnTo>
                    <a:pt x="4155392" y="297130"/>
                  </a:lnTo>
                  <a:lnTo>
                    <a:pt x="4166020" y="297449"/>
                  </a:lnTo>
                  <a:lnTo>
                    <a:pt x="4176647" y="297839"/>
                  </a:lnTo>
                  <a:lnTo>
                    <a:pt x="4187275" y="298289"/>
                  </a:lnTo>
                  <a:lnTo>
                    <a:pt x="4197903" y="298784"/>
                  </a:lnTo>
                  <a:lnTo>
                    <a:pt x="4208530" y="299311"/>
                  </a:lnTo>
                  <a:lnTo>
                    <a:pt x="4219158" y="299856"/>
                  </a:lnTo>
                  <a:lnTo>
                    <a:pt x="4229785" y="300405"/>
                  </a:lnTo>
                  <a:lnTo>
                    <a:pt x="4240413" y="300948"/>
                  </a:lnTo>
                  <a:lnTo>
                    <a:pt x="4251041" y="301474"/>
                  </a:lnTo>
                  <a:lnTo>
                    <a:pt x="4261668" y="301971"/>
                  </a:lnTo>
                  <a:lnTo>
                    <a:pt x="4272296" y="302433"/>
                  </a:lnTo>
                  <a:lnTo>
                    <a:pt x="4272296" y="305337"/>
                  </a:lnTo>
                  <a:lnTo>
                    <a:pt x="4261668" y="305337"/>
                  </a:lnTo>
                  <a:lnTo>
                    <a:pt x="4251041" y="305337"/>
                  </a:lnTo>
                  <a:lnTo>
                    <a:pt x="4240413" y="305337"/>
                  </a:lnTo>
                  <a:lnTo>
                    <a:pt x="4229785" y="305337"/>
                  </a:lnTo>
                  <a:lnTo>
                    <a:pt x="4219158" y="305337"/>
                  </a:lnTo>
                  <a:lnTo>
                    <a:pt x="4208530" y="305337"/>
                  </a:lnTo>
                  <a:lnTo>
                    <a:pt x="4197903" y="305337"/>
                  </a:lnTo>
                  <a:lnTo>
                    <a:pt x="4187275" y="305337"/>
                  </a:lnTo>
                  <a:lnTo>
                    <a:pt x="4176647" y="305337"/>
                  </a:lnTo>
                  <a:lnTo>
                    <a:pt x="4166020" y="305337"/>
                  </a:lnTo>
                  <a:lnTo>
                    <a:pt x="4155392" y="305337"/>
                  </a:lnTo>
                  <a:lnTo>
                    <a:pt x="4144765" y="305337"/>
                  </a:lnTo>
                  <a:lnTo>
                    <a:pt x="4134137" y="305337"/>
                  </a:lnTo>
                  <a:lnTo>
                    <a:pt x="4123509" y="305337"/>
                  </a:lnTo>
                  <a:lnTo>
                    <a:pt x="4112882" y="305337"/>
                  </a:lnTo>
                  <a:lnTo>
                    <a:pt x="4102254" y="305337"/>
                  </a:lnTo>
                  <a:lnTo>
                    <a:pt x="4091627" y="305337"/>
                  </a:lnTo>
                  <a:lnTo>
                    <a:pt x="4080999" y="305337"/>
                  </a:lnTo>
                  <a:lnTo>
                    <a:pt x="4070371" y="305337"/>
                  </a:lnTo>
                  <a:lnTo>
                    <a:pt x="4059744" y="305337"/>
                  </a:lnTo>
                  <a:lnTo>
                    <a:pt x="4049116" y="305337"/>
                  </a:lnTo>
                  <a:lnTo>
                    <a:pt x="4038489" y="305337"/>
                  </a:lnTo>
                  <a:lnTo>
                    <a:pt x="4027861" y="305337"/>
                  </a:lnTo>
                  <a:lnTo>
                    <a:pt x="4017233" y="305337"/>
                  </a:lnTo>
                  <a:lnTo>
                    <a:pt x="4006606" y="305337"/>
                  </a:lnTo>
                  <a:lnTo>
                    <a:pt x="3995978" y="305337"/>
                  </a:lnTo>
                  <a:lnTo>
                    <a:pt x="3985351" y="305337"/>
                  </a:lnTo>
                  <a:lnTo>
                    <a:pt x="3974723" y="305337"/>
                  </a:lnTo>
                  <a:lnTo>
                    <a:pt x="3964095" y="305337"/>
                  </a:lnTo>
                  <a:lnTo>
                    <a:pt x="3953468" y="305337"/>
                  </a:lnTo>
                  <a:lnTo>
                    <a:pt x="3942840" y="305337"/>
                  </a:lnTo>
                  <a:lnTo>
                    <a:pt x="3932213" y="305337"/>
                  </a:lnTo>
                  <a:lnTo>
                    <a:pt x="3921585" y="305337"/>
                  </a:lnTo>
                  <a:lnTo>
                    <a:pt x="3910957" y="305337"/>
                  </a:lnTo>
                  <a:lnTo>
                    <a:pt x="3900330" y="305337"/>
                  </a:lnTo>
                  <a:lnTo>
                    <a:pt x="3889702" y="305337"/>
                  </a:lnTo>
                  <a:lnTo>
                    <a:pt x="3879075" y="305337"/>
                  </a:lnTo>
                  <a:lnTo>
                    <a:pt x="3868447" y="305337"/>
                  </a:lnTo>
                  <a:lnTo>
                    <a:pt x="3857819" y="305337"/>
                  </a:lnTo>
                  <a:lnTo>
                    <a:pt x="3847192" y="305337"/>
                  </a:lnTo>
                  <a:lnTo>
                    <a:pt x="3836564" y="305337"/>
                  </a:lnTo>
                  <a:lnTo>
                    <a:pt x="3825937" y="305337"/>
                  </a:lnTo>
                  <a:lnTo>
                    <a:pt x="3815309" y="305337"/>
                  </a:lnTo>
                  <a:lnTo>
                    <a:pt x="3804681" y="305337"/>
                  </a:lnTo>
                  <a:lnTo>
                    <a:pt x="3794054" y="305337"/>
                  </a:lnTo>
                  <a:lnTo>
                    <a:pt x="3783426" y="305337"/>
                  </a:lnTo>
                  <a:lnTo>
                    <a:pt x="3772799" y="305337"/>
                  </a:lnTo>
                  <a:lnTo>
                    <a:pt x="3762171" y="305337"/>
                  </a:lnTo>
                  <a:lnTo>
                    <a:pt x="3751543" y="305337"/>
                  </a:lnTo>
                  <a:lnTo>
                    <a:pt x="3740916" y="305337"/>
                  </a:lnTo>
                  <a:lnTo>
                    <a:pt x="3730288" y="305337"/>
                  </a:lnTo>
                  <a:lnTo>
                    <a:pt x="3719661" y="305337"/>
                  </a:lnTo>
                  <a:lnTo>
                    <a:pt x="3709033" y="305337"/>
                  </a:lnTo>
                  <a:lnTo>
                    <a:pt x="3698405" y="305337"/>
                  </a:lnTo>
                  <a:lnTo>
                    <a:pt x="3687778" y="305337"/>
                  </a:lnTo>
                  <a:lnTo>
                    <a:pt x="3677150" y="305337"/>
                  </a:lnTo>
                  <a:lnTo>
                    <a:pt x="3666523" y="305337"/>
                  </a:lnTo>
                  <a:lnTo>
                    <a:pt x="3655895" y="305337"/>
                  </a:lnTo>
                  <a:lnTo>
                    <a:pt x="3645267" y="305337"/>
                  </a:lnTo>
                  <a:lnTo>
                    <a:pt x="3634640" y="305337"/>
                  </a:lnTo>
                  <a:lnTo>
                    <a:pt x="3624012" y="305337"/>
                  </a:lnTo>
                  <a:lnTo>
                    <a:pt x="3613385" y="305337"/>
                  </a:lnTo>
                  <a:lnTo>
                    <a:pt x="3602757" y="305337"/>
                  </a:lnTo>
                  <a:lnTo>
                    <a:pt x="3592129" y="305337"/>
                  </a:lnTo>
                  <a:lnTo>
                    <a:pt x="3581502" y="305337"/>
                  </a:lnTo>
                  <a:lnTo>
                    <a:pt x="3570874" y="305337"/>
                  </a:lnTo>
                  <a:lnTo>
                    <a:pt x="3560246" y="305337"/>
                  </a:lnTo>
                  <a:lnTo>
                    <a:pt x="3549619" y="305337"/>
                  </a:lnTo>
                  <a:lnTo>
                    <a:pt x="3538991" y="305337"/>
                  </a:lnTo>
                  <a:lnTo>
                    <a:pt x="3528364" y="305337"/>
                  </a:lnTo>
                  <a:lnTo>
                    <a:pt x="3517736" y="305337"/>
                  </a:lnTo>
                  <a:lnTo>
                    <a:pt x="3507108" y="305337"/>
                  </a:lnTo>
                  <a:lnTo>
                    <a:pt x="3496481" y="305337"/>
                  </a:lnTo>
                  <a:lnTo>
                    <a:pt x="3485853" y="305337"/>
                  </a:lnTo>
                  <a:lnTo>
                    <a:pt x="3475226" y="305337"/>
                  </a:lnTo>
                  <a:lnTo>
                    <a:pt x="3464598" y="305337"/>
                  </a:lnTo>
                  <a:lnTo>
                    <a:pt x="3453970" y="305337"/>
                  </a:lnTo>
                  <a:lnTo>
                    <a:pt x="3443343" y="305337"/>
                  </a:lnTo>
                  <a:lnTo>
                    <a:pt x="3432715" y="305337"/>
                  </a:lnTo>
                  <a:lnTo>
                    <a:pt x="3422088" y="305337"/>
                  </a:lnTo>
                  <a:lnTo>
                    <a:pt x="3411460" y="305337"/>
                  </a:lnTo>
                  <a:lnTo>
                    <a:pt x="3400832" y="305337"/>
                  </a:lnTo>
                  <a:lnTo>
                    <a:pt x="3390205" y="305337"/>
                  </a:lnTo>
                  <a:lnTo>
                    <a:pt x="3379577" y="305337"/>
                  </a:lnTo>
                  <a:lnTo>
                    <a:pt x="3368950" y="305337"/>
                  </a:lnTo>
                  <a:lnTo>
                    <a:pt x="3358322" y="305337"/>
                  </a:lnTo>
                  <a:lnTo>
                    <a:pt x="3347694" y="305337"/>
                  </a:lnTo>
                  <a:lnTo>
                    <a:pt x="3337067" y="305337"/>
                  </a:lnTo>
                  <a:lnTo>
                    <a:pt x="3326439" y="305337"/>
                  </a:lnTo>
                  <a:lnTo>
                    <a:pt x="3315812" y="305337"/>
                  </a:lnTo>
                  <a:lnTo>
                    <a:pt x="3305184" y="305337"/>
                  </a:lnTo>
                  <a:lnTo>
                    <a:pt x="3294556" y="305337"/>
                  </a:lnTo>
                  <a:lnTo>
                    <a:pt x="3283929" y="305337"/>
                  </a:lnTo>
                  <a:lnTo>
                    <a:pt x="3273301" y="305337"/>
                  </a:lnTo>
                  <a:lnTo>
                    <a:pt x="3262674" y="305337"/>
                  </a:lnTo>
                  <a:lnTo>
                    <a:pt x="3252046" y="305337"/>
                  </a:lnTo>
                  <a:lnTo>
                    <a:pt x="3241418" y="305337"/>
                  </a:lnTo>
                  <a:lnTo>
                    <a:pt x="3230791" y="305337"/>
                  </a:lnTo>
                  <a:lnTo>
                    <a:pt x="3220163" y="305337"/>
                  </a:lnTo>
                  <a:lnTo>
                    <a:pt x="3209536" y="305337"/>
                  </a:lnTo>
                  <a:lnTo>
                    <a:pt x="3198908" y="305337"/>
                  </a:lnTo>
                  <a:lnTo>
                    <a:pt x="3188280" y="305337"/>
                  </a:lnTo>
                  <a:lnTo>
                    <a:pt x="3177653" y="305337"/>
                  </a:lnTo>
                  <a:lnTo>
                    <a:pt x="3167025" y="305337"/>
                  </a:lnTo>
                  <a:lnTo>
                    <a:pt x="3156398" y="305337"/>
                  </a:lnTo>
                  <a:lnTo>
                    <a:pt x="3145770" y="305337"/>
                  </a:lnTo>
                  <a:lnTo>
                    <a:pt x="3135142" y="305337"/>
                  </a:lnTo>
                  <a:lnTo>
                    <a:pt x="3124515" y="305337"/>
                  </a:lnTo>
                  <a:lnTo>
                    <a:pt x="3113887" y="305337"/>
                  </a:lnTo>
                  <a:lnTo>
                    <a:pt x="3103260" y="305337"/>
                  </a:lnTo>
                  <a:lnTo>
                    <a:pt x="3092632" y="305337"/>
                  </a:lnTo>
                  <a:lnTo>
                    <a:pt x="3082004" y="305337"/>
                  </a:lnTo>
                  <a:lnTo>
                    <a:pt x="3071377" y="305337"/>
                  </a:lnTo>
                  <a:lnTo>
                    <a:pt x="3060749" y="305337"/>
                  </a:lnTo>
                  <a:lnTo>
                    <a:pt x="3050122" y="305337"/>
                  </a:lnTo>
                  <a:lnTo>
                    <a:pt x="3039494" y="305337"/>
                  </a:lnTo>
                  <a:lnTo>
                    <a:pt x="3028866" y="305337"/>
                  </a:lnTo>
                  <a:lnTo>
                    <a:pt x="3018239" y="305337"/>
                  </a:lnTo>
                  <a:lnTo>
                    <a:pt x="3007611" y="305337"/>
                  </a:lnTo>
                  <a:lnTo>
                    <a:pt x="2996984" y="305337"/>
                  </a:lnTo>
                  <a:lnTo>
                    <a:pt x="2986356" y="305337"/>
                  </a:lnTo>
                  <a:lnTo>
                    <a:pt x="2975728" y="305337"/>
                  </a:lnTo>
                  <a:lnTo>
                    <a:pt x="2965101" y="305337"/>
                  </a:lnTo>
                  <a:lnTo>
                    <a:pt x="2954473" y="305337"/>
                  </a:lnTo>
                  <a:lnTo>
                    <a:pt x="2943846" y="305337"/>
                  </a:lnTo>
                  <a:lnTo>
                    <a:pt x="2933218" y="305337"/>
                  </a:lnTo>
                  <a:lnTo>
                    <a:pt x="2922590" y="305337"/>
                  </a:lnTo>
                  <a:lnTo>
                    <a:pt x="2911963" y="305337"/>
                  </a:lnTo>
                  <a:lnTo>
                    <a:pt x="2901335" y="305337"/>
                  </a:lnTo>
                  <a:lnTo>
                    <a:pt x="2890708" y="305337"/>
                  </a:lnTo>
                  <a:lnTo>
                    <a:pt x="2880080" y="305337"/>
                  </a:lnTo>
                  <a:lnTo>
                    <a:pt x="2869452" y="305337"/>
                  </a:lnTo>
                  <a:lnTo>
                    <a:pt x="2858825" y="305337"/>
                  </a:lnTo>
                  <a:lnTo>
                    <a:pt x="2848197" y="305337"/>
                  </a:lnTo>
                  <a:lnTo>
                    <a:pt x="2837569" y="305337"/>
                  </a:lnTo>
                  <a:lnTo>
                    <a:pt x="2826942" y="305337"/>
                  </a:lnTo>
                  <a:lnTo>
                    <a:pt x="2816314" y="305337"/>
                  </a:lnTo>
                  <a:lnTo>
                    <a:pt x="2805687" y="305337"/>
                  </a:lnTo>
                  <a:lnTo>
                    <a:pt x="2795059" y="305337"/>
                  </a:lnTo>
                  <a:lnTo>
                    <a:pt x="2784431" y="305337"/>
                  </a:lnTo>
                  <a:lnTo>
                    <a:pt x="2773804" y="305337"/>
                  </a:lnTo>
                  <a:lnTo>
                    <a:pt x="2763176" y="305337"/>
                  </a:lnTo>
                  <a:lnTo>
                    <a:pt x="2752549" y="305337"/>
                  </a:lnTo>
                  <a:lnTo>
                    <a:pt x="2741921" y="305337"/>
                  </a:lnTo>
                  <a:lnTo>
                    <a:pt x="2731293" y="305337"/>
                  </a:lnTo>
                  <a:lnTo>
                    <a:pt x="2720666" y="305337"/>
                  </a:lnTo>
                  <a:lnTo>
                    <a:pt x="2710038" y="305337"/>
                  </a:lnTo>
                  <a:lnTo>
                    <a:pt x="2699411" y="305337"/>
                  </a:lnTo>
                  <a:lnTo>
                    <a:pt x="2688783" y="305337"/>
                  </a:lnTo>
                  <a:lnTo>
                    <a:pt x="2678155" y="305337"/>
                  </a:lnTo>
                  <a:lnTo>
                    <a:pt x="2667528" y="305337"/>
                  </a:lnTo>
                  <a:lnTo>
                    <a:pt x="2656900" y="305337"/>
                  </a:lnTo>
                  <a:lnTo>
                    <a:pt x="2646273" y="305337"/>
                  </a:lnTo>
                  <a:lnTo>
                    <a:pt x="2635645" y="305337"/>
                  </a:lnTo>
                  <a:lnTo>
                    <a:pt x="2625017" y="305337"/>
                  </a:lnTo>
                  <a:lnTo>
                    <a:pt x="2614390" y="305337"/>
                  </a:lnTo>
                  <a:lnTo>
                    <a:pt x="2603762" y="305337"/>
                  </a:lnTo>
                  <a:lnTo>
                    <a:pt x="2593135" y="305337"/>
                  </a:lnTo>
                  <a:lnTo>
                    <a:pt x="2582507" y="305337"/>
                  </a:lnTo>
                  <a:lnTo>
                    <a:pt x="2571879" y="305337"/>
                  </a:lnTo>
                  <a:lnTo>
                    <a:pt x="2561252" y="305337"/>
                  </a:lnTo>
                  <a:lnTo>
                    <a:pt x="2550624" y="305337"/>
                  </a:lnTo>
                  <a:lnTo>
                    <a:pt x="2539997" y="305337"/>
                  </a:lnTo>
                  <a:lnTo>
                    <a:pt x="2529369" y="305337"/>
                  </a:lnTo>
                  <a:lnTo>
                    <a:pt x="2518741" y="305337"/>
                  </a:lnTo>
                  <a:lnTo>
                    <a:pt x="2508114" y="305337"/>
                  </a:lnTo>
                  <a:lnTo>
                    <a:pt x="2497486" y="305337"/>
                  </a:lnTo>
                  <a:lnTo>
                    <a:pt x="2486859" y="305337"/>
                  </a:lnTo>
                  <a:lnTo>
                    <a:pt x="2476231" y="305337"/>
                  </a:lnTo>
                  <a:lnTo>
                    <a:pt x="2465603" y="305337"/>
                  </a:lnTo>
                  <a:lnTo>
                    <a:pt x="2454976" y="305337"/>
                  </a:lnTo>
                  <a:lnTo>
                    <a:pt x="2444348" y="305337"/>
                  </a:lnTo>
                  <a:lnTo>
                    <a:pt x="2433721" y="305337"/>
                  </a:lnTo>
                  <a:lnTo>
                    <a:pt x="2423093" y="305337"/>
                  </a:lnTo>
                  <a:lnTo>
                    <a:pt x="2412465" y="305337"/>
                  </a:lnTo>
                  <a:lnTo>
                    <a:pt x="2401838" y="305337"/>
                  </a:lnTo>
                  <a:lnTo>
                    <a:pt x="2391210" y="305337"/>
                  </a:lnTo>
                  <a:lnTo>
                    <a:pt x="2380583" y="305337"/>
                  </a:lnTo>
                  <a:lnTo>
                    <a:pt x="2369955" y="305337"/>
                  </a:lnTo>
                  <a:lnTo>
                    <a:pt x="2359327" y="305337"/>
                  </a:lnTo>
                  <a:lnTo>
                    <a:pt x="2348700" y="305337"/>
                  </a:lnTo>
                  <a:lnTo>
                    <a:pt x="2338072" y="305337"/>
                  </a:lnTo>
                  <a:lnTo>
                    <a:pt x="2327445" y="305337"/>
                  </a:lnTo>
                  <a:lnTo>
                    <a:pt x="2316817" y="305337"/>
                  </a:lnTo>
                  <a:lnTo>
                    <a:pt x="2306189" y="305337"/>
                  </a:lnTo>
                  <a:lnTo>
                    <a:pt x="2295562" y="305337"/>
                  </a:lnTo>
                  <a:lnTo>
                    <a:pt x="2284934" y="305337"/>
                  </a:lnTo>
                  <a:lnTo>
                    <a:pt x="2274307" y="305337"/>
                  </a:lnTo>
                  <a:lnTo>
                    <a:pt x="2263679" y="305337"/>
                  </a:lnTo>
                  <a:lnTo>
                    <a:pt x="2253051" y="305337"/>
                  </a:lnTo>
                  <a:lnTo>
                    <a:pt x="2242424" y="305337"/>
                  </a:lnTo>
                  <a:lnTo>
                    <a:pt x="2231796" y="305337"/>
                  </a:lnTo>
                  <a:lnTo>
                    <a:pt x="2221169" y="305337"/>
                  </a:lnTo>
                  <a:lnTo>
                    <a:pt x="2210541" y="305337"/>
                  </a:lnTo>
                  <a:lnTo>
                    <a:pt x="2199913" y="305337"/>
                  </a:lnTo>
                  <a:lnTo>
                    <a:pt x="2189286" y="305337"/>
                  </a:lnTo>
                  <a:lnTo>
                    <a:pt x="2178658" y="305337"/>
                  </a:lnTo>
                  <a:lnTo>
                    <a:pt x="2168031" y="305337"/>
                  </a:lnTo>
                  <a:lnTo>
                    <a:pt x="2157403" y="305337"/>
                  </a:lnTo>
                  <a:lnTo>
                    <a:pt x="2146775" y="305337"/>
                  </a:lnTo>
                  <a:lnTo>
                    <a:pt x="2136148" y="305337"/>
                  </a:lnTo>
                  <a:lnTo>
                    <a:pt x="2125520" y="305337"/>
                  </a:lnTo>
                  <a:lnTo>
                    <a:pt x="2114892" y="305337"/>
                  </a:lnTo>
                  <a:lnTo>
                    <a:pt x="2104265" y="305337"/>
                  </a:lnTo>
                  <a:lnTo>
                    <a:pt x="2093637" y="305337"/>
                  </a:lnTo>
                  <a:lnTo>
                    <a:pt x="2083010" y="305337"/>
                  </a:lnTo>
                  <a:lnTo>
                    <a:pt x="2072382" y="305337"/>
                  </a:lnTo>
                  <a:lnTo>
                    <a:pt x="2061754" y="305337"/>
                  </a:lnTo>
                  <a:lnTo>
                    <a:pt x="2051127" y="305337"/>
                  </a:lnTo>
                  <a:lnTo>
                    <a:pt x="2040499" y="305337"/>
                  </a:lnTo>
                  <a:lnTo>
                    <a:pt x="2029872" y="305337"/>
                  </a:lnTo>
                  <a:lnTo>
                    <a:pt x="2019244" y="305337"/>
                  </a:lnTo>
                  <a:lnTo>
                    <a:pt x="2008616" y="305337"/>
                  </a:lnTo>
                  <a:lnTo>
                    <a:pt x="1997989" y="305337"/>
                  </a:lnTo>
                  <a:lnTo>
                    <a:pt x="1987361" y="305337"/>
                  </a:lnTo>
                  <a:lnTo>
                    <a:pt x="1976734" y="305337"/>
                  </a:lnTo>
                  <a:lnTo>
                    <a:pt x="1966106" y="305337"/>
                  </a:lnTo>
                  <a:lnTo>
                    <a:pt x="1955478" y="305337"/>
                  </a:lnTo>
                  <a:lnTo>
                    <a:pt x="1944851" y="305337"/>
                  </a:lnTo>
                  <a:lnTo>
                    <a:pt x="1934223" y="305337"/>
                  </a:lnTo>
                  <a:lnTo>
                    <a:pt x="1923596" y="305337"/>
                  </a:lnTo>
                  <a:lnTo>
                    <a:pt x="1912968" y="305337"/>
                  </a:lnTo>
                  <a:lnTo>
                    <a:pt x="1902340" y="305337"/>
                  </a:lnTo>
                  <a:lnTo>
                    <a:pt x="1891713" y="305337"/>
                  </a:lnTo>
                  <a:lnTo>
                    <a:pt x="1881085" y="305337"/>
                  </a:lnTo>
                  <a:lnTo>
                    <a:pt x="1870458" y="305337"/>
                  </a:lnTo>
                  <a:lnTo>
                    <a:pt x="1859830" y="305337"/>
                  </a:lnTo>
                  <a:lnTo>
                    <a:pt x="1849202" y="305337"/>
                  </a:lnTo>
                  <a:lnTo>
                    <a:pt x="1838575" y="305337"/>
                  </a:lnTo>
                  <a:lnTo>
                    <a:pt x="1827947" y="305337"/>
                  </a:lnTo>
                  <a:lnTo>
                    <a:pt x="1817320" y="305337"/>
                  </a:lnTo>
                  <a:lnTo>
                    <a:pt x="1806692" y="305337"/>
                  </a:lnTo>
                  <a:lnTo>
                    <a:pt x="1796064" y="305337"/>
                  </a:lnTo>
                  <a:lnTo>
                    <a:pt x="1785437" y="305337"/>
                  </a:lnTo>
                  <a:lnTo>
                    <a:pt x="1774809" y="305337"/>
                  </a:lnTo>
                  <a:lnTo>
                    <a:pt x="1764182" y="305337"/>
                  </a:lnTo>
                  <a:lnTo>
                    <a:pt x="1753554" y="305337"/>
                  </a:lnTo>
                  <a:lnTo>
                    <a:pt x="1742926" y="305337"/>
                  </a:lnTo>
                  <a:lnTo>
                    <a:pt x="1732299" y="305337"/>
                  </a:lnTo>
                  <a:lnTo>
                    <a:pt x="1721671" y="305337"/>
                  </a:lnTo>
                  <a:lnTo>
                    <a:pt x="1711044" y="305337"/>
                  </a:lnTo>
                  <a:lnTo>
                    <a:pt x="1700416" y="305337"/>
                  </a:lnTo>
                  <a:lnTo>
                    <a:pt x="1689788" y="305337"/>
                  </a:lnTo>
                  <a:lnTo>
                    <a:pt x="1679161" y="305337"/>
                  </a:lnTo>
                  <a:lnTo>
                    <a:pt x="1668533" y="305337"/>
                  </a:lnTo>
                  <a:lnTo>
                    <a:pt x="1657906" y="305337"/>
                  </a:lnTo>
                  <a:lnTo>
                    <a:pt x="1647278" y="305337"/>
                  </a:lnTo>
                  <a:lnTo>
                    <a:pt x="1636650" y="305337"/>
                  </a:lnTo>
                  <a:lnTo>
                    <a:pt x="1626023" y="305337"/>
                  </a:lnTo>
                  <a:lnTo>
                    <a:pt x="1615395" y="305337"/>
                  </a:lnTo>
                  <a:lnTo>
                    <a:pt x="1604768" y="305337"/>
                  </a:lnTo>
                  <a:lnTo>
                    <a:pt x="1594140" y="305337"/>
                  </a:lnTo>
                  <a:lnTo>
                    <a:pt x="1583512" y="305337"/>
                  </a:lnTo>
                  <a:lnTo>
                    <a:pt x="1572885" y="305337"/>
                  </a:lnTo>
                  <a:lnTo>
                    <a:pt x="1562257" y="305337"/>
                  </a:lnTo>
                  <a:lnTo>
                    <a:pt x="1551630" y="305337"/>
                  </a:lnTo>
                  <a:lnTo>
                    <a:pt x="1541002" y="305337"/>
                  </a:lnTo>
                  <a:lnTo>
                    <a:pt x="1530374" y="305337"/>
                  </a:lnTo>
                  <a:lnTo>
                    <a:pt x="1519747" y="305337"/>
                  </a:lnTo>
                  <a:lnTo>
                    <a:pt x="1509119" y="305337"/>
                  </a:lnTo>
                  <a:lnTo>
                    <a:pt x="1498492" y="305337"/>
                  </a:lnTo>
                  <a:lnTo>
                    <a:pt x="1487864" y="305337"/>
                  </a:lnTo>
                  <a:lnTo>
                    <a:pt x="1477236" y="305337"/>
                  </a:lnTo>
                  <a:lnTo>
                    <a:pt x="1466609" y="305337"/>
                  </a:lnTo>
                  <a:lnTo>
                    <a:pt x="1455981" y="305337"/>
                  </a:lnTo>
                  <a:lnTo>
                    <a:pt x="1445354" y="305337"/>
                  </a:lnTo>
                  <a:lnTo>
                    <a:pt x="1434726" y="305337"/>
                  </a:lnTo>
                  <a:lnTo>
                    <a:pt x="1424098" y="305337"/>
                  </a:lnTo>
                  <a:lnTo>
                    <a:pt x="1413471" y="305337"/>
                  </a:lnTo>
                  <a:lnTo>
                    <a:pt x="1402843" y="305337"/>
                  </a:lnTo>
                  <a:lnTo>
                    <a:pt x="1392215" y="305337"/>
                  </a:lnTo>
                  <a:lnTo>
                    <a:pt x="1381588" y="305337"/>
                  </a:lnTo>
                  <a:lnTo>
                    <a:pt x="1370960" y="305337"/>
                  </a:lnTo>
                  <a:lnTo>
                    <a:pt x="1360333" y="305337"/>
                  </a:lnTo>
                  <a:lnTo>
                    <a:pt x="1349705" y="305337"/>
                  </a:lnTo>
                  <a:lnTo>
                    <a:pt x="1339077" y="305337"/>
                  </a:lnTo>
                  <a:lnTo>
                    <a:pt x="1328450" y="305337"/>
                  </a:lnTo>
                  <a:lnTo>
                    <a:pt x="1317822" y="305337"/>
                  </a:lnTo>
                  <a:lnTo>
                    <a:pt x="1307195" y="305337"/>
                  </a:lnTo>
                  <a:lnTo>
                    <a:pt x="1296567" y="305337"/>
                  </a:lnTo>
                  <a:lnTo>
                    <a:pt x="1285939" y="305337"/>
                  </a:lnTo>
                  <a:lnTo>
                    <a:pt x="1275312" y="305337"/>
                  </a:lnTo>
                  <a:lnTo>
                    <a:pt x="1264684" y="305337"/>
                  </a:lnTo>
                  <a:lnTo>
                    <a:pt x="1254057" y="305337"/>
                  </a:lnTo>
                  <a:lnTo>
                    <a:pt x="1243429" y="305337"/>
                  </a:lnTo>
                  <a:lnTo>
                    <a:pt x="1232801" y="305337"/>
                  </a:lnTo>
                  <a:lnTo>
                    <a:pt x="1222174" y="305337"/>
                  </a:lnTo>
                  <a:lnTo>
                    <a:pt x="1211546" y="305337"/>
                  </a:lnTo>
                  <a:lnTo>
                    <a:pt x="1200919" y="305337"/>
                  </a:lnTo>
                  <a:lnTo>
                    <a:pt x="1190291" y="305337"/>
                  </a:lnTo>
                  <a:lnTo>
                    <a:pt x="1179663" y="305337"/>
                  </a:lnTo>
                  <a:lnTo>
                    <a:pt x="1169036" y="305337"/>
                  </a:lnTo>
                  <a:lnTo>
                    <a:pt x="1158408" y="305337"/>
                  </a:lnTo>
                  <a:lnTo>
                    <a:pt x="1147781" y="305337"/>
                  </a:lnTo>
                  <a:lnTo>
                    <a:pt x="1137153" y="305337"/>
                  </a:lnTo>
                  <a:lnTo>
                    <a:pt x="1126525" y="305337"/>
                  </a:lnTo>
                  <a:lnTo>
                    <a:pt x="1115898" y="305337"/>
                  </a:lnTo>
                  <a:lnTo>
                    <a:pt x="1105270" y="305337"/>
                  </a:lnTo>
                  <a:lnTo>
                    <a:pt x="1094643" y="305337"/>
                  </a:lnTo>
                  <a:lnTo>
                    <a:pt x="1084015" y="305337"/>
                  </a:lnTo>
                  <a:lnTo>
                    <a:pt x="1073387" y="305337"/>
                  </a:lnTo>
                  <a:lnTo>
                    <a:pt x="1062760" y="305337"/>
                  </a:lnTo>
                  <a:lnTo>
                    <a:pt x="1052132" y="305337"/>
                  </a:lnTo>
                  <a:lnTo>
                    <a:pt x="1041505" y="305337"/>
                  </a:lnTo>
                  <a:lnTo>
                    <a:pt x="1030877" y="305337"/>
                  </a:lnTo>
                  <a:lnTo>
                    <a:pt x="1020249" y="305337"/>
                  </a:lnTo>
                  <a:lnTo>
                    <a:pt x="1009622" y="305337"/>
                  </a:lnTo>
                  <a:lnTo>
                    <a:pt x="998994" y="305337"/>
                  </a:lnTo>
                  <a:lnTo>
                    <a:pt x="988367" y="305337"/>
                  </a:lnTo>
                  <a:lnTo>
                    <a:pt x="977739" y="305337"/>
                  </a:lnTo>
                  <a:lnTo>
                    <a:pt x="967111" y="305337"/>
                  </a:lnTo>
                  <a:lnTo>
                    <a:pt x="956484" y="305337"/>
                  </a:lnTo>
                  <a:lnTo>
                    <a:pt x="945856" y="305337"/>
                  </a:lnTo>
                  <a:lnTo>
                    <a:pt x="935229" y="305337"/>
                  </a:lnTo>
                  <a:lnTo>
                    <a:pt x="924601" y="305337"/>
                  </a:lnTo>
                  <a:lnTo>
                    <a:pt x="913973" y="305337"/>
                  </a:lnTo>
                  <a:lnTo>
                    <a:pt x="903346" y="305337"/>
                  </a:lnTo>
                  <a:lnTo>
                    <a:pt x="892718" y="305337"/>
                  </a:lnTo>
                  <a:lnTo>
                    <a:pt x="882091" y="305337"/>
                  </a:lnTo>
                  <a:lnTo>
                    <a:pt x="871463" y="305337"/>
                  </a:lnTo>
                  <a:lnTo>
                    <a:pt x="860835" y="305337"/>
                  </a:lnTo>
                  <a:lnTo>
                    <a:pt x="850208" y="305337"/>
                  </a:lnTo>
                  <a:lnTo>
                    <a:pt x="839580" y="305337"/>
                  </a:lnTo>
                  <a:lnTo>
                    <a:pt x="828953" y="305337"/>
                  </a:lnTo>
                  <a:lnTo>
                    <a:pt x="818325" y="305337"/>
                  </a:lnTo>
                  <a:lnTo>
                    <a:pt x="807697" y="305337"/>
                  </a:lnTo>
                  <a:lnTo>
                    <a:pt x="797070" y="305337"/>
                  </a:lnTo>
                  <a:lnTo>
                    <a:pt x="786442" y="305337"/>
                  </a:lnTo>
                  <a:lnTo>
                    <a:pt x="775815" y="305337"/>
                  </a:lnTo>
                  <a:lnTo>
                    <a:pt x="765187" y="305337"/>
                  </a:lnTo>
                  <a:lnTo>
                    <a:pt x="754559" y="305337"/>
                  </a:lnTo>
                  <a:lnTo>
                    <a:pt x="743932" y="305337"/>
                  </a:lnTo>
                  <a:lnTo>
                    <a:pt x="733304" y="305337"/>
                  </a:lnTo>
                  <a:lnTo>
                    <a:pt x="722677" y="305337"/>
                  </a:lnTo>
                  <a:lnTo>
                    <a:pt x="712049" y="305337"/>
                  </a:lnTo>
                  <a:lnTo>
                    <a:pt x="701421" y="305337"/>
                  </a:lnTo>
                  <a:lnTo>
                    <a:pt x="690794" y="305337"/>
                  </a:lnTo>
                  <a:lnTo>
                    <a:pt x="680166" y="305337"/>
                  </a:lnTo>
                  <a:lnTo>
                    <a:pt x="669538" y="305337"/>
                  </a:lnTo>
                  <a:lnTo>
                    <a:pt x="658911" y="305337"/>
                  </a:lnTo>
                  <a:lnTo>
                    <a:pt x="648283" y="305337"/>
                  </a:lnTo>
                  <a:lnTo>
                    <a:pt x="637656" y="305337"/>
                  </a:lnTo>
                  <a:lnTo>
                    <a:pt x="627028" y="305337"/>
                  </a:lnTo>
                  <a:lnTo>
                    <a:pt x="616400" y="305337"/>
                  </a:lnTo>
                  <a:lnTo>
                    <a:pt x="605773" y="305337"/>
                  </a:lnTo>
                  <a:lnTo>
                    <a:pt x="595145" y="305337"/>
                  </a:lnTo>
                  <a:lnTo>
                    <a:pt x="584518" y="305337"/>
                  </a:lnTo>
                  <a:lnTo>
                    <a:pt x="573890" y="305337"/>
                  </a:lnTo>
                  <a:lnTo>
                    <a:pt x="563262" y="305337"/>
                  </a:lnTo>
                  <a:lnTo>
                    <a:pt x="552635" y="305337"/>
                  </a:lnTo>
                  <a:lnTo>
                    <a:pt x="542007" y="305337"/>
                  </a:lnTo>
                  <a:lnTo>
                    <a:pt x="531380" y="305337"/>
                  </a:lnTo>
                  <a:lnTo>
                    <a:pt x="520752" y="305337"/>
                  </a:lnTo>
                  <a:lnTo>
                    <a:pt x="510124" y="305337"/>
                  </a:lnTo>
                  <a:lnTo>
                    <a:pt x="499497" y="305337"/>
                  </a:lnTo>
                  <a:lnTo>
                    <a:pt x="488869" y="305337"/>
                  </a:lnTo>
                  <a:lnTo>
                    <a:pt x="478242" y="305337"/>
                  </a:lnTo>
                  <a:lnTo>
                    <a:pt x="467614" y="305337"/>
                  </a:lnTo>
                  <a:lnTo>
                    <a:pt x="456986" y="305337"/>
                  </a:lnTo>
                  <a:lnTo>
                    <a:pt x="446359" y="305337"/>
                  </a:lnTo>
                  <a:lnTo>
                    <a:pt x="435731" y="305337"/>
                  </a:lnTo>
                  <a:lnTo>
                    <a:pt x="425104" y="305337"/>
                  </a:lnTo>
                  <a:lnTo>
                    <a:pt x="414476" y="305337"/>
                  </a:lnTo>
                  <a:lnTo>
                    <a:pt x="403848" y="305337"/>
                  </a:lnTo>
                  <a:lnTo>
                    <a:pt x="393221" y="305337"/>
                  </a:lnTo>
                  <a:lnTo>
                    <a:pt x="382593" y="305337"/>
                  </a:lnTo>
                  <a:lnTo>
                    <a:pt x="371966" y="305337"/>
                  </a:lnTo>
                  <a:lnTo>
                    <a:pt x="361338" y="305337"/>
                  </a:lnTo>
                  <a:lnTo>
                    <a:pt x="350710" y="305337"/>
                  </a:lnTo>
                  <a:lnTo>
                    <a:pt x="340083" y="305337"/>
                  </a:lnTo>
                  <a:lnTo>
                    <a:pt x="329455" y="305337"/>
                  </a:lnTo>
                  <a:lnTo>
                    <a:pt x="318828" y="305337"/>
                  </a:lnTo>
                  <a:lnTo>
                    <a:pt x="308200" y="305337"/>
                  </a:lnTo>
                  <a:lnTo>
                    <a:pt x="297572" y="305337"/>
                  </a:lnTo>
                  <a:lnTo>
                    <a:pt x="286945" y="305337"/>
                  </a:lnTo>
                  <a:lnTo>
                    <a:pt x="276317" y="305337"/>
                  </a:lnTo>
                  <a:lnTo>
                    <a:pt x="265690" y="305337"/>
                  </a:lnTo>
                  <a:lnTo>
                    <a:pt x="255062" y="305337"/>
                  </a:lnTo>
                  <a:lnTo>
                    <a:pt x="244434" y="305337"/>
                  </a:lnTo>
                  <a:lnTo>
                    <a:pt x="233807" y="305337"/>
                  </a:lnTo>
                  <a:lnTo>
                    <a:pt x="223179" y="305337"/>
                  </a:lnTo>
                  <a:lnTo>
                    <a:pt x="212552" y="305337"/>
                  </a:lnTo>
                  <a:lnTo>
                    <a:pt x="201924" y="305337"/>
                  </a:lnTo>
                  <a:lnTo>
                    <a:pt x="191296" y="305337"/>
                  </a:lnTo>
                  <a:lnTo>
                    <a:pt x="180669" y="305337"/>
                  </a:lnTo>
                  <a:lnTo>
                    <a:pt x="170041" y="305337"/>
                  </a:lnTo>
                  <a:lnTo>
                    <a:pt x="159414" y="305337"/>
                  </a:lnTo>
                  <a:lnTo>
                    <a:pt x="148786" y="305337"/>
                  </a:lnTo>
                  <a:lnTo>
                    <a:pt x="138158" y="305337"/>
                  </a:lnTo>
                  <a:lnTo>
                    <a:pt x="127531" y="305337"/>
                  </a:lnTo>
                  <a:lnTo>
                    <a:pt x="116903" y="305337"/>
                  </a:lnTo>
                  <a:lnTo>
                    <a:pt x="106276" y="305337"/>
                  </a:lnTo>
                  <a:lnTo>
                    <a:pt x="95648" y="305337"/>
                  </a:lnTo>
                  <a:lnTo>
                    <a:pt x="85020" y="305337"/>
                  </a:lnTo>
                  <a:lnTo>
                    <a:pt x="74393" y="305337"/>
                  </a:lnTo>
                  <a:lnTo>
                    <a:pt x="63765" y="305337"/>
                  </a:lnTo>
                  <a:lnTo>
                    <a:pt x="53138" y="305337"/>
                  </a:lnTo>
                  <a:lnTo>
                    <a:pt x="42510" y="305337"/>
                  </a:lnTo>
                  <a:lnTo>
                    <a:pt x="31882" y="305337"/>
                  </a:lnTo>
                  <a:lnTo>
                    <a:pt x="21255" y="305337"/>
                  </a:lnTo>
                  <a:lnTo>
                    <a:pt x="10627" y="305337"/>
                  </a:lnTo>
                  <a:lnTo>
                    <a:pt x="0" y="305337"/>
                  </a:lnTo>
                  <a:close/>
                </a:path>
              </a:pathLst>
            </a:custGeom>
            <a:solidFill>
              <a:srgbClr val="65A30D">
                <a:alpha val="87843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3108744" y="7127393"/>
              <a:ext cx="4272296" cy="302532"/>
            </a:xfrm>
            <a:custGeom>
              <a:avLst/>
              <a:pathLst>
                <a:path w="4272296" h="302532">
                  <a:moveTo>
                    <a:pt x="0" y="302532"/>
                  </a:moveTo>
                  <a:lnTo>
                    <a:pt x="10627" y="302386"/>
                  </a:lnTo>
                  <a:lnTo>
                    <a:pt x="21255" y="302211"/>
                  </a:lnTo>
                  <a:lnTo>
                    <a:pt x="31882" y="302008"/>
                  </a:lnTo>
                  <a:lnTo>
                    <a:pt x="42510" y="301776"/>
                  </a:lnTo>
                  <a:lnTo>
                    <a:pt x="53138" y="301515"/>
                  </a:lnTo>
                  <a:lnTo>
                    <a:pt x="63765" y="301227"/>
                  </a:lnTo>
                  <a:lnTo>
                    <a:pt x="74393" y="300913"/>
                  </a:lnTo>
                  <a:lnTo>
                    <a:pt x="85020" y="300578"/>
                  </a:lnTo>
                  <a:lnTo>
                    <a:pt x="95648" y="300228"/>
                  </a:lnTo>
                  <a:lnTo>
                    <a:pt x="106276" y="299868"/>
                  </a:lnTo>
                  <a:lnTo>
                    <a:pt x="116903" y="299504"/>
                  </a:lnTo>
                  <a:lnTo>
                    <a:pt x="127531" y="299143"/>
                  </a:lnTo>
                  <a:lnTo>
                    <a:pt x="138158" y="298790"/>
                  </a:lnTo>
                  <a:lnTo>
                    <a:pt x="148786" y="298450"/>
                  </a:lnTo>
                  <a:lnTo>
                    <a:pt x="159414" y="298127"/>
                  </a:lnTo>
                  <a:lnTo>
                    <a:pt x="170041" y="297822"/>
                  </a:lnTo>
                  <a:lnTo>
                    <a:pt x="180669" y="297536"/>
                  </a:lnTo>
                  <a:lnTo>
                    <a:pt x="191296" y="297266"/>
                  </a:lnTo>
                  <a:lnTo>
                    <a:pt x="201924" y="297002"/>
                  </a:lnTo>
                  <a:lnTo>
                    <a:pt x="212552" y="296738"/>
                  </a:lnTo>
                  <a:lnTo>
                    <a:pt x="223179" y="296464"/>
                  </a:lnTo>
                  <a:lnTo>
                    <a:pt x="233807" y="296170"/>
                  </a:lnTo>
                  <a:lnTo>
                    <a:pt x="244434" y="295847"/>
                  </a:lnTo>
                  <a:lnTo>
                    <a:pt x="255062" y="295486"/>
                  </a:lnTo>
                  <a:lnTo>
                    <a:pt x="265690" y="295080"/>
                  </a:lnTo>
                  <a:lnTo>
                    <a:pt x="276317" y="294628"/>
                  </a:lnTo>
                  <a:lnTo>
                    <a:pt x="286945" y="294126"/>
                  </a:lnTo>
                  <a:lnTo>
                    <a:pt x="297572" y="293578"/>
                  </a:lnTo>
                  <a:lnTo>
                    <a:pt x="308200" y="292993"/>
                  </a:lnTo>
                  <a:lnTo>
                    <a:pt x="318828" y="292384"/>
                  </a:lnTo>
                  <a:lnTo>
                    <a:pt x="329455" y="291759"/>
                  </a:lnTo>
                  <a:lnTo>
                    <a:pt x="340083" y="291132"/>
                  </a:lnTo>
                  <a:lnTo>
                    <a:pt x="350710" y="290515"/>
                  </a:lnTo>
                  <a:lnTo>
                    <a:pt x="361338" y="289920"/>
                  </a:lnTo>
                  <a:lnTo>
                    <a:pt x="371966" y="289355"/>
                  </a:lnTo>
                  <a:lnTo>
                    <a:pt x="382593" y="288830"/>
                  </a:lnTo>
                  <a:lnTo>
                    <a:pt x="393221" y="288351"/>
                  </a:lnTo>
                  <a:lnTo>
                    <a:pt x="403848" y="287927"/>
                  </a:lnTo>
                  <a:lnTo>
                    <a:pt x="414476" y="287553"/>
                  </a:lnTo>
                  <a:lnTo>
                    <a:pt x="425104" y="287227"/>
                  </a:lnTo>
                  <a:lnTo>
                    <a:pt x="435731" y="286944"/>
                  </a:lnTo>
                  <a:lnTo>
                    <a:pt x="446359" y="286697"/>
                  </a:lnTo>
                  <a:lnTo>
                    <a:pt x="456986" y="286479"/>
                  </a:lnTo>
                  <a:lnTo>
                    <a:pt x="467614" y="286279"/>
                  </a:lnTo>
                  <a:lnTo>
                    <a:pt x="478242" y="286085"/>
                  </a:lnTo>
                  <a:lnTo>
                    <a:pt x="488869" y="285882"/>
                  </a:lnTo>
                  <a:lnTo>
                    <a:pt x="499497" y="285657"/>
                  </a:lnTo>
                  <a:lnTo>
                    <a:pt x="510124" y="285389"/>
                  </a:lnTo>
                  <a:lnTo>
                    <a:pt x="520752" y="285063"/>
                  </a:lnTo>
                  <a:lnTo>
                    <a:pt x="531380" y="284667"/>
                  </a:lnTo>
                  <a:lnTo>
                    <a:pt x="542007" y="284188"/>
                  </a:lnTo>
                  <a:lnTo>
                    <a:pt x="552635" y="283618"/>
                  </a:lnTo>
                  <a:lnTo>
                    <a:pt x="563262" y="282950"/>
                  </a:lnTo>
                  <a:lnTo>
                    <a:pt x="573890" y="282184"/>
                  </a:lnTo>
                  <a:lnTo>
                    <a:pt x="584518" y="281321"/>
                  </a:lnTo>
                  <a:lnTo>
                    <a:pt x="595145" y="280372"/>
                  </a:lnTo>
                  <a:lnTo>
                    <a:pt x="605773" y="279348"/>
                  </a:lnTo>
                  <a:lnTo>
                    <a:pt x="616400" y="278265"/>
                  </a:lnTo>
                  <a:lnTo>
                    <a:pt x="627028" y="277153"/>
                  </a:lnTo>
                  <a:lnTo>
                    <a:pt x="637656" y="276037"/>
                  </a:lnTo>
                  <a:lnTo>
                    <a:pt x="648283" y="274940"/>
                  </a:lnTo>
                  <a:lnTo>
                    <a:pt x="658911" y="273884"/>
                  </a:lnTo>
                  <a:lnTo>
                    <a:pt x="669538" y="272888"/>
                  </a:lnTo>
                  <a:lnTo>
                    <a:pt x="680166" y="271966"/>
                  </a:lnTo>
                  <a:lnTo>
                    <a:pt x="690794" y="271126"/>
                  </a:lnTo>
                  <a:lnTo>
                    <a:pt x="701421" y="270371"/>
                  </a:lnTo>
                  <a:lnTo>
                    <a:pt x="712049" y="269696"/>
                  </a:lnTo>
                  <a:lnTo>
                    <a:pt x="722677" y="269100"/>
                  </a:lnTo>
                  <a:lnTo>
                    <a:pt x="733304" y="268559"/>
                  </a:lnTo>
                  <a:lnTo>
                    <a:pt x="743932" y="268054"/>
                  </a:lnTo>
                  <a:lnTo>
                    <a:pt x="754559" y="267568"/>
                  </a:lnTo>
                  <a:lnTo>
                    <a:pt x="765187" y="267084"/>
                  </a:lnTo>
                  <a:lnTo>
                    <a:pt x="775815" y="266587"/>
                  </a:lnTo>
                  <a:lnTo>
                    <a:pt x="786442" y="266064"/>
                  </a:lnTo>
                  <a:lnTo>
                    <a:pt x="797070" y="265504"/>
                  </a:lnTo>
                  <a:lnTo>
                    <a:pt x="807697" y="264898"/>
                  </a:lnTo>
                  <a:lnTo>
                    <a:pt x="818325" y="264242"/>
                  </a:lnTo>
                  <a:lnTo>
                    <a:pt x="828953" y="263524"/>
                  </a:lnTo>
                  <a:lnTo>
                    <a:pt x="839580" y="262746"/>
                  </a:lnTo>
                  <a:lnTo>
                    <a:pt x="850208" y="261905"/>
                  </a:lnTo>
                  <a:lnTo>
                    <a:pt x="860835" y="260999"/>
                  </a:lnTo>
                  <a:lnTo>
                    <a:pt x="871463" y="260023"/>
                  </a:lnTo>
                  <a:lnTo>
                    <a:pt x="882091" y="258973"/>
                  </a:lnTo>
                  <a:lnTo>
                    <a:pt x="892718" y="257844"/>
                  </a:lnTo>
                  <a:lnTo>
                    <a:pt x="903346" y="256630"/>
                  </a:lnTo>
                  <a:lnTo>
                    <a:pt x="913973" y="255326"/>
                  </a:lnTo>
                  <a:lnTo>
                    <a:pt x="924601" y="253925"/>
                  </a:lnTo>
                  <a:lnTo>
                    <a:pt x="935229" y="252411"/>
                  </a:lnTo>
                  <a:lnTo>
                    <a:pt x="945856" y="250782"/>
                  </a:lnTo>
                  <a:lnTo>
                    <a:pt x="956484" y="249037"/>
                  </a:lnTo>
                  <a:lnTo>
                    <a:pt x="967111" y="247174"/>
                  </a:lnTo>
                  <a:lnTo>
                    <a:pt x="977739" y="245192"/>
                  </a:lnTo>
                  <a:lnTo>
                    <a:pt x="988367" y="243092"/>
                  </a:lnTo>
                  <a:lnTo>
                    <a:pt x="998994" y="240878"/>
                  </a:lnTo>
                  <a:lnTo>
                    <a:pt x="1009622" y="238558"/>
                  </a:lnTo>
                  <a:lnTo>
                    <a:pt x="1020249" y="236142"/>
                  </a:lnTo>
                  <a:lnTo>
                    <a:pt x="1030877" y="233641"/>
                  </a:lnTo>
                  <a:lnTo>
                    <a:pt x="1041505" y="231070"/>
                  </a:lnTo>
                  <a:lnTo>
                    <a:pt x="1052132" y="228451"/>
                  </a:lnTo>
                  <a:lnTo>
                    <a:pt x="1062760" y="225809"/>
                  </a:lnTo>
                  <a:lnTo>
                    <a:pt x="1073387" y="223165"/>
                  </a:lnTo>
                  <a:lnTo>
                    <a:pt x="1084015" y="220544"/>
                  </a:lnTo>
                  <a:lnTo>
                    <a:pt x="1094643" y="217970"/>
                  </a:lnTo>
                  <a:lnTo>
                    <a:pt x="1105270" y="215466"/>
                  </a:lnTo>
                  <a:lnTo>
                    <a:pt x="1115898" y="213056"/>
                  </a:lnTo>
                  <a:lnTo>
                    <a:pt x="1126525" y="210763"/>
                  </a:lnTo>
                  <a:lnTo>
                    <a:pt x="1137153" y="208606"/>
                  </a:lnTo>
                  <a:lnTo>
                    <a:pt x="1147781" y="206611"/>
                  </a:lnTo>
                  <a:lnTo>
                    <a:pt x="1158408" y="204788"/>
                  </a:lnTo>
                  <a:lnTo>
                    <a:pt x="1169036" y="203128"/>
                  </a:lnTo>
                  <a:lnTo>
                    <a:pt x="1179663" y="201623"/>
                  </a:lnTo>
                  <a:lnTo>
                    <a:pt x="1190291" y="200258"/>
                  </a:lnTo>
                  <a:lnTo>
                    <a:pt x="1200919" y="199007"/>
                  </a:lnTo>
                  <a:lnTo>
                    <a:pt x="1211546" y="197838"/>
                  </a:lnTo>
                  <a:lnTo>
                    <a:pt x="1222174" y="196714"/>
                  </a:lnTo>
                  <a:lnTo>
                    <a:pt x="1232801" y="195592"/>
                  </a:lnTo>
                  <a:lnTo>
                    <a:pt x="1243429" y="194427"/>
                  </a:lnTo>
                  <a:lnTo>
                    <a:pt x="1254057" y="193167"/>
                  </a:lnTo>
                  <a:lnTo>
                    <a:pt x="1264684" y="191765"/>
                  </a:lnTo>
                  <a:lnTo>
                    <a:pt x="1275312" y="190195"/>
                  </a:lnTo>
                  <a:lnTo>
                    <a:pt x="1285939" y="188436"/>
                  </a:lnTo>
                  <a:lnTo>
                    <a:pt x="1296567" y="186476"/>
                  </a:lnTo>
                  <a:lnTo>
                    <a:pt x="1307195" y="184314"/>
                  </a:lnTo>
                  <a:lnTo>
                    <a:pt x="1317822" y="181956"/>
                  </a:lnTo>
                  <a:lnTo>
                    <a:pt x="1328450" y="179418"/>
                  </a:lnTo>
                  <a:lnTo>
                    <a:pt x="1339077" y="176724"/>
                  </a:lnTo>
                  <a:lnTo>
                    <a:pt x="1349705" y="173900"/>
                  </a:lnTo>
                  <a:lnTo>
                    <a:pt x="1360333" y="170975"/>
                  </a:lnTo>
                  <a:lnTo>
                    <a:pt x="1370960" y="167986"/>
                  </a:lnTo>
                  <a:lnTo>
                    <a:pt x="1381588" y="164974"/>
                  </a:lnTo>
                  <a:lnTo>
                    <a:pt x="1392215" y="161971"/>
                  </a:lnTo>
                  <a:lnTo>
                    <a:pt x="1402843" y="159009"/>
                  </a:lnTo>
                  <a:lnTo>
                    <a:pt x="1413471" y="156119"/>
                  </a:lnTo>
                  <a:lnTo>
                    <a:pt x="1424098" y="153329"/>
                  </a:lnTo>
                  <a:lnTo>
                    <a:pt x="1434726" y="150666"/>
                  </a:lnTo>
                  <a:lnTo>
                    <a:pt x="1445354" y="148153"/>
                  </a:lnTo>
                  <a:lnTo>
                    <a:pt x="1455981" y="145809"/>
                  </a:lnTo>
                  <a:lnTo>
                    <a:pt x="1466609" y="143656"/>
                  </a:lnTo>
                  <a:lnTo>
                    <a:pt x="1477236" y="141710"/>
                  </a:lnTo>
                  <a:lnTo>
                    <a:pt x="1487864" y="139951"/>
                  </a:lnTo>
                  <a:lnTo>
                    <a:pt x="1498492" y="138364"/>
                  </a:lnTo>
                  <a:lnTo>
                    <a:pt x="1509119" y="136926"/>
                  </a:lnTo>
                  <a:lnTo>
                    <a:pt x="1519747" y="135606"/>
                  </a:lnTo>
                  <a:lnTo>
                    <a:pt x="1530374" y="134365"/>
                  </a:lnTo>
                  <a:lnTo>
                    <a:pt x="1541002" y="133160"/>
                  </a:lnTo>
                  <a:lnTo>
                    <a:pt x="1551630" y="131943"/>
                  </a:lnTo>
                  <a:lnTo>
                    <a:pt x="1562257" y="130669"/>
                  </a:lnTo>
                  <a:lnTo>
                    <a:pt x="1572885" y="129288"/>
                  </a:lnTo>
                  <a:lnTo>
                    <a:pt x="1583512" y="127741"/>
                  </a:lnTo>
                  <a:lnTo>
                    <a:pt x="1594140" y="126011"/>
                  </a:lnTo>
                  <a:lnTo>
                    <a:pt x="1604768" y="124075"/>
                  </a:lnTo>
                  <a:lnTo>
                    <a:pt x="1615395" y="121923"/>
                  </a:lnTo>
                  <a:lnTo>
                    <a:pt x="1626023" y="119553"/>
                  </a:lnTo>
                  <a:lnTo>
                    <a:pt x="1636650" y="116973"/>
                  </a:lnTo>
                  <a:lnTo>
                    <a:pt x="1647278" y="114199"/>
                  </a:lnTo>
                  <a:lnTo>
                    <a:pt x="1657906" y="111253"/>
                  </a:lnTo>
                  <a:lnTo>
                    <a:pt x="1668533" y="108161"/>
                  </a:lnTo>
                  <a:lnTo>
                    <a:pt x="1679161" y="104949"/>
                  </a:lnTo>
                  <a:lnTo>
                    <a:pt x="1689788" y="101635"/>
                  </a:lnTo>
                  <a:lnTo>
                    <a:pt x="1700416" y="98251"/>
                  </a:lnTo>
                  <a:lnTo>
                    <a:pt x="1711044" y="94808"/>
                  </a:lnTo>
                  <a:lnTo>
                    <a:pt x="1721671" y="91309"/>
                  </a:lnTo>
                  <a:lnTo>
                    <a:pt x="1732299" y="87750"/>
                  </a:lnTo>
                  <a:lnTo>
                    <a:pt x="1742926" y="84124"/>
                  </a:lnTo>
                  <a:lnTo>
                    <a:pt x="1753554" y="80418"/>
                  </a:lnTo>
                  <a:lnTo>
                    <a:pt x="1764182" y="76623"/>
                  </a:lnTo>
                  <a:lnTo>
                    <a:pt x="1774809" y="72732"/>
                  </a:lnTo>
                  <a:lnTo>
                    <a:pt x="1785437" y="68743"/>
                  </a:lnTo>
                  <a:lnTo>
                    <a:pt x="1796064" y="64656"/>
                  </a:lnTo>
                  <a:lnTo>
                    <a:pt x="1806692" y="60499"/>
                  </a:lnTo>
                  <a:lnTo>
                    <a:pt x="1817320" y="56297"/>
                  </a:lnTo>
                  <a:lnTo>
                    <a:pt x="1827947" y="52081"/>
                  </a:lnTo>
                  <a:lnTo>
                    <a:pt x="1838575" y="47880"/>
                  </a:lnTo>
                  <a:lnTo>
                    <a:pt x="1849202" y="43722"/>
                  </a:lnTo>
                  <a:lnTo>
                    <a:pt x="1859830" y="39634"/>
                  </a:lnTo>
                  <a:lnTo>
                    <a:pt x="1870458" y="35638"/>
                  </a:lnTo>
                  <a:lnTo>
                    <a:pt x="1881085" y="31749"/>
                  </a:lnTo>
                  <a:lnTo>
                    <a:pt x="1891713" y="27980"/>
                  </a:lnTo>
                  <a:lnTo>
                    <a:pt x="1902340" y="24358"/>
                  </a:lnTo>
                  <a:lnTo>
                    <a:pt x="1912968" y="20884"/>
                  </a:lnTo>
                  <a:lnTo>
                    <a:pt x="1923596" y="17572"/>
                  </a:lnTo>
                  <a:lnTo>
                    <a:pt x="1934223" y="14441"/>
                  </a:lnTo>
                  <a:lnTo>
                    <a:pt x="1944851" y="11519"/>
                  </a:lnTo>
                  <a:lnTo>
                    <a:pt x="1955478" y="8839"/>
                  </a:lnTo>
                  <a:lnTo>
                    <a:pt x="1966106" y="6437"/>
                  </a:lnTo>
                  <a:lnTo>
                    <a:pt x="1976734" y="4353"/>
                  </a:lnTo>
                  <a:lnTo>
                    <a:pt x="1987361" y="2625"/>
                  </a:lnTo>
                  <a:lnTo>
                    <a:pt x="1997989" y="1290"/>
                  </a:lnTo>
                  <a:lnTo>
                    <a:pt x="2008616" y="419"/>
                  </a:lnTo>
                  <a:lnTo>
                    <a:pt x="2019244" y="0"/>
                  </a:lnTo>
                  <a:lnTo>
                    <a:pt x="2029872" y="19"/>
                  </a:lnTo>
                  <a:lnTo>
                    <a:pt x="2040499" y="458"/>
                  </a:lnTo>
                  <a:lnTo>
                    <a:pt x="2051127" y="1280"/>
                  </a:lnTo>
                  <a:lnTo>
                    <a:pt x="2061754" y="2433"/>
                  </a:lnTo>
                  <a:lnTo>
                    <a:pt x="2072382" y="3846"/>
                  </a:lnTo>
                  <a:lnTo>
                    <a:pt x="2083010" y="5439"/>
                  </a:lnTo>
                  <a:lnTo>
                    <a:pt x="2093637" y="7118"/>
                  </a:lnTo>
                  <a:lnTo>
                    <a:pt x="2104265" y="8788"/>
                  </a:lnTo>
                  <a:lnTo>
                    <a:pt x="2114892" y="10333"/>
                  </a:lnTo>
                  <a:lnTo>
                    <a:pt x="2125520" y="11660"/>
                  </a:lnTo>
                  <a:lnTo>
                    <a:pt x="2136148" y="12705"/>
                  </a:lnTo>
                  <a:lnTo>
                    <a:pt x="2146775" y="13425"/>
                  </a:lnTo>
                  <a:lnTo>
                    <a:pt x="2157403" y="13797"/>
                  </a:lnTo>
                  <a:lnTo>
                    <a:pt x="2168031" y="13825"/>
                  </a:lnTo>
                  <a:lnTo>
                    <a:pt x="2178658" y="13539"/>
                  </a:lnTo>
                  <a:lnTo>
                    <a:pt x="2189286" y="12988"/>
                  </a:lnTo>
                  <a:lnTo>
                    <a:pt x="2199913" y="12243"/>
                  </a:lnTo>
                  <a:lnTo>
                    <a:pt x="2210541" y="11386"/>
                  </a:lnTo>
                  <a:lnTo>
                    <a:pt x="2221169" y="10513"/>
                  </a:lnTo>
                  <a:lnTo>
                    <a:pt x="2231796" y="9732"/>
                  </a:lnTo>
                  <a:lnTo>
                    <a:pt x="2242424" y="9125"/>
                  </a:lnTo>
                  <a:lnTo>
                    <a:pt x="2253051" y="8760"/>
                  </a:lnTo>
                  <a:lnTo>
                    <a:pt x="2263679" y="8690"/>
                  </a:lnTo>
                  <a:lnTo>
                    <a:pt x="2274307" y="8949"/>
                  </a:lnTo>
                  <a:lnTo>
                    <a:pt x="2284934" y="9553"/>
                  </a:lnTo>
                  <a:lnTo>
                    <a:pt x="2295562" y="10501"/>
                  </a:lnTo>
                  <a:lnTo>
                    <a:pt x="2306189" y="11773"/>
                  </a:lnTo>
                  <a:lnTo>
                    <a:pt x="2316817" y="13337"/>
                  </a:lnTo>
                  <a:lnTo>
                    <a:pt x="2327445" y="15161"/>
                  </a:lnTo>
                  <a:lnTo>
                    <a:pt x="2338072" y="17183"/>
                  </a:lnTo>
                  <a:lnTo>
                    <a:pt x="2348700" y="19333"/>
                  </a:lnTo>
                  <a:lnTo>
                    <a:pt x="2359327" y="21562"/>
                  </a:lnTo>
                  <a:lnTo>
                    <a:pt x="2369955" y="23825"/>
                  </a:lnTo>
                  <a:lnTo>
                    <a:pt x="2380583" y="26089"/>
                  </a:lnTo>
                  <a:lnTo>
                    <a:pt x="2391210" y="28328"/>
                  </a:lnTo>
                  <a:lnTo>
                    <a:pt x="2401838" y="30531"/>
                  </a:lnTo>
                  <a:lnTo>
                    <a:pt x="2412465" y="32695"/>
                  </a:lnTo>
                  <a:lnTo>
                    <a:pt x="2423093" y="34831"/>
                  </a:lnTo>
                  <a:lnTo>
                    <a:pt x="2433721" y="36953"/>
                  </a:lnTo>
                  <a:lnTo>
                    <a:pt x="2444348" y="39091"/>
                  </a:lnTo>
                  <a:lnTo>
                    <a:pt x="2454976" y="41266"/>
                  </a:lnTo>
                  <a:lnTo>
                    <a:pt x="2465603" y="43498"/>
                  </a:lnTo>
                  <a:lnTo>
                    <a:pt x="2476231" y="45796"/>
                  </a:lnTo>
                  <a:lnTo>
                    <a:pt x="2486859" y="48163"/>
                  </a:lnTo>
                  <a:lnTo>
                    <a:pt x="2497486" y="50591"/>
                  </a:lnTo>
                  <a:lnTo>
                    <a:pt x="2508114" y="53059"/>
                  </a:lnTo>
                  <a:lnTo>
                    <a:pt x="2518741" y="55536"/>
                  </a:lnTo>
                  <a:lnTo>
                    <a:pt x="2529369" y="57984"/>
                  </a:lnTo>
                  <a:lnTo>
                    <a:pt x="2539997" y="60351"/>
                  </a:lnTo>
                  <a:lnTo>
                    <a:pt x="2550624" y="62574"/>
                  </a:lnTo>
                  <a:lnTo>
                    <a:pt x="2561252" y="64612"/>
                  </a:lnTo>
                  <a:lnTo>
                    <a:pt x="2571879" y="66426"/>
                  </a:lnTo>
                  <a:lnTo>
                    <a:pt x="2582507" y="67987"/>
                  </a:lnTo>
                  <a:lnTo>
                    <a:pt x="2593135" y="69278"/>
                  </a:lnTo>
                  <a:lnTo>
                    <a:pt x="2603762" y="70296"/>
                  </a:lnTo>
                  <a:lnTo>
                    <a:pt x="2614390" y="71057"/>
                  </a:lnTo>
                  <a:lnTo>
                    <a:pt x="2625017" y="71587"/>
                  </a:lnTo>
                  <a:lnTo>
                    <a:pt x="2635645" y="71934"/>
                  </a:lnTo>
                  <a:lnTo>
                    <a:pt x="2646273" y="72153"/>
                  </a:lnTo>
                  <a:lnTo>
                    <a:pt x="2656900" y="72324"/>
                  </a:lnTo>
                  <a:lnTo>
                    <a:pt x="2667528" y="72541"/>
                  </a:lnTo>
                  <a:lnTo>
                    <a:pt x="2678155" y="72881"/>
                  </a:lnTo>
                  <a:lnTo>
                    <a:pt x="2688783" y="73423"/>
                  </a:lnTo>
                  <a:lnTo>
                    <a:pt x="2699411" y="74233"/>
                  </a:lnTo>
                  <a:lnTo>
                    <a:pt x="2710038" y="75368"/>
                  </a:lnTo>
                  <a:lnTo>
                    <a:pt x="2720666" y="76864"/>
                  </a:lnTo>
                  <a:lnTo>
                    <a:pt x="2731293" y="78742"/>
                  </a:lnTo>
                  <a:lnTo>
                    <a:pt x="2741921" y="80997"/>
                  </a:lnTo>
                  <a:lnTo>
                    <a:pt x="2752549" y="83611"/>
                  </a:lnTo>
                  <a:lnTo>
                    <a:pt x="2763176" y="86554"/>
                  </a:lnTo>
                  <a:lnTo>
                    <a:pt x="2773804" y="89719"/>
                  </a:lnTo>
                  <a:lnTo>
                    <a:pt x="2784431" y="93026"/>
                  </a:lnTo>
                  <a:lnTo>
                    <a:pt x="2795059" y="96392"/>
                  </a:lnTo>
                  <a:lnTo>
                    <a:pt x="2805687" y="99736"/>
                  </a:lnTo>
                  <a:lnTo>
                    <a:pt x="2816314" y="102985"/>
                  </a:lnTo>
                  <a:lnTo>
                    <a:pt x="2826942" y="106081"/>
                  </a:lnTo>
                  <a:lnTo>
                    <a:pt x="2837569" y="108980"/>
                  </a:lnTo>
                  <a:lnTo>
                    <a:pt x="2848197" y="111660"/>
                  </a:lnTo>
                  <a:lnTo>
                    <a:pt x="2858825" y="114117"/>
                  </a:lnTo>
                  <a:lnTo>
                    <a:pt x="2869452" y="116353"/>
                  </a:lnTo>
                  <a:lnTo>
                    <a:pt x="2880080" y="118436"/>
                  </a:lnTo>
                  <a:lnTo>
                    <a:pt x="2890708" y="120421"/>
                  </a:lnTo>
                  <a:lnTo>
                    <a:pt x="2901335" y="122369"/>
                  </a:lnTo>
                  <a:lnTo>
                    <a:pt x="2911963" y="124344"/>
                  </a:lnTo>
                  <a:lnTo>
                    <a:pt x="2922590" y="126409"/>
                  </a:lnTo>
                  <a:lnTo>
                    <a:pt x="2933218" y="128621"/>
                  </a:lnTo>
                  <a:lnTo>
                    <a:pt x="2943846" y="131029"/>
                  </a:lnTo>
                  <a:lnTo>
                    <a:pt x="2954473" y="133673"/>
                  </a:lnTo>
                  <a:lnTo>
                    <a:pt x="2965101" y="136581"/>
                  </a:lnTo>
                  <a:lnTo>
                    <a:pt x="2975728" y="139800"/>
                  </a:lnTo>
                  <a:lnTo>
                    <a:pt x="2986356" y="143298"/>
                  </a:lnTo>
                  <a:lnTo>
                    <a:pt x="2996984" y="147056"/>
                  </a:lnTo>
                  <a:lnTo>
                    <a:pt x="3007611" y="151047"/>
                  </a:lnTo>
                  <a:lnTo>
                    <a:pt x="3018239" y="155230"/>
                  </a:lnTo>
                  <a:lnTo>
                    <a:pt x="3028866" y="159558"/>
                  </a:lnTo>
                  <a:lnTo>
                    <a:pt x="3039494" y="163974"/>
                  </a:lnTo>
                  <a:lnTo>
                    <a:pt x="3050122" y="168414"/>
                  </a:lnTo>
                  <a:lnTo>
                    <a:pt x="3060749" y="172813"/>
                  </a:lnTo>
                  <a:lnTo>
                    <a:pt x="3071377" y="177103"/>
                  </a:lnTo>
                  <a:lnTo>
                    <a:pt x="3082004" y="181197"/>
                  </a:lnTo>
                  <a:lnTo>
                    <a:pt x="3092632" y="185045"/>
                  </a:lnTo>
                  <a:lnTo>
                    <a:pt x="3103260" y="188611"/>
                  </a:lnTo>
                  <a:lnTo>
                    <a:pt x="3113887" y="191869"/>
                  </a:lnTo>
                  <a:lnTo>
                    <a:pt x="3124515" y="194808"/>
                  </a:lnTo>
                  <a:lnTo>
                    <a:pt x="3135142" y="197433"/>
                  </a:lnTo>
                  <a:lnTo>
                    <a:pt x="3145770" y="199766"/>
                  </a:lnTo>
                  <a:lnTo>
                    <a:pt x="3156398" y="201839"/>
                  </a:lnTo>
                  <a:lnTo>
                    <a:pt x="3167025" y="203698"/>
                  </a:lnTo>
                  <a:lnTo>
                    <a:pt x="3177653" y="205394"/>
                  </a:lnTo>
                  <a:lnTo>
                    <a:pt x="3188280" y="206977"/>
                  </a:lnTo>
                  <a:lnTo>
                    <a:pt x="3198908" y="208513"/>
                  </a:lnTo>
                  <a:lnTo>
                    <a:pt x="3209536" y="210049"/>
                  </a:lnTo>
                  <a:lnTo>
                    <a:pt x="3220163" y="211618"/>
                  </a:lnTo>
                  <a:lnTo>
                    <a:pt x="3230791" y="213242"/>
                  </a:lnTo>
                  <a:lnTo>
                    <a:pt x="3241418" y="214932"/>
                  </a:lnTo>
                  <a:lnTo>
                    <a:pt x="3252046" y="216691"/>
                  </a:lnTo>
                  <a:lnTo>
                    <a:pt x="3262674" y="218509"/>
                  </a:lnTo>
                  <a:lnTo>
                    <a:pt x="3273301" y="220373"/>
                  </a:lnTo>
                  <a:lnTo>
                    <a:pt x="3283929" y="222265"/>
                  </a:lnTo>
                  <a:lnTo>
                    <a:pt x="3294556" y="224165"/>
                  </a:lnTo>
                  <a:lnTo>
                    <a:pt x="3305184" y="226053"/>
                  </a:lnTo>
                  <a:lnTo>
                    <a:pt x="3315812" y="227918"/>
                  </a:lnTo>
                  <a:lnTo>
                    <a:pt x="3326439" y="229756"/>
                  </a:lnTo>
                  <a:lnTo>
                    <a:pt x="3337067" y="231570"/>
                  </a:lnTo>
                  <a:lnTo>
                    <a:pt x="3347694" y="233367"/>
                  </a:lnTo>
                  <a:lnTo>
                    <a:pt x="3358322" y="235162"/>
                  </a:lnTo>
                  <a:lnTo>
                    <a:pt x="3368950" y="236971"/>
                  </a:lnTo>
                  <a:lnTo>
                    <a:pt x="3379577" y="238812"/>
                  </a:lnTo>
                  <a:lnTo>
                    <a:pt x="3390205" y="240702"/>
                  </a:lnTo>
                  <a:lnTo>
                    <a:pt x="3400832" y="242658"/>
                  </a:lnTo>
                  <a:lnTo>
                    <a:pt x="3411460" y="244689"/>
                  </a:lnTo>
                  <a:lnTo>
                    <a:pt x="3422088" y="246788"/>
                  </a:lnTo>
                  <a:lnTo>
                    <a:pt x="3432715" y="248945"/>
                  </a:lnTo>
                  <a:lnTo>
                    <a:pt x="3443343" y="251144"/>
                  </a:lnTo>
                  <a:lnTo>
                    <a:pt x="3453970" y="253362"/>
                  </a:lnTo>
                  <a:lnTo>
                    <a:pt x="3464598" y="255572"/>
                  </a:lnTo>
                  <a:lnTo>
                    <a:pt x="3475226" y="257746"/>
                  </a:lnTo>
                  <a:lnTo>
                    <a:pt x="3485853" y="259853"/>
                  </a:lnTo>
                  <a:lnTo>
                    <a:pt x="3496481" y="261867"/>
                  </a:lnTo>
                  <a:lnTo>
                    <a:pt x="3507108" y="263759"/>
                  </a:lnTo>
                  <a:lnTo>
                    <a:pt x="3517736" y="265507"/>
                  </a:lnTo>
                  <a:lnTo>
                    <a:pt x="3528364" y="267114"/>
                  </a:lnTo>
                  <a:lnTo>
                    <a:pt x="3538991" y="268581"/>
                  </a:lnTo>
                  <a:lnTo>
                    <a:pt x="3549619" y="269917"/>
                  </a:lnTo>
                  <a:lnTo>
                    <a:pt x="3560246" y="271135"/>
                  </a:lnTo>
                  <a:lnTo>
                    <a:pt x="3570874" y="272253"/>
                  </a:lnTo>
                  <a:lnTo>
                    <a:pt x="3581502" y="273295"/>
                  </a:lnTo>
                  <a:lnTo>
                    <a:pt x="3592129" y="274281"/>
                  </a:lnTo>
                  <a:lnTo>
                    <a:pt x="3602757" y="275234"/>
                  </a:lnTo>
                  <a:lnTo>
                    <a:pt x="3613385" y="276174"/>
                  </a:lnTo>
                  <a:lnTo>
                    <a:pt x="3624012" y="277116"/>
                  </a:lnTo>
                  <a:lnTo>
                    <a:pt x="3634640" y="278071"/>
                  </a:lnTo>
                  <a:lnTo>
                    <a:pt x="3645267" y="279039"/>
                  </a:lnTo>
                  <a:lnTo>
                    <a:pt x="3655895" y="280017"/>
                  </a:lnTo>
                  <a:lnTo>
                    <a:pt x="3666523" y="280998"/>
                  </a:lnTo>
                  <a:lnTo>
                    <a:pt x="3677150" y="281970"/>
                  </a:lnTo>
                  <a:lnTo>
                    <a:pt x="3687778" y="282919"/>
                  </a:lnTo>
                  <a:lnTo>
                    <a:pt x="3698405" y="283832"/>
                  </a:lnTo>
                  <a:lnTo>
                    <a:pt x="3709033" y="284694"/>
                  </a:lnTo>
                  <a:lnTo>
                    <a:pt x="3719661" y="285494"/>
                  </a:lnTo>
                  <a:lnTo>
                    <a:pt x="3730288" y="286218"/>
                  </a:lnTo>
                  <a:lnTo>
                    <a:pt x="3740916" y="286871"/>
                  </a:lnTo>
                  <a:lnTo>
                    <a:pt x="3751543" y="287457"/>
                  </a:lnTo>
                  <a:lnTo>
                    <a:pt x="3762171" y="287984"/>
                  </a:lnTo>
                  <a:lnTo>
                    <a:pt x="3772799" y="288461"/>
                  </a:lnTo>
                  <a:lnTo>
                    <a:pt x="3783426" y="288905"/>
                  </a:lnTo>
                  <a:lnTo>
                    <a:pt x="3794054" y="289328"/>
                  </a:lnTo>
                  <a:lnTo>
                    <a:pt x="3804681" y="289749"/>
                  </a:lnTo>
                  <a:lnTo>
                    <a:pt x="3815309" y="290180"/>
                  </a:lnTo>
                  <a:lnTo>
                    <a:pt x="3825937" y="290638"/>
                  </a:lnTo>
                  <a:lnTo>
                    <a:pt x="3836564" y="291136"/>
                  </a:lnTo>
                  <a:lnTo>
                    <a:pt x="3847192" y="291679"/>
                  </a:lnTo>
                  <a:lnTo>
                    <a:pt x="3857819" y="292268"/>
                  </a:lnTo>
                  <a:lnTo>
                    <a:pt x="3868447" y="292901"/>
                  </a:lnTo>
                  <a:lnTo>
                    <a:pt x="3879075" y="293572"/>
                  </a:lnTo>
                  <a:lnTo>
                    <a:pt x="3889702" y="294273"/>
                  </a:lnTo>
                  <a:lnTo>
                    <a:pt x="3900330" y="294990"/>
                  </a:lnTo>
                  <a:lnTo>
                    <a:pt x="3910957" y="295709"/>
                  </a:lnTo>
                  <a:lnTo>
                    <a:pt x="3921585" y="296410"/>
                  </a:lnTo>
                  <a:lnTo>
                    <a:pt x="3932213" y="297076"/>
                  </a:lnTo>
                  <a:lnTo>
                    <a:pt x="3942840" y="297679"/>
                  </a:lnTo>
                  <a:lnTo>
                    <a:pt x="3953468" y="298204"/>
                  </a:lnTo>
                  <a:lnTo>
                    <a:pt x="3964095" y="298637"/>
                  </a:lnTo>
                  <a:lnTo>
                    <a:pt x="3974723" y="298966"/>
                  </a:lnTo>
                  <a:lnTo>
                    <a:pt x="3985351" y="299185"/>
                  </a:lnTo>
                  <a:lnTo>
                    <a:pt x="3995978" y="299291"/>
                  </a:lnTo>
                  <a:lnTo>
                    <a:pt x="4006606" y="299286"/>
                  </a:lnTo>
                  <a:lnTo>
                    <a:pt x="4017233" y="299180"/>
                  </a:lnTo>
                  <a:lnTo>
                    <a:pt x="4027861" y="298984"/>
                  </a:lnTo>
                  <a:lnTo>
                    <a:pt x="4038489" y="298716"/>
                  </a:lnTo>
                  <a:lnTo>
                    <a:pt x="4049116" y="298394"/>
                  </a:lnTo>
                  <a:lnTo>
                    <a:pt x="4059744" y="298050"/>
                  </a:lnTo>
                  <a:lnTo>
                    <a:pt x="4070371" y="297708"/>
                  </a:lnTo>
                  <a:lnTo>
                    <a:pt x="4080999" y="297389"/>
                  </a:lnTo>
                  <a:lnTo>
                    <a:pt x="4091627" y="297115"/>
                  </a:lnTo>
                  <a:lnTo>
                    <a:pt x="4102254" y="296903"/>
                  </a:lnTo>
                  <a:lnTo>
                    <a:pt x="4112882" y="296767"/>
                  </a:lnTo>
                  <a:lnTo>
                    <a:pt x="4123509" y="296717"/>
                  </a:lnTo>
                  <a:lnTo>
                    <a:pt x="4134137" y="296759"/>
                  </a:lnTo>
                  <a:lnTo>
                    <a:pt x="4144765" y="296894"/>
                  </a:lnTo>
                  <a:lnTo>
                    <a:pt x="4155392" y="297130"/>
                  </a:lnTo>
                  <a:lnTo>
                    <a:pt x="4166020" y="297449"/>
                  </a:lnTo>
                  <a:lnTo>
                    <a:pt x="4176647" y="297839"/>
                  </a:lnTo>
                  <a:lnTo>
                    <a:pt x="4187275" y="298289"/>
                  </a:lnTo>
                  <a:lnTo>
                    <a:pt x="4197903" y="298784"/>
                  </a:lnTo>
                  <a:lnTo>
                    <a:pt x="4208530" y="299311"/>
                  </a:lnTo>
                  <a:lnTo>
                    <a:pt x="4219158" y="299856"/>
                  </a:lnTo>
                  <a:lnTo>
                    <a:pt x="4229785" y="300405"/>
                  </a:lnTo>
                  <a:lnTo>
                    <a:pt x="4240413" y="300948"/>
                  </a:lnTo>
                  <a:lnTo>
                    <a:pt x="4251041" y="301474"/>
                  </a:lnTo>
                  <a:lnTo>
                    <a:pt x="4261668" y="301971"/>
                  </a:lnTo>
                  <a:lnTo>
                    <a:pt x="4272296" y="302433"/>
                  </a:lnTo>
                </a:path>
              </a:pathLst>
            </a:custGeom>
            <a:ln w="758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15138616" y="7525352"/>
              <a:ext cx="2465603" cy="564614"/>
            </a:xfrm>
            <a:custGeom>
              <a:avLst/>
              <a:pathLst>
                <a:path w="2465603" h="564614">
                  <a:moveTo>
                    <a:pt x="0" y="561618"/>
                  </a:moveTo>
                  <a:lnTo>
                    <a:pt x="10627" y="561339"/>
                  </a:lnTo>
                  <a:lnTo>
                    <a:pt x="21255" y="561020"/>
                  </a:lnTo>
                  <a:lnTo>
                    <a:pt x="31882" y="560658"/>
                  </a:lnTo>
                  <a:lnTo>
                    <a:pt x="42510" y="560252"/>
                  </a:lnTo>
                  <a:lnTo>
                    <a:pt x="53138" y="559800"/>
                  </a:lnTo>
                  <a:lnTo>
                    <a:pt x="63765" y="559300"/>
                  </a:lnTo>
                  <a:lnTo>
                    <a:pt x="74393" y="558751"/>
                  </a:lnTo>
                  <a:lnTo>
                    <a:pt x="85020" y="558145"/>
                  </a:lnTo>
                  <a:lnTo>
                    <a:pt x="95648" y="557481"/>
                  </a:lnTo>
                  <a:lnTo>
                    <a:pt x="106276" y="556755"/>
                  </a:lnTo>
                  <a:lnTo>
                    <a:pt x="116903" y="555964"/>
                  </a:lnTo>
                  <a:lnTo>
                    <a:pt x="127531" y="555104"/>
                  </a:lnTo>
                  <a:lnTo>
                    <a:pt x="138158" y="554169"/>
                  </a:lnTo>
                  <a:lnTo>
                    <a:pt x="148786" y="553157"/>
                  </a:lnTo>
                  <a:lnTo>
                    <a:pt x="159414" y="552064"/>
                  </a:lnTo>
                  <a:lnTo>
                    <a:pt x="170041" y="550891"/>
                  </a:lnTo>
                  <a:lnTo>
                    <a:pt x="180669" y="549635"/>
                  </a:lnTo>
                  <a:lnTo>
                    <a:pt x="191296" y="548291"/>
                  </a:lnTo>
                  <a:lnTo>
                    <a:pt x="201924" y="546864"/>
                  </a:lnTo>
                  <a:lnTo>
                    <a:pt x="212552" y="545358"/>
                  </a:lnTo>
                  <a:lnTo>
                    <a:pt x="223179" y="543777"/>
                  </a:lnTo>
                  <a:lnTo>
                    <a:pt x="233807" y="542121"/>
                  </a:lnTo>
                  <a:lnTo>
                    <a:pt x="244434" y="540393"/>
                  </a:lnTo>
                  <a:lnTo>
                    <a:pt x="255062" y="538592"/>
                  </a:lnTo>
                  <a:lnTo>
                    <a:pt x="265690" y="536721"/>
                  </a:lnTo>
                  <a:lnTo>
                    <a:pt x="276317" y="534779"/>
                  </a:lnTo>
                  <a:lnTo>
                    <a:pt x="286945" y="532767"/>
                  </a:lnTo>
                  <a:lnTo>
                    <a:pt x="297572" y="530679"/>
                  </a:lnTo>
                  <a:lnTo>
                    <a:pt x="308200" y="528515"/>
                  </a:lnTo>
                  <a:lnTo>
                    <a:pt x="318828" y="526278"/>
                  </a:lnTo>
                  <a:lnTo>
                    <a:pt x="329455" y="523966"/>
                  </a:lnTo>
                  <a:lnTo>
                    <a:pt x="340083" y="521574"/>
                  </a:lnTo>
                  <a:lnTo>
                    <a:pt x="350710" y="519098"/>
                  </a:lnTo>
                  <a:lnTo>
                    <a:pt x="361338" y="516531"/>
                  </a:lnTo>
                  <a:lnTo>
                    <a:pt x="371966" y="513865"/>
                  </a:lnTo>
                  <a:lnTo>
                    <a:pt x="382593" y="511087"/>
                  </a:lnTo>
                  <a:lnTo>
                    <a:pt x="393221" y="508186"/>
                  </a:lnTo>
                  <a:lnTo>
                    <a:pt x="403848" y="505140"/>
                  </a:lnTo>
                  <a:lnTo>
                    <a:pt x="414476" y="501927"/>
                  </a:lnTo>
                  <a:lnTo>
                    <a:pt x="425104" y="498540"/>
                  </a:lnTo>
                  <a:lnTo>
                    <a:pt x="435731" y="494965"/>
                  </a:lnTo>
                  <a:lnTo>
                    <a:pt x="446359" y="491189"/>
                  </a:lnTo>
                  <a:lnTo>
                    <a:pt x="456986" y="487201"/>
                  </a:lnTo>
                  <a:lnTo>
                    <a:pt x="467614" y="482993"/>
                  </a:lnTo>
                  <a:lnTo>
                    <a:pt x="478242" y="478559"/>
                  </a:lnTo>
                  <a:lnTo>
                    <a:pt x="488869" y="473898"/>
                  </a:lnTo>
                  <a:lnTo>
                    <a:pt x="499497" y="469008"/>
                  </a:lnTo>
                  <a:lnTo>
                    <a:pt x="510124" y="463884"/>
                  </a:lnTo>
                  <a:lnTo>
                    <a:pt x="520752" y="458519"/>
                  </a:lnTo>
                  <a:lnTo>
                    <a:pt x="531380" y="452932"/>
                  </a:lnTo>
                  <a:lnTo>
                    <a:pt x="542007" y="447126"/>
                  </a:lnTo>
                  <a:lnTo>
                    <a:pt x="552635" y="441098"/>
                  </a:lnTo>
                  <a:lnTo>
                    <a:pt x="563262" y="434844"/>
                  </a:lnTo>
                  <a:lnTo>
                    <a:pt x="573890" y="428359"/>
                  </a:lnTo>
                  <a:lnTo>
                    <a:pt x="584518" y="421636"/>
                  </a:lnTo>
                  <a:lnTo>
                    <a:pt x="595145" y="414668"/>
                  </a:lnTo>
                  <a:lnTo>
                    <a:pt x="605773" y="407447"/>
                  </a:lnTo>
                  <a:lnTo>
                    <a:pt x="616400" y="399965"/>
                  </a:lnTo>
                  <a:lnTo>
                    <a:pt x="627028" y="392203"/>
                  </a:lnTo>
                  <a:lnTo>
                    <a:pt x="637656" y="384193"/>
                  </a:lnTo>
                  <a:lnTo>
                    <a:pt x="648283" y="375951"/>
                  </a:lnTo>
                  <a:lnTo>
                    <a:pt x="658911" y="367494"/>
                  </a:lnTo>
                  <a:lnTo>
                    <a:pt x="669538" y="358847"/>
                  </a:lnTo>
                  <a:lnTo>
                    <a:pt x="680166" y="350039"/>
                  </a:lnTo>
                  <a:lnTo>
                    <a:pt x="690794" y="341100"/>
                  </a:lnTo>
                  <a:lnTo>
                    <a:pt x="701421" y="332062"/>
                  </a:lnTo>
                  <a:lnTo>
                    <a:pt x="712049" y="322957"/>
                  </a:lnTo>
                  <a:lnTo>
                    <a:pt x="722677" y="313814"/>
                  </a:lnTo>
                  <a:lnTo>
                    <a:pt x="733304" y="304662"/>
                  </a:lnTo>
                  <a:lnTo>
                    <a:pt x="743932" y="295527"/>
                  </a:lnTo>
                  <a:lnTo>
                    <a:pt x="754559" y="286426"/>
                  </a:lnTo>
                  <a:lnTo>
                    <a:pt x="765187" y="277377"/>
                  </a:lnTo>
                  <a:lnTo>
                    <a:pt x="775815" y="268395"/>
                  </a:lnTo>
                  <a:lnTo>
                    <a:pt x="786442" y="259494"/>
                  </a:lnTo>
                  <a:lnTo>
                    <a:pt x="797070" y="250690"/>
                  </a:lnTo>
                  <a:lnTo>
                    <a:pt x="807697" y="241999"/>
                  </a:lnTo>
                  <a:lnTo>
                    <a:pt x="818325" y="233434"/>
                  </a:lnTo>
                  <a:lnTo>
                    <a:pt x="828953" y="225010"/>
                  </a:lnTo>
                  <a:lnTo>
                    <a:pt x="839580" y="216758"/>
                  </a:lnTo>
                  <a:lnTo>
                    <a:pt x="850208" y="208664"/>
                  </a:lnTo>
                  <a:lnTo>
                    <a:pt x="860835" y="200725"/>
                  </a:lnTo>
                  <a:lnTo>
                    <a:pt x="871463" y="192931"/>
                  </a:lnTo>
                  <a:lnTo>
                    <a:pt x="882091" y="185261"/>
                  </a:lnTo>
                  <a:lnTo>
                    <a:pt x="892718" y="177686"/>
                  </a:lnTo>
                  <a:lnTo>
                    <a:pt x="903346" y="170169"/>
                  </a:lnTo>
                  <a:lnTo>
                    <a:pt x="913973" y="162663"/>
                  </a:lnTo>
                  <a:lnTo>
                    <a:pt x="924601" y="155118"/>
                  </a:lnTo>
                  <a:lnTo>
                    <a:pt x="935229" y="147477"/>
                  </a:lnTo>
                  <a:lnTo>
                    <a:pt x="945856" y="139660"/>
                  </a:lnTo>
                  <a:lnTo>
                    <a:pt x="956484" y="131628"/>
                  </a:lnTo>
                  <a:lnTo>
                    <a:pt x="967111" y="123346"/>
                  </a:lnTo>
                  <a:lnTo>
                    <a:pt x="977739" y="114793"/>
                  </a:lnTo>
                  <a:lnTo>
                    <a:pt x="988367" y="105972"/>
                  </a:lnTo>
                  <a:lnTo>
                    <a:pt x="998994" y="96906"/>
                  </a:lnTo>
                  <a:lnTo>
                    <a:pt x="1009622" y="87649"/>
                  </a:lnTo>
                  <a:lnTo>
                    <a:pt x="1020249" y="78279"/>
                  </a:lnTo>
                  <a:lnTo>
                    <a:pt x="1030877" y="68897"/>
                  </a:lnTo>
                  <a:lnTo>
                    <a:pt x="1041505" y="59627"/>
                  </a:lnTo>
                  <a:lnTo>
                    <a:pt x="1052132" y="50653"/>
                  </a:lnTo>
                  <a:lnTo>
                    <a:pt x="1062760" y="42118"/>
                  </a:lnTo>
                  <a:lnTo>
                    <a:pt x="1073387" y="34155"/>
                  </a:lnTo>
                  <a:lnTo>
                    <a:pt x="1084015" y="26883"/>
                  </a:lnTo>
                  <a:lnTo>
                    <a:pt x="1094643" y="20401"/>
                  </a:lnTo>
                  <a:lnTo>
                    <a:pt x="1105270" y="14782"/>
                  </a:lnTo>
                  <a:lnTo>
                    <a:pt x="1115898" y="10069"/>
                  </a:lnTo>
                  <a:lnTo>
                    <a:pt x="1126525" y="6279"/>
                  </a:lnTo>
                  <a:lnTo>
                    <a:pt x="1137153" y="3401"/>
                  </a:lnTo>
                  <a:lnTo>
                    <a:pt x="1147781" y="1404"/>
                  </a:lnTo>
                  <a:lnTo>
                    <a:pt x="1158408" y="309"/>
                  </a:lnTo>
                  <a:lnTo>
                    <a:pt x="1169036" y="0"/>
                  </a:lnTo>
                  <a:lnTo>
                    <a:pt x="1179663" y="391"/>
                  </a:lnTo>
                  <a:lnTo>
                    <a:pt x="1190291" y="1431"/>
                  </a:lnTo>
                  <a:lnTo>
                    <a:pt x="1200919" y="3075"/>
                  </a:lnTo>
                  <a:lnTo>
                    <a:pt x="1211546" y="5287"/>
                  </a:lnTo>
                  <a:lnTo>
                    <a:pt x="1222174" y="8041"/>
                  </a:lnTo>
                  <a:lnTo>
                    <a:pt x="1232801" y="11320"/>
                  </a:lnTo>
                  <a:lnTo>
                    <a:pt x="1243429" y="15109"/>
                  </a:lnTo>
                  <a:lnTo>
                    <a:pt x="1254057" y="19398"/>
                  </a:lnTo>
                  <a:lnTo>
                    <a:pt x="1264684" y="24214"/>
                  </a:lnTo>
                  <a:lnTo>
                    <a:pt x="1275312" y="29522"/>
                  </a:lnTo>
                  <a:lnTo>
                    <a:pt x="1285939" y="35279"/>
                  </a:lnTo>
                  <a:lnTo>
                    <a:pt x="1296567" y="41462"/>
                  </a:lnTo>
                  <a:lnTo>
                    <a:pt x="1307195" y="48044"/>
                  </a:lnTo>
                  <a:lnTo>
                    <a:pt x="1317822" y="54996"/>
                  </a:lnTo>
                  <a:lnTo>
                    <a:pt x="1328450" y="62291"/>
                  </a:lnTo>
                  <a:lnTo>
                    <a:pt x="1339077" y="69904"/>
                  </a:lnTo>
                  <a:lnTo>
                    <a:pt x="1349705" y="77815"/>
                  </a:lnTo>
                  <a:lnTo>
                    <a:pt x="1360333" y="86008"/>
                  </a:lnTo>
                  <a:lnTo>
                    <a:pt x="1370960" y="94487"/>
                  </a:lnTo>
                  <a:lnTo>
                    <a:pt x="1381588" y="103238"/>
                  </a:lnTo>
                  <a:lnTo>
                    <a:pt x="1392215" y="112234"/>
                  </a:lnTo>
                  <a:lnTo>
                    <a:pt x="1402843" y="121461"/>
                  </a:lnTo>
                  <a:lnTo>
                    <a:pt x="1413471" y="130898"/>
                  </a:lnTo>
                  <a:lnTo>
                    <a:pt x="1424098" y="140513"/>
                  </a:lnTo>
                  <a:lnTo>
                    <a:pt x="1434726" y="150269"/>
                  </a:lnTo>
                  <a:lnTo>
                    <a:pt x="1445354" y="160116"/>
                  </a:lnTo>
                  <a:lnTo>
                    <a:pt x="1455981" y="169999"/>
                  </a:lnTo>
                  <a:lnTo>
                    <a:pt x="1466609" y="179856"/>
                  </a:lnTo>
                  <a:lnTo>
                    <a:pt x="1477236" y="189611"/>
                  </a:lnTo>
                  <a:lnTo>
                    <a:pt x="1487864" y="199190"/>
                  </a:lnTo>
                  <a:lnTo>
                    <a:pt x="1498492" y="208544"/>
                  </a:lnTo>
                  <a:lnTo>
                    <a:pt x="1509119" y="217633"/>
                  </a:lnTo>
                  <a:lnTo>
                    <a:pt x="1519747" y="226428"/>
                  </a:lnTo>
                  <a:lnTo>
                    <a:pt x="1530374" y="234917"/>
                  </a:lnTo>
                  <a:lnTo>
                    <a:pt x="1541002" y="243107"/>
                  </a:lnTo>
                  <a:lnTo>
                    <a:pt x="1551630" y="251017"/>
                  </a:lnTo>
                  <a:lnTo>
                    <a:pt x="1562257" y="258684"/>
                  </a:lnTo>
                  <a:lnTo>
                    <a:pt x="1572885" y="266157"/>
                  </a:lnTo>
                  <a:lnTo>
                    <a:pt x="1583512" y="273491"/>
                  </a:lnTo>
                  <a:lnTo>
                    <a:pt x="1594140" y="280759"/>
                  </a:lnTo>
                  <a:lnTo>
                    <a:pt x="1604768" y="288036"/>
                  </a:lnTo>
                  <a:lnTo>
                    <a:pt x="1615395" y="295379"/>
                  </a:lnTo>
                  <a:lnTo>
                    <a:pt x="1626023" y="302837"/>
                  </a:lnTo>
                  <a:lnTo>
                    <a:pt x="1636650" y="310445"/>
                  </a:lnTo>
                  <a:lnTo>
                    <a:pt x="1647278" y="318224"/>
                  </a:lnTo>
                  <a:lnTo>
                    <a:pt x="1657906" y="326176"/>
                  </a:lnTo>
                  <a:lnTo>
                    <a:pt x="1668533" y="334289"/>
                  </a:lnTo>
                  <a:lnTo>
                    <a:pt x="1679161" y="342528"/>
                  </a:lnTo>
                  <a:lnTo>
                    <a:pt x="1689788" y="350845"/>
                  </a:lnTo>
                  <a:lnTo>
                    <a:pt x="1700416" y="359163"/>
                  </a:lnTo>
                  <a:lnTo>
                    <a:pt x="1711044" y="367402"/>
                  </a:lnTo>
                  <a:lnTo>
                    <a:pt x="1721671" y="375485"/>
                  </a:lnTo>
                  <a:lnTo>
                    <a:pt x="1732299" y="383341"/>
                  </a:lnTo>
                  <a:lnTo>
                    <a:pt x="1742926" y="390908"/>
                  </a:lnTo>
                  <a:lnTo>
                    <a:pt x="1753554" y="398137"/>
                  </a:lnTo>
                  <a:lnTo>
                    <a:pt x="1764182" y="404998"/>
                  </a:lnTo>
                  <a:lnTo>
                    <a:pt x="1774809" y="411478"/>
                  </a:lnTo>
                  <a:lnTo>
                    <a:pt x="1785437" y="417585"/>
                  </a:lnTo>
                  <a:lnTo>
                    <a:pt x="1796064" y="423337"/>
                  </a:lnTo>
                  <a:lnTo>
                    <a:pt x="1806692" y="428760"/>
                  </a:lnTo>
                  <a:lnTo>
                    <a:pt x="1817320" y="433947"/>
                  </a:lnTo>
                  <a:lnTo>
                    <a:pt x="1827947" y="438954"/>
                  </a:lnTo>
                  <a:lnTo>
                    <a:pt x="1838575" y="443841"/>
                  </a:lnTo>
                  <a:lnTo>
                    <a:pt x="1849202" y="448658"/>
                  </a:lnTo>
                  <a:lnTo>
                    <a:pt x="1859830" y="453447"/>
                  </a:lnTo>
                  <a:lnTo>
                    <a:pt x="1870458" y="458238"/>
                  </a:lnTo>
                  <a:lnTo>
                    <a:pt x="1881085" y="463049"/>
                  </a:lnTo>
                  <a:lnTo>
                    <a:pt x="1891713" y="467883"/>
                  </a:lnTo>
                  <a:lnTo>
                    <a:pt x="1902340" y="472729"/>
                  </a:lnTo>
                  <a:lnTo>
                    <a:pt x="1912968" y="477560"/>
                  </a:lnTo>
                  <a:lnTo>
                    <a:pt x="1923596" y="482339"/>
                  </a:lnTo>
                  <a:lnTo>
                    <a:pt x="1934223" y="487029"/>
                  </a:lnTo>
                  <a:lnTo>
                    <a:pt x="1944851" y="491589"/>
                  </a:lnTo>
                  <a:lnTo>
                    <a:pt x="1955478" y="495978"/>
                  </a:lnTo>
                  <a:lnTo>
                    <a:pt x="1966106" y="500162"/>
                  </a:lnTo>
                  <a:lnTo>
                    <a:pt x="1976734" y="504107"/>
                  </a:lnTo>
                  <a:lnTo>
                    <a:pt x="1987361" y="507791"/>
                  </a:lnTo>
                  <a:lnTo>
                    <a:pt x="1997989" y="511195"/>
                  </a:lnTo>
                  <a:lnTo>
                    <a:pt x="2008616" y="514312"/>
                  </a:lnTo>
                  <a:lnTo>
                    <a:pt x="2019244" y="517108"/>
                  </a:lnTo>
                  <a:lnTo>
                    <a:pt x="2029872" y="519629"/>
                  </a:lnTo>
                  <a:lnTo>
                    <a:pt x="2040499" y="521894"/>
                  </a:lnTo>
                  <a:lnTo>
                    <a:pt x="2051127" y="523926"/>
                  </a:lnTo>
                  <a:lnTo>
                    <a:pt x="2061754" y="525753"/>
                  </a:lnTo>
                  <a:lnTo>
                    <a:pt x="2072382" y="527405"/>
                  </a:lnTo>
                  <a:lnTo>
                    <a:pt x="2083010" y="528913"/>
                  </a:lnTo>
                  <a:lnTo>
                    <a:pt x="2093637" y="530310"/>
                  </a:lnTo>
                  <a:lnTo>
                    <a:pt x="2104265" y="531624"/>
                  </a:lnTo>
                  <a:lnTo>
                    <a:pt x="2114892" y="532885"/>
                  </a:lnTo>
                  <a:lnTo>
                    <a:pt x="2125520" y="534118"/>
                  </a:lnTo>
                  <a:lnTo>
                    <a:pt x="2136148" y="535350"/>
                  </a:lnTo>
                  <a:lnTo>
                    <a:pt x="2146775" y="536595"/>
                  </a:lnTo>
                  <a:lnTo>
                    <a:pt x="2157403" y="537864"/>
                  </a:lnTo>
                  <a:lnTo>
                    <a:pt x="2168031" y="539162"/>
                  </a:lnTo>
                  <a:lnTo>
                    <a:pt x="2178658" y="540491"/>
                  </a:lnTo>
                  <a:lnTo>
                    <a:pt x="2189286" y="541846"/>
                  </a:lnTo>
                  <a:lnTo>
                    <a:pt x="2199913" y="543218"/>
                  </a:lnTo>
                  <a:lnTo>
                    <a:pt x="2210541" y="544596"/>
                  </a:lnTo>
                  <a:lnTo>
                    <a:pt x="2221169" y="545965"/>
                  </a:lnTo>
                  <a:lnTo>
                    <a:pt x="2231796" y="547303"/>
                  </a:lnTo>
                  <a:lnTo>
                    <a:pt x="2242424" y="548592"/>
                  </a:lnTo>
                  <a:lnTo>
                    <a:pt x="2253051" y="549817"/>
                  </a:lnTo>
                  <a:lnTo>
                    <a:pt x="2263679" y="550963"/>
                  </a:lnTo>
                  <a:lnTo>
                    <a:pt x="2274307" y="552019"/>
                  </a:lnTo>
                  <a:lnTo>
                    <a:pt x="2284934" y="552977"/>
                  </a:lnTo>
                  <a:lnTo>
                    <a:pt x="2295562" y="553834"/>
                  </a:lnTo>
                  <a:lnTo>
                    <a:pt x="2306189" y="554591"/>
                  </a:lnTo>
                  <a:lnTo>
                    <a:pt x="2316817" y="555253"/>
                  </a:lnTo>
                  <a:lnTo>
                    <a:pt x="2327445" y="555830"/>
                  </a:lnTo>
                  <a:lnTo>
                    <a:pt x="2338072" y="556329"/>
                  </a:lnTo>
                  <a:lnTo>
                    <a:pt x="2348700" y="556773"/>
                  </a:lnTo>
                  <a:lnTo>
                    <a:pt x="2359327" y="557181"/>
                  </a:lnTo>
                  <a:lnTo>
                    <a:pt x="2369955" y="557569"/>
                  </a:lnTo>
                  <a:lnTo>
                    <a:pt x="2380583" y="557951"/>
                  </a:lnTo>
                  <a:lnTo>
                    <a:pt x="2391210" y="558339"/>
                  </a:lnTo>
                  <a:lnTo>
                    <a:pt x="2401838" y="558741"/>
                  </a:lnTo>
                  <a:lnTo>
                    <a:pt x="2412465" y="559162"/>
                  </a:lnTo>
                  <a:lnTo>
                    <a:pt x="2423093" y="559602"/>
                  </a:lnTo>
                  <a:lnTo>
                    <a:pt x="2433721" y="560060"/>
                  </a:lnTo>
                  <a:lnTo>
                    <a:pt x="2444348" y="560529"/>
                  </a:lnTo>
                  <a:lnTo>
                    <a:pt x="2454976" y="561000"/>
                  </a:lnTo>
                  <a:lnTo>
                    <a:pt x="2465603" y="561462"/>
                  </a:lnTo>
                  <a:lnTo>
                    <a:pt x="2465603" y="564614"/>
                  </a:lnTo>
                  <a:lnTo>
                    <a:pt x="2454976" y="564614"/>
                  </a:lnTo>
                  <a:lnTo>
                    <a:pt x="2444348" y="564614"/>
                  </a:lnTo>
                  <a:lnTo>
                    <a:pt x="2433721" y="564614"/>
                  </a:lnTo>
                  <a:lnTo>
                    <a:pt x="2423093" y="564614"/>
                  </a:lnTo>
                  <a:lnTo>
                    <a:pt x="2412465" y="564614"/>
                  </a:lnTo>
                  <a:lnTo>
                    <a:pt x="2401838" y="564614"/>
                  </a:lnTo>
                  <a:lnTo>
                    <a:pt x="2391210" y="564614"/>
                  </a:lnTo>
                  <a:lnTo>
                    <a:pt x="2380583" y="564614"/>
                  </a:lnTo>
                  <a:lnTo>
                    <a:pt x="2369955" y="564614"/>
                  </a:lnTo>
                  <a:lnTo>
                    <a:pt x="2359327" y="564614"/>
                  </a:lnTo>
                  <a:lnTo>
                    <a:pt x="2348700" y="564614"/>
                  </a:lnTo>
                  <a:lnTo>
                    <a:pt x="2338072" y="564614"/>
                  </a:lnTo>
                  <a:lnTo>
                    <a:pt x="2327445" y="564614"/>
                  </a:lnTo>
                  <a:lnTo>
                    <a:pt x="2316817" y="564614"/>
                  </a:lnTo>
                  <a:lnTo>
                    <a:pt x="2306189" y="564614"/>
                  </a:lnTo>
                  <a:lnTo>
                    <a:pt x="2295562" y="564614"/>
                  </a:lnTo>
                  <a:lnTo>
                    <a:pt x="2284934" y="564614"/>
                  </a:lnTo>
                  <a:lnTo>
                    <a:pt x="2274307" y="564614"/>
                  </a:lnTo>
                  <a:lnTo>
                    <a:pt x="2263679" y="564614"/>
                  </a:lnTo>
                  <a:lnTo>
                    <a:pt x="2253051" y="564614"/>
                  </a:lnTo>
                  <a:lnTo>
                    <a:pt x="2242424" y="564614"/>
                  </a:lnTo>
                  <a:lnTo>
                    <a:pt x="2231796" y="564614"/>
                  </a:lnTo>
                  <a:lnTo>
                    <a:pt x="2221169" y="564614"/>
                  </a:lnTo>
                  <a:lnTo>
                    <a:pt x="2210541" y="564614"/>
                  </a:lnTo>
                  <a:lnTo>
                    <a:pt x="2199913" y="564614"/>
                  </a:lnTo>
                  <a:lnTo>
                    <a:pt x="2189286" y="564614"/>
                  </a:lnTo>
                  <a:lnTo>
                    <a:pt x="2178658" y="564614"/>
                  </a:lnTo>
                  <a:lnTo>
                    <a:pt x="2168031" y="564614"/>
                  </a:lnTo>
                  <a:lnTo>
                    <a:pt x="2157403" y="564614"/>
                  </a:lnTo>
                  <a:lnTo>
                    <a:pt x="2146775" y="564614"/>
                  </a:lnTo>
                  <a:lnTo>
                    <a:pt x="2136148" y="564614"/>
                  </a:lnTo>
                  <a:lnTo>
                    <a:pt x="2125520" y="564614"/>
                  </a:lnTo>
                  <a:lnTo>
                    <a:pt x="2114892" y="564614"/>
                  </a:lnTo>
                  <a:lnTo>
                    <a:pt x="2104265" y="564614"/>
                  </a:lnTo>
                  <a:lnTo>
                    <a:pt x="2093637" y="564614"/>
                  </a:lnTo>
                  <a:lnTo>
                    <a:pt x="2083010" y="564614"/>
                  </a:lnTo>
                  <a:lnTo>
                    <a:pt x="2072382" y="564614"/>
                  </a:lnTo>
                  <a:lnTo>
                    <a:pt x="2061754" y="564614"/>
                  </a:lnTo>
                  <a:lnTo>
                    <a:pt x="2051127" y="564614"/>
                  </a:lnTo>
                  <a:lnTo>
                    <a:pt x="2040499" y="564614"/>
                  </a:lnTo>
                  <a:lnTo>
                    <a:pt x="2029872" y="564614"/>
                  </a:lnTo>
                  <a:lnTo>
                    <a:pt x="2019244" y="564614"/>
                  </a:lnTo>
                  <a:lnTo>
                    <a:pt x="2008616" y="564614"/>
                  </a:lnTo>
                  <a:lnTo>
                    <a:pt x="1997989" y="564614"/>
                  </a:lnTo>
                  <a:lnTo>
                    <a:pt x="1987361" y="564614"/>
                  </a:lnTo>
                  <a:lnTo>
                    <a:pt x="1976734" y="564614"/>
                  </a:lnTo>
                  <a:lnTo>
                    <a:pt x="1966106" y="564614"/>
                  </a:lnTo>
                  <a:lnTo>
                    <a:pt x="1955478" y="564614"/>
                  </a:lnTo>
                  <a:lnTo>
                    <a:pt x="1944851" y="564614"/>
                  </a:lnTo>
                  <a:lnTo>
                    <a:pt x="1934223" y="564614"/>
                  </a:lnTo>
                  <a:lnTo>
                    <a:pt x="1923596" y="564614"/>
                  </a:lnTo>
                  <a:lnTo>
                    <a:pt x="1912968" y="564614"/>
                  </a:lnTo>
                  <a:lnTo>
                    <a:pt x="1902340" y="564614"/>
                  </a:lnTo>
                  <a:lnTo>
                    <a:pt x="1891713" y="564614"/>
                  </a:lnTo>
                  <a:lnTo>
                    <a:pt x="1881085" y="564614"/>
                  </a:lnTo>
                  <a:lnTo>
                    <a:pt x="1870458" y="564614"/>
                  </a:lnTo>
                  <a:lnTo>
                    <a:pt x="1859830" y="564614"/>
                  </a:lnTo>
                  <a:lnTo>
                    <a:pt x="1849202" y="564614"/>
                  </a:lnTo>
                  <a:lnTo>
                    <a:pt x="1838575" y="564614"/>
                  </a:lnTo>
                  <a:lnTo>
                    <a:pt x="1827947" y="564614"/>
                  </a:lnTo>
                  <a:lnTo>
                    <a:pt x="1817320" y="564614"/>
                  </a:lnTo>
                  <a:lnTo>
                    <a:pt x="1806692" y="564614"/>
                  </a:lnTo>
                  <a:lnTo>
                    <a:pt x="1796064" y="564614"/>
                  </a:lnTo>
                  <a:lnTo>
                    <a:pt x="1785437" y="564614"/>
                  </a:lnTo>
                  <a:lnTo>
                    <a:pt x="1774809" y="564614"/>
                  </a:lnTo>
                  <a:lnTo>
                    <a:pt x="1764182" y="564614"/>
                  </a:lnTo>
                  <a:lnTo>
                    <a:pt x="1753554" y="564614"/>
                  </a:lnTo>
                  <a:lnTo>
                    <a:pt x="1742926" y="564614"/>
                  </a:lnTo>
                  <a:lnTo>
                    <a:pt x="1732299" y="564614"/>
                  </a:lnTo>
                  <a:lnTo>
                    <a:pt x="1721671" y="564614"/>
                  </a:lnTo>
                  <a:lnTo>
                    <a:pt x="1711044" y="564614"/>
                  </a:lnTo>
                  <a:lnTo>
                    <a:pt x="1700416" y="564614"/>
                  </a:lnTo>
                  <a:lnTo>
                    <a:pt x="1689788" y="564614"/>
                  </a:lnTo>
                  <a:lnTo>
                    <a:pt x="1679161" y="564614"/>
                  </a:lnTo>
                  <a:lnTo>
                    <a:pt x="1668533" y="564614"/>
                  </a:lnTo>
                  <a:lnTo>
                    <a:pt x="1657906" y="564614"/>
                  </a:lnTo>
                  <a:lnTo>
                    <a:pt x="1647278" y="564614"/>
                  </a:lnTo>
                  <a:lnTo>
                    <a:pt x="1636650" y="564614"/>
                  </a:lnTo>
                  <a:lnTo>
                    <a:pt x="1626023" y="564614"/>
                  </a:lnTo>
                  <a:lnTo>
                    <a:pt x="1615395" y="564614"/>
                  </a:lnTo>
                  <a:lnTo>
                    <a:pt x="1604768" y="564614"/>
                  </a:lnTo>
                  <a:lnTo>
                    <a:pt x="1594140" y="564614"/>
                  </a:lnTo>
                  <a:lnTo>
                    <a:pt x="1583512" y="564614"/>
                  </a:lnTo>
                  <a:lnTo>
                    <a:pt x="1572885" y="564614"/>
                  </a:lnTo>
                  <a:lnTo>
                    <a:pt x="1562257" y="564614"/>
                  </a:lnTo>
                  <a:lnTo>
                    <a:pt x="1551630" y="564614"/>
                  </a:lnTo>
                  <a:lnTo>
                    <a:pt x="1541002" y="564614"/>
                  </a:lnTo>
                  <a:lnTo>
                    <a:pt x="1530374" y="564614"/>
                  </a:lnTo>
                  <a:lnTo>
                    <a:pt x="1519747" y="564614"/>
                  </a:lnTo>
                  <a:lnTo>
                    <a:pt x="1509119" y="564614"/>
                  </a:lnTo>
                  <a:lnTo>
                    <a:pt x="1498492" y="564614"/>
                  </a:lnTo>
                  <a:lnTo>
                    <a:pt x="1487864" y="564614"/>
                  </a:lnTo>
                  <a:lnTo>
                    <a:pt x="1477236" y="564614"/>
                  </a:lnTo>
                  <a:lnTo>
                    <a:pt x="1466609" y="564614"/>
                  </a:lnTo>
                  <a:lnTo>
                    <a:pt x="1455981" y="564614"/>
                  </a:lnTo>
                  <a:lnTo>
                    <a:pt x="1445354" y="564614"/>
                  </a:lnTo>
                  <a:lnTo>
                    <a:pt x="1434726" y="564614"/>
                  </a:lnTo>
                  <a:lnTo>
                    <a:pt x="1424098" y="564614"/>
                  </a:lnTo>
                  <a:lnTo>
                    <a:pt x="1413471" y="564614"/>
                  </a:lnTo>
                  <a:lnTo>
                    <a:pt x="1402843" y="564614"/>
                  </a:lnTo>
                  <a:lnTo>
                    <a:pt x="1392215" y="564614"/>
                  </a:lnTo>
                  <a:lnTo>
                    <a:pt x="1381588" y="564614"/>
                  </a:lnTo>
                  <a:lnTo>
                    <a:pt x="1370960" y="564614"/>
                  </a:lnTo>
                  <a:lnTo>
                    <a:pt x="1360333" y="564614"/>
                  </a:lnTo>
                  <a:lnTo>
                    <a:pt x="1349705" y="564614"/>
                  </a:lnTo>
                  <a:lnTo>
                    <a:pt x="1339077" y="564614"/>
                  </a:lnTo>
                  <a:lnTo>
                    <a:pt x="1328450" y="564614"/>
                  </a:lnTo>
                  <a:lnTo>
                    <a:pt x="1317822" y="564614"/>
                  </a:lnTo>
                  <a:lnTo>
                    <a:pt x="1307195" y="564614"/>
                  </a:lnTo>
                  <a:lnTo>
                    <a:pt x="1296567" y="564614"/>
                  </a:lnTo>
                  <a:lnTo>
                    <a:pt x="1285939" y="564614"/>
                  </a:lnTo>
                  <a:lnTo>
                    <a:pt x="1275312" y="564614"/>
                  </a:lnTo>
                  <a:lnTo>
                    <a:pt x="1264684" y="564614"/>
                  </a:lnTo>
                  <a:lnTo>
                    <a:pt x="1254057" y="564614"/>
                  </a:lnTo>
                  <a:lnTo>
                    <a:pt x="1243429" y="564614"/>
                  </a:lnTo>
                  <a:lnTo>
                    <a:pt x="1232801" y="564614"/>
                  </a:lnTo>
                  <a:lnTo>
                    <a:pt x="1222174" y="564614"/>
                  </a:lnTo>
                  <a:lnTo>
                    <a:pt x="1211546" y="564614"/>
                  </a:lnTo>
                  <a:lnTo>
                    <a:pt x="1200919" y="564614"/>
                  </a:lnTo>
                  <a:lnTo>
                    <a:pt x="1190291" y="564614"/>
                  </a:lnTo>
                  <a:lnTo>
                    <a:pt x="1179663" y="564614"/>
                  </a:lnTo>
                  <a:lnTo>
                    <a:pt x="1169036" y="564614"/>
                  </a:lnTo>
                  <a:lnTo>
                    <a:pt x="1158408" y="564614"/>
                  </a:lnTo>
                  <a:lnTo>
                    <a:pt x="1147781" y="564614"/>
                  </a:lnTo>
                  <a:lnTo>
                    <a:pt x="1137153" y="564614"/>
                  </a:lnTo>
                  <a:lnTo>
                    <a:pt x="1126525" y="564614"/>
                  </a:lnTo>
                  <a:lnTo>
                    <a:pt x="1115898" y="564614"/>
                  </a:lnTo>
                  <a:lnTo>
                    <a:pt x="1105270" y="564614"/>
                  </a:lnTo>
                  <a:lnTo>
                    <a:pt x="1094643" y="564614"/>
                  </a:lnTo>
                  <a:lnTo>
                    <a:pt x="1084015" y="564614"/>
                  </a:lnTo>
                  <a:lnTo>
                    <a:pt x="1073387" y="564614"/>
                  </a:lnTo>
                  <a:lnTo>
                    <a:pt x="1062760" y="564614"/>
                  </a:lnTo>
                  <a:lnTo>
                    <a:pt x="1052132" y="564614"/>
                  </a:lnTo>
                  <a:lnTo>
                    <a:pt x="1041505" y="564614"/>
                  </a:lnTo>
                  <a:lnTo>
                    <a:pt x="1030877" y="564614"/>
                  </a:lnTo>
                  <a:lnTo>
                    <a:pt x="1020249" y="564614"/>
                  </a:lnTo>
                  <a:lnTo>
                    <a:pt x="1009622" y="564614"/>
                  </a:lnTo>
                  <a:lnTo>
                    <a:pt x="998994" y="564614"/>
                  </a:lnTo>
                  <a:lnTo>
                    <a:pt x="988367" y="564614"/>
                  </a:lnTo>
                  <a:lnTo>
                    <a:pt x="977739" y="564614"/>
                  </a:lnTo>
                  <a:lnTo>
                    <a:pt x="967111" y="564614"/>
                  </a:lnTo>
                  <a:lnTo>
                    <a:pt x="956484" y="564614"/>
                  </a:lnTo>
                  <a:lnTo>
                    <a:pt x="945856" y="564614"/>
                  </a:lnTo>
                  <a:lnTo>
                    <a:pt x="935229" y="564614"/>
                  </a:lnTo>
                  <a:lnTo>
                    <a:pt x="924601" y="564614"/>
                  </a:lnTo>
                  <a:lnTo>
                    <a:pt x="913973" y="564614"/>
                  </a:lnTo>
                  <a:lnTo>
                    <a:pt x="903346" y="564614"/>
                  </a:lnTo>
                  <a:lnTo>
                    <a:pt x="892718" y="564614"/>
                  </a:lnTo>
                  <a:lnTo>
                    <a:pt x="882091" y="564614"/>
                  </a:lnTo>
                  <a:lnTo>
                    <a:pt x="871463" y="564614"/>
                  </a:lnTo>
                  <a:lnTo>
                    <a:pt x="860835" y="564614"/>
                  </a:lnTo>
                  <a:lnTo>
                    <a:pt x="850208" y="564614"/>
                  </a:lnTo>
                  <a:lnTo>
                    <a:pt x="839580" y="564614"/>
                  </a:lnTo>
                  <a:lnTo>
                    <a:pt x="828953" y="564614"/>
                  </a:lnTo>
                  <a:lnTo>
                    <a:pt x="818325" y="564614"/>
                  </a:lnTo>
                  <a:lnTo>
                    <a:pt x="807697" y="564614"/>
                  </a:lnTo>
                  <a:lnTo>
                    <a:pt x="797070" y="564614"/>
                  </a:lnTo>
                  <a:lnTo>
                    <a:pt x="786442" y="564614"/>
                  </a:lnTo>
                  <a:lnTo>
                    <a:pt x="775815" y="564614"/>
                  </a:lnTo>
                  <a:lnTo>
                    <a:pt x="765187" y="564614"/>
                  </a:lnTo>
                  <a:lnTo>
                    <a:pt x="754559" y="564614"/>
                  </a:lnTo>
                  <a:lnTo>
                    <a:pt x="743932" y="564614"/>
                  </a:lnTo>
                  <a:lnTo>
                    <a:pt x="733304" y="564614"/>
                  </a:lnTo>
                  <a:lnTo>
                    <a:pt x="722677" y="564614"/>
                  </a:lnTo>
                  <a:lnTo>
                    <a:pt x="712049" y="564614"/>
                  </a:lnTo>
                  <a:lnTo>
                    <a:pt x="701421" y="564614"/>
                  </a:lnTo>
                  <a:lnTo>
                    <a:pt x="690794" y="564614"/>
                  </a:lnTo>
                  <a:lnTo>
                    <a:pt x="680166" y="564614"/>
                  </a:lnTo>
                  <a:lnTo>
                    <a:pt x="669538" y="564614"/>
                  </a:lnTo>
                  <a:lnTo>
                    <a:pt x="658911" y="564614"/>
                  </a:lnTo>
                  <a:lnTo>
                    <a:pt x="648283" y="564614"/>
                  </a:lnTo>
                  <a:lnTo>
                    <a:pt x="637656" y="564614"/>
                  </a:lnTo>
                  <a:lnTo>
                    <a:pt x="627028" y="564614"/>
                  </a:lnTo>
                  <a:lnTo>
                    <a:pt x="616400" y="564614"/>
                  </a:lnTo>
                  <a:lnTo>
                    <a:pt x="605773" y="564614"/>
                  </a:lnTo>
                  <a:lnTo>
                    <a:pt x="595145" y="564614"/>
                  </a:lnTo>
                  <a:lnTo>
                    <a:pt x="584518" y="564614"/>
                  </a:lnTo>
                  <a:lnTo>
                    <a:pt x="573890" y="564614"/>
                  </a:lnTo>
                  <a:lnTo>
                    <a:pt x="563262" y="564614"/>
                  </a:lnTo>
                  <a:lnTo>
                    <a:pt x="552635" y="564614"/>
                  </a:lnTo>
                  <a:lnTo>
                    <a:pt x="542007" y="564614"/>
                  </a:lnTo>
                  <a:lnTo>
                    <a:pt x="531380" y="564614"/>
                  </a:lnTo>
                  <a:lnTo>
                    <a:pt x="520752" y="564614"/>
                  </a:lnTo>
                  <a:lnTo>
                    <a:pt x="510124" y="564614"/>
                  </a:lnTo>
                  <a:lnTo>
                    <a:pt x="499497" y="564614"/>
                  </a:lnTo>
                  <a:lnTo>
                    <a:pt x="488869" y="564614"/>
                  </a:lnTo>
                  <a:lnTo>
                    <a:pt x="478242" y="564614"/>
                  </a:lnTo>
                  <a:lnTo>
                    <a:pt x="467614" y="564614"/>
                  </a:lnTo>
                  <a:lnTo>
                    <a:pt x="456986" y="564614"/>
                  </a:lnTo>
                  <a:lnTo>
                    <a:pt x="446359" y="564614"/>
                  </a:lnTo>
                  <a:lnTo>
                    <a:pt x="435731" y="564614"/>
                  </a:lnTo>
                  <a:lnTo>
                    <a:pt x="425104" y="564614"/>
                  </a:lnTo>
                  <a:lnTo>
                    <a:pt x="414476" y="564614"/>
                  </a:lnTo>
                  <a:lnTo>
                    <a:pt x="403848" y="564614"/>
                  </a:lnTo>
                  <a:lnTo>
                    <a:pt x="393221" y="564614"/>
                  </a:lnTo>
                  <a:lnTo>
                    <a:pt x="382593" y="564614"/>
                  </a:lnTo>
                  <a:lnTo>
                    <a:pt x="371966" y="564614"/>
                  </a:lnTo>
                  <a:lnTo>
                    <a:pt x="361338" y="564614"/>
                  </a:lnTo>
                  <a:lnTo>
                    <a:pt x="350710" y="564614"/>
                  </a:lnTo>
                  <a:lnTo>
                    <a:pt x="340083" y="564614"/>
                  </a:lnTo>
                  <a:lnTo>
                    <a:pt x="329455" y="564614"/>
                  </a:lnTo>
                  <a:lnTo>
                    <a:pt x="318828" y="564614"/>
                  </a:lnTo>
                  <a:lnTo>
                    <a:pt x="308200" y="564614"/>
                  </a:lnTo>
                  <a:lnTo>
                    <a:pt x="297572" y="564614"/>
                  </a:lnTo>
                  <a:lnTo>
                    <a:pt x="286945" y="564614"/>
                  </a:lnTo>
                  <a:lnTo>
                    <a:pt x="276317" y="564614"/>
                  </a:lnTo>
                  <a:lnTo>
                    <a:pt x="265690" y="564614"/>
                  </a:lnTo>
                  <a:lnTo>
                    <a:pt x="255062" y="564614"/>
                  </a:lnTo>
                  <a:lnTo>
                    <a:pt x="244434" y="564614"/>
                  </a:lnTo>
                  <a:lnTo>
                    <a:pt x="233807" y="564614"/>
                  </a:lnTo>
                  <a:lnTo>
                    <a:pt x="223179" y="564614"/>
                  </a:lnTo>
                  <a:lnTo>
                    <a:pt x="212552" y="564614"/>
                  </a:lnTo>
                  <a:lnTo>
                    <a:pt x="201924" y="564614"/>
                  </a:lnTo>
                  <a:lnTo>
                    <a:pt x="191296" y="564614"/>
                  </a:lnTo>
                  <a:lnTo>
                    <a:pt x="180669" y="564614"/>
                  </a:lnTo>
                  <a:lnTo>
                    <a:pt x="170041" y="564614"/>
                  </a:lnTo>
                  <a:lnTo>
                    <a:pt x="159414" y="564614"/>
                  </a:lnTo>
                  <a:lnTo>
                    <a:pt x="148786" y="564614"/>
                  </a:lnTo>
                  <a:lnTo>
                    <a:pt x="138158" y="564614"/>
                  </a:lnTo>
                  <a:lnTo>
                    <a:pt x="127531" y="564614"/>
                  </a:lnTo>
                  <a:lnTo>
                    <a:pt x="116903" y="564614"/>
                  </a:lnTo>
                  <a:lnTo>
                    <a:pt x="106276" y="564614"/>
                  </a:lnTo>
                  <a:lnTo>
                    <a:pt x="95648" y="564614"/>
                  </a:lnTo>
                  <a:lnTo>
                    <a:pt x="85020" y="564614"/>
                  </a:lnTo>
                  <a:lnTo>
                    <a:pt x="74393" y="564614"/>
                  </a:lnTo>
                  <a:lnTo>
                    <a:pt x="63765" y="564614"/>
                  </a:lnTo>
                  <a:lnTo>
                    <a:pt x="53138" y="564614"/>
                  </a:lnTo>
                  <a:lnTo>
                    <a:pt x="42510" y="564614"/>
                  </a:lnTo>
                  <a:lnTo>
                    <a:pt x="31882" y="564614"/>
                  </a:lnTo>
                  <a:lnTo>
                    <a:pt x="21255" y="564614"/>
                  </a:lnTo>
                  <a:lnTo>
                    <a:pt x="10627" y="564614"/>
                  </a:lnTo>
                  <a:lnTo>
                    <a:pt x="0" y="564614"/>
                  </a:lnTo>
                  <a:close/>
                </a:path>
              </a:pathLst>
            </a:custGeom>
            <a:solidFill>
              <a:srgbClr val="15803D">
                <a:alpha val="87843"/>
              </a:srgbClr>
            </a:solidFill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5138616" y="7525352"/>
              <a:ext cx="2465603" cy="561618"/>
            </a:xfrm>
            <a:custGeom>
              <a:avLst/>
              <a:pathLst>
                <a:path w="2465603" h="561618">
                  <a:moveTo>
                    <a:pt x="0" y="561618"/>
                  </a:moveTo>
                  <a:lnTo>
                    <a:pt x="10627" y="561339"/>
                  </a:lnTo>
                  <a:lnTo>
                    <a:pt x="21255" y="561020"/>
                  </a:lnTo>
                  <a:lnTo>
                    <a:pt x="31882" y="560658"/>
                  </a:lnTo>
                  <a:lnTo>
                    <a:pt x="42510" y="560252"/>
                  </a:lnTo>
                  <a:lnTo>
                    <a:pt x="53138" y="559800"/>
                  </a:lnTo>
                  <a:lnTo>
                    <a:pt x="63765" y="559300"/>
                  </a:lnTo>
                  <a:lnTo>
                    <a:pt x="74393" y="558751"/>
                  </a:lnTo>
                  <a:lnTo>
                    <a:pt x="85020" y="558145"/>
                  </a:lnTo>
                  <a:lnTo>
                    <a:pt x="95648" y="557481"/>
                  </a:lnTo>
                  <a:lnTo>
                    <a:pt x="106276" y="556755"/>
                  </a:lnTo>
                  <a:lnTo>
                    <a:pt x="116903" y="555964"/>
                  </a:lnTo>
                  <a:lnTo>
                    <a:pt x="127531" y="555104"/>
                  </a:lnTo>
                  <a:lnTo>
                    <a:pt x="138158" y="554169"/>
                  </a:lnTo>
                  <a:lnTo>
                    <a:pt x="148786" y="553157"/>
                  </a:lnTo>
                  <a:lnTo>
                    <a:pt x="159414" y="552064"/>
                  </a:lnTo>
                  <a:lnTo>
                    <a:pt x="170041" y="550891"/>
                  </a:lnTo>
                  <a:lnTo>
                    <a:pt x="180669" y="549635"/>
                  </a:lnTo>
                  <a:lnTo>
                    <a:pt x="191296" y="548291"/>
                  </a:lnTo>
                  <a:lnTo>
                    <a:pt x="201924" y="546864"/>
                  </a:lnTo>
                  <a:lnTo>
                    <a:pt x="212552" y="545358"/>
                  </a:lnTo>
                  <a:lnTo>
                    <a:pt x="223179" y="543777"/>
                  </a:lnTo>
                  <a:lnTo>
                    <a:pt x="233807" y="542121"/>
                  </a:lnTo>
                  <a:lnTo>
                    <a:pt x="244434" y="540393"/>
                  </a:lnTo>
                  <a:lnTo>
                    <a:pt x="255062" y="538592"/>
                  </a:lnTo>
                  <a:lnTo>
                    <a:pt x="265690" y="536721"/>
                  </a:lnTo>
                  <a:lnTo>
                    <a:pt x="276317" y="534779"/>
                  </a:lnTo>
                  <a:lnTo>
                    <a:pt x="286945" y="532767"/>
                  </a:lnTo>
                  <a:lnTo>
                    <a:pt x="297572" y="530679"/>
                  </a:lnTo>
                  <a:lnTo>
                    <a:pt x="308200" y="528515"/>
                  </a:lnTo>
                  <a:lnTo>
                    <a:pt x="318828" y="526278"/>
                  </a:lnTo>
                  <a:lnTo>
                    <a:pt x="329455" y="523966"/>
                  </a:lnTo>
                  <a:lnTo>
                    <a:pt x="340083" y="521574"/>
                  </a:lnTo>
                  <a:lnTo>
                    <a:pt x="350710" y="519098"/>
                  </a:lnTo>
                  <a:lnTo>
                    <a:pt x="361338" y="516531"/>
                  </a:lnTo>
                  <a:lnTo>
                    <a:pt x="371966" y="513865"/>
                  </a:lnTo>
                  <a:lnTo>
                    <a:pt x="382593" y="511087"/>
                  </a:lnTo>
                  <a:lnTo>
                    <a:pt x="393221" y="508186"/>
                  </a:lnTo>
                  <a:lnTo>
                    <a:pt x="403848" y="505140"/>
                  </a:lnTo>
                  <a:lnTo>
                    <a:pt x="414476" y="501927"/>
                  </a:lnTo>
                  <a:lnTo>
                    <a:pt x="425104" y="498540"/>
                  </a:lnTo>
                  <a:lnTo>
                    <a:pt x="435731" y="494965"/>
                  </a:lnTo>
                  <a:lnTo>
                    <a:pt x="446359" y="491189"/>
                  </a:lnTo>
                  <a:lnTo>
                    <a:pt x="456986" y="487201"/>
                  </a:lnTo>
                  <a:lnTo>
                    <a:pt x="467614" y="482993"/>
                  </a:lnTo>
                  <a:lnTo>
                    <a:pt x="478242" y="478559"/>
                  </a:lnTo>
                  <a:lnTo>
                    <a:pt x="488869" y="473898"/>
                  </a:lnTo>
                  <a:lnTo>
                    <a:pt x="499497" y="469008"/>
                  </a:lnTo>
                  <a:lnTo>
                    <a:pt x="510124" y="463884"/>
                  </a:lnTo>
                  <a:lnTo>
                    <a:pt x="520752" y="458519"/>
                  </a:lnTo>
                  <a:lnTo>
                    <a:pt x="531380" y="452932"/>
                  </a:lnTo>
                  <a:lnTo>
                    <a:pt x="542007" y="447126"/>
                  </a:lnTo>
                  <a:lnTo>
                    <a:pt x="552635" y="441098"/>
                  </a:lnTo>
                  <a:lnTo>
                    <a:pt x="563262" y="434844"/>
                  </a:lnTo>
                  <a:lnTo>
                    <a:pt x="573890" y="428359"/>
                  </a:lnTo>
                  <a:lnTo>
                    <a:pt x="584518" y="421636"/>
                  </a:lnTo>
                  <a:lnTo>
                    <a:pt x="595145" y="414668"/>
                  </a:lnTo>
                  <a:lnTo>
                    <a:pt x="605773" y="407447"/>
                  </a:lnTo>
                  <a:lnTo>
                    <a:pt x="616400" y="399965"/>
                  </a:lnTo>
                  <a:lnTo>
                    <a:pt x="627028" y="392203"/>
                  </a:lnTo>
                  <a:lnTo>
                    <a:pt x="637656" y="384193"/>
                  </a:lnTo>
                  <a:lnTo>
                    <a:pt x="648283" y="375951"/>
                  </a:lnTo>
                  <a:lnTo>
                    <a:pt x="658911" y="367494"/>
                  </a:lnTo>
                  <a:lnTo>
                    <a:pt x="669538" y="358847"/>
                  </a:lnTo>
                  <a:lnTo>
                    <a:pt x="680166" y="350039"/>
                  </a:lnTo>
                  <a:lnTo>
                    <a:pt x="690794" y="341100"/>
                  </a:lnTo>
                  <a:lnTo>
                    <a:pt x="701421" y="332062"/>
                  </a:lnTo>
                  <a:lnTo>
                    <a:pt x="712049" y="322957"/>
                  </a:lnTo>
                  <a:lnTo>
                    <a:pt x="722677" y="313814"/>
                  </a:lnTo>
                  <a:lnTo>
                    <a:pt x="733304" y="304662"/>
                  </a:lnTo>
                  <a:lnTo>
                    <a:pt x="743932" y="295527"/>
                  </a:lnTo>
                  <a:lnTo>
                    <a:pt x="754559" y="286426"/>
                  </a:lnTo>
                  <a:lnTo>
                    <a:pt x="765187" y="277377"/>
                  </a:lnTo>
                  <a:lnTo>
                    <a:pt x="775815" y="268395"/>
                  </a:lnTo>
                  <a:lnTo>
                    <a:pt x="786442" y="259494"/>
                  </a:lnTo>
                  <a:lnTo>
                    <a:pt x="797070" y="250690"/>
                  </a:lnTo>
                  <a:lnTo>
                    <a:pt x="807697" y="241999"/>
                  </a:lnTo>
                  <a:lnTo>
                    <a:pt x="818325" y="233434"/>
                  </a:lnTo>
                  <a:lnTo>
                    <a:pt x="828953" y="225010"/>
                  </a:lnTo>
                  <a:lnTo>
                    <a:pt x="839580" y="216758"/>
                  </a:lnTo>
                  <a:lnTo>
                    <a:pt x="850208" y="208664"/>
                  </a:lnTo>
                  <a:lnTo>
                    <a:pt x="860835" y="200725"/>
                  </a:lnTo>
                  <a:lnTo>
                    <a:pt x="871463" y="192931"/>
                  </a:lnTo>
                  <a:lnTo>
                    <a:pt x="882091" y="185261"/>
                  </a:lnTo>
                  <a:lnTo>
                    <a:pt x="892718" y="177686"/>
                  </a:lnTo>
                  <a:lnTo>
                    <a:pt x="903346" y="170169"/>
                  </a:lnTo>
                  <a:lnTo>
                    <a:pt x="913973" y="162663"/>
                  </a:lnTo>
                  <a:lnTo>
                    <a:pt x="924601" y="155118"/>
                  </a:lnTo>
                  <a:lnTo>
                    <a:pt x="935229" y="147477"/>
                  </a:lnTo>
                  <a:lnTo>
                    <a:pt x="945856" y="139660"/>
                  </a:lnTo>
                  <a:lnTo>
                    <a:pt x="956484" y="131628"/>
                  </a:lnTo>
                  <a:lnTo>
                    <a:pt x="967111" y="123346"/>
                  </a:lnTo>
                  <a:lnTo>
                    <a:pt x="977739" y="114793"/>
                  </a:lnTo>
                  <a:lnTo>
                    <a:pt x="988367" y="105972"/>
                  </a:lnTo>
                  <a:lnTo>
                    <a:pt x="998994" y="96906"/>
                  </a:lnTo>
                  <a:lnTo>
                    <a:pt x="1009622" y="87649"/>
                  </a:lnTo>
                  <a:lnTo>
                    <a:pt x="1020249" y="78279"/>
                  </a:lnTo>
                  <a:lnTo>
                    <a:pt x="1030877" y="68897"/>
                  </a:lnTo>
                  <a:lnTo>
                    <a:pt x="1041505" y="59627"/>
                  </a:lnTo>
                  <a:lnTo>
                    <a:pt x="1052132" y="50653"/>
                  </a:lnTo>
                  <a:lnTo>
                    <a:pt x="1062760" y="42118"/>
                  </a:lnTo>
                  <a:lnTo>
                    <a:pt x="1073387" y="34155"/>
                  </a:lnTo>
                  <a:lnTo>
                    <a:pt x="1084015" y="26883"/>
                  </a:lnTo>
                  <a:lnTo>
                    <a:pt x="1094643" y="20401"/>
                  </a:lnTo>
                  <a:lnTo>
                    <a:pt x="1105270" y="14782"/>
                  </a:lnTo>
                  <a:lnTo>
                    <a:pt x="1115898" y="10069"/>
                  </a:lnTo>
                  <a:lnTo>
                    <a:pt x="1126525" y="6279"/>
                  </a:lnTo>
                  <a:lnTo>
                    <a:pt x="1137153" y="3401"/>
                  </a:lnTo>
                  <a:lnTo>
                    <a:pt x="1147781" y="1404"/>
                  </a:lnTo>
                  <a:lnTo>
                    <a:pt x="1158408" y="309"/>
                  </a:lnTo>
                  <a:lnTo>
                    <a:pt x="1169036" y="0"/>
                  </a:lnTo>
                  <a:lnTo>
                    <a:pt x="1179663" y="391"/>
                  </a:lnTo>
                  <a:lnTo>
                    <a:pt x="1190291" y="1431"/>
                  </a:lnTo>
                  <a:lnTo>
                    <a:pt x="1200919" y="3075"/>
                  </a:lnTo>
                  <a:lnTo>
                    <a:pt x="1211546" y="5287"/>
                  </a:lnTo>
                  <a:lnTo>
                    <a:pt x="1222174" y="8041"/>
                  </a:lnTo>
                  <a:lnTo>
                    <a:pt x="1232801" y="11320"/>
                  </a:lnTo>
                  <a:lnTo>
                    <a:pt x="1243429" y="15109"/>
                  </a:lnTo>
                  <a:lnTo>
                    <a:pt x="1254057" y="19398"/>
                  </a:lnTo>
                  <a:lnTo>
                    <a:pt x="1264684" y="24214"/>
                  </a:lnTo>
                  <a:lnTo>
                    <a:pt x="1275312" y="29522"/>
                  </a:lnTo>
                  <a:lnTo>
                    <a:pt x="1285939" y="35279"/>
                  </a:lnTo>
                  <a:lnTo>
                    <a:pt x="1296567" y="41462"/>
                  </a:lnTo>
                  <a:lnTo>
                    <a:pt x="1307195" y="48044"/>
                  </a:lnTo>
                  <a:lnTo>
                    <a:pt x="1317822" y="54996"/>
                  </a:lnTo>
                  <a:lnTo>
                    <a:pt x="1328450" y="62291"/>
                  </a:lnTo>
                  <a:lnTo>
                    <a:pt x="1339077" y="69904"/>
                  </a:lnTo>
                  <a:lnTo>
                    <a:pt x="1349705" y="77815"/>
                  </a:lnTo>
                  <a:lnTo>
                    <a:pt x="1360333" y="86008"/>
                  </a:lnTo>
                  <a:lnTo>
                    <a:pt x="1370960" y="94487"/>
                  </a:lnTo>
                  <a:lnTo>
                    <a:pt x="1381588" y="103238"/>
                  </a:lnTo>
                  <a:lnTo>
                    <a:pt x="1392215" y="112234"/>
                  </a:lnTo>
                  <a:lnTo>
                    <a:pt x="1402843" y="121461"/>
                  </a:lnTo>
                  <a:lnTo>
                    <a:pt x="1413471" y="130898"/>
                  </a:lnTo>
                  <a:lnTo>
                    <a:pt x="1424098" y="140513"/>
                  </a:lnTo>
                  <a:lnTo>
                    <a:pt x="1434726" y="150269"/>
                  </a:lnTo>
                  <a:lnTo>
                    <a:pt x="1445354" y="160116"/>
                  </a:lnTo>
                  <a:lnTo>
                    <a:pt x="1455981" y="169999"/>
                  </a:lnTo>
                  <a:lnTo>
                    <a:pt x="1466609" y="179856"/>
                  </a:lnTo>
                  <a:lnTo>
                    <a:pt x="1477236" y="189611"/>
                  </a:lnTo>
                  <a:lnTo>
                    <a:pt x="1487864" y="199190"/>
                  </a:lnTo>
                  <a:lnTo>
                    <a:pt x="1498492" y="208544"/>
                  </a:lnTo>
                  <a:lnTo>
                    <a:pt x="1509119" y="217633"/>
                  </a:lnTo>
                  <a:lnTo>
                    <a:pt x="1519747" y="226428"/>
                  </a:lnTo>
                  <a:lnTo>
                    <a:pt x="1530374" y="234917"/>
                  </a:lnTo>
                  <a:lnTo>
                    <a:pt x="1541002" y="243107"/>
                  </a:lnTo>
                  <a:lnTo>
                    <a:pt x="1551630" y="251017"/>
                  </a:lnTo>
                  <a:lnTo>
                    <a:pt x="1562257" y="258684"/>
                  </a:lnTo>
                  <a:lnTo>
                    <a:pt x="1572885" y="266157"/>
                  </a:lnTo>
                  <a:lnTo>
                    <a:pt x="1583512" y="273491"/>
                  </a:lnTo>
                  <a:lnTo>
                    <a:pt x="1594140" y="280759"/>
                  </a:lnTo>
                  <a:lnTo>
                    <a:pt x="1604768" y="288036"/>
                  </a:lnTo>
                  <a:lnTo>
                    <a:pt x="1615395" y="295379"/>
                  </a:lnTo>
                  <a:lnTo>
                    <a:pt x="1626023" y="302837"/>
                  </a:lnTo>
                  <a:lnTo>
                    <a:pt x="1636650" y="310445"/>
                  </a:lnTo>
                  <a:lnTo>
                    <a:pt x="1647278" y="318224"/>
                  </a:lnTo>
                  <a:lnTo>
                    <a:pt x="1657906" y="326176"/>
                  </a:lnTo>
                  <a:lnTo>
                    <a:pt x="1668533" y="334289"/>
                  </a:lnTo>
                  <a:lnTo>
                    <a:pt x="1679161" y="342528"/>
                  </a:lnTo>
                  <a:lnTo>
                    <a:pt x="1689788" y="350845"/>
                  </a:lnTo>
                  <a:lnTo>
                    <a:pt x="1700416" y="359163"/>
                  </a:lnTo>
                  <a:lnTo>
                    <a:pt x="1711044" y="367402"/>
                  </a:lnTo>
                  <a:lnTo>
                    <a:pt x="1721671" y="375485"/>
                  </a:lnTo>
                  <a:lnTo>
                    <a:pt x="1732299" y="383341"/>
                  </a:lnTo>
                  <a:lnTo>
                    <a:pt x="1742926" y="390908"/>
                  </a:lnTo>
                  <a:lnTo>
                    <a:pt x="1753554" y="398137"/>
                  </a:lnTo>
                  <a:lnTo>
                    <a:pt x="1764182" y="404998"/>
                  </a:lnTo>
                  <a:lnTo>
                    <a:pt x="1774809" y="411478"/>
                  </a:lnTo>
                  <a:lnTo>
                    <a:pt x="1785437" y="417585"/>
                  </a:lnTo>
                  <a:lnTo>
                    <a:pt x="1796064" y="423337"/>
                  </a:lnTo>
                  <a:lnTo>
                    <a:pt x="1806692" y="428760"/>
                  </a:lnTo>
                  <a:lnTo>
                    <a:pt x="1817320" y="433947"/>
                  </a:lnTo>
                  <a:lnTo>
                    <a:pt x="1827947" y="438954"/>
                  </a:lnTo>
                  <a:lnTo>
                    <a:pt x="1838575" y="443841"/>
                  </a:lnTo>
                  <a:lnTo>
                    <a:pt x="1849202" y="448658"/>
                  </a:lnTo>
                  <a:lnTo>
                    <a:pt x="1859830" y="453447"/>
                  </a:lnTo>
                  <a:lnTo>
                    <a:pt x="1870458" y="458238"/>
                  </a:lnTo>
                  <a:lnTo>
                    <a:pt x="1881085" y="463049"/>
                  </a:lnTo>
                  <a:lnTo>
                    <a:pt x="1891713" y="467883"/>
                  </a:lnTo>
                  <a:lnTo>
                    <a:pt x="1902340" y="472729"/>
                  </a:lnTo>
                  <a:lnTo>
                    <a:pt x="1912968" y="477560"/>
                  </a:lnTo>
                  <a:lnTo>
                    <a:pt x="1923596" y="482339"/>
                  </a:lnTo>
                  <a:lnTo>
                    <a:pt x="1934223" y="487029"/>
                  </a:lnTo>
                  <a:lnTo>
                    <a:pt x="1944851" y="491589"/>
                  </a:lnTo>
                  <a:lnTo>
                    <a:pt x="1955478" y="495978"/>
                  </a:lnTo>
                  <a:lnTo>
                    <a:pt x="1966106" y="500162"/>
                  </a:lnTo>
                  <a:lnTo>
                    <a:pt x="1976734" y="504107"/>
                  </a:lnTo>
                  <a:lnTo>
                    <a:pt x="1987361" y="507791"/>
                  </a:lnTo>
                  <a:lnTo>
                    <a:pt x="1997989" y="511195"/>
                  </a:lnTo>
                  <a:lnTo>
                    <a:pt x="2008616" y="514312"/>
                  </a:lnTo>
                  <a:lnTo>
                    <a:pt x="2019244" y="517108"/>
                  </a:lnTo>
                  <a:lnTo>
                    <a:pt x="2029872" y="519629"/>
                  </a:lnTo>
                  <a:lnTo>
                    <a:pt x="2040499" y="521894"/>
                  </a:lnTo>
                  <a:lnTo>
                    <a:pt x="2051127" y="523926"/>
                  </a:lnTo>
                  <a:lnTo>
                    <a:pt x="2061754" y="525753"/>
                  </a:lnTo>
                  <a:lnTo>
                    <a:pt x="2072382" y="527405"/>
                  </a:lnTo>
                  <a:lnTo>
                    <a:pt x="2083010" y="528913"/>
                  </a:lnTo>
                  <a:lnTo>
                    <a:pt x="2093637" y="530310"/>
                  </a:lnTo>
                  <a:lnTo>
                    <a:pt x="2104265" y="531624"/>
                  </a:lnTo>
                  <a:lnTo>
                    <a:pt x="2114892" y="532885"/>
                  </a:lnTo>
                  <a:lnTo>
                    <a:pt x="2125520" y="534118"/>
                  </a:lnTo>
                  <a:lnTo>
                    <a:pt x="2136148" y="535350"/>
                  </a:lnTo>
                  <a:lnTo>
                    <a:pt x="2146775" y="536595"/>
                  </a:lnTo>
                  <a:lnTo>
                    <a:pt x="2157403" y="537864"/>
                  </a:lnTo>
                  <a:lnTo>
                    <a:pt x="2168031" y="539162"/>
                  </a:lnTo>
                  <a:lnTo>
                    <a:pt x="2178658" y="540491"/>
                  </a:lnTo>
                  <a:lnTo>
                    <a:pt x="2189286" y="541846"/>
                  </a:lnTo>
                  <a:lnTo>
                    <a:pt x="2199913" y="543218"/>
                  </a:lnTo>
                  <a:lnTo>
                    <a:pt x="2210541" y="544596"/>
                  </a:lnTo>
                  <a:lnTo>
                    <a:pt x="2221169" y="545965"/>
                  </a:lnTo>
                  <a:lnTo>
                    <a:pt x="2231796" y="547303"/>
                  </a:lnTo>
                  <a:lnTo>
                    <a:pt x="2242424" y="548592"/>
                  </a:lnTo>
                  <a:lnTo>
                    <a:pt x="2253051" y="549817"/>
                  </a:lnTo>
                  <a:lnTo>
                    <a:pt x="2263679" y="550963"/>
                  </a:lnTo>
                  <a:lnTo>
                    <a:pt x="2274307" y="552019"/>
                  </a:lnTo>
                  <a:lnTo>
                    <a:pt x="2284934" y="552977"/>
                  </a:lnTo>
                  <a:lnTo>
                    <a:pt x="2295562" y="553834"/>
                  </a:lnTo>
                  <a:lnTo>
                    <a:pt x="2306189" y="554591"/>
                  </a:lnTo>
                  <a:lnTo>
                    <a:pt x="2316817" y="555253"/>
                  </a:lnTo>
                  <a:lnTo>
                    <a:pt x="2327445" y="555830"/>
                  </a:lnTo>
                  <a:lnTo>
                    <a:pt x="2338072" y="556329"/>
                  </a:lnTo>
                  <a:lnTo>
                    <a:pt x="2348700" y="556773"/>
                  </a:lnTo>
                  <a:lnTo>
                    <a:pt x="2359327" y="557181"/>
                  </a:lnTo>
                  <a:lnTo>
                    <a:pt x="2369955" y="557569"/>
                  </a:lnTo>
                  <a:lnTo>
                    <a:pt x="2380583" y="557951"/>
                  </a:lnTo>
                  <a:lnTo>
                    <a:pt x="2391210" y="558339"/>
                  </a:lnTo>
                  <a:lnTo>
                    <a:pt x="2401838" y="558741"/>
                  </a:lnTo>
                  <a:lnTo>
                    <a:pt x="2412465" y="559162"/>
                  </a:lnTo>
                  <a:lnTo>
                    <a:pt x="2423093" y="559602"/>
                  </a:lnTo>
                  <a:lnTo>
                    <a:pt x="2433721" y="560060"/>
                  </a:lnTo>
                  <a:lnTo>
                    <a:pt x="2444348" y="560529"/>
                  </a:lnTo>
                  <a:lnTo>
                    <a:pt x="2454976" y="561000"/>
                  </a:lnTo>
                  <a:lnTo>
                    <a:pt x="2465603" y="561462"/>
                  </a:lnTo>
                </a:path>
              </a:pathLst>
            </a:custGeom>
            <a:ln w="758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15627486" y="8057105"/>
              <a:ext cx="2125520" cy="690097"/>
            </a:xfrm>
            <a:custGeom>
              <a:avLst/>
              <a:pathLst>
                <a:path w="2125520" h="690097">
                  <a:moveTo>
                    <a:pt x="0" y="687203"/>
                  </a:moveTo>
                  <a:lnTo>
                    <a:pt x="10627" y="686990"/>
                  </a:lnTo>
                  <a:lnTo>
                    <a:pt x="21255" y="686767"/>
                  </a:lnTo>
                  <a:lnTo>
                    <a:pt x="31882" y="686533"/>
                  </a:lnTo>
                  <a:lnTo>
                    <a:pt x="42510" y="686287"/>
                  </a:lnTo>
                  <a:lnTo>
                    <a:pt x="53138" y="686029"/>
                  </a:lnTo>
                  <a:lnTo>
                    <a:pt x="63765" y="685756"/>
                  </a:lnTo>
                  <a:lnTo>
                    <a:pt x="74393" y="685466"/>
                  </a:lnTo>
                  <a:lnTo>
                    <a:pt x="85020" y="685155"/>
                  </a:lnTo>
                  <a:lnTo>
                    <a:pt x="95648" y="684819"/>
                  </a:lnTo>
                  <a:lnTo>
                    <a:pt x="106276" y="684451"/>
                  </a:lnTo>
                  <a:lnTo>
                    <a:pt x="116903" y="684042"/>
                  </a:lnTo>
                  <a:lnTo>
                    <a:pt x="127531" y="683580"/>
                  </a:lnTo>
                  <a:lnTo>
                    <a:pt x="138158" y="683046"/>
                  </a:lnTo>
                  <a:lnTo>
                    <a:pt x="148786" y="682431"/>
                  </a:lnTo>
                  <a:lnTo>
                    <a:pt x="159414" y="681720"/>
                  </a:lnTo>
                  <a:lnTo>
                    <a:pt x="170041" y="680898"/>
                  </a:lnTo>
                  <a:lnTo>
                    <a:pt x="180669" y="679953"/>
                  </a:lnTo>
                  <a:lnTo>
                    <a:pt x="191296" y="678872"/>
                  </a:lnTo>
                  <a:lnTo>
                    <a:pt x="201924" y="677644"/>
                  </a:lnTo>
                  <a:lnTo>
                    <a:pt x="212552" y="676260"/>
                  </a:lnTo>
                  <a:lnTo>
                    <a:pt x="223179" y="674716"/>
                  </a:lnTo>
                  <a:lnTo>
                    <a:pt x="233807" y="673005"/>
                  </a:lnTo>
                  <a:lnTo>
                    <a:pt x="244434" y="671115"/>
                  </a:lnTo>
                  <a:lnTo>
                    <a:pt x="255062" y="669067"/>
                  </a:lnTo>
                  <a:lnTo>
                    <a:pt x="265690" y="666868"/>
                  </a:lnTo>
                  <a:lnTo>
                    <a:pt x="276317" y="664528"/>
                  </a:lnTo>
                  <a:lnTo>
                    <a:pt x="286945" y="662055"/>
                  </a:lnTo>
                  <a:lnTo>
                    <a:pt x="297572" y="659458"/>
                  </a:lnTo>
                  <a:lnTo>
                    <a:pt x="308200" y="656743"/>
                  </a:lnTo>
                  <a:lnTo>
                    <a:pt x="318828" y="653915"/>
                  </a:lnTo>
                  <a:lnTo>
                    <a:pt x="329455" y="650972"/>
                  </a:lnTo>
                  <a:lnTo>
                    <a:pt x="340083" y="647911"/>
                  </a:lnTo>
                  <a:lnTo>
                    <a:pt x="350710" y="644703"/>
                  </a:lnTo>
                  <a:lnTo>
                    <a:pt x="361338" y="641348"/>
                  </a:lnTo>
                  <a:lnTo>
                    <a:pt x="371966" y="637826"/>
                  </a:lnTo>
                  <a:lnTo>
                    <a:pt x="382593" y="634118"/>
                  </a:lnTo>
                  <a:lnTo>
                    <a:pt x="393221" y="630204"/>
                  </a:lnTo>
                  <a:lnTo>
                    <a:pt x="403848" y="626067"/>
                  </a:lnTo>
                  <a:lnTo>
                    <a:pt x="414476" y="621691"/>
                  </a:lnTo>
                  <a:lnTo>
                    <a:pt x="425104" y="617065"/>
                  </a:lnTo>
                  <a:lnTo>
                    <a:pt x="435731" y="612183"/>
                  </a:lnTo>
                  <a:lnTo>
                    <a:pt x="446359" y="607044"/>
                  </a:lnTo>
                  <a:lnTo>
                    <a:pt x="456986" y="601619"/>
                  </a:lnTo>
                  <a:lnTo>
                    <a:pt x="467614" y="595941"/>
                  </a:lnTo>
                  <a:lnTo>
                    <a:pt x="478242" y="590016"/>
                  </a:lnTo>
                  <a:lnTo>
                    <a:pt x="488869" y="583847"/>
                  </a:lnTo>
                  <a:lnTo>
                    <a:pt x="499497" y="577433"/>
                  </a:lnTo>
                  <a:lnTo>
                    <a:pt x="510124" y="570769"/>
                  </a:lnTo>
                  <a:lnTo>
                    <a:pt x="520752" y="563845"/>
                  </a:lnTo>
                  <a:lnTo>
                    <a:pt x="531380" y="556645"/>
                  </a:lnTo>
                  <a:lnTo>
                    <a:pt x="542007" y="549148"/>
                  </a:lnTo>
                  <a:lnTo>
                    <a:pt x="552635" y="541329"/>
                  </a:lnTo>
                  <a:lnTo>
                    <a:pt x="563262" y="533123"/>
                  </a:lnTo>
                  <a:lnTo>
                    <a:pt x="573890" y="524528"/>
                  </a:lnTo>
                  <a:lnTo>
                    <a:pt x="584518" y="515530"/>
                  </a:lnTo>
                  <a:lnTo>
                    <a:pt x="595145" y="506117"/>
                  </a:lnTo>
                  <a:lnTo>
                    <a:pt x="605773" y="496286"/>
                  </a:lnTo>
                  <a:lnTo>
                    <a:pt x="616400" y="486047"/>
                  </a:lnTo>
                  <a:lnTo>
                    <a:pt x="627028" y="475426"/>
                  </a:lnTo>
                  <a:lnTo>
                    <a:pt x="637656" y="464462"/>
                  </a:lnTo>
                  <a:lnTo>
                    <a:pt x="648283" y="453207"/>
                  </a:lnTo>
                  <a:lnTo>
                    <a:pt x="658911" y="441723"/>
                  </a:lnTo>
                  <a:lnTo>
                    <a:pt x="669538" y="430074"/>
                  </a:lnTo>
                  <a:lnTo>
                    <a:pt x="680166" y="418352"/>
                  </a:lnTo>
                  <a:lnTo>
                    <a:pt x="690794" y="406622"/>
                  </a:lnTo>
                  <a:lnTo>
                    <a:pt x="701421" y="394933"/>
                  </a:lnTo>
                  <a:lnTo>
                    <a:pt x="712049" y="383314"/>
                  </a:lnTo>
                  <a:lnTo>
                    <a:pt x="722677" y="371771"/>
                  </a:lnTo>
                  <a:lnTo>
                    <a:pt x="733304" y="360289"/>
                  </a:lnTo>
                  <a:lnTo>
                    <a:pt x="743932" y="348826"/>
                  </a:lnTo>
                  <a:lnTo>
                    <a:pt x="754559" y="337321"/>
                  </a:lnTo>
                  <a:lnTo>
                    <a:pt x="765187" y="325692"/>
                  </a:lnTo>
                  <a:lnTo>
                    <a:pt x="775815" y="313817"/>
                  </a:lnTo>
                  <a:lnTo>
                    <a:pt x="786442" y="301587"/>
                  </a:lnTo>
                  <a:lnTo>
                    <a:pt x="797070" y="288916"/>
                  </a:lnTo>
                  <a:lnTo>
                    <a:pt x="807697" y="275726"/>
                  </a:lnTo>
                  <a:lnTo>
                    <a:pt x="818325" y="261957"/>
                  </a:lnTo>
                  <a:lnTo>
                    <a:pt x="828953" y="247578"/>
                  </a:lnTo>
                  <a:lnTo>
                    <a:pt x="839580" y="232590"/>
                  </a:lnTo>
                  <a:lnTo>
                    <a:pt x="850208" y="217027"/>
                  </a:lnTo>
                  <a:lnTo>
                    <a:pt x="860835" y="200957"/>
                  </a:lnTo>
                  <a:lnTo>
                    <a:pt x="871463" y="184484"/>
                  </a:lnTo>
                  <a:lnTo>
                    <a:pt x="882091" y="167737"/>
                  </a:lnTo>
                  <a:lnTo>
                    <a:pt x="892718" y="150914"/>
                  </a:lnTo>
                  <a:lnTo>
                    <a:pt x="903346" y="134214"/>
                  </a:lnTo>
                  <a:lnTo>
                    <a:pt x="913973" y="117826"/>
                  </a:lnTo>
                  <a:lnTo>
                    <a:pt x="924601" y="101937"/>
                  </a:lnTo>
                  <a:lnTo>
                    <a:pt x="935229" y="86731"/>
                  </a:lnTo>
                  <a:lnTo>
                    <a:pt x="945856" y="72377"/>
                  </a:lnTo>
                  <a:lnTo>
                    <a:pt x="956484" y="59027"/>
                  </a:lnTo>
                  <a:lnTo>
                    <a:pt x="967111" y="46814"/>
                  </a:lnTo>
                  <a:lnTo>
                    <a:pt x="977739" y="35849"/>
                  </a:lnTo>
                  <a:lnTo>
                    <a:pt x="988367" y="26302"/>
                  </a:lnTo>
                  <a:lnTo>
                    <a:pt x="998994" y="18262"/>
                  </a:lnTo>
                  <a:lnTo>
                    <a:pt x="1009622" y="11676"/>
                  </a:lnTo>
                  <a:lnTo>
                    <a:pt x="1020249" y="6562"/>
                  </a:lnTo>
                  <a:lnTo>
                    <a:pt x="1030877" y="2922"/>
                  </a:lnTo>
                  <a:lnTo>
                    <a:pt x="1041505" y="743"/>
                  </a:lnTo>
                  <a:lnTo>
                    <a:pt x="1052132" y="0"/>
                  </a:lnTo>
                  <a:lnTo>
                    <a:pt x="1062760" y="651"/>
                  </a:lnTo>
                  <a:lnTo>
                    <a:pt x="1073387" y="2645"/>
                  </a:lnTo>
                  <a:lnTo>
                    <a:pt x="1084015" y="5920"/>
                  </a:lnTo>
                  <a:lnTo>
                    <a:pt x="1094643" y="10454"/>
                  </a:lnTo>
                  <a:lnTo>
                    <a:pt x="1105270" y="16180"/>
                  </a:lnTo>
                  <a:lnTo>
                    <a:pt x="1115898" y="22910"/>
                  </a:lnTo>
                  <a:lnTo>
                    <a:pt x="1126525" y="30544"/>
                  </a:lnTo>
                  <a:lnTo>
                    <a:pt x="1137153" y="38980"/>
                  </a:lnTo>
                  <a:lnTo>
                    <a:pt x="1147781" y="48113"/>
                  </a:lnTo>
                  <a:lnTo>
                    <a:pt x="1158408" y="57845"/>
                  </a:lnTo>
                  <a:lnTo>
                    <a:pt x="1169036" y="68082"/>
                  </a:lnTo>
                  <a:lnTo>
                    <a:pt x="1179663" y="78742"/>
                  </a:lnTo>
                  <a:lnTo>
                    <a:pt x="1190291" y="89752"/>
                  </a:lnTo>
                  <a:lnTo>
                    <a:pt x="1200919" y="101064"/>
                  </a:lnTo>
                  <a:lnTo>
                    <a:pt x="1211546" y="112644"/>
                  </a:lnTo>
                  <a:lnTo>
                    <a:pt x="1222174" y="124441"/>
                  </a:lnTo>
                  <a:lnTo>
                    <a:pt x="1232801" y="136438"/>
                  </a:lnTo>
                  <a:lnTo>
                    <a:pt x="1243429" y="148621"/>
                  </a:lnTo>
                  <a:lnTo>
                    <a:pt x="1254057" y="160977"/>
                  </a:lnTo>
                  <a:lnTo>
                    <a:pt x="1264684" y="173485"/>
                  </a:lnTo>
                  <a:lnTo>
                    <a:pt x="1275312" y="186119"/>
                  </a:lnTo>
                  <a:lnTo>
                    <a:pt x="1285939" y="198844"/>
                  </a:lnTo>
                  <a:lnTo>
                    <a:pt x="1296567" y="211615"/>
                  </a:lnTo>
                  <a:lnTo>
                    <a:pt x="1307195" y="224380"/>
                  </a:lnTo>
                  <a:lnTo>
                    <a:pt x="1317822" y="237070"/>
                  </a:lnTo>
                  <a:lnTo>
                    <a:pt x="1328450" y="249638"/>
                  </a:lnTo>
                  <a:lnTo>
                    <a:pt x="1339077" y="262043"/>
                  </a:lnTo>
                  <a:lnTo>
                    <a:pt x="1349705" y="274261"/>
                  </a:lnTo>
                  <a:lnTo>
                    <a:pt x="1360333" y="286282"/>
                  </a:lnTo>
                  <a:lnTo>
                    <a:pt x="1370960" y="298110"/>
                  </a:lnTo>
                  <a:lnTo>
                    <a:pt x="1381588" y="309766"/>
                  </a:lnTo>
                  <a:lnTo>
                    <a:pt x="1392215" y="321278"/>
                  </a:lnTo>
                  <a:lnTo>
                    <a:pt x="1402843" y="332680"/>
                  </a:lnTo>
                  <a:lnTo>
                    <a:pt x="1413471" y="344008"/>
                  </a:lnTo>
                  <a:lnTo>
                    <a:pt x="1424098" y="355289"/>
                  </a:lnTo>
                  <a:lnTo>
                    <a:pt x="1434726" y="366544"/>
                  </a:lnTo>
                  <a:lnTo>
                    <a:pt x="1445354" y="377773"/>
                  </a:lnTo>
                  <a:lnTo>
                    <a:pt x="1455981" y="388960"/>
                  </a:lnTo>
                  <a:lnTo>
                    <a:pt x="1466609" y="400077"/>
                  </a:lnTo>
                  <a:lnTo>
                    <a:pt x="1477236" y="411086"/>
                  </a:lnTo>
                  <a:lnTo>
                    <a:pt x="1487864" y="421943"/>
                  </a:lnTo>
                  <a:lnTo>
                    <a:pt x="1498492" y="432601"/>
                  </a:lnTo>
                  <a:lnTo>
                    <a:pt x="1509119" y="443017"/>
                  </a:lnTo>
                  <a:lnTo>
                    <a:pt x="1519747" y="453152"/>
                  </a:lnTo>
                  <a:lnTo>
                    <a:pt x="1530374" y="462938"/>
                  </a:lnTo>
                  <a:lnTo>
                    <a:pt x="1541002" y="472399"/>
                  </a:lnTo>
                  <a:lnTo>
                    <a:pt x="1551630" y="481536"/>
                  </a:lnTo>
                  <a:lnTo>
                    <a:pt x="1562257" y="490361"/>
                  </a:lnTo>
                  <a:lnTo>
                    <a:pt x="1572885" y="498896"/>
                  </a:lnTo>
                  <a:lnTo>
                    <a:pt x="1583512" y="507170"/>
                  </a:lnTo>
                  <a:lnTo>
                    <a:pt x="1594140" y="515213"/>
                  </a:lnTo>
                  <a:lnTo>
                    <a:pt x="1604768" y="523059"/>
                  </a:lnTo>
                  <a:lnTo>
                    <a:pt x="1615395" y="530739"/>
                  </a:lnTo>
                  <a:lnTo>
                    <a:pt x="1626023" y="538281"/>
                  </a:lnTo>
                  <a:lnTo>
                    <a:pt x="1636650" y="545694"/>
                  </a:lnTo>
                  <a:lnTo>
                    <a:pt x="1647278" y="553005"/>
                  </a:lnTo>
                  <a:lnTo>
                    <a:pt x="1657906" y="560218"/>
                  </a:lnTo>
                  <a:lnTo>
                    <a:pt x="1668533" y="567331"/>
                  </a:lnTo>
                  <a:lnTo>
                    <a:pt x="1679161" y="574333"/>
                  </a:lnTo>
                  <a:lnTo>
                    <a:pt x="1689788" y="581211"/>
                  </a:lnTo>
                  <a:lnTo>
                    <a:pt x="1700416" y="587946"/>
                  </a:lnTo>
                  <a:lnTo>
                    <a:pt x="1711044" y="594518"/>
                  </a:lnTo>
                  <a:lnTo>
                    <a:pt x="1721671" y="600905"/>
                  </a:lnTo>
                  <a:lnTo>
                    <a:pt x="1732299" y="607085"/>
                  </a:lnTo>
                  <a:lnTo>
                    <a:pt x="1742926" y="613012"/>
                  </a:lnTo>
                  <a:lnTo>
                    <a:pt x="1753554" y="618681"/>
                  </a:lnTo>
                  <a:lnTo>
                    <a:pt x="1764182" y="624081"/>
                  </a:lnTo>
                  <a:lnTo>
                    <a:pt x="1774809" y="629201"/>
                  </a:lnTo>
                  <a:lnTo>
                    <a:pt x="1785437" y="634031"/>
                  </a:lnTo>
                  <a:lnTo>
                    <a:pt x="1796064" y="638566"/>
                  </a:lnTo>
                  <a:lnTo>
                    <a:pt x="1806692" y="642803"/>
                  </a:lnTo>
                  <a:lnTo>
                    <a:pt x="1817320" y="646745"/>
                  </a:lnTo>
                  <a:lnTo>
                    <a:pt x="1827947" y="650395"/>
                  </a:lnTo>
                  <a:lnTo>
                    <a:pt x="1838575" y="653763"/>
                  </a:lnTo>
                  <a:lnTo>
                    <a:pt x="1849202" y="656837"/>
                  </a:lnTo>
                  <a:lnTo>
                    <a:pt x="1859830" y="659648"/>
                  </a:lnTo>
                  <a:lnTo>
                    <a:pt x="1870458" y="662222"/>
                  </a:lnTo>
                  <a:lnTo>
                    <a:pt x="1881085" y="664577"/>
                  </a:lnTo>
                  <a:lnTo>
                    <a:pt x="1891713" y="666732"/>
                  </a:lnTo>
                  <a:lnTo>
                    <a:pt x="1902340" y="668705"/>
                  </a:lnTo>
                  <a:lnTo>
                    <a:pt x="1912968" y="670514"/>
                  </a:lnTo>
                  <a:lnTo>
                    <a:pt x="1923596" y="672176"/>
                  </a:lnTo>
                  <a:lnTo>
                    <a:pt x="1934223" y="673703"/>
                  </a:lnTo>
                  <a:lnTo>
                    <a:pt x="1944851" y="675110"/>
                  </a:lnTo>
                  <a:lnTo>
                    <a:pt x="1955478" y="676399"/>
                  </a:lnTo>
                  <a:lnTo>
                    <a:pt x="1966106" y="677580"/>
                  </a:lnTo>
                  <a:lnTo>
                    <a:pt x="1976734" y="678667"/>
                  </a:lnTo>
                  <a:lnTo>
                    <a:pt x="1987361" y="679663"/>
                  </a:lnTo>
                  <a:lnTo>
                    <a:pt x="1997989" y="680574"/>
                  </a:lnTo>
                  <a:lnTo>
                    <a:pt x="2008616" y="681404"/>
                  </a:lnTo>
                  <a:lnTo>
                    <a:pt x="2019244" y="682161"/>
                  </a:lnTo>
                  <a:lnTo>
                    <a:pt x="2029872" y="682850"/>
                  </a:lnTo>
                  <a:lnTo>
                    <a:pt x="2040499" y="683481"/>
                  </a:lnTo>
                  <a:lnTo>
                    <a:pt x="2051127" y="684059"/>
                  </a:lnTo>
                  <a:lnTo>
                    <a:pt x="2061754" y="684593"/>
                  </a:lnTo>
                  <a:lnTo>
                    <a:pt x="2072382" y="685092"/>
                  </a:lnTo>
                  <a:lnTo>
                    <a:pt x="2083010" y="685564"/>
                  </a:lnTo>
                  <a:lnTo>
                    <a:pt x="2093637" y="686014"/>
                  </a:lnTo>
                  <a:lnTo>
                    <a:pt x="2104265" y="686445"/>
                  </a:lnTo>
                  <a:lnTo>
                    <a:pt x="2114892" y="686858"/>
                  </a:lnTo>
                  <a:lnTo>
                    <a:pt x="2125520" y="687253"/>
                  </a:lnTo>
                  <a:lnTo>
                    <a:pt x="2125520" y="690097"/>
                  </a:lnTo>
                  <a:lnTo>
                    <a:pt x="2114892" y="690097"/>
                  </a:lnTo>
                  <a:lnTo>
                    <a:pt x="2104265" y="690097"/>
                  </a:lnTo>
                  <a:lnTo>
                    <a:pt x="2093637" y="690097"/>
                  </a:lnTo>
                  <a:lnTo>
                    <a:pt x="2083010" y="690097"/>
                  </a:lnTo>
                  <a:lnTo>
                    <a:pt x="2072382" y="690097"/>
                  </a:lnTo>
                  <a:lnTo>
                    <a:pt x="2061754" y="690097"/>
                  </a:lnTo>
                  <a:lnTo>
                    <a:pt x="2051127" y="690097"/>
                  </a:lnTo>
                  <a:lnTo>
                    <a:pt x="2040499" y="690097"/>
                  </a:lnTo>
                  <a:lnTo>
                    <a:pt x="2029872" y="690097"/>
                  </a:lnTo>
                  <a:lnTo>
                    <a:pt x="2019244" y="690097"/>
                  </a:lnTo>
                  <a:lnTo>
                    <a:pt x="2008616" y="690097"/>
                  </a:lnTo>
                  <a:lnTo>
                    <a:pt x="1997989" y="690097"/>
                  </a:lnTo>
                  <a:lnTo>
                    <a:pt x="1987361" y="690097"/>
                  </a:lnTo>
                  <a:lnTo>
                    <a:pt x="1976734" y="690097"/>
                  </a:lnTo>
                  <a:lnTo>
                    <a:pt x="1966106" y="690097"/>
                  </a:lnTo>
                  <a:lnTo>
                    <a:pt x="1955478" y="690097"/>
                  </a:lnTo>
                  <a:lnTo>
                    <a:pt x="1944851" y="690097"/>
                  </a:lnTo>
                  <a:lnTo>
                    <a:pt x="1934223" y="690097"/>
                  </a:lnTo>
                  <a:lnTo>
                    <a:pt x="1923596" y="690097"/>
                  </a:lnTo>
                  <a:lnTo>
                    <a:pt x="1912968" y="690097"/>
                  </a:lnTo>
                  <a:lnTo>
                    <a:pt x="1902340" y="690097"/>
                  </a:lnTo>
                  <a:lnTo>
                    <a:pt x="1891713" y="690097"/>
                  </a:lnTo>
                  <a:lnTo>
                    <a:pt x="1881085" y="690097"/>
                  </a:lnTo>
                  <a:lnTo>
                    <a:pt x="1870458" y="690097"/>
                  </a:lnTo>
                  <a:lnTo>
                    <a:pt x="1859830" y="690097"/>
                  </a:lnTo>
                  <a:lnTo>
                    <a:pt x="1849202" y="690097"/>
                  </a:lnTo>
                  <a:lnTo>
                    <a:pt x="1838575" y="690097"/>
                  </a:lnTo>
                  <a:lnTo>
                    <a:pt x="1827947" y="690097"/>
                  </a:lnTo>
                  <a:lnTo>
                    <a:pt x="1817320" y="690097"/>
                  </a:lnTo>
                  <a:lnTo>
                    <a:pt x="1806692" y="690097"/>
                  </a:lnTo>
                  <a:lnTo>
                    <a:pt x="1796064" y="690097"/>
                  </a:lnTo>
                  <a:lnTo>
                    <a:pt x="1785437" y="690097"/>
                  </a:lnTo>
                  <a:lnTo>
                    <a:pt x="1774809" y="690097"/>
                  </a:lnTo>
                  <a:lnTo>
                    <a:pt x="1764182" y="690097"/>
                  </a:lnTo>
                  <a:lnTo>
                    <a:pt x="1753554" y="690097"/>
                  </a:lnTo>
                  <a:lnTo>
                    <a:pt x="1742926" y="690097"/>
                  </a:lnTo>
                  <a:lnTo>
                    <a:pt x="1732299" y="690097"/>
                  </a:lnTo>
                  <a:lnTo>
                    <a:pt x="1721671" y="690097"/>
                  </a:lnTo>
                  <a:lnTo>
                    <a:pt x="1711044" y="690097"/>
                  </a:lnTo>
                  <a:lnTo>
                    <a:pt x="1700416" y="690097"/>
                  </a:lnTo>
                  <a:lnTo>
                    <a:pt x="1689788" y="690097"/>
                  </a:lnTo>
                  <a:lnTo>
                    <a:pt x="1679161" y="690097"/>
                  </a:lnTo>
                  <a:lnTo>
                    <a:pt x="1668533" y="690097"/>
                  </a:lnTo>
                  <a:lnTo>
                    <a:pt x="1657906" y="690097"/>
                  </a:lnTo>
                  <a:lnTo>
                    <a:pt x="1647278" y="690097"/>
                  </a:lnTo>
                  <a:lnTo>
                    <a:pt x="1636650" y="690097"/>
                  </a:lnTo>
                  <a:lnTo>
                    <a:pt x="1626023" y="690097"/>
                  </a:lnTo>
                  <a:lnTo>
                    <a:pt x="1615395" y="690097"/>
                  </a:lnTo>
                  <a:lnTo>
                    <a:pt x="1604768" y="690097"/>
                  </a:lnTo>
                  <a:lnTo>
                    <a:pt x="1594140" y="690097"/>
                  </a:lnTo>
                  <a:lnTo>
                    <a:pt x="1583512" y="690097"/>
                  </a:lnTo>
                  <a:lnTo>
                    <a:pt x="1572885" y="690097"/>
                  </a:lnTo>
                  <a:lnTo>
                    <a:pt x="1562257" y="690097"/>
                  </a:lnTo>
                  <a:lnTo>
                    <a:pt x="1551630" y="690097"/>
                  </a:lnTo>
                  <a:lnTo>
                    <a:pt x="1541002" y="690097"/>
                  </a:lnTo>
                  <a:lnTo>
                    <a:pt x="1530374" y="690097"/>
                  </a:lnTo>
                  <a:lnTo>
                    <a:pt x="1519747" y="690097"/>
                  </a:lnTo>
                  <a:lnTo>
                    <a:pt x="1509119" y="690097"/>
                  </a:lnTo>
                  <a:lnTo>
                    <a:pt x="1498492" y="690097"/>
                  </a:lnTo>
                  <a:lnTo>
                    <a:pt x="1487864" y="690097"/>
                  </a:lnTo>
                  <a:lnTo>
                    <a:pt x="1477236" y="690097"/>
                  </a:lnTo>
                  <a:lnTo>
                    <a:pt x="1466609" y="690097"/>
                  </a:lnTo>
                  <a:lnTo>
                    <a:pt x="1455981" y="690097"/>
                  </a:lnTo>
                  <a:lnTo>
                    <a:pt x="1445354" y="690097"/>
                  </a:lnTo>
                  <a:lnTo>
                    <a:pt x="1434726" y="690097"/>
                  </a:lnTo>
                  <a:lnTo>
                    <a:pt x="1424098" y="690097"/>
                  </a:lnTo>
                  <a:lnTo>
                    <a:pt x="1413471" y="690097"/>
                  </a:lnTo>
                  <a:lnTo>
                    <a:pt x="1402843" y="690097"/>
                  </a:lnTo>
                  <a:lnTo>
                    <a:pt x="1392215" y="690097"/>
                  </a:lnTo>
                  <a:lnTo>
                    <a:pt x="1381588" y="690097"/>
                  </a:lnTo>
                  <a:lnTo>
                    <a:pt x="1370960" y="690097"/>
                  </a:lnTo>
                  <a:lnTo>
                    <a:pt x="1360333" y="690097"/>
                  </a:lnTo>
                  <a:lnTo>
                    <a:pt x="1349705" y="690097"/>
                  </a:lnTo>
                  <a:lnTo>
                    <a:pt x="1339077" y="690097"/>
                  </a:lnTo>
                  <a:lnTo>
                    <a:pt x="1328450" y="690097"/>
                  </a:lnTo>
                  <a:lnTo>
                    <a:pt x="1317822" y="690097"/>
                  </a:lnTo>
                  <a:lnTo>
                    <a:pt x="1307195" y="690097"/>
                  </a:lnTo>
                  <a:lnTo>
                    <a:pt x="1296567" y="690097"/>
                  </a:lnTo>
                  <a:lnTo>
                    <a:pt x="1285939" y="690097"/>
                  </a:lnTo>
                  <a:lnTo>
                    <a:pt x="1275312" y="690097"/>
                  </a:lnTo>
                  <a:lnTo>
                    <a:pt x="1264684" y="690097"/>
                  </a:lnTo>
                  <a:lnTo>
                    <a:pt x="1254057" y="690097"/>
                  </a:lnTo>
                  <a:lnTo>
                    <a:pt x="1243429" y="690097"/>
                  </a:lnTo>
                  <a:lnTo>
                    <a:pt x="1232801" y="690097"/>
                  </a:lnTo>
                  <a:lnTo>
                    <a:pt x="1222174" y="690097"/>
                  </a:lnTo>
                  <a:lnTo>
                    <a:pt x="1211546" y="690097"/>
                  </a:lnTo>
                  <a:lnTo>
                    <a:pt x="1200919" y="690097"/>
                  </a:lnTo>
                  <a:lnTo>
                    <a:pt x="1190291" y="690097"/>
                  </a:lnTo>
                  <a:lnTo>
                    <a:pt x="1179663" y="690097"/>
                  </a:lnTo>
                  <a:lnTo>
                    <a:pt x="1169036" y="690097"/>
                  </a:lnTo>
                  <a:lnTo>
                    <a:pt x="1158408" y="690097"/>
                  </a:lnTo>
                  <a:lnTo>
                    <a:pt x="1147781" y="690097"/>
                  </a:lnTo>
                  <a:lnTo>
                    <a:pt x="1137153" y="690097"/>
                  </a:lnTo>
                  <a:lnTo>
                    <a:pt x="1126525" y="690097"/>
                  </a:lnTo>
                  <a:lnTo>
                    <a:pt x="1115898" y="690097"/>
                  </a:lnTo>
                  <a:lnTo>
                    <a:pt x="1105270" y="690097"/>
                  </a:lnTo>
                  <a:lnTo>
                    <a:pt x="1094643" y="690097"/>
                  </a:lnTo>
                  <a:lnTo>
                    <a:pt x="1084015" y="690097"/>
                  </a:lnTo>
                  <a:lnTo>
                    <a:pt x="1073387" y="690097"/>
                  </a:lnTo>
                  <a:lnTo>
                    <a:pt x="1062760" y="690097"/>
                  </a:lnTo>
                  <a:lnTo>
                    <a:pt x="1052132" y="690097"/>
                  </a:lnTo>
                  <a:lnTo>
                    <a:pt x="1041505" y="690097"/>
                  </a:lnTo>
                  <a:lnTo>
                    <a:pt x="1030877" y="690097"/>
                  </a:lnTo>
                  <a:lnTo>
                    <a:pt x="1020249" y="690097"/>
                  </a:lnTo>
                  <a:lnTo>
                    <a:pt x="1009622" y="690097"/>
                  </a:lnTo>
                  <a:lnTo>
                    <a:pt x="998994" y="690097"/>
                  </a:lnTo>
                  <a:lnTo>
                    <a:pt x="988367" y="690097"/>
                  </a:lnTo>
                  <a:lnTo>
                    <a:pt x="977739" y="690097"/>
                  </a:lnTo>
                  <a:lnTo>
                    <a:pt x="967111" y="690097"/>
                  </a:lnTo>
                  <a:lnTo>
                    <a:pt x="956484" y="690097"/>
                  </a:lnTo>
                  <a:lnTo>
                    <a:pt x="945856" y="690097"/>
                  </a:lnTo>
                  <a:lnTo>
                    <a:pt x="935229" y="690097"/>
                  </a:lnTo>
                  <a:lnTo>
                    <a:pt x="924601" y="690097"/>
                  </a:lnTo>
                  <a:lnTo>
                    <a:pt x="913973" y="690097"/>
                  </a:lnTo>
                  <a:lnTo>
                    <a:pt x="903346" y="690097"/>
                  </a:lnTo>
                  <a:lnTo>
                    <a:pt x="892718" y="690097"/>
                  </a:lnTo>
                  <a:lnTo>
                    <a:pt x="882091" y="690097"/>
                  </a:lnTo>
                  <a:lnTo>
                    <a:pt x="871463" y="690097"/>
                  </a:lnTo>
                  <a:lnTo>
                    <a:pt x="860835" y="690097"/>
                  </a:lnTo>
                  <a:lnTo>
                    <a:pt x="850208" y="690097"/>
                  </a:lnTo>
                  <a:lnTo>
                    <a:pt x="839580" y="690097"/>
                  </a:lnTo>
                  <a:lnTo>
                    <a:pt x="828953" y="690097"/>
                  </a:lnTo>
                  <a:lnTo>
                    <a:pt x="818325" y="690097"/>
                  </a:lnTo>
                  <a:lnTo>
                    <a:pt x="807697" y="690097"/>
                  </a:lnTo>
                  <a:lnTo>
                    <a:pt x="797070" y="690097"/>
                  </a:lnTo>
                  <a:lnTo>
                    <a:pt x="786442" y="690097"/>
                  </a:lnTo>
                  <a:lnTo>
                    <a:pt x="775815" y="690097"/>
                  </a:lnTo>
                  <a:lnTo>
                    <a:pt x="765187" y="690097"/>
                  </a:lnTo>
                  <a:lnTo>
                    <a:pt x="754559" y="690097"/>
                  </a:lnTo>
                  <a:lnTo>
                    <a:pt x="743932" y="690097"/>
                  </a:lnTo>
                  <a:lnTo>
                    <a:pt x="733304" y="690097"/>
                  </a:lnTo>
                  <a:lnTo>
                    <a:pt x="722677" y="690097"/>
                  </a:lnTo>
                  <a:lnTo>
                    <a:pt x="712049" y="690097"/>
                  </a:lnTo>
                  <a:lnTo>
                    <a:pt x="701421" y="690097"/>
                  </a:lnTo>
                  <a:lnTo>
                    <a:pt x="690794" y="690097"/>
                  </a:lnTo>
                  <a:lnTo>
                    <a:pt x="680166" y="690097"/>
                  </a:lnTo>
                  <a:lnTo>
                    <a:pt x="669538" y="690097"/>
                  </a:lnTo>
                  <a:lnTo>
                    <a:pt x="658911" y="690097"/>
                  </a:lnTo>
                  <a:lnTo>
                    <a:pt x="648283" y="690097"/>
                  </a:lnTo>
                  <a:lnTo>
                    <a:pt x="637656" y="690097"/>
                  </a:lnTo>
                  <a:lnTo>
                    <a:pt x="627028" y="690097"/>
                  </a:lnTo>
                  <a:lnTo>
                    <a:pt x="616400" y="690097"/>
                  </a:lnTo>
                  <a:lnTo>
                    <a:pt x="605773" y="690097"/>
                  </a:lnTo>
                  <a:lnTo>
                    <a:pt x="595145" y="690097"/>
                  </a:lnTo>
                  <a:lnTo>
                    <a:pt x="584518" y="690097"/>
                  </a:lnTo>
                  <a:lnTo>
                    <a:pt x="573890" y="690097"/>
                  </a:lnTo>
                  <a:lnTo>
                    <a:pt x="563262" y="690097"/>
                  </a:lnTo>
                  <a:lnTo>
                    <a:pt x="552635" y="690097"/>
                  </a:lnTo>
                  <a:lnTo>
                    <a:pt x="542007" y="690097"/>
                  </a:lnTo>
                  <a:lnTo>
                    <a:pt x="531380" y="690097"/>
                  </a:lnTo>
                  <a:lnTo>
                    <a:pt x="520752" y="690097"/>
                  </a:lnTo>
                  <a:lnTo>
                    <a:pt x="510124" y="690097"/>
                  </a:lnTo>
                  <a:lnTo>
                    <a:pt x="499497" y="690097"/>
                  </a:lnTo>
                  <a:lnTo>
                    <a:pt x="488869" y="690097"/>
                  </a:lnTo>
                  <a:lnTo>
                    <a:pt x="478242" y="690097"/>
                  </a:lnTo>
                  <a:lnTo>
                    <a:pt x="467614" y="690097"/>
                  </a:lnTo>
                  <a:lnTo>
                    <a:pt x="456986" y="690097"/>
                  </a:lnTo>
                  <a:lnTo>
                    <a:pt x="446359" y="690097"/>
                  </a:lnTo>
                  <a:lnTo>
                    <a:pt x="435731" y="690097"/>
                  </a:lnTo>
                  <a:lnTo>
                    <a:pt x="425104" y="690097"/>
                  </a:lnTo>
                  <a:lnTo>
                    <a:pt x="414476" y="690097"/>
                  </a:lnTo>
                  <a:lnTo>
                    <a:pt x="403848" y="690097"/>
                  </a:lnTo>
                  <a:lnTo>
                    <a:pt x="393221" y="690097"/>
                  </a:lnTo>
                  <a:lnTo>
                    <a:pt x="382593" y="690097"/>
                  </a:lnTo>
                  <a:lnTo>
                    <a:pt x="371966" y="690097"/>
                  </a:lnTo>
                  <a:lnTo>
                    <a:pt x="361338" y="690097"/>
                  </a:lnTo>
                  <a:lnTo>
                    <a:pt x="350710" y="690097"/>
                  </a:lnTo>
                  <a:lnTo>
                    <a:pt x="340083" y="690097"/>
                  </a:lnTo>
                  <a:lnTo>
                    <a:pt x="329455" y="690097"/>
                  </a:lnTo>
                  <a:lnTo>
                    <a:pt x="318828" y="690097"/>
                  </a:lnTo>
                  <a:lnTo>
                    <a:pt x="308200" y="690097"/>
                  </a:lnTo>
                  <a:lnTo>
                    <a:pt x="297572" y="690097"/>
                  </a:lnTo>
                  <a:lnTo>
                    <a:pt x="286945" y="690097"/>
                  </a:lnTo>
                  <a:lnTo>
                    <a:pt x="276317" y="690097"/>
                  </a:lnTo>
                  <a:lnTo>
                    <a:pt x="265690" y="690097"/>
                  </a:lnTo>
                  <a:lnTo>
                    <a:pt x="255062" y="690097"/>
                  </a:lnTo>
                  <a:lnTo>
                    <a:pt x="244434" y="690097"/>
                  </a:lnTo>
                  <a:lnTo>
                    <a:pt x="233807" y="690097"/>
                  </a:lnTo>
                  <a:lnTo>
                    <a:pt x="223179" y="690097"/>
                  </a:lnTo>
                  <a:lnTo>
                    <a:pt x="212552" y="690097"/>
                  </a:lnTo>
                  <a:lnTo>
                    <a:pt x="201924" y="690097"/>
                  </a:lnTo>
                  <a:lnTo>
                    <a:pt x="191296" y="690097"/>
                  </a:lnTo>
                  <a:lnTo>
                    <a:pt x="180669" y="690097"/>
                  </a:lnTo>
                  <a:lnTo>
                    <a:pt x="170041" y="690097"/>
                  </a:lnTo>
                  <a:lnTo>
                    <a:pt x="159414" y="690097"/>
                  </a:lnTo>
                  <a:lnTo>
                    <a:pt x="148786" y="690097"/>
                  </a:lnTo>
                  <a:lnTo>
                    <a:pt x="138158" y="690097"/>
                  </a:lnTo>
                  <a:lnTo>
                    <a:pt x="127531" y="690097"/>
                  </a:lnTo>
                  <a:lnTo>
                    <a:pt x="116903" y="690097"/>
                  </a:lnTo>
                  <a:lnTo>
                    <a:pt x="106276" y="690097"/>
                  </a:lnTo>
                  <a:lnTo>
                    <a:pt x="95648" y="690097"/>
                  </a:lnTo>
                  <a:lnTo>
                    <a:pt x="85020" y="690097"/>
                  </a:lnTo>
                  <a:lnTo>
                    <a:pt x="74393" y="690097"/>
                  </a:lnTo>
                  <a:lnTo>
                    <a:pt x="63765" y="690097"/>
                  </a:lnTo>
                  <a:lnTo>
                    <a:pt x="53138" y="690097"/>
                  </a:lnTo>
                  <a:lnTo>
                    <a:pt x="42510" y="690097"/>
                  </a:lnTo>
                  <a:lnTo>
                    <a:pt x="31882" y="690097"/>
                  </a:lnTo>
                  <a:lnTo>
                    <a:pt x="21255" y="690097"/>
                  </a:lnTo>
                  <a:lnTo>
                    <a:pt x="10627" y="690097"/>
                  </a:lnTo>
                  <a:lnTo>
                    <a:pt x="0" y="690097"/>
                  </a:lnTo>
                  <a:close/>
                </a:path>
              </a:pathLst>
            </a:custGeom>
            <a:solidFill>
              <a:srgbClr val="7C3AED">
                <a:alpha val="87843"/>
              </a:srgbClr>
            </a:solidFill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15627486" y="8057105"/>
              <a:ext cx="2125520" cy="687253"/>
            </a:xfrm>
            <a:custGeom>
              <a:avLst/>
              <a:pathLst>
                <a:path w="2125520" h="687253">
                  <a:moveTo>
                    <a:pt x="0" y="687203"/>
                  </a:moveTo>
                  <a:lnTo>
                    <a:pt x="10627" y="686990"/>
                  </a:lnTo>
                  <a:lnTo>
                    <a:pt x="21255" y="686767"/>
                  </a:lnTo>
                  <a:lnTo>
                    <a:pt x="31882" y="686533"/>
                  </a:lnTo>
                  <a:lnTo>
                    <a:pt x="42510" y="686287"/>
                  </a:lnTo>
                  <a:lnTo>
                    <a:pt x="53138" y="686029"/>
                  </a:lnTo>
                  <a:lnTo>
                    <a:pt x="63765" y="685756"/>
                  </a:lnTo>
                  <a:lnTo>
                    <a:pt x="74393" y="685466"/>
                  </a:lnTo>
                  <a:lnTo>
                    <a:pt x="85020" y="685155"/>
                  </a:lnTo>
                  <a:lnTo>
                    <a:pt x="95648" y="684819"/>
                  </a:lnTo>
                  <a:lnTo>
                    <a:pt x="106276" y="684451"/>
                  </a:lnTo>
                  <a:lnTo>
                    <a:pt x="116903" y="684042"/>
                  </a:lnTo>
                  <a:lnTo>
                    <a:pt x="127531" y="683580"/>
                  </a:lnTo>
                  <a:lnTo>
                    <a:pt x="138158" y="683046"/>
                  </a:lnTo>
                  <a:lnTo>
                    <a:pt x="148786" y="682431"/>
                  </a:lnTo>
                  <a:lnTo>
                    <a:pt x="159414" y="681720"/>
                  </a:lnTo>
                  <a:lnTo>
                    <a:pt x="170041" y="680898"/>
                  </a:lnTo>
                  <a:lnTo>
                    <a:pt x="180669" y="679953"/>
                  </a:lnTo>
                  <a:lnTo>
                    <a:pt x="191296" y="678872"/>
                  </a:lnTo>
                  <a:lnTo>
                    <a:pt x="201924" y="677644"/>
                  </a:lnTo>
                  <a:lnTo>
                    <a:pt x="212552" y="676260"/>
                  </a:lnTo>
                  <a:lnTo>
                    <a:pt x="223179" y="674716"/>
                  </a:lnTo>
                  <a:lnTo>
                    <a:pt x="233807" y="673005"/>
                  </a:lnTo>
                  <a:lnTo>
                    <a:pt x="244434" y="671115"/>
                  </a:lnTo>
                  <a:lnTo>
                    <a:pt x="255062" y="669067"/>
                  </a:lnTo>
                  <a:lnTo>
                    <a:pt x="265690" y="666868"/>
                  </a:lnTo>
                  <a:lnTo>
                    <a:pt x="276317" y="664528"/>
                  </a:lnTo>
                  <a:lnTo>
                    <a:pt x="286945" y="662055"/>
                  </a:lnTo>
                  <a:lnTo>
                    <a:pt x="297572" y="659458"/>
                  </a:lnTo>
                  <a:lnTo>
                    <a:pt x="308200" y="656743"/>
                  </a:lnTo>
                  <a:lnTo>
                    <a:pt x="318828" y="653915"/>
                  </a:lnTo>
                  <a:lnTo>
                    <a:pt x="329455" y="650972"/>
                  </a:lnTo>
                  <a:lnTo>
                    <a:pt x="340083" y="647911"/>
                  </a:lnTo>
                  <a:lnTo>
                    <a:pt x="350710" y="644703"/>
                  </a:lnTo>
                  <a:lnTo>
                    <a:pt x="361338" y="641348"/>
                  </a:lnTo>
                  <a:lnTo>
                    <a:pt x="371966" y="637826"/>
                  </a:lnTo>
                  <a:lnTo>
                    <a:pt x="382593" y="634118"/>
                  </a:lnTo>
                  <a:lnTo>
                    <a:pt x="393221" y="630204"/>
                  </a:lnTo>
                  <a:lnTo>
                    <a:pt x="403848" y="626067"/>
                  </a:lnTo>
                  <a:lnTo>
                    <a:pt x="414476" y="621691"/>
                  </a:lnTo>
                  <a:lnTo>
                    <a:pt x="425104" y="617065"/>
                  </a:lnTo>
                  <a:lnTo>
                    <a:pt x="435731" y="612183"/>
                  </a:lnTo>
                  <a:lnTo>
                    <a:pt x="446359" y="607044"/>
                  </a:lnTo>
                  <a:lnTo>
                    <a:pt x="456986" y="601619"/>
                  </a:lnTo>
                  <a:lnTo>
                    <a:pt x="467614" y="595941"/>
                  </a:lnTo>
                  <a:lnTo>
                    <a:pt x="478242" y="590016"/>
                  </a:lnTo>
                  <a:lnTo>
                    <a:pt x="488869" y="583847"/>
                  </a:lnTo>
                  <a:lnTo>
                    <a:pt x="499497" y="577433"/>
                  </a:lnTo>
                  <a:lnTo>
                    <a:pt x="510124" y="570769"/>
                  </a:lnTo>
                  <a:lnTo>
                    <a:pt x="520752" y="563845"/>
                  </a:lnTo>
                  <a:lnTo>
                    <a:pt x="531380" y="556645"/>
                  </a:lnTo>
                  <a:lnTo>
                    <a:pt x="542007" y="549148"/>
                  </a:lnTo>
                  <a:lnTo>
                    <a:pt x="552635" y="541329"/>
                  </a:lnTo>
                  <a:lnTo>
                    <a:pt x="563262" y="533123"/>
                  </a:lnTo>
                  <a:lnTo>
                    <a:pt x="573890" y="524528"/>
                  </a:lnTo>
                  <a:lnTo>
                    <a:pt x="584518" y="515530"/>
                  </a:lnTo>
                  <a:lnTo>
                    <a:pt x="595145" y="506117"/>
                  </a:lnTo>
                  <a:lnTo>
                    <a:pt x="605773" y="496286"/>
                  </a:lnTo>
                  <a:lnTo>
                    <a:pt x="616400" y="486047"/>
                  </a:lnTo>
                  <a:lnTo>
                    <a:pt x="627028" y="475426"/>
                  </a:lnTo>
                  <a:lnTo>
                    <a:pt x="637656" y="464462"/>
                  </a:lnTo>
                  <a:lnTo>
                    <a:pt x="648283" y="453207"/>
                  </a:lnTo>
                  <a:lnTo>
                    <a:pt x="658911" y="441723"/>
                  </a:lnTo>
                  <a:lnTo>
                    <a:pt x="669538" y="430074"/>
                  </a:lnTo>
                  <a:lnTo>
                    <a:pt x="680166" y="418352"/>
                  </a:lnTo>
                  <a:lnTo>
                    <a:pt x="690794" y="406622"/>
                  </a:lnTo>
                  <a:lnTo>
                    <a:pt x="701421" y="394933"/>
                  </a:lnTo>
                  <a:lnTo>
                    <a:pt x="712049" y="383314"/>
                  </a:lnTo>
                  <a:lnTo>
                    <a:pt x="722677" y="371771"/>
                  </a:lnTo>
                  <a:lnTo>
                    <a:pt x="733304" y="360289"/>
                  </a:lnTo>
                  <a:lnTo>
                    <a:pt x="743932" y="348826"/>
                  </a:lnTo>
                  <a:lnTo>
                    <a:pt x="754559" y="337321"/>
                  </a:lnTo>
                  <a:lnTo>
                    <a:pt x="765187" y="325692"/>
                  </a:lnTo>
                  <a:lnTo>
                    <a:pt x="775815" y="313817"/>
                  </a:lnTo>
                  <a:lnTo>
                    <a:pt x="786442" y="301587"/>
                  </a:lnTo>
                  <a:lnTo>
                    <a:pt x="797070" y="288916"/>
                  </a:lnTo>
                  <a:lnTo>
                    <a:pt x="807697" y="275726"/>
                  </a:lnTo>
                  <a:lnTo>
                    <a:pt x="818325" y="261957"/>
                  </a:lnTo>
                  <a:lnTo>
                    <a:pt x="828953" y="247578"/>
                  </a:lnTo>
                  <a:lnTo>
                    <a:pt x="839580" y="232590"/>
                  </a:lnTo>
                  <a:lnTo>
                    <a:pt x="850208" y="217027"/>
                  </a:lnTo>
                  <a:lnTo>
                    <a:pt x="860835" y="200957"/>
                  </a:lnTo>
                  <a:lnTo>
                    <a:pt x="871463" y="184484"/>
                  </a:lnTo>
                  <a:lnTo>
                    <a:pt x="882091" y="167737"/>
                  </a:lnTo>
                  <a:lnTo>
                    <a:pt x="892718" y="150914"/>
                  </a:lnTo>
                  <a:lnTo>
                    <a:pt x="903346" y="134214"/>
                  </a:lnTo>
                  <a:lnTo>
                    <a:pt x="913973" y="117826"/>
                  </a:lnTo>
                  <a:lnTo>
                    <a:pt x="924601" y="101937"/>
                  </a:lnTo>
                  <a:lnTo>
                    <a:pt x="935229" y="86731"/>
                  </a:lnTo>
                  <a:lnTo>
                    <a:pt x="945856" y="72377"/>
                  </a:lnTo>
                  <a:lnTo>
                    <a:pt x="956484" y="59027"/>
                  </a:lnTo>
                  <a:lnTo>
                    <a:pt x="967111" y="46814"/>
                  </a:lnTo>
                  <a:lnTo>
                    <a:pt x="977739" y="35849"/>
                  </a:lnTo>
                  <a:lnTo>
                    <a:pt x="988367" y="26302"/>
                  </a:lnTo>
                  <a:lnTo>
                    <a:pt x="998994" y="18262"/>
                  </a:lnTo>
                  <a:lnTo>
                    <a:pt x="1009622" y="11676"/>
                  </a:lnTo>
                  <a:lnTo>
                    <a:pt x="1020249" y="6562"/>
                  </a:lnTo>
                  <a:lnTo>
                    <a:pt x="1030877" y="2922"/>
                  </a:lnTo>
                  <a:lnTo>
                    <a:pt x="1041505" y="743"/>
                  </a:lnTo>
                  <a:lnTo>
                    <a:pt x="1052132" y="0"/>
                  </a:lnTo>
                  <a:lnTo>
                    <a:pt x="1062760" y="651"/>
                  </a:lnTo>
                  <a:lnTo>
                    <a:pt x="1073387" y="2645"/>
                  </a:lnTo>
                  <a:lnTo>
                    <a:pt x="1084015" y="5920"/>
                  </a:lnTo>
                  <a:lnTo>
                    <a:pt x="1094643" y="10454"/>
                  </a:lnTo>
                  <a:lnTo>
                    <a:pt x="1105270" y="16180"/>
                  </a:lnTo>
                  <a:lnTo>
                    <a:pt x="1115898" y="22910"/>
                  </a:lnTo>
                  <a:lnTo>
                    <a:pt x="1126525" y="30544"/>
                  </a:lnTo>
                  <a:lnTo>
                    <a:pt x="1137153" y="38980"/>
                  </a:lnTo>
                  <a:lnTo>
                    <a:pt x="1147781" y="48113"/>
                  </a:lnTo>
                  <a:lnTo>
                    <a:pt x="1158408" y="57845"/>
                  </a:lnTo>
                  <a:lnTo>
                    <a:pt x="1169036" y="68082"/>
                  </a:lnTo>
                  <a:lnTo>
                    <a:pt x="1179663" y="78742"/>
                  </a:lnTo>
                  <a:lnTo>
                    <a:pt x="1190291" y="89752"/>
                  </a:lnTo>
                  <a:lnTo>
                    <a:pt x="1200919" y="101064"/>
                  </a:lnTo>
                  <a:lnTo>
                    <a:pt x="1211546" y="112644"/>
                  </a:lnTo>
                  <a:lnTo>
                    <a:pt x="1222174" y="124441"/>
                  </a:lnTo>
                  <a:lnTo>
                    <a:pt x="1232801" y="136438"/>
                  </a:lnTo>
                  <a:lnTo>
                    <a:pt x="1243429" y="148621"/>
                  </a:lnTo>
                  <a:lnTo>
                    <a:pt x="1254057" y="160977"/>
                  </a:lnTo>
                  <a:lnTo>
                    <a:pt x="1264684" y="173485"/>
                  </a:lnTo>
                  <a:lnTo>
                    <a:pt x="1275312" y="186119"/>
                  </a:lnTo>
                  <a:lnTo>
                    <a:pt x="1285939" y="198844"/>
                  </a:lnTo>
                  <a:lnTo>
                    <a:pt x="1296567" y="211615"/>
                  </a:lnTo>
                  <a:lnTo>
                    <a:pt x="1307195" y="224380"/>
                  </a:lnTo>
                  <a:lnTo>
                    <a:pt x="1317822" y="237070"/>
                  </a:lnTo>
                  <a:lnTo>
                    <a:pt x="1328450" y="249638"/>
                  </a:lnTo>
                  <a:lnTo>
                    <a:pt x="1339077" y="262043"/>
                  </a:lnTo>
                  <a:lnTo>
                    <a:pt x="1349705" y="274261"/>
                  </a:lnTo>
                  <a:lnTo>
                    <a:pt x="1360333" y="286282"/>
                  </a:lnTo>
                  <a:lnTo>
                    <a:pt x="1370960" y="298110"/>
                  </a:lnTo>
                  <a:lnTo>
                    <a:pt x="1381588" y="309766"/>
                  </a:lnTo>
                  <a:lnTo>
                    <a:pt x="1392215" y="321278"/>
                  </a:lnTo>
                  <a:lnTo>
                    <a:pt x="1402843" y="332680"/>
                  </a:lnTo>
                  <a:lnTo>
                    <a:pt x="1413471" y="344008"/>
                  </a:lnTo>
                  <a:lnTo>
                    <a:pt x="1424098" y="355289"/>
                  </a:lnTo>
                  <a:lnTo>
                    <a:pt x="1434726" y="366544"/>
                  </a:lnTo>
                  <a:lnTo>
                    <a:pt x="1445354" y="377773"/>
                  </a:lnTo>
                  <a:lnTo>
                    <a:pt x="1455981" y="388960"/>
                  </a:lnTo>
                  <a:lnTo>
                    <a:pt x="1466609" y="400077"/>
                  </a:lnTo>
                  <a:lnTo>
                    <a:pt x="1477236" y="411086"/>
                  </a:lnTo>
                  <a:lnTo>
                    <a:pt x="1487864" y="421943"/>
                  </a:lnTo>
                  <a:lnTo>
                    <a:pt x="1498492" y="432601"/>
                  </a:lnTo>
                  <a:lnTo>
                    <a:pt x="1509119" y="443017"/>
                  </a:lnTo>
                  <a:lnTo>
                    <a:pt x="1519747" y="453152"/>
                  </a:lnTo>
                  <a:lnTo>
                    <a:pt x="1530374" y="462938"/>
                  </a:lnTo>
                  <a:lnTo>
                    <a:pt x="1541002" y="472399"/>
                  </a:lnTo>
                  <a:lnTo>
                    <a:pt x="1551630" y="481536"/>
                  </a:lnTo>
                  <a:lnTo>
                    <a:pt x="1562257" y="490361"/>
                  </a:lnTo>
                  <a:lnTo>
                    <a:pt x="1572885" y="498896"/>
                  </a:lnTo>
                  <a:lnTo>
                    <a:pt x="1583512" y="507170"/>
                  </a:lnTo>
                  <a:lnTo>
                    <a:pt x="1594140" y="515213"/>
                  </a:lnTo>
                  <a:lnTo>
                    <a:pt x="1604768" y="523059"/>
                  </a:lnTo>
                  <a:lnTo>
                    <a:pt x="1615395" y="530739"/>
                  </a:lnTo>
                  <a:lnTo>
                    <a:pt x="1626023" y="538281"/>
                  </a:lnTo>
                  <a:lnTo>
                    <a:pt x="1636650" y="545694"/>
                  </a:lnTo>
                  <a:lnTo>
                    <a:pt x="1647278" y="553005"/>
                  </a:lnTo>
                  <a:lnTo>
                    <a:pt x="1657906" y="560218"/>
                  </a:lnTo>
                  <a:lnTo>
                    <a:pt x="1668533" y="567331"/>
                  </a:lnTo>
                  <a:lnTo>
                    <a:pt x="1679161" y="574333"/>
                  </a:lnTo>
                  <a:lnTo>
                    <a:pt x="1689788" y="581211"/>
                  </a:lnTo>
                  <a:lnTo>
                    <a:pt x="1700416" y="587946"/>
                  </a:lnTo>
                  <a:lnTo>
                    <a:pt x="1711044" y="594518"/>
                  </a:lnTo>
                  <a:lnTo>
                    <a:pt x="1721671" y="600905"/>
                  </a:lnTo>
                  <a:lnTo>
                    <a:pt x="1732299" y="607085"/>
                  </a:lnTo>
                  <a:lnTo>
                    <a:pt x="1742926" y="613012"/>
                  </a:lnTo>
                  <a:lnTo>
                    <a:pt x="1753554" y="618681"/>
                  </a:lnTo>
                  <a:lnTo>
                    <a:pt x="1764182" y="624081"/>
                  </a:lnTo>
                  <a:lnTo>
                    <a:pt x="1774809" y="629201"/>
                  </a:lnTo>
                  <a:lnTo>
                    <a:pt x="1785437" y="634031"/>
                  </a:lnTo>
                  <a:lnTo>
                    <a:pt x="1796064" y="638566"/>
                  </a:lnTo>
                  <a:lnTo>
                    <a:pt x="1806692" y="642803"/>
                  </a:lnTo>
                  <a:lnTo>
                    <a:pt x="1817320" y="646745"/>
                  </a:lnTo>
                  <a:lnTo>
                    <a:pt x="1827947" y="650395"/>
                  </a:lnTo>
                  <a:lnTo>
                    <a:pt x="1838575" y="653763"/>
                  </a:lnTo>
                  <a:lnTo>
                    <a:pt x="1849202" y="656837"/>
                  </a:lnTo>
                  <a:lnTo>
                    <a:pt x="1859830" y="659648"/>
                  </a:lnTo>
                  <a:lnTo>
                    <a:pt x="1870458" y="662222"/>
                  </a:lnTo>
                  <a:lnTo>
                    <a:pt x="1881085" y="664577"/>
                  </a:lnTo>
                  <a:lnTo>
                    <a:pt x="1891713" y="666732"/>
                  </a:lnTo>
                  <a:lnTo>
                    <a:pt x="1902340" y="668705"/>
                  </a:lnTo>
                  <a:lnTo>
                    <a:pt x="1912968" y="670514"/>
                  </a:lnTo>
                  <a:lnTo>
                    <a:pt x="1923596" y="672176"/>
                  </a:lnTo>
                  <a:lnTo>
                    <a:pt x="1934223" y="673703"/>
                  </a:lnTo>
                  <a:lnTo>
                    <a:pt x="1944851" y="675110"/>
                  </a:lnTo>
                  <a:lnTo>
                    <a:pt x="1955478" y="676399"/>
                  </a:lnTo>
                  <a:lnTo>
                    <a:pt x="1966106" y="677580"/>
                  </a:lnTo>
                  <a:lnTo>
                    <a:pt x="1976734" y="678667"/>
                  </a:lnTo>
                  <a:lnTo>
                    <a:pt x="1987361" y="679663"/>
                  </a:lnTo>
                  <a:lnTo>
                    <a:pt x="1997989" y="680574"/>
                  </a:lnTo>
                  <a:lnTo>
                    <a:pt x="2008616" y="681404"/>
                  </a:lnTo>
                  <a:lnTo>
                    <a:pt x="2019244" y="682161"/>
                  </a:lnTo>
                  <a:lnTo>
                    <a:pt x="2029872" y="682850"/>
                  </a:lnTo>
                  <a:lnTo>
                    <a:pt x="2040499" y="683481"/>
                  </a:lnTo>
                  <a:lnTo>
                    <a:pt x="2051127" y="684059"/>
                  </a:lnTo>
                  <a:lnTo>
                    <a:pt x="2061754" y="684593"/>
                  </a:lnTo>
                  <a:lnTo>
                    <a:pt x="2072382" y="685092"/>
                  </a:lnTo>
                  <a:lnTo>
                    <a:pt x="2083010" y="685564"/>
                  </a:lnTo>
                  <a:lnTo>
                    <a:pt x="2093637" y="686014"/>
                  </a:lnTo>
                  <a:lnTo>
                    <a:pt x="2104265" y="686445"/>
                  </a:lnTo>
                  <a:lnTo>
                    <a:pt x="2114892" y="686858"/>
                  </a:lnTo>
                  <a:lnTo>
                    <a:pt x="2125520" y="687253"/>
                  </a:lnTo>
                </a:path>
              </a:pathLst>
            </a:custGeom>
            <a:ln w="758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15340540" y="8860534"/>
              <a:ext cx="2465603" cy="543904"/>
            </a:xfrm>
            <a:custGeom>
              <a:avLst/>
              <a:pathLst>
                <a:path w="2465603" h="543904">
                  <a:moveTo>
                    <a:pt x="0" y="541094"/>
                  </a:moveTo>
                  <a:lnTo>
                    <a:pt x="10627" y="540887"/>
                  </a:lnTo>
                  <a:lnTo>
                    <a:pt x="21255" y="540664"/>
                  </a:lnTo>
                  <a:lnTo>
                    <a:pt x="31882" y="540426"/>
                  </a:lnTo>
                  <a:lnTo>
                    <a:pt x="42510" y="540172"/>
                  </a:lnTo>
                  <a:lnTo>
                    <a:pt x="53138" y="539904"/>
                  </a:lnTo>
                  <a:lnTo>
                    <a:pt x="63765" y="539623"/>
                  </a:lnTo>
                  <a:lnTo>
                    <a:pt x="74393" y="539328"/>
                  </a:lnTo>
                  <a:lnTo>
                    <a:pt x="85020" y="539021"/>
                  </a:lnTo>
                  <a:lnTo>
                    <a:pt x="95648" y="538702"/>
                  </a:lnTo>
                  <a:lnTo>
                    <a:pt x="106276" y="538374"/>
                  </a:lnTo>
                  <a:lnTo>
                    <a:pt x="116903" y="538037"/>
                  </a:lnTo>
                  <a:lnTo>
                    <a:pt x="127531" y="537694"/>
                  </a:lnTo>
                  <a:lnTo>
                    <a:pt x="138158" y="537344"/>
                  </a:lnTo>
                  <a:lnTo>
                    <a:pt x="148786" y="536989"/>
                  </a:lnTo>
                  <a:lnTo>
                    <a:pt x="159414" y="536627"/>
                  </a:lnTo>
                  <a:lnTo>
                    <a:pt x="170041" y="536256"/>
                  </a:lnTo>
                  <a:lnTo>
                    <a:pt x="180669" y="535874"/>
                  </a:lnTo>
                  <a:lnTo>
                    <a:pt x="191296" y="535474"/>
                  </a:lnTo>
                  <a:lnTo>
                    <a:pt x="201924" y="535048"/>
                  </a:lnTo>
                  <a:lnTo>
                    <a:pt x="212552" y="534582"/>
                  </a:lnTo>
                  <a:lnTo>
                    <a:pt x="223179" y="534068"/>
                  </a:lnTo>
                  <a:lnTo>
                    <a:pt x="233807" y="533489"/>
                  </a:lnTo>
                  <a:lnTo>
                    <a:pt x="244434" y="532833"/>
                  </a:lnTo>
                  <a:lnTo>
                    <a:pt x="255062" y="532083"/>
                  </a:lnTo>
                  <a:lnTo>
                    <a:pt x="265690" y="531225"/>
                  </a:lnTo>
                  <a:lnTo>
                    <a:pt x="276317" y="530245"/>
                  </a:lnTo>
                  <a:lnTo>
                    <a:pt x="286945" y="529130"/>
                  </a:lnTo>
                  <a:lnTo>
                    <a:pt x="297572" y="527870"/>
                  </a:lnTo>
                  <a:lnTo>
                    <a:pt x="308200" y="526452"/>
                  </a:lnTo>
                  <a:lnTo>
                    <a:pt x="318828" y="524864"/>
                  </a:lnTo>
                  <a:lnTo>
                    <a:pt x="329455" y="523118"/>
                  </a:lnTo>
                  <a:lnTo>
                    <a:pt x="340083" y="521216"/>
                  </a:lnTo>
                  <a:lnTo>
                    <a:pt x="350710" y="519159"/>
                  </a:lnTo>
                  <a:lnTo>
                    <a:pt x="361338" y="516952"/>
                  </a:lnTo>
                  <a:lnTo>
                    <a:pt x="371966" y="514595"/>
                  </a:lnTo>
                  <a:lnTo>
                    <a:pt x="382593" y="512091"/>
                  </a:lnTo>
                  <a:lnTo>
                    <a:pt x="393221" y="509436"/>
                  </a:lnTo>
                  <a:lnTo>
                    <a:pt x="403848" y="506624"/>
                  </a:lnTo>
                  <a:lnTo>
                    <a:pt x="414476" y="503642"/>
                  </a:lnTo>
                  <a:lnTo>
                    <a:pt x="425104" y="500460"/>
                  </a:lnTo>
                  <a:lnTo>
                    <a:pt x="435731" y="497078"/>
                  </a:lnTo>
                  <a:lnTo>
                    <a:pt x="446359" y="493479"/>
                  </a:lnTo>
                  <a:lnTo>
                    <a:pt x="456986" y="489645"/>
                  </a:lnTo>
                  <a:lnTo>
                    <a:pt x="467614" y="485562"/>
                  </a:lnTo>
                  <a:lnTo>
                    <a:pt x="478242" y="481222"/>
                  </a:lnTo>
                  <a:lnTo>
                    <a:pt x="488869" y="476619"/>
                  </a:lnTo>
                  <a:lnTo>
                    <a:pt x="499497" y="471758"/>
                  </a:lnTo>
                  <a:lnTo>
                    <a:pt x="510124" y="466650"/>
                  </a:lnTo>
                  <a:lnTo>
                    <a:pt x="520752" y="461308"/>
                  </a:lnTo>
                  <a:lnTo>
                    <a:pt x="531380" y="455743"/>
                  </a:lnTo>
                  <a:lnTo>
                    <a:pt x="542007" y="450006"/>
                  </a:lnTo>
                  <a:lnTo>
                    <a:pt x="552635" y="444125"/>
                  </a:lnTo>
                  <a:lnTo>
                    <a:pt x="563262" y="438123"/>
                  </a:lnTo>
                  <a:lnTo>
                    <a:pt x="573890" y="432017"/>
                  </a:lnTo>
                  <a:lnTo>
                    <a:pt x="584518" y="425812"/>
                  </a:lnTo>
                  <a:lnTo>
                    <a:pt x="595145" y="419506"/>
                  </a:lnTo>
                  <a:lnTo>
                    <a:pt x="605773" y="413081"/>
                  </a:lnTo>
                  <a:lnTo>
                    <a:pt x="616400" y="406509"/>
                  </a:lnTo>
                  <a:lnTo>
                    <a:pt x="627028" y="399750"/>
                  </a:lnTo>
                  <a:lnTo>
                    <a:pt x="637656" y="392720"/>
                  </a:lnTo>
                  <a:lnTo>
                    <a:pt x="648283" y="385392"/>
                  </a:lnTo>
                  <a:lnTo>
                    <a:pt x="658911" y="377716"/>
                  </a:lnTo>
                  <a:lnTo>
                    <a:pt x="669538" y="369656"/>
                  </a:lnTo>
                  <a:lnTo>
                    <a:pt x="680166" y="361188"/>
                  </a:lnTo>
                  <a:lnTo>
                    <a:pt x="690794" y="352305"/>
                  </a:lnTo>
                  <a:lnTo>
                    <a:pt x="701421" y="343023"/>
                  </a:lnTo>
                  <a:lnTo>
                    <a:pt x="712049" y="333378"/>
                  </a:lnTo>
                  <a:lnTo>
                    <a:pt x="722677" y="323428"/>
                  </a:lnTo>
                  <a:lnTo>
                    <a:pt x="733304" y="313246"/>
                  </a:lnTo>
                  <a:lnTo>
                    <a:pt x="743932" y="302921"/>
                  </a:lnTo>
                  <a:lnTo>
                    <a:pt x="754559" y="292574"/>
                  </a:lnTo>
                  <a:lnTo>
                    <a:pt x="765187" y="282297"/>
                  </a:lnTo>
                  <a:lnTo>
                    <a:pt x="775815" y="272165"/>
                  </a:lnTo>
                  <a:lnTo>
                    <a:pt x="786442" y="262235"/>
                  </a:lnTo>
                  <a:lnTo>
                    <a:pt x="797070" y="252540"/>
                  </a:lnTo>
                  <a:lnTo>
                    <a:pt x="807697" y="243087"/>
                  </a:lnTo>
                  <a:lnTo>
                    <a:pt x="818325" y="233857"/>
                  </a:lnTo>
                  <a:lnTo>
                    <a:pt x="828953" y="224808"/>
                  </a:lnTo>
                  <a:lnTo>
                    <a:pt x="839580" y="215877"/>
                  </a:lnTo>
                  <a:lnTo>
                    <a:pt x="850208" y="206987"/>
                  </a:lnTo>
                  <a:lnTo>
                    <a:pt x="860835" y="198046"/>
                  </a:lnTo>
                  <a:lnTo>
                    <a:pt x="871463" y="188987"/>
                  </a:lnTo>
                  <a:lnTo>
                    <a:pt x="882091" y="179759"/>
                  </a:lnTo>
                  <a:lnTo>
                    <a:pt x="892718" y="170332"/>
                  </a:lnTo>
                  <a:lnTo>
                    <a:pt x="903346" y="160699"/>
                  </a:lnTo>
                  <a:lnTo>
                    <a:pt x="913973" y="150876"/>
                  </a:lnTo>
                  <a:lnTo>
                    <a:pt x="924601" y="140904"/>
                  </a:lnTo>
                  <a:lnTo>
                    <a:pt x="935229" y="130844"/>
                  </a:lnTo>
                  <a:lnTo>
                    <a:pt x="945856" y="120773"/>
                  </a:lnTo>
                  <a:lnTo>
                    <a:pt x="956484" y="110798"/>
                  </a:lnTo>
                  <a:lnTo>
                    <a:pt x="967111" y="101032"/>
                  </a:lnTo>
                  <a:lnTo>
                    <a:pt x="977739" y="91570"/>
                  </a:lnTo>
                  <a:lnTo>
                    <a:pt x="988367" y="82511"/>
                  </a:lnTo>
                  <a:lnTo>
                    <a:pt x="998994" y="73944"/>
                  </a:lnTo>
                  <a:lnTo>
                    <a:pt x="1009622" y="65951"/>
                  </a:lnTo>
                  <a:lnTo>
                    <a:pt x="1020249" y="58599"/>
                  </a:lnTo>
                  <a:lnTo>
                    <a:pt x="1030877" y="51940"/>
                  </a:lnTo>
                  <a:lnTo>
                    <a:pt x="1041505" y="46007"/>
                  </a:lnTo>
                  <a:lnTo>
                    <a:pt x="1052132" y="40810"/>
                  </a:lnTo>
                  <a:lnTo>
                    <a:pt x="1062760" y="36391"/>
                  </a:lnTo>
                  <a:lnTo>
                    <a:pt x="1073387" y="32673"/>
                  </a:lnTo>
                  <a:lnTo>
                    <a:pt x="1084015" y="29553"/>
                  </a:lnTo>
                  <a:lnTo>
                    <a:pt x="1094643" y="26944"/>
                  </a:lnTo>
                  <a:lnTo>
                    <a:pt x="1105270" y="24746"/>
                  </a:lnTo>
                  <a:lnTo>
                    <a:pt x="1115898" y="22851"/>
                  </a:lnTo>
                  <a:lnTo>
                    <a:pt x="1126525" y="21155"/>
                  </a:lnTo>
                  <a:lnTo>
                    <a:pt x="1137153" y="19561"/>
                  </a:lnTo>
                  <a:lnTo>
                    <a:pt x="1147781" y="17985"/>
                  </a:lnTo>
                  <a:lnTo>
                    <a:pt x="1158408" y="16364"/>
                  </a:lnTo>
                  <a:lnTo>
                    <a:pt x="1169036" y="14654"/>
                  </a:lnTo>
                  <a:lnTo>
                    <a:pt x="1179663" y="12845"/>
                  </a:lnTo>
                  <a:lnTo>
                    <a:pt x="1190291" y="10964"/>
                  </a:lnTo>
                  <a:lnTo>
                    <a:pt x="1200919" y="9051"/>
                  </a:lnTo>
                  <a:lnTo>
                    <a:pt x="1211546" y="7162"/>
                  </a:lnTo>
                  <a:lnTo>
                    <a:pt x="1222174" y="5360"/>
                  </a:lnTo>
                  <a:lnTo>
                    <a:pt x="1232801" y="3715"/>
                  </a:lnTo>
                  <a:lnTo>
                    <a:pt x="1243429" y="2294"/>
                  </a:lnTo>
                  <a:lnTo>
                    <a:pt x="1254057" y="1161"/>
                  </a:lnTo>
                  <a:lnTo>
                    <a:pt x="1264684" y="372"/>
                  </a:lnTo>
                  <a:lnTo>
                    <a:pt x="1275312" y="0"/>
                  </a:lnTo>
                  <a:lnTo>
                    <a:pt x="1285939" y="88"/>
                  </a:lnTo>
                  <a:lnTo>
                    <a:pt x="1296567" y="637"/>
                  </a:lnTo>
                  <a:lnTo>
                    <a:pt x="1307195" y="1661"/>
                  </a:lnTo>
                  <a:lnTo>
                    <a:pt x="1317822" y="3174"/>
                  </a:lnTo>
                  <a:lnTo>
                    <a:pt x="1328450" y="5181"/>
                  </a:lnTo>
                  <a:lnTo>
                    <a:pt x="1339077" y="7689"/>
                  </a:lnTo>
                  <a:lnTo>
                    <a:pt x="1349705" y="10703"/>
                  </a:lnTo>
                  <a:lnTo>
                    <a:pt x="1360333" y="14226"/>
                  </a:lnTo>
                  <a:lnTo>
                    <a:pt x="1370960" y="18262"/>
                  </a:lnTo>
                  <a:lnTo>
                    <a:pt x="1381588" y="22839"/>
                  </a:lnTo>
                  <a:lnTo>
                    <a:pt x="1392215" y="27979"/>
                  </a:lnTo>
                  <a:lnTo>
                    <a:pt x="1402843" y="33643"/>
                  </a:lnTo>
                  <a:lnTo>
                    <a:pt x="1413471" y="39831"/>
                  </a:lnTo>
                  <a:lnTo>
                    <a:pt x="1424098" y="46542"/>
                  </a:lnTo>
                  <a:lnTo>
                    <a:pt x="1434726" y="53769"/>
                  </a:lnTo>
                  <a:lnTo>
                    <a:pt x="1445354" y="61504"/>
                  </a:lnTo>
                  <a:lnTo>
                    <a:pt x="1455981" y="69732"/>
                  </a:lnTo>
                  <a:lnTo>
                    <a:pt x="1466609" y="78436"/>
                  </a:lnTo>
                  <a:lnTo>
                    <a:pt x="1477236" y="87595"/>
                  </a:lnTo>
                  <a:lnTo>
                    <a:pt x="1487864" y="97197"/>
                  </a:lnTo>
                  <a:lnTo>
                    <a:pt x="1498492" y="107227"/>
                  </a:lnTo>
                  <a:lnTo>
                    <a:pt x="1509119" y="117613"/>
                  </a:lnTo>
                  <a:lnTo>
                    <a:pt x="1519747" y="128316"/>
                  </a:lnTo>
                  <a:lnTo>
                    <a:pt x="1530374" y="139293"/>
                  </a:lnTo>
                  <a:lnTo>
                    <a:pt x="1541002" y="150498"/>
                  </a:lnTo>
                  <a:lnTo>
                    <a:pt x="1551630" y="161882"/>
                  </a:lnTo>
                  <a:lnTo>
                    <a:pt x="1562257" y="173395"/>
                  </a:lnTo>
                  <a:lnTo>
                    <a:pt x="1572885" y="184982"/>
                  </a:lnTo>
                  <a:lnTo>
                    <a:pt x="1583512" y="196588"/>
                  </a:lnTo>
                  <a:lnTo>
                    <a:pt x="1594140" y="208157"/>
                  </a:lnTo>
                  <a:lnTo>
                    <a:pt x="1604768" y="219620"/>
                  </a:lnTo>
                  <a:lnTo>
                    <a:pt x="1615395" y="230933"/>
                  </a:lnTo>
                  <a:lnTo>
                    <a:pt x="1626023" y="242055"/>
                  </a:lnTo>
                  <a:lnTo>
                    <a:pt x="1636650" y="252952"/>
                  </a:lnTo>
                  <a:lnTo>
                    <a:pt x="1647278" y="263599"/>
                  </a:lnTo>
                  <a:lnTo>
                    <a:pt x="1657906" y="273981"/>
                  </a:lnTo>
                  <a:lnTo>
                    <a:pt x="1668533" y="284091"/>
                  </a:lnTo>
                  <a:lnTo>
                    <a:pt x="1679161" y="293934"/>
                  </a:lnTo>
                  <a:lnTo>
                    <a:pt x="1689788" y="303519"/>
                  </a:lnTo>
                  <a:lnTo>
                    <a:pt x="1700416" y="312862"/>
                  </a:lnTo>
                  <a:lnTo>
                    <a:pt x="1711044" y="321965"/>
                  </a:lnTo>
                  <a:lnTo>
                    <a:pt x="1721671" y="330878"/>
                  </a:lnTo>
                  <a:lnTo>
                    <a:pt x="1732299" y="339619"/>
                  </a:lnTo>
                  <a:lnTo>
                    <a:pt x="1742926" y="348205"/>
                  </a:lnTo>
                  <a:lnTo>
                    <a:pt x="1753554" y="356646"/>
                  </a:lnTo>
                  <a:lnTo>
                    <a:pt x="1764182" y="364943"/>
                  </a:lnTo>
                  <a:lnTo>
                    <a:pt x="1774809" y="373096"/>
                  </a:lnTo>
                  <a:lnTo>
                    <a:pt x="1785437" y="381094"/>
                  </a:lnTo>
                  <a:lnTo>
                    <a:pt x="1796064" y="388926"/>
                  </a:lnTo>
                  <a:lnTo>
                    <a:pt x="1806692" y="396576"/>
                  </a:lnTo>
                  <a:lnTo>
                    <a:pt x="1817320" y="404000"/>
                  </a:lnTo>
                  <a:lnTo>
                    <a:pt x="1827947" y="411204"/>
                  </a:lnTo>
                  <a:lnTo>
                    <a:pt x="1838575" y="418177"/>
                  </a:lnTo>
                  <a:lnTo>
                    <a:pt x="1849202" y="424910"/>
                  </a:lnTo>
                  <a:lnTo>
                    <a:pt x="1859830" y="431401"/>
                  </a:lnTo>
                  <a:lnTo>
                    <a:pt x="1870458" y="437650"/>
                  </a:lnTo>
                  <a:lnTo>
                    <a:pt x="1881085" y="443662"/>
                  </a:lnTo>
                  <a:lnTo>
                    <a:pt x="1891713" y="449448"/>
                  </a:lnTo>
                  <a:lnTo>
                    <a:pt x="1902340" y="455018"/>
                  </a:lnTo>
                  <a:lnTo>
                    <a:pt x="1912968" y="460386"/>
                  </a:lnTo>
                  <a:lnTo>
                    <a:pt x="1923596" y="465543"/>
                  </a:lnTo>
                  <a:lnTo>
                    <a:pt x="1934223" y="470521"/>
                  </a:lnTo>
                  <a:lnTo>
                    <a:pt x="1944851" y="475326"/>
                  </a:lnTo>
                  <a:lnTo>
                    <a:pt x="1955478" y="479961"/>
                  </a:lnTo>
                  <a:lnTo>
                    <a:pt x="1966106" y="484424"/>
                  </a:lnTo>
                  <a:lnTo>
                    <a:pt x="1976734" y="488709"/>
                  </a:lnTo>
                  <a:lnTo>
                    <a:pt x="1987361" y="492805"/>
                  </a:lnTo>
                  <a:lnTo>
                    <a:pt x="1997989" y="496701"/>
                  </a:lnTo>
                  <a:lnTo>
                    <a:pt x="2008616" y="500384"/>
                  </a:lnTo>
                  <a:lnTo>
                    <a:pt x="2019244" y="503844"/>
                  </a:lnTo>
                  <a:lnTo>
                    <a:pt x="2029872" y="507045"/>
                  </a:lnTo>
                  <a:lnTo>
                    <a:pt x="2040499" y="510000"/>
                  </a:lnTo>
                  <a:lnTo>
                    <a:pt x="2051127" y="512714"/>
                  </a:lnTo>
                  <a:lnTo>
                    <a:pt x="2061754" y="515193"/>
                  </a:lnTo>
                  <a:lnTo>
                    <a:pt x="2072382" y="517447"/>
                  </a:lnTo>
                  <a:lnTo>
                    <a:pt x="2083010" y="519490"/>
                  </a:lnTo>
                  <a:lnTo>
                    <a:pt x="2093637" y="521340"/>
                  </a:lnTo>
                  <a:lnTo>
                    <a:pt x="2104265" y="523017"/>
                  </a:lnTo>
                  <a:lnTo>
                    <a:pt x="2114892" y="524541"/>
                  </a:lnTo>
                  <a:lnTo>
                    <a:pt x="2125520" y="525933"/>
                  </a:lnTo>
                  <a:lnTo>
                    <a:pt x="2136148" y="527203"/>
                  </a:lnTo>
                  <a:lnTo>
                    <a:pt x="2146775" y="528376"/>
                  </a:lnTo>
                  <a:lnTo>
                    <a:pt x="2157403" y="529466"/>
                  </a:lnTo>
                  <a:lnTo>
                    <a:pt x="2168031" y="530483"/>
                  </a:lnTo>
                  <a:lnTo>
                    <a:pt x="2178658" y="531432"/>
                  </a:lnTo>
                  <a:lnTo>
                    <a:pt x="2189286" y="532316"/>
                  </a:lnTo>
                  <a:lnTo>
                    <a:pt x="2199913" y="533138"/>
                  </a:lnTo>
                  <a:lnTo>
                    <a:pt x="2210541" y="533896"/>
                  </a:lnTo>
                  <a:lnTo>
                    <a:pt x="2221169" y="534592"/>
                  </a:lnTo>
                  <a:lnTo>
                    <a:pt x="2231796" y="535224"/>
                  </a:lnTo>
                  <a:lnTo>
                    <a:pt x="2242424" y="535787"/>
                  </a:lnTo>
                  <a:lnTo>
                    <a:pt x="2253051" y="536285"/>
                  </a:lnTo>
                  <a:lnTo>
                    <a:pt x="2263679" y="536723"/>
                  </a:lnTo>
                  <a:lnTo>
                    <a:pt x="2274307" y="537105"/>
                  </a:lnTo>
                  <a:lnTo>
                    <a:pt x="2284934" y="537436"/>
                  </a:lnTo>
                  <a:lnTo>
                    <a:pt x="2295562" y="537720"/>
                  </a:lnTo>
                  <a:lnTo>
                    <a:pt x="2306189" y="537967"/>
                  </a:lnTo>
                  <a:lnTo>
                    <a:pt x="2316817" y="538182"/>
                  </a:lnTo>
                  <a:lnTo>
                    <a:pt x="2327445" y="538375"/>
                  </a:lnTo>
                  <a:lnTo>
                    <a:pt x="2338072" y="538553"/>
                  </a:lnTo>
                  <a:lnTo>
                    <a:pt x="2348700" y="538725"/>
                  </a:lnTo>
                  <a:lnTo>
                    <a:pt x="2359327" y="538899"/>
                  </a:lnTo>
                  <a:lnTo>
                    <a:pt x="2369955" y="539082"/>
                  </a:lnTo>
                  <a:lnTo>
                    <a:pt x="2380583" y="539276"/>
                  </a:lnTo>
                  <a:lnTo>
                    <a:pt x="2391210" y="539485"/>
                  </a:lnTo>
                  <a:lnTo>
                    <a:pt x="2401838" y="539707"/>
                  </a:lnTo>
                  <a:lnTo>
                    <a:pt x="2412465" y="539941"/>
                  </a:lnTo>
                  <a:lnTo>
                    <a:pt x="2423093" y="540183"/>
                  </a:lnTo>
                  <a:lnTo>
                    <a:pt x="2433721" y="540428"/>
                  </a:lnTo>
                  <a:lnTo>
                    <a:pt x="2444348" y="540672"/>
                  </a:lnTo>
                  <a:lnTo>
                    <a:pt x="2454976" y="540906"/>
                  </a:lnTo>
                  <a:lnTo>
                    <a:pt x="2465603" y="541126"/>
                  </a:lnTo>
                  <a:lnTo>
                    <a:pt x="2465603" y="543904"/>
                  </a:lnTo>
                  <a:lnTo>
                    <a:pt x="2454976" y="543904"/>
                  </a:lnTo>
                  <a:lnTo>
                    <a:pt x="2444348" y="543904"/>
                  </a:lnTo>
                  <a:lnTo>
                    <a:pt x="2433721" y="543904"/>
                  </a:lnTo>
                  <a:lnTo>
                    <a:pt x="2423093" y="543904"/>
                  </a:lnTo>
                  <a:lnTo>
                    <a:pt x="2412465" y="543904"/>
                  </a:lnTo>
                  <a:lnTo>
                    <a:pt x="2401838" y="543904"/>
                  </a:lnTo>
                  <a:lnTo>
                    <a:pt x="2391210" y="543904"/>
                  </a:lnTo>
                  <a:lnTo>
                    <a:pt x="2380583" y="543904"/>
                  </a:lnTo>
                  <a:lnTo>
                    <a:pt x="2369955" y="543904"/>
                  </a:lnTo>
                  <a:lnTo>
                    <a:pt x="2359327" y="543904"/>
                  </a:lnTo>
                  <a:lnTo>
                    <a:pt x="2348700" y="543904"/>
                  </a:lnTo>
                  <a:lnTo>
                    <a:pt x="2338072" y="543904"/>
                  </a:lnTo>
                  <a:lnTo>
                    <a:pt x="2327445" y="543904"/>
                  </a:lnTo>
                  <a:lnTo>
                    <a:pt x="2316817" y="543904"/>
                  </a:lnTo>
                  <a:lnTo>
                    <a:pt x="2306189" y="543904"/>
                  </a:lnTo>
                  <a:lnTo>
                    <a:pt x="2295562" y="543904"/>
                  </a:lnTo>
                  <a:lnTo>
                    <a:pt x="2284934" y="543904"/>
                  </a:lnTo>
                  <a:lnTo>
                    <a:pt x="2274307" y="543904"/>
                  </a:lnTo>
                  <a:lnTo>
                    <a:pt x="2263679" y="543904"/>
                  </a:lnTo>
                  <a:lnTo>
                    <a:pt x="2253051" y="543904"/>
                  </a:lnTo>
                  <a:lnTo>
                    <a:pt x="2242424" y="543904"/>
                  </a:lnTo>
                  <a:lnTo>
                    <a:pt x="2231796" y="543904"/>
                  </a:lnTo>
                  <a:lnTo>
                    <a:pt x="2221169" y="543904"/>
                  </a:lnTo>
                  <a:lnTo>
                    <a:pt x="2210541" y="543904"/>
                  </a:lnTo>
                  <a:lnTo>
                    <a:pt x="2199913" y="543904"/>
                  </a:lnTo>
                  <a:lnTo>
                    <a:pt x="2189286" y="543904"/>
                  </a:lnTo>
                  <a:lnTo>
                    <a:pt x="2178658" y="543904"/>
                  </a:lnTo>
                  <a:lnTo>
                    <a:pt x="2168031" y="543904"/>
                  </a:lnTo>
                  <a:lnTo>
                    <a:pt x="2157403" y="543904"/>
                  </a:lnTo>
                  <a:lnTo>
                    <a:pt x="2146775" y="543904"/>
                  </a:lnTo>
                  <a:lnTo>
                    <a:pt x="2136148" y="543904"/>
                  </a:lnTo>
                  <a:lnTo>
                    <a:pt x="2125520" y="543904"/>
                  </a:lnTo>
                  <a:lnTo>
                    <a:pt x="2114892" y="543904"/>
                  </a:lnTo>
                  <a:lnTo>
                    <a:pt x="2104265" y="543904"/>
                  </a:lnTo>
                  <a:lnTo>
                    <a:pt x="2093637" y="543904"/>
                  </a:lnTo>
                  <a:lnTo>
                    <a:pt x="2083010" y="543904"/>
                  </a:lnTo>
                  <a:lnTo>
                    <a:pt x="2072382" y="543904"/>
                  </a:lnTo>
                  <a:lnTo>
                    <a:pt x="2061754" y="543904"/>
                  </a:lnTo>
                  <a:lnTo>
                    <a:pt x="2051127" y="543904"/>
                  </a:lnTo>
                  <a:lnTo>
                    <a:pt x="2040499" y="543904"/>
                  </a:lnTo>
                  <a:lnTo>
                    <a:pt x="2029872" y="543904"/>
                  </a:lnTo>
                  <a:lnTo>
                    <a:pt x="2019244" y="543904"/>
                  </a:lnTo>
                  <a:lnTo>
                    <a:pt x="2008616" y="543904"/>
                  </a:lnTo>
                  <a:lnTo>
                    <a:pt x="1997989" y="543904"/>
                  </a:lnTo>
                  <a:lnTo>
                    <a:pt x="1987361" y="543904"/>
                  </a:lnTo>
                  <a:lnTo>
                    <a:pt x="1976734" y="543904"/>
                  </a:lnTo>
                  <a:lnTo>
                    <a:pt x="1966106" y="543904"/>
                  </a:lnTo>
                  <a:lnTo>
                    <a:pt x="1955478" y="543904"/>
                  </a:lnTo>
                  <a:lnTo>
                    <a:pt x="1944851" y="543904"/>
                  </a:lnTo>
                  <a:lnTo>
                    <a:pt x="1934223" y="543904"/>
                  </a:lnTo>
                  <a:lnTo>
                    <a:pt x="1923596" y="543904"/>
                  </a:lnTo>
                  <a:lnTo>
                    <a:pt x="1912968" y="543904"/>
                  </a:lnTo>
                  <a:lnTo>
                    <a:pt x="1902340" y="543904"/>
                  </a:lnTo>
                  <a:lnTo>
                    <a:pt x="1891713" y="543904"/>
                  </a:lnTo>
                  <a:lnTo>
                    <a:pt x="1881085" y="543904"/>
                  </a:lnTo>
                  <a:lnTo>
                    <a:pt x="1870458" y="543904"/>
                  </a:lnTo>
                  <a:lnTo>
                    <a:pt x="1859830" y="543904"/>
                  </a:lnTo>
                  <a:lnTo>
                    <a:pt x="1849202" y="543904"/>
                  </a:lnTo>
                  <a:lnTo>
                    <a:pt x="1838575" y="543904"/>
                  </a:lnTo>
                  <a:lnTo>
                    <a:pt x="1827947" y="543904"/>
                  </a:lnTo>
                  <a:lnTo>
                    <a:pt x="1817320" y="543904"/>
                  </a:lnTo>
                  <a:lnTo>
                    <a:pt x="1806692" y="543904"/>
                  </a:lnTo>
                  <a:lnTo>
                    <a:pt x="1796064" y="543904"/>
                  </a:lnTo>
                  <a:lnTo>
                    <a:pt x="1785437" y="543904"/>
                  </a:lnTo>
                  <a:lnTo>
                    <a:pt x="1774809" y="543904"/>
                  </a:lnTo>
                  <a:lnTo>
                    <a:pt x="1764182" y="543904"/>
                  </a:lnTo>
                  <a:lnTo>
                    <a:pt x="1753554" y="543904"/>
                  </a:lnTo>
                  <a:lnTo>
                    <a:pt x="1742926" y="543904"/>
                  </a:lnTo>
                  <a:lnTo>
                    <a:pt x="1732299" y="543904"/>
                  </a:lnTo>
                  <a:lnTo>
                    <a:pt x="1721671" y="543904"/>
                  </a:lnTo>
                  <a:lnTo>
                    <a:pt x="1711044" y="543904"/>
                  </a:lnTo>
                  <a:lnTo>
                    <a:pt x="1700416" y="543904"/>
                  </a:lnTo>
                  <a:lnTo>
                    <a:pt x="1689788" y="543904"/>
                  </a:lnTo>
                  <a:lnTo>
                    <a:pt x="1679161" y="543904"/>
                  </a:lnTo>
                  <a:lnTo>
                    <a:pt x="1668533" y="543904"/>
                  </a:lnTo>
                  <a:lnTo>
                    <a:pt x="1657906" y="543904"/>
                  </a:lnTo>
                  <a:lnTo>
                    <a:pt x="1647278" y="543904"/>
                  </a:lnTo>
                  <a:lnTo>
                    <a:pt x="1636650" y="543904"/>
                  </a:lnTo>
                  <a:lnTo>
                    <a:pt x="1626023" y="543904"/>
                  </a:lnTo>
                  <a:lnTo>
                    <a:pt x="1615395" y="543904"/>
                  </a:lnTo>
                  <a:lnTo>
                    <a:pt x="1604768" y="543904"/>
                  </a:lnTo>
                  <a:lnTo>
                    <a:pt x="1594140" y="543904"/>
                  </a:lnTo>
                  <a:lnTo>
                    <a:pt x="1583512" y="543904"/>
                  </a:lnTo>
                  <a:lnTo>
                    <a:pt x="1572885" y="543904"/>
                  </a:lnTo>
                  <a:lnTo>
                    <a:pt x="1562257" y="543904"/>
                  </a:lnTo>
                  <a:lnTo>
                    <a:pt x="1551630" y="543904"/>
                  </a:lnTo>
                  <a:lnTo>
                    <a:pt x="1541002" y="543904"/>
                  </a:lnTo>
                  <a:lnTo>
                    <a:pt x="1530374" y="543904"/>
                  </a:lnTo>
                  <a:lnTo>
                    <a:pt x="1519747" y="543904"/>
                  </a:lnTo>
                  <a:lnTo>
                    <a:pt x="1509119" y="543904"/>
                  </a:lnTo>
                  <a:lnTo>
                    <a:pt x="1498492" y="543904"/>
                  </a:lnTo>
                  <a:lnTo>
                    <a:pt x="1487864" y="543904"/>
                  </a:lnTo>
                  <a:lnTo>
                    <a:pt x="1477236" y="543904"/>
                  </a:lnTo>
                  <a:lnTo>
                    <a:pt x="1466609" y="543904"/>
                  </a:lnTo>
                  <a:lnTo>
                    <a:pt x="1455981" y="543904"/>
                  </a:lnTo>
                  <a:lnTo>
                    <a:pt x="1445354" y="543904"/>
                  </a:lnTo>
                  <a:lnTo>
                    <a:pt x="1434726" y="543904"/>
                  </a:lnTo>
                  <a:lnTo>
                    <a:pt x="1424098" y="543904"/>
                  </a:lnTo>
                  <a:lnTo>
                    <a:pt x="1413471" y="543904"/>
                  </a:lnTo>
                  <a:lnTo>
                    <a:pt x="1402843" y="543904"/>
                  </a:lnTo>
                  <a:lnTo>
                    <a:pt x="1392215" y="543904"/>
                  </a:lnTo>
                  <a:lnTo>
                    <a:pt x="1381588" y="543904"/>
                  </a:lnTo>
                  <a:lnTo>
                    <a:pt x="1370960" y="543904"/>
                  </a:lnTo>
                  <a:lnTo>
                    <a:pt x="1360333" y="543904"/>
                  </a:lnTo>
                  <a:lnTo>
                    <a:pt x="1349705" y="543904"/>
                  </a:lnTo>
                  <a:lnTo>
                    <a:pt x="1339077" y="543904"/>
                  </a:lnTo>
                  <a:lnTo>
                    <a:pt x="1328450" y="543904"/>
                  </a:lnTo>
                  <a:lnTo>
                    <a:pt x="1317822" y="543904"/>
                  </a:lnTo>
                  <a:lnTo>
                    <a:pt x="1307195" y="543904"/>
                  </a:lnTo>
                  <a:lnTo>
                    <a:pt x="1296567" y="543904"/>
                  </a:lnTo>
                  <a:lnTo>
                    <a:pt x="1285939" y="543904"/>
                  </a:lnTo>
                  <a:lnTo>
                    <a:pt x="1275312" y="543904"/>
                  </a:lnTo>
                  <a:lnTo>
                    <a:pt x="1264684" y="543904"/>
                  </a:lnTo>
                  <a:lnTo>
                    <a:pt x="1254057" y="543904"/>
                  </a:lnTo>
                  <a:lnTo>
                    <a:pt x="1243429" y="543904"/>
                  </a:lnTo>
                  <a:lnTo>
                    <a:pt x="1232801" y="543904"/>
                  </a:lnTo>
                  <a:lnTo>
                    <a:pt x="1222174" y="543904"/>
                  </a:lnTo>
                  <a:lnTo>
                    <a:pt x="1211546" y="543904"/>
                  </a:lnTo>
                  <a:lnTo>
                    <a:pt x="1200919" y="543904"/>
                  </a:lnTo>
                  <a:lnTo>
                    <a:pt x="1190291" y="543904"/>
                  </a:lnTo>
                  <a:lnTo>
                    <a:pt x="1179663" y="543904"/>
                  </a:lnTo>
                  <a:lnTo>
                    <a:pt x="1169036" y="543904"/>
                  </a:lnTo>
                  <a:lnTo>
                    <a:pt x="1158408" y="543904"/>
                  </a:lnTo>
                  <a:lnTo>
                    <a:pt x="1147781" y="543904"/>
                  </a:lnTo>
                  <a:lnTo>
                    <a:pt x="1137153" y="543904"/>
                  </a:lnTo>
                  <a:lnTo>
                    <a:pt x="1126525" y="543904"/>
                  </a:lnTo>
                  <a:lnTo>
                    <a:pt x="1115898" y="543904"/>
                  </a:lnTo>
                  <a:lnTo>
                    <a:pt x="1105270" y="543904"/>
                  </a:lnTo>
                  <a:lnTo>
                    <a:pt x="1094643" y="543904"/>
                  </a:lnTo>
                  <a:lnTo>
                    <a:pt x="1084015" y="543904"/>
                  </a:lnTo>
                  <a:lnTo>
                    <a:pt x="1073387" y="543904"/>
                  </a:lnTo>
                  <a:lnTo>
                    <a:pt x="1062760" y="543904"/>
                  </a:lnTo>
                  <a:lnTo>
                    <a:pt x="1052132" y="543904"/>
                  </a:lnTo>
                  <a:lnTo>
                    <a:pt x="1041505" y="543904"/>
                  </a:lnTo>
                  <a:lnTo>
                    <a:pt x="1030877" y="543904"/>
                  </a:lnTo>
                  <a:lnTo>
                    <a:pt x="1020249" y="543904"/>
                  </a:lnTo>
                  <a:lnTo>
                    <a:pt x="1009622" y="543904"/>
                  </a:lnTo>
                  <a:lnTo>
                    <a:pt x="998994" y="543904"/>
                  </a:lnTo>
                  <a:lnTo>
                    <a:pt x="988367" y="543904"/>
                  </a:lnTo>
                  <a:lnTo>
                    <a:pt x="977739" y="543904"/>
                  </a:lnTo>
                  <a:lnTo>
                    <a:pt x="967111" y="543904"/>
                  </a:lnTo>
                  <a:lnTo>
                    <a:pt x="956484" y="543904"/>
                  </a:lnTo>
                  <a:lnTo>
                    <a:pt x="945856" y="543904"/>
                  </a:lnTo>
                  <a:lnTo>
                    <a:pt x="935229" y="543904"/>
                  </a:lnTo>
                  <a:lnTo>
                    <a:pt x="924601" y="543904"/>
                  </a:lnTo>
                  <a:lnTo>
                    <a:pt x="913973" y="543904"/>
                  </a:lnTo>
                  <a:lnTo>
                    <a:pt x="903346" y="543904"/>
                  </a:lnTo>
                  <a:lnTo>
                    <a:pt x="892718" y="543904"/>
                  </a:lnTo>
                  <a:lnTo>
                    <a:pt x="882091" y="543904"/>
                  </a:lnTo>
                  <a:lnTo>
                    <a:pt x="871463" y="543904"/>
                  </a:lnTo>
                  <a:lnTo>
                    <a:pt x="860835" y="543904"/>
                  </a:lnTo>
                  <a:lnTo>
                    <a:pt x="850208" y="543904"/>
                  </a:lnTo>
                  <a:lnTo>
                    <a:pt x="839580" y="543904"/>
                  </a:lnTo>
                  <a:lnTo>
                    <a:pt x="828953" y="543904"/>
                  </a:lnTo>
                  <a:lnTo>
                    <a:pt x="818325" y="543904"/>
                  </a:lnTo>
                  <a:lnTo>
                    <a:pt x="807697" y="543904"/>
                  </a:lnTo>
                  <a:lnTo>
                    <a:pt x="797070" y="543904"/>
                  </a:lnTo>
                  <a:lnTo>
                    <a:pt x="786442" y="543904"/>
                  </a:lnTo>
                  <a:lnTo>
                    <a:pt x="775815" y="543904"/>
                  </a:lnTo>
                  <a:lnTo>
                    <a:pt x="765187" y="543904"/>
                  </a:lnTo>
                  <a:lnTo>
                    <a:pt x="754559" y="543904"/>
                  </a:lnTo>
                  <a:lnTo>
                    <a:pt x="743932" y="543904"/>
                  </a:lnTo>
                  <a:lnTo>
                    <a:pt x="733304" y="543904"/>
                  </a:lnTo>
                  <a:lnTo>
                    <a:pt x="722677" y="543904"/>
                  </a:lnTo>
                  <a:lnTo>
                    <a:pt x="712049" y="543904"/>
                  </a:lnTo>
                  <a:lnTo>
                    <a:pt x="701421" y="543904"/>
                  </a:lnTo>
                  <a:lnTo>
                    <a:pt x="690794" y="543904"/>
                  </a:lnTo>
                  <a:lnTo>
                    <a:pt x="680166" y="543904"/>
                  </a:lnTo>
                  <a:lnTo>
                    <a:pt x="669538" y="543904"/>
                  </a:lnTo>
                  <a:lnTo>
                    <a:pt x="658911" y="543904"/>
                  </a:lnTo>
                  <a:lnTo>
                    <a:pt x="648283" y="543904"/>
                  </a:lnTo>
                  <a:lnTo>
                    <a:pt x="637656" y="543904"/>
                  </a:lnTo>
                  <a:lnTo>
                    <a:pt x="627028" y="543904"/>
                  </a:lnTo>
                  <a:lnTo>
                    <a:pt x="616400" y="543904"/>
                  </a:lnTo>
                  <a:lnTo>
                    <a:pt x="605773" y="543904"/>
                  </a:lnTo>
                  <a:lnTo>
                    <a:pt x="595145" y="543904"/>
                  </a:lnTo>
                  <a:lnTo>
                    <a:pt x="584518" y="543904"/>
                  </a:lnTo>
                  <a:lnTo>
                    <a:pt x="573890" y="543904"/>
                  </a:lnTo>
                  <a:lnTo>
                    <a:pt x="563262" y="543904"/>
                  </a:lnTo>
                  <a:lnTo>
                    <a:pt x="552635" y="543904"/>
                  </a:lnTo>
                  <a:lnTo>
                    <a:pt x="542007" y="543904"/>
                  </a:lnTo>
                  <a:lnTo>
                    <a:pt x="531380" y="543904"/>
                  </a:lnTo>
                  <a:lnTo>
                    <a:pt x="520752" y="543904"/>
                  </a:lnTo>
                  <a:lnTo>
                    <a:pt x="510124" y="543904"/>
                  </a:lnTo>
                  <a:lnTo>
                    <a:pt x="499497" y="543904"/>
                  </a:lnTo>
                  <a:lnTo>
                    <a:pt x="488869" y="543904"/>
                  </a:lnTo>
                  <a:lnTo>
                    <a:pt x="478242" y="543904"/>
                  </a:lnTo>
                  <a:lnTo>
                    <a:pt x="467614" y="543904"/>
                  </a:lnTo>
                  <a:lnTo>
                    <a:pt x="456986" y="543904"/>
                  </a:lnTo>
                  <a:lnTo>
                    <a:pt x="446359" y="543904"/>
                  </a:lnTo>
                  <a:lnTo>
                    <a:pt x="435731" y="543904"/>
                  </a:lnTo>
                  <a:lnTo>
                    <a:pt x="425104" y="543904"/>
                  </a:lnTo>
                  <a:lnTo>
                    <a:pt x="414476" y="543904"/>
                  </a:lnTo>
                  <a:lnTo>
                    <a:pt x="403848" y="543904"/>
                  </a:lnTo>
                  <a:lnTo>
                    <a:pt x="393221" y="543904"/>
                  </a:lnTo>
                  <a:lnTo>
                    <a:pt x="382593" y="543904"/>
                  </a:lnTo>
                  <a:lnTo>
                    <a:pt x="371966" y="543904"/>
                  </a:lnTo>
                  <a:lnTo>
                    <a:pt x="361338" y="543904"/>
                  </a:lnTo>
                  <a:lnTo>
                    <a:pt x="350710" y="543904"/>
                  </a:lnTo>
                  <a:lnTo>
                    <a:pt x="340083" y="543904"/>
                  </a:lnTo>
                  <a:lnTo>
                    <a:pt x="329455" y="543904"/>
                  </a:lnTo>
                  <a:lnTo>
                    <a:pt x="318828" y="543904"/>
                  </a:lnTo>
                  <a:lnTo>
                    <a:pt x="308200" y="543904"/>
                  </a:lnTo>
                  <a:lnTo>
                    <a:pt x="297572" y="543904"/>
                  </a:lnTo>
                  <a:lnTo>
                    <a:pt x="286945" y="543904"/>
                  </a:lnTo>
                  <a:lnTo>
                    <a:pt x="276317" y="543904"/>
                  </a:lnTo>
                  <a:lnTo>
                    <a:pt x="265690" y="543904"/>
                  </a:lnTo>
                  <a:lnTo>
                    <a:pt x="255062" y="543904"/>
                  </a:lnTo>
                  <a:lnTo>
                    <a:pt x="244434" y="543904"/>
                  </a:lnTo>
                  <a:lnTo>
                    <a:pt x="233807" y="543904"/>
                  </a:lnTo>
                  <a:lnTo>
                    <a:pt x="223179" y="543904"/>
                  </a:lnTo>
                  <a:lnTo>
                    <a:pt x="212552" y="543904"/>
                  </a:lnTo>
                  <a:lnTo>
                    <a:pt x="201924" y="543904"/>
                  </a:lnTo>
                  <a:lnTo>
                    <a:pt x="191296" y="543904"/>
                  </a:lnTo>
                  <a:lnTo>
                    <a:pt x="180669" y="543904"/>
                  </a:lnTo>
                  <a:lnTo>
                    <a:pt x="170041" y="543904"/>
                  </a:lnTo>
                  <a:lnTo>
                    <a:pt x="159414" y="543904"/>
                  </a:lnTo>
                  <a:lnTo>
                    <a:pt x="148786" y="543904"/>
                  </a:lnTo>
                  <a:lnTo>
                    <a:pt x="138158" y="543904"/>
                  </a:lnTo>
                  <a:lnTo>
                    <a:pt x="127531" y="543904"/>
                  </a:lnTo>
                  <a:lnTo>
                    <a:pt x="116903" y="543904"/>
                  </a:lnTo>
                  <a:lnTo>
                    <a:pt x="106276" y="543904"/>
                  </a:lnTo>
                  <a:lnTo>
                    <a:pt x="95648" y="543904"/>
                  </a:lnTo>
                  <a:lnTo>
                    <a:pt x="85020" y="543904"/>
                  </a:lnTo>
                  <a:lnTo>
                    <a:pt x="74393" y="543904"/>
                  </a:lnTo>
                  <a:lnTo>
                    <a:pt x="63765" y="543904"/>
                  </a:lnTo>
                  <a:lnTo>
                    <a:pt x="53138" y="543904"/>
                  </a:lnTo>
                  <a:lnTo>
                    <a:pt x="42510" y="543904"/>
                  </a:lnTo>
                  <a:lnTo>
                    <a:pt x="31882" y="543904"/>
                  </a:lnTo>
                  <a:lnTo>
                    <a:pt x="21255" y="543904"/>
                  </a:lnTo>
                  <a:lnTo>
                    <a:pt x="10627" y="543904"/>
                  </a:lnTo>
                  <a:lnTo>
                    <a:pt x="0" y="543904"/>
                  </a:lnTo>
                  <a:close/>
                </a:path>
              </a:pathLst>
            </a:custGeom>
            <a:solidFill>
              <a:srgbClr val="4F46E5">
                <a:alpha val="87843"/>
              </a:srgbClr>
            </a:solidFill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15340540" y="8860534"/>
              <a:ext cx="2465603" cy="541126"/>
            </a:xfrm>
            <a:custGeom>
              <a:avLst/>
              <a:pathLst>
                <a:path w="2465603" h="541126">
                  <a:moveTo>
                    <a:pt x="0" y="541094"/>
                  </a:moveTo>
                  <a:lnTo>
                    <a:pt x="10627" y="540887"/>
                  </a:lnTo>
                  <a:lnTo>
                    <a:pt x="21255" y="540664"/>
                  </a:lnTo>
                  <a:lnTo>
                    <a:pt x="31882" y="540426"/>
                  </a:lnTo>
                  <a:lnTo>
                    <a:pt x="42510" y="540172"/>
                  </a:lnTo>
                  <a:lnTo>
                    <a:pt x="53138" y="539904"/>
                  </a:lnTo>
                  <a:lnTo>
                    <a:pt x="63765" y="539623"/>
                  </a:lnTo>
                  <a:lnTo>
                    <a:pt x="74393" y="539328"/>
                  </a:lnTo>
                  <a:lnTo>
                    <a:pt x="85020" y="539021"/>
                  </a:lnTo>
                  <a:lnTo>
                    <a:pt x="95648" y="538702"/>
                  </a:lnTo>
                  <a:lnTo>
                    <a:pt x="106276" y="538374"/>
                  </a:lnTo>
                  <a:lnTo>
                    <a:pt x="116903" y="538037"/>
                  </a:lnTo>
                  <a:lnTo>
                    <a:pt x="127531" y="537694"/>
                  </a:lnTo>
                  <a:lnTo>
                    <a:pt x="138158" y="537344"/>
                  </a:lnTo>
                  <a:lnTo>
                    <a:pt x="148786" y="536989"/>
                  </a:lnTo>
                  <a:lnTo>
                    <a:pt x="159414" y="536627"/>
                  </a:lnTo>
                  <a:lnTo>
                    <a:pt x="170041" y="536256"/>
                  </a:lnTo>
                  <a:lnTo>
                    <a:pt x="180669" y="535874"/>
                  </a:lnTo>
                  <a:lnTo>
                    <a:pt x="191296" y="535474"/>
                  </a:lnTo>
                  <a:lnTo>
                    <a:pt x="201924" y="535048"/>
                  </a:lnTo>
                  <a:lnTo>
                    <a:pt x="212552" y="534582"/>
                  </a:lnTo>
                  <a:lnTo>
                    <a:pt x="223179" y="534068"/>
                  </a:lnTo>
                  <a:lnTo>
                    <a:pt x="233807" y="533489"/>
                  </a:lnTo>
                  <a:lnTo>
                    <a:pt x="244434" y="532833"/>
                  </a:lnTo>
                  <a:lnTo>
                    <a:pt x="255062" y="532083"/>
                  </a:lnTo>
                  <a:lnTo>
                    <a:pt x="265690" y="531225"/>
                  </a:lnTo>
                  <a:lnTo>
                    <a:pt x="276317" y="530245"/>
                  </a:lnTo>
                  <a:lnTo>
                    <a:pt x="286945" y="529130"/>
                  </a:lnTo>
                  <a:lnTo>
                    <a:pt x="297572" y="527870"/>
                  </a:lnTo>
                  <a:lnTo>
                    <a:pt x="308200" y="526452"/>
                  </a:lnTo>
                  <a:lnTo>
                    <a:pt x="318828" y="524864"/>
                  </a:lnTo>
                  <a:lnTo>
                    <a:pt x="329455" y="523118"/>
                  </a:lnTo>
                  <a:lnTo>
                    <a:pt x="340083" y="521216"/>
                  </a:lnTo>
                  <a:lnTo>
                    <a:pt x="350710" y="519159"/>
                  </a:lnTo>
                  <a:lnTo>
                    <a:pt x="361338" y="516952"/>
                  </a:lnTo>
                  <a:lnTo>
                    <a:pt x="371966" y="514595"/>
                  </a:lnTo>
                  <a:lnTo>
                    <a:pt x="382593" y="512091"/>
                  </a:lnTo>
                  <a:lnTo>
                    <a:pt x="393221" y="509436"/>
                  </a:lnTo>
                  <a:lnTo>
                    <a:pt x="403848" y="506624"/>
                  </a:lnTo>
                  <a:lnTo>
                    <a:pt x="414476" y="503642"/>
                  </a:lnTo>
                  <a:lnTo>
                    <a:pt x="425104" y="500460"/>
                  </a:lnTo>
                  <a:lnTo>
                    <a:pt x="435731" y="497078"/>
                  </a:lnTo>
                  <a:lnTo>
                    <a:pt x="446359" y="493479"/>
                  </a:lnTo>
                  <a:lnTo>
                    <a:pt x="456986" y="489645"/>
                  </a:lnTo>
                  <a:lnTo>
                    <a:pt x="467614" y="485562"/>
                  </a:lnTo>
                  <a:lnTo>
                    <a:pt x="478242" y="481222"/>
                  </a:lnTo>
                  <a:lnTo>
                    <a:pt x="488869" y="476619"/>
                  </a:lnTo>
                  <a:lnTo>
                    <a:pt x="499497" y="471758"/>
                  </a:lnTo>
                  <a:lnTo>
                    <a:pt x="510124" y="466650"/>
                  </a:lnTo>
                  <a:lnTo>
                    <a:pt x="520752" y="461308"/>
                  </a:lnTo>
                  <a:lnTo>
                    <a:pt x="531380" y="455743"/>
                  </a:lnTo>
                  <a:lnTo>
                    <a:pt x="542007" y="450006"/>
                  </a:lnTo>
                  <a:lnTo>
                    <a:pt x="552635" y="444125"/>
                  </a:lnTo>
                  <a:lnTo>
                    <a:pt x="563262" y="438123"/>
                  </a:lnTo>
                  <a:lnTo>
                    <a:pt x="573890" y="432017"/>
                  </a:lnTo>
                  <a:lnTo>
                    <a:pt x="584518" y="425812"/>
                  </a:lnTo>
                  <a:lnTo>
                    <a:pt x="595145" y="419506"/>
                  </a:lnTo>
                  <a:lnTo>
                    <a:pt x="605773" y="413081"/>
                  </a:lnTo>
                  <a:lnTo>
                    <a:pt x="616400" y="406509"/>
                  </a:lnTo>
                  <a:lnTo>
                    <a:pt x="627028" y="399750"/>
                  </a:lnTo>
                  <a:lnTo>
                    <a:pt x="637656" y="392720"/>
                  </a:lnTo>
                  <a:lnTo>
                    <a:pt x="648283" y="385392"/>
                  </a:lnTo>
                  <a:lnTo>
                    <a:pt x="658911" y="377716"/>
                  </a:lnTo>
                  <a:lnTo>
                    <a:pt x="669538" y="369656"/>
                  </a:lnTo>
                  <a:lnTo>
                    <a:pt x="680166" y="361188"/>
                  </a:lnTo>
                  <a:lnTo>
                    <a:pt x="690794" y="352305"/>
                  </a:lnTo>
                  <a:lnTo>
                    <a:pt x="701421" y="343023"/>
                  </a:lnTo>
                  <a:lnTo>
                    <a:pt x="712049" y="333378"/>
                  </a:lnTo>
                  <a:lnTo>
                    <a:pt x="722677" y="323428"/>
                  </a:lnTo>
                  <a:lnTo>
                    <a:pt x="733304" y="313246"/>
                  </a:lnTo>
                  <a:lnTo>
                    <a:pt x="743932" y="302921"/>
                  </a:lnTo>
                  <a:lnTo>
                    <a:pt x="754559" y="292574"/>
                  </a:lnTo>
                  <a:lnTo>
                    <a:pt x="765187" y="282297"/>
                  </a:lnTo>
                  <a:lnTo>
                    <a:pt x="775815" y="272165"/>
                  </a:lnTo>
                  <a:lnTo>
                    <a:pt x="786442" y="262235"/>
                  </a:lnTo>
                  <a:lnTo>
                    <a:pt x="797070" y="252540"/>
                  </a:lnTo>
                  <a:lnTo>
                    <a:pt x="807697" y="243087"/>
                  </a:lnTo>
                  <a:lnTo>
                    <a:pt x="818325" y="233857"/>
                  </a:lnTo>
                  <a:lnTo>
                    <a:pt x="828953" y="224808"/>
                  </a:lnTo>
                  <a:lnTo>
                    <a:pt x="839580" y="215877"/>
                  </a:lnTo>
                  <a:lnTo>
                    <a:pt x="850208" y="206987"/>
                  </a:lnTo>
                  <a:lnTo>
                    <a:pt x="860835" y="198046"/>
                  </a:lnTo>
                  <a:lnTo>
                    <a:pt x="871463" y="188987"/>
                  </a:lnTo>
                  <a:lnTo>
                    <a:pt x="882091" y="179759"/>
                  </a:lnTo>
                  <a:lnTo>
                    <a:pt x="892718" y="170332"/>
                  </a:lnTo>
                  <a:lnTo>
                    <a:pt x="903346" y="160699"/>
                  </a:lnTo>
                  <a:lnTo>
                    <a:pt x="913973" y="150876"/>
                  </a:lnTo>
                  <a:lnTo>
                    <a:pt x="924601" y="140904"/>
                  </a:lnTo>
                  <a:lnTo>
                    <a:pt x="935229" y="130844"/>
                  </a:lnTo>
                  <a:lnTo>
                    <a:pt x="945856" y="120773"/>
                  </a:lnTo>
                  <a:lnTo>
                    <a:pt x="956484" y="110798"/>
                  </a:lnTo>
                  <a:lnTo>
                    <a:pt x="967111" y="101032"/>
                  </a:lnTo>
                  <a:lnTo>
                    <a:pt x="977739" y="91570"/>
                  </a:lnTo>
                  <a:lnTo>
                    <a:pt x="988367" y="82511"/>
                  </a:lnTo>
                  <a:lnTo>
                    <a:pt x="998994" y="73944"/>
                  </a:lnTo>
                  <a:lnTo>
                    <a:pt x="1009622" y="65951"/>
                  </a:lnTo>
                  <a:lnTo>
                    <a:pt x="1020249" y="58599"/>
                  </a:lnTo>
                  <a:lnTo>
                    <a:pt x="1030877" y="51940"/>
                  </a:lnTo>
                  <a:lnTo>
                    <a:pt x="1041505" y="46007"/>
                  </a:lnTo>
                  <a:lnTo>
                    <a:pt x="1052132" y="40810"/>
                  </a:lnTo>
                  <a:lnTo>
                    <a:pt x="1062760" y="36391"/>
                  </a:lnTo>
                  <a:lnTo>
                    <a:pt x="1073387" y="32673"/>
                  </a:lnTo>
                  <a:lnTo>
                    <a:pt x="1084015" y="29553"/>
                  </a:lnTo>
                  <a:lnTo>
                    <a:pt x="1094643" y="26944"/>
                  </a:lnTo>
                  <a:lnTo>
                    <a:pt x="1105270" y="24746"/>
                  </a:lnTo>
                  <a:lnTo>
                    <a:pt x="1115898" y="22851"/>
                  </a:lnTo>
                  <a:lnTo>
                    <a:pt x="1126525" y="21155"/>
                  </a:lnTo>
                  <a:lnTo>
                    <a:pt x="1137153" y="19561"/>
                  </a:lnTo>
                  <a:lnTo>
                    <a:pt x="1147781" y="17985"/>
                  </a:lnTo>
                  <a:lnTo>
                    <a:pt x="1158408" y="16364"/>
                  </a:lnTo>
                  <a:lnTo>
                    <a:pt x="1169036" y="14654"/>
                  </a:lnTo>
                  <a:lnTo>
                    <a:pt x="1179663" y="12845"/>
                  </a:lnTo>
                  <a:lnTo>
                    <a:pt x="1190291" y="10964"/>
                  </a:lnTo>
                  <a:lnTo>
                    <a:pt x="1200919" y="9051"/>
                  </a:lnTo>
                  <a:lnTo>
                    <a:pt x="1211546" y="7162"/>
                  </a:lnTo>
                  <a:lnTo>
                    <a:pt x="1222174" y="5360"/>
                  </a:lnTo>
                  <a:lnTo>
                    <a:pt x="1232801" y="3715"/>
                  </a:lnTo>
                  <a:lnTo>
                    <a:pt x="1243429" y="2294"/>
                  </a:lnTo>
                  <a:lnTo>
                    <a:pt x="1254057" y="1161"/>
                  </a:lnTo>
                  <a:lnTo>
                    <a:pt x="1264684" y="372"/>
                  </a:lnTo>
                  <a:lnTo>
                    <a:pt x="1275312" y="0"/>
                  </a:lnTo>
                  <a:lnTo>
                    <a:pt x="1285939" y="88"/>
                  </a:lnTo>
                  <a:lnTo>
                    <a:pt x="1296567" y="637"/>
                  </a:lnTo>
                  <a:lnTo>
                    <a:pt x="1307195" y="1661"/>
                  </a:lnTo>
                  <a:lnTo>
                    <a:pt x="1317822" y="3174"/>
                  </a:lnTo>
                  <a:lnTo>
                    <a:pt x="1328450" y="5181"/>
                  </a:lnTo>
                  <a:lnTo>
                    <a:pt x="1339077" y="7689"/>
                  </a:lnTo>
                  <a:lnTo>
                    <a:pt x="1349705" y="10703"/>
                  </a:lnTo>
                  <a:lnTo>
                    <a:pt x="1360333" y="14226"/>
                  </a:lnTo>
                  <a:lnTo>
                    <a:pt x="1370960" y="18262"/>
                  </a:lnTo>
                  <a:lnTo>
                    <a:pt x="1381588" y="22839"/>
                  </a:lnTo>
                  <a:lnTo>
                    <a:pt x="1392215" y="27979"/>
                  </a:lnTo>
                  <a:lnTo>
                    <a:pt x="1402843" y="33643"/>
                  </a:lnTo>
                  <a:lnTo>
                    <a:pt x="1413471" y="39831"/>
                  </a:lnTo>
                  <a:lnTo>
                    <a:pt x="1424098" y="46542"/>
                  </a:lnTo>
                  <a:lnTo>
                    <a:pt x="1434726" y="53769"/>
                  </a:lnTo>
                  <a:lnTo>
                    <a:pt x="1445354" y="61504"/>
                  </a:lnTo>
                  <a:lnTo>
                    <a:pt x="1455981" y="69732"/>
                  </a:lnTo>
                  <a:lnTo>
                    <a:pt x="1466609" y="78436"/>
                  </a:lnTo>
                  <a:lnTo>
                    <a:pt x="1477236" y="87595"/>
                  </a:lnTo>
                  <a:lnTo>
                    <a:pt x="1487864" y="97197"/>
                  </a:lnTo>
                  <a:lnTo>
                    <a:pt x="1498492" y="107227"/>
                  </a:lnTo>
                  <a:lnTo>
                    <a:pt x="1509119" y="117613"/>
                  </a:lnTo>
                  <a:lnTo>
                    <a:pt x="1519747" y="128316"/>
                  </a:lnTo>
                  <a:lnTo>
                    <a:pt x="1530374" y="139293"/>
                  </a:lnTo>
                  <a:lnTo>
                    <a:pt x="1541002" y="150498"/>
                  </a:lnTo>
                  <a:lnTo>
                    <a:pt x="1551630" y="161882"/>
                  </a:lnTo>
                  <a:lnTo>
                    <a:pt x="1562257" y="173395"/>
                  </a:lnTo>
                  <a:lnTo>
                    <a:pt x="1572885" y="184982"/>
                  </a:lnTo>
                  <a:lnTo>
                    <a:pt x="1583512" y="196588"/>
                  </a:lnTo>
                  <a:lnTo>
                    <a:pt x="1594140" y="208157"/>
                  </a:lnTo>
                  <a:lnTo>
                    <a:pt x="1604768" y="219620"/>
                  </a:lnTo>
                  <a:lnTo>
                    <a:pt x="1615395" y="230933"/>
                  </a:lnTo>
                  <a:lnTo>
                    <a:pt x="1626023" y="242055"/>
                  </a:lnTo>
                  <a:lnTo>
                    <a:pt x="1636650" y="252952"/>
                  </a:lnTo>
                  <a:lnTo>
                    <a:pt x="1647278" y="263599"/>
                  </a:lnTo>
                  <a:lnTo>
                    <a:pt x="1657906" y="273981"/>
                  </a:lnTo>
                  <a:lnTo>
                    <a:pt x="1668533" y="284091"/>
                  </a:lnTo>
                  <a:lnTo>
                    <a:pt x="1679161" y="293934"/>
                  </a:lnTo>
                  <a:lnTo>
                    <a:pt x="1689788" y="303519"/>
                  </a:lnTo>
                  <a:lnTo>
                    <a:pt x="1700416" y="312862"/>
                  </a:lnTo>
                  <a:lnTo>
                    <a:pt x="1711044" y="321965"/>
                  </a:lnTo>
                  <a:lnTo>
                    <a:pt x="1721671" y="330878"/>
                  </a:lnTo>
                  <a:lnTo>
                    <a:pt x="1732299" y="339619"/>
                  </a:lnTo>
                  <a:lnTo>
                    <a:pt x="1742926" y="348205"/>
                  </a:lnTo>
                  <a:lnTo>
                    <a:pt x="1753554" y="356646"/>
                  </a:lnTo>
                  <a:lnTo>
                    <a:pt x="1764182" y="364943"/>
                  </a:lnTo>
                  <a:lnTo>
                    <a:pt x="1774809" y="373096"/>
                  </a:lnTo>
                  <a:lnTo>
                    <a:pt x="1785437" y="381094"/>
                  </a:lnTo>
                  <a:lnTo>
                    <a:pt x="1796064" y="388926"/>
                  </a:lnTo>
                  <a:lnTo>
                    <a:pt x="1806692" y="396576"/>
                  </a:lnTo>
                  <a:lnTo>
                    <a:pt x="1817320" y="404000"/>
                  </a:lnTo>
                  <a:lnTo>
                    <a:pt x="1827947" y="411204"/>
                  </a:lnTo>
                  <a:lnTo>
                    <a:pt x="1838575" y="418177"/>
                  </a:lnTo>
                  <a:lnTo>
                    <a:pt x="1849202" y="424910"/>
                  </a:lnTo>
                  <a:lnTo>
                    <a:pt x="1859830" y="431401"/>
                  </a:lnTo>
                  <a:lnTo>
                    <a:pt x="1870458" y="437650"/>
                  </a:lnTo>
                  <a:lnTo>
                    <a:pt x="1881085" y="443662"/>
                  </a:lnTo>
                  <a:lnTo>
                    <a:pt x="1891713" y="449448"/>
                  </a:lnTo>
                  <a:lnTo>
                    <a:pt x="1902340" y="455018"/>
                  </a:lnTo>
                  <a:lnTo>
                    <a:pt x="1912968" y="460386"/>
                  </a:lnTo>
                  <a:lnTo>
                    <a:pt x="1923596" y="465543"/>
                  </a:lnTo>
                  <a:lnTo>
                    <a:pt x="1934223" y="470521"/>
                  </a:lnTo>
                  <a:lnTo>
                    <a:pt x="1944851" y="475326"/>
                  </a:lnTo>
                  <a:lnTo>
                    <a:pt x="1955478" y="479961"/>
                  </a:lnTo>
                  <a:lnTo>
                    <a:pt x="1966106" y="484424"/>
                  </a:lnTo>
                  <a:lnTo>
                    <a:pt x="1976734" y="488709"/>
                  </a:lnTo>
                  <a:lnTo>
                    <a:pt x="1987361" y="492805"/>
                  </a:lnTo>
                  <a:lnTo>
                    <a:pt x="1997989" y="496701"/>
                  </a:lnTo>
                  <a:lnTo>
                    <a:pt x="2008616" y="500384"/>
                  </a:lnTo>
                  <a:lnTo>
                    <a:pt x="2019244" y="503844"/>
                  </a:lnTo>
                  <a:lnTo>
                    <a:pt x="2029872" y="507045"/>
                  </a:lnTo>
                  <a:lnTo>
                    <a:pt x="2040499" y="510000"/>
                  </a:lnTo>
                  <a:lnTo>
                    <a:pt x="2051127" y="512714"/>
                  </a:lnTo>
                  <a:lnTo>
                    <a:pt x="2061754" y="515193"/>
                  </a:lnTo>
                  <a:lnTo>
                    <a:pt x="2072382" y="517447"/>
                  </a:lnTo>
                  <a:lnTo>
                    <a:pt x="2083010" y="519490"/>
                  </a:lnTo>
                  <a:lnTo>
                    <a:pt x="2093637" y="521340"/>
                  </a:lnTo>
                  <a:lnTo>
                    <a:pt x="2104265" y="523017"/>
                  </a:lnTo>
                  <a:lnTo>
                    <a:pt x="2114892" y="524541"/>
                  </a:lnTo>
                  <a:lnTo>
                    <a:pt x="2125520" y="525933"/>
                  </a:lnTo>
                  <a:lnTo>
                    <a:pt x="2136148" y="527203"/>
                  </a:lnTo>
                  <a:lnTo>
                    <a:pt x="2146775" y="528376"/>
                  </a:lnTo>
                  <a:lnTo>
                    <a:pt x="2157403" y="529466"/>
                  </a:lnTo>
                  <a:lnTo>
                    <a:pt x="2168031" y="530483"/>
                  </a:lnTo>
                  <a:lnTo>
                    <a:pt x="2178658" y="531432"/>
                  </a:lnTo>
                  <a:lnTo>
                    <a:pt x="2189286" y="532316"/>
                  </a:lnTo>
                  <a:lnTo>
                    <a:pt x="2199913" y="533138"/>
                  </a:lnTo>
                  <a:lnTo>
                    <a:pt x="2210541" y="533896"/>
                  </a:lnTo>
                  <a:lnTo>
                    <a:pt x="2221169" y="534592"/>
                  </a:lnTo>
                  <a:lnTo>
                    <a:pt x="2231796" y="535224"/>
                  </a:lnTo>
                  <a:lnTo>
                    <a:pt x="2242424" y="535787"/>
                  </a:lnTo>
                  <a:lnTo>
                    <a:pt x="2253051" y="536285"/>
                  </a:lnTo>
                  <a:lnTo>
                    <a:pt x="2263679" y="536723"/>
                  </a:lnTo>
                  <a:lnTo>
                    <a:pt x="2274307" y="537105"/>
                  </a:lnTo>
                  <a:lnTo>
                    <a:pt x="2284934" y="537436"/>
                  </a:lnTo>
                  <a:lnTo>
                    <a:pt x="2295562" y="537720"/>
                  </a:lnTo>
                  <a:lnTo>
                    <a:pt x="2306189" y="537967"/>
                  </a:lnTo>
                  <a:lnTo>
                    <a:pt x="2316817" y="538182"/>
                  </a:lnTo>
                  <a:lnTo>
                    <a:pt x="2327445" y="538375"/>
                  </a:lnTo>
                  <a:lnTo>
                    <a:pt x="2338072" y="538553"/>
                  </a:lnTo>
                  <a:lnTo>
                    <a:pt x="2348700" y="538725"/>
                  </a:lnTo>
                  <a:lnTo>
                    <a:pt x="2359327" y="538899"/>
                  </a:lnTo>
                  <a:lnTo>
                    <a:pt x="2369955" y="539082"/>
                  </a:lnTo>
                  <a:lnTo>
                    <a:pt x="2380583" y="539276"/>
                  </a:lnTo>
                  <a:lnTo>
                    <a:pt x="2391210" y="539485"/>
                  </a:lnTo>
                  <a:lnTo>
                    <a:pt x="2401838" y="539707"/>
                  </a:lnTo>
                  <a:lnTo>
                    <a:pt x="2412465" y="539941"/>
                  </a:lnTo>
                  <a:lnTo>
                    <a:pt x="2423093" y="540183"/>
                  </a:lnTo>
                  <a:lnTo>
                    <a:pt x="2433721" y="540428"/>
                  </a:lnTo>
                  <a:lnTo>
                    <a:pt x="2444348" y="540672"/>
                  </a:lnTo>
                  <a:lnTo>
                    <a:pt x="2454976" y="540906"/>
                  </a:lnTo>
                  <a:lnTo>
                    <a:pt x="2465603" y="541126"/>
                  </a:lnTo>
                </a:path>
              </a:pathLst>
            </a:custGeom>
            <a:ln w="758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13682634" y="9727923"/>
              <a:ext cx="3645267" cy="333751"/>
            </a:xfrm>
            <a:custGeom>
              <a:avLst/>
              <a:pathLst>
                <a:path w="3645267" h="333751">
                  <a:moveTo>
                    <a:pt x="0" y="330712"/>
                  </a:moveTo>
                  <a:lnTo>
                    <a:pt x="10627" y="330392"/>
                  </a:lnTo>
                  <a:lnTo>
                    <a:pt x="21255" y="330078"/>
                  </a:lnTo>
                  <a:lnTo>
                    <a:pt x="31882" y="329776"/>
                  </a:lnTo>
                  <a:lnTo>
                    <a:pt x="42510" y="329492"/>
                  </a:lnTo>
                  <a:lnTo>
                    <a:pt x="53138" y="329226"/>
                  </a:lnTo>
                  <a:lnTo>
                    <a:pt x="63765" y="328980"/>
                  </a:lnTo>
                  <a:lnTo>
                    <a:pt x="74393" y="328753"/>
                  </a:lnTo>
                  <a:lnTo>
                    <a:pt x="85020" y="328545"/>
                  </a:lnTo>
                  <a:lnTo>
                    <a:pt x="95648" y="328352"/>
                  </a:lnTo>
                  <a:lnTo>
                    <a:pt x="106276" y="328172"/>
                  </a:lnTo>
                  <a:lnTo>
                    <a:pt x="116903" y="328001"/>
                  </a:lnTo>
                  <a:lnTo>
                    <a:pt x="127531" y="327833"/>
                  </a:lnTo>
                  <a:lnTo>
                    <a:pt x="138158" y="327664"/>
                  </a:lnTo>
                  <a:lnTo>
                    <a:pt x="148786" y="327487"/>
                  </a:lnTo>
                  <a:lnTo>
                    <a:pt x="159414" y="327296"/>
                  </a:lnTo>
                  <a:lnTo>
                    <a:pt x="170041" y="327083"/>
                  </a:lnTo>
                  <a:lnTo>
                    <a:pt x="180669" y="326843"/>
                  </a:lnTo>
                  <a:lnTo>
                    <a:pt x="191296" y="326566"/>
                  </a:lnTo>
                  <a:lnTo>
                    <a:pt x="201924" y="326246"/>
                  </a:lnTo>
                  <a:lnTo>
                    <a:pt x="212552" y="325873"/>
                  </a:lnTo>
                  <a:lnTo>
                    <a:pt x="223179" y="325440"/>
                  </a:lnTo>
                  <a:lnTo>
                    <a:pt x="233807" y="324940"/>
                  </a:lnTo>
                  <a:lnTo>
                    <a:pt x="244434" y="324369"/>
                  </a:lnTo>
                  <a:lnTo>
                    <a:pt x="255062" y="323716"/>
                  </a:lnTo>
                  <a:lnTo>
                    <a:pt x="265690" y="322986"/>
                  </a:lnTo>
                  <a:lnTo>
                    <a:pt x="276317" y="322186"/>
                  </a:lnTo>
                  <a:lnTo>
                    <a:pt x="286945" y="321322"/>
                  </a:lnTo>
                  <a:lnTo>
                    <a:pt x="297572" y="320401"/>
                  </a:lnTo>
                  <a:lnTo>
                    <a:pt x="308200" y="319434"/>
                  </a:lnTo>
                  <a:lnTo>
                    <a:pt x="318828" y="318432"/>
                  </a:lnTo>
                  <a:lnTo>
                    <a:pt x="329455" y="317408"/>
                  </a:lnTo>
                  <a:lnTo>
                    <a:pt x="340083" y="316374"/>
                  </a:lnTo>
                  <a:lnTo>
                    <a:pt x="350710" y="315340"/>
                  </a:lnTo>
                  <a:lnTo>
                    <a:pt x="361338" y="314320"/>
                  </a:lnTo>
                  <a:lnTo>
                    <a:pt x="371966" y="313322"/>
                  </a:lnTo>
                  <a:lnTo>
                    <a:pt x="382593" y="312353"/>
                  </a:lnTo>
                  <a:lnTo>
                    <a:pt x="393221" y="311418"/>
                  </a:lnTo>
                  <a:lnTo>
                    <a:pt x="403848" y="310520"/>
                  </a:lnTo>
                  <a:lnTo>
                    <a:pt x="414476" y="309660"/>
                  </a:lnTo>
                  <a:lnTo>
                    <a:pt x="425104" y="308836"/>
                  </a:lnTo>
                  <a:lnTo>
                    <a:pt x="435731" y="308044"/>
                  </a:lnTo>
                  <a:lnTo>
                    <a:pt x="446359" y="307277"/>
                  </a:lnTo>
                  <a:lnTo>
                    <a:pt x="456986" y="306523"/>
                  </a:lnTo>
                  <a:lnTo>
                    <a:pt x="467614" y="305769"/>
                  </a:lnTo>
                  <a:lnTo>
                    <a:pt x="478242" y="304994"/>
                  </a:lnTo>
                  <a:lnTo>
                    <a:pt x="488869" y="304180"/>
                  </a:lnTo>
                  <a:lnTo>
                    <a:pt x="499497" y="303310"/>
                  </a:lnTo>
                  <a:lnTo>
                    <a:pt x="510124" y="302367"/>
                  </a:lnTo>
                  <a:lnTo>
                    <a:pt x="520752" y="301338"/>
                  </a:lnTo>
                  <a:lnTo>
                    <a:pt x="531380" y="300215"/>
                  </a:lnTo>
                  <a:lnTo>
                    <a:pt x="542007" y="298992"/>
                  </a:lnTo>
                  <a:lnTo>
                    <a:pt x="552635" y="297672"/>
                  </a:lnTo>
                  <a:lnTo>
                    <a:pt x="563262" y="296262"/>
                  </a:lnTo>
                  <a:lnTo>
                    <a:pt x="573890" y="294771"/>
                  </a:lnTo>
                  <a:lnTo>
                    <a:pt x="584518" y="293221"/>
                  </a:lnTo>
                  <a:lnTo>
                    <a:pt x="595145" y="291634"/>
                  </a:lnTo>
                  <a:lnTo>
                    <a:pt x="605773" y="290029"/>
                  </a:lnTo>
                  <a:lnTo>
                    <a:pt x="616400" y="288424"/>
                  </a:lnTo>
                  <a:lnTo>
                    <a:pt x="627028" y="286831"/>
                  </a:lnTo>
                  <a:lnTo>
                    <a:pt x="637656" y="285260"/>
                  </a:lnTo>
                  <a:lnTo>
                    <a:pt x="648283" y="283715"/>
                  </a:lnTo>
                  <a:lnTo>
                    <a:pt x="658911" y="282196"/>
                  </a:lnTo>
                  <a:lnTo>
                    <a:pt x="669538" y="280700"/>
                  </a:lnTo>
                  <a:lnTo>
                    <a:pt x="680166" y="279219"/>
                  </a:lnTo>
                  <a:lnTo>
                    <a:pt x="690794" y="277740"/>
                  </a:lnTo>
                  <a:lnTo>
                    <a:pt x="701421" y="276248"/>
                  </a:lnTo>
                  <a:lnTo>
                    <a:pt x="712049" y="274727"/>
                  </a:lnTo>
                  <a:lnTo>
                    <a:pt x="722677" y="273161"/>
                  </a:lnTo>
                  <a:lnTo>
                    <a:pt x="733304" y="271532"/>
                  </a:lnTo>
                  <a:lnTo>
                    <a:pt x="743932" y="269820"/>
                  </a:lnTo>
                  <a:lnTo>
                    <a:pt x="754559" y="268007"/>
                  </a:lnTo>
                  <a:lnTo>
                    <a:pt x="765187" y="266071"/>
                  </a:lnTo>
                  <a:lnTo>
                    <a:pt x="775815" y="263995"/>
                  </a:lnTo>
                  <a:lnTo>
                    <a:pt x="786442" y="261753"/>
                  </a:lnTo>
                  <a:lnTo>
                    <a:pt x="797070" y="259324"/>
                  </a:lnTo>
                  <a:lnTo>
                    <a:pt x="807697" y="256716"/>
                  </a:lnTo>
                  <a:lnTo>
                    <a:pt x="818325" y="253930"/>
                  </a:lnTo>
                  <a:lnTo>
                    <a:pt x="828953" y="250977"/>
                  </a:lnTo>
                  <a:lnTo>
                    <a:pt x="839580" y="247875"/>
                  </a:lnTo>
                  <a:lnTo>
                    <a:pt x="850208" y="244650"/>
                  </a:lnTo>
                  <a:lnTo>
                    <a:pt x="860835" y="241334"/>
                  </a:lnTo>
                  <a:lnTo>
                    <a:pt x="871463" y="237964"/>
                  </a:lnTo>
                  <a:lnTo>
                    <a:pt x="882091" y="234576"/>
                  </a:lnTo>
                  <a:lnTo>
                    <a:pt x="892718" y="231208"/>
                  </a:lnTo>
                  <a:lnTo>
                    <a:pt x="903346" y="227900"/>
                  </a:lnTo>
                  <a:lnTo>
                    <a:pt x="913973" y="224668"/>
                  </a:lnTo>
                  <a:lnTo>
                    <a:pt x="924601" y="221525"/>
                  </a:lnTo>
                  <a:lnTo>
                    <a:pt x="935229" y="218470"/>
                  </a:lnTo>
                  <a:lnTo>
                    <a:pt x="945856" y="215495"/>
                  </a:lnTo>
                  <a:lnTo>
                    <a:pt x="956484" y="212585"/>
                  </a:lnTo>
                  <a:lnTo>
                    <a:pt x="967111" y="209719"/>
                  </a:lnTo>
                  <a:lnTo>
                    <a:pt x="977739" y="206874"/>
                  </a:lnTo>
                  <a:lnTo>
                    <a:pt x="988367" y="204028"/>
                  </a:lnTo>
                  <a:lnTo>
                    <a:pt x="998994" y="201157"/>
                  </a:lnTo>
                  <a:lnTo>
                    <a:pt x="1009622" y="198240"/>
                  </a:lnTo>
                  <a:lnTo>
                    <a:pt x="1020249" y="195268"/>
                  </a:lnTo>
                  <a:lnTo>
                    <a:pt x="1030877" y="192235"/>
                  </a:lnTo>
                  <a:lnTo>
                    <a:pt x="1041505" y="189137"/>
                  </a:lnTo>
                  <a:lnTo>
                    <a:pt x="1052132" y="185970"/>
                  </a:lnTo>
                  <a:lnTo>
                    <a:pt x="1062760" y="182733"/>
                  </a:lnTo>
                  <a:lnTo>
                    <a:pt x="1073387" y="179421"/>
                  </a:lnTo>
                  <a:lnTo>
                    <a:pt x="1084015" y="176027"/>
                  </a:lnTo>
                  <a:lnTo>
                    <a:pt x="1094643" y="172543"/>
                  </a:lnTo>
                  <a:lnTo>
                    <a:pt x="1105270" y="168959"/>
                  </a:lnTo>
                  <a:lnTo>
                    <a:pt x="1115898" y="165252"/>
                  </a:lnTo>
                  <a:lnTo>
                    <a:pt x="1126525" y="161430"/>
                  </a:lnTo>
                  <a:lnTo>
                    <a:pt x="1137153" y="157491"/>
                  </a:lnTo>
                  <a:lnTo>
                    <a:pt x="1147781" y="153445"/>
                  </a:lnTo>
                  <a:lnTo>
                    <a:pt x="1158408" y="149308"/>
                  </a:lnTo>
                  <a:lnTo>
                    <a:pt x="1169036" y="145108"/>
                  </a:lnTo>
                  <a:lnTo>
                    <a:pt x="1179663" y="140881"/>
                  </a:lnTo>
                  <a:lnTo>
                    <a:pt x="1190291" y="136673"/>
                  </a:lnTo>
                  <a:lnTo>
                    <a:pt x="1200919" y="132534"/>
                  </a:lnTo>
                  <a:lnTo>
                    <a:pt x="1211546" y="128520"/>
                  </a:lnTo>
                  <a:lnTo>
                    <a:pt x="1222174" y="124714"/>
                  </a:lnTo>
                  <a:lnTo>
                    <a:pt x="1232801" y="121148"/>
                  </a:lnTo>
                  <a:lnTo>
                    <a:pt x="1243429" y="117856"/>
                  </a:lnTo>
                  <a:lnTo>
                    <a:pt x="1254057" y="114857"/>
                  </a:lnTo>
                  <a:lnTo>
                    <a:pt x="1264684" y="112154"/>
                  </a:lnTo>
                  <a:lnTo>
                    <a:pt x="1275312" y="109731"/>
                  </a:lnTo>
                  <a:lnTo>
                    <a:pt x="1285939" y="107553"/>
                  </a:lnTo>
                  <a:lnTo>
                    <a:pt x="1296567" y="105571"/>
                  </a:lnTo>
                  <a:lnTo>
                    <a:pt x="1307195" y="103720"/>
                  </a:lnTo>
                  <a:lnTo>
                    <a:pt x="1317822" y="101926"/>
                  </a:lnTo>
                  <a:lnTo>
                    <a:pt x="1328450" y="100099"/>
                  </a:lnTo>
                  <a:lnTo>
                    <a:pt x="1339077" y="98157"/>
                  </a:lnTo>
                  <a:lnTo>
                    <a:pt x="1349705" y="96039"/>
                  </a:lnTo>
                  <a:lnTo>
                    <a:pt x="1360333" y="93704"/>
                  </a:lnTo>
                  <a:lnTo>
                    <a:pt x="1370960" y="91126"/>
                  </a:lnTo>
                  <a:lnTo>
                    <a:pt x="1381588" y="88303"/>
                  </a:lnTo>
                  <a:lnTo>
                    <a:pt x="1392215" y="85254"/>
                  </a:lnTo>
                  <a:lnTo>
                    <a:pt x="1402843" y="82018"/>
                  </a:lnTo>
                  <a:lnTo>
                    <a:pt x="1413471" y="78646"/>
                  </a:lnTo>
                  <a:lnTo>
                    <a:pt x="1424098" y="75204"/>
                  </a:lnTo>
                  <a:lnTo>
                    <a:pt x="1434726" y="71766"/>
                  </a:lnTo>
                  <a:lnTo>
                    <a:pt x="1445354" y="68404"/>
                  </a:lnTo>
                  <a:lnTo>
                    <a:pt x="1455981" y="65165"/>
                  </a:lnTo>
                  <a:lnTo>
                    <a:pt x="1466609" y="62081"/>
                  </a:lnTo>
                  <a:lnTo>
                    <a:pt x="1477236" y="59168"/>
                  </a:lnTo>
                  <a:lnTo>
                    <a:pt x="1487864" y="56421"/>
                  </a:lnTo>
                  <a:lnTo>
                    <a:pt x="1498492" y="53822"/>
                  </a:lnTo>
                  <a:lnTo>
                    <a:pt x="1509119" y="51341"/>
                  </a:lnTo>
                  <a:lnTo>
                    <a:pt x="1519747" y="48940"/>
                  </a:lnTo>
                  <a:lnTo>
                    <a:pt x="1530374" y="46581"/>
                  </a:lnTo>
                  <a:lnTo>
                    <a:pt x="1541002" y="44226"/>
                  </a:lnTo>
                  <a:lnTo>
                    <a:pt x="1551630" y="41848"/>
                  </a:lnTo>
                  <a:lnTo>
                    <a:pt x="1562257" y="39438"/>
                  </a:lnTo>
                  <a:lnTo>
                    <a:pt x="1572885" y="36999"/>
                  </a:lnTo>
                  <a:lnTo>
                    <a:pt x="1583512" y="34547"/>
                  </a:lnTo>
                  <a:lnTo>
                    <a:pt x="1594140" y="32107"/>
                  </a:lnTo>
                  <a:lnTo>
                    <a:pt x="1604768" y="29708"/>
                  </a:lnTo>
                  <a:lnTo>
                    <a:pt x="1615395" y="27384"/>
                  </a:lnTo>
                  <a:lnTo>
                    <a:pt x="1626023" y="25164"/>
                  </a:lnTo>
                  <a:lnTo>
                    <a:pt x="1636650" y="23075"/>
                  </a:lnTo>
                  <a:lnTo>
                    <a:pt x="1647278" y="21145"/>
                  </a:lnTo>
                  <a:lnTo>
                    <a:pt x="1657906" y="19377"/>
                  </a:lnTo>
                  <a:lnTo>
                    <a:pt x="1668533" y="17757"/>
                  </a:lnTo>
                  <a:lnTo>
                    <a:pt x="1679161" y="16272"/>
                  </a:lnTo>
                  <a:lnTo>
                    <a:pt x="1689788" y="14901"/>
                  </a:lnTo>
                  <a:lnTo>
                    <a:pt x="1700416" y="13619"/>
                  </a:lnTo>
                  <a:lnTo>
                    <a:pt x="1711044" y="12403"/>
                  </a:lnTo>
                  <a:lnTo>
                    <a:pt x="1721671" y="11228"/>
                  </a:lnTo>
                  <a:lnTo>
                    <a:pt x="1732299" y="10077"/>
                  </a:lnTo>
                  <a:lnTo>
                    <a:pt x="1742926" y="8936"/>
                  </a:lnTo>
                  <a:lnTo>
                    <a:pt x="1753554" y="7800"/>
                  </a:lnTo>
                  <a:lnTo>
                    <a:pt x="1764182" y="6674"/>
                  </a:lnTo>
                  <a:lnTo>
                    <a:pt x="1774809" y="5571"/>
                  </a:lnTo>
                  <a:lnTo>
                    <a:pt x="1785437" y="4510"/>
                  </a:lnTo>
                  <a:lnTo>
                    <a:pt x="1796064" y="3511"/>
                  </a:lnTo>
                  <a:lnTo>
                    <a:pt x="1806692" y="2599"/>
                  </a:lnTo>
                  <a:lnTo>
                    <a:pt x="1817320" y="1796"/>
                  </a:lnTo>
                  <a:lnTo>
                    <a:pt x="1827947" y="1122"/>
                  </a:lnTo>
                  <a:lnTo>
                    <a:pt x="1838575" y="594"/>
                  </a:lnTo>
                  <a:lnTo>
                    <a:pt x="1849202" y="224"/>
                  </a:lnTo>
                  <a:lnTo>
                    <a:pt x="1859830" y="24"/>
                  </a:lnTo>
                  <a:lnTo>
                    <a:pt x="1870458" y="0"/>
                  </a:lnTo>
                  <a:lnTo>
                    <a:pt x="1881085" y="132"/>
                  </a:lnTo>
                  <a:lnTo>
                    <a:pt x="1891713" y="412"/>
                  </a:lnTo>
                  <a:lnTo>
                    <a:pt x="1902340" y="832"/>
                  </a:lnTo>
                  <a:lnTo>
                    <a:pt x="1912968" y="1381"/>
                  </a:lnTo>
                  <a:lnTo>
                    <a:pt x="1923596" y="2051"/>
                  </a:lnTo>
                  <a:lnTo>
                    <a:pt x="1934223" y="2835"/>
                  </a:lnTo>
                  <a:lnTo>
                    <a:pt x="1944851" y="3727"/>
                  </a:lnTo>
                  <a:lnTo>
                    <a:pt x="1955478" y="4724"/>
                  </a:lnTo>
                  <a:lnTo>
                    <a:pt x="1966106" y="5828"/>
                  </a:lnTo>
                  <a:lnTo>
                    <a:pt x="1976734" y="7042"/>
                  </a:lnTo>
                  <a:lnTo>
                    <a:pt x="1987361" y="8357"/>
                  </a:lnTo>
                  <a:lnTo>
                    <a:pt x="1997989" y="9771"/>
                  </a:lnTo>
                  <a:lnTo>
                    <a:pt x="2008616" y="11284"/>
                  </a:lnTo>
                  <a:lnTo>
                    <a:pt x="2019244" y="12895"/>
                  </a:lnTo>
                  <a:lnTo>
                    <a:pt x="2029872" y="14603"/>
                  </a:lnTo>
                  <a:lnTo>
                    <a:pt x="2040499" y="16410"/>
                  </a:lnTo>
                  <a:lnTo>
                    <a:pt x="2051127" y="18319"/>
                  </a:lnTo>
                  <a:lnTo>
                    <a:pt x="2061754" y="20336"/>
                  </a:lnTo>
                  <a:lnTo>
                    <a:pt x="2072382" y="22472"/>
                  </a:lnTo>
                  <a:lnTo>
                    <a:pt x="2083010" y="24744"/>
                  </a:lnTo>
                  <a:lnTo>
                    <a:pt x="2093637" y="27150"/>
                  </a:lnTo>
                  <a:lnTo>
                    <a:pt x="2104265" y="29696"/>
                  </a:lnTo>
                  <a:lnTo>
                    <a:pt x="2114892" y="32384"/>
                  </a:lnTo>
                  <a:lnTo>
                    <a:pt x="2125520" y="35214"/>
                  </a:lnTo>
                  <a:lnTo>
                    <a:pt x="2136148" y="38180"/>
                  </a:lnTo>
                  <a:lnTo>
                    <a:pt x="2146775" y="41269"/>
                  </a:lnTo>
                  <a:lnTo>
                    <a:pt x="2157403" y="44466"/>
                  </a:lnTo>
                  <a:lnTo>
                    <a:pt x="2168031" y="47752"/>
                  </a:lnTo>
                  <a:lnTo>
                    <a:pt x="2178658" y="51105"/>
                  </a:lnTo>
                  <a:lnTo>
                    <a:pt x="2189286" y="54504"/>
                  </a:lnTo>
                  <a:lnTo>
                    <a:pt x="2199913" y="57918"/>
                  </a:lnTo>
                  <a:lnTo>
                    <a:pt x="2210541" y="61330"/>
                  </a:lnTo>
                  <a:lnTo>
                    <a:pt x="2221169" y="64723"/>
                  </a:lnTo>
                  <a:lnTo>
                    <a:pt x="2231796" y="68083"/>
                  </a:lnTo>
                  <a:lnTo>
                    <a:pt x="2242424" y="71398"/>
                  </a:lnTo>
                  <a:lnTo>
                    <a:pt x="2253051" y="74662"/>
                  </a:lnTo>
                  <a:lnTo>
                    <a:pt x="2263679" y="77865"/>
                  </a:lnTo>
                  <a:lnTo>
                    <a:pt x="2274307" y="81004"/>
                  </a:lnTo>
                  <a:lnTo>
                    <a:pt x="2284934" y="84073"/>
                  </a:lnTo>
                  <a:lnTo>
                    <a:pt x="2295562" y="87061"/>
                  </a:lnTo>
                  <a:lnTo>
                    <a:pt x="2306189" y="89978"/>
                  </a:lnTo>
                  <a:lnTo>
                    <a:pt x="2316817" y="92830"/>
                  </a:lnTo>
                  <a:lnTo>
                    <a:pt x="2327445" y="95629"/>
                  </a:lnTo>
                  <a:lnTo>
                    <a:pt x="2338072" y="98392"/>
                  </a:lnTo>
                  <a:lnTo>
                    <a:pt x="2348700" y="101147"/>
                  </a:lnTo>
                  <a:lnTo>
                    <a:pt x="2359327" y="103923"/>
                  </a:lnTo>
                  <a:lnTo>
                    <a:pt x="2369955" y="106761"/>
                  </a:lnTo>
                  <a:lnTo>
                    <a:pt x="2380583" y="109702"/>
                  </a:lnTo>
                  <a:lnTo>
                    <a:pt x="2391210" y="112788"/>
                  </a:lnTo>
                  <a:lnTo>
                    <a:pt x="2401838" y="116084"/>
                  </a:lnTo>
                  <a:lnTo>
                    <a:pt x="2412465" y="119603"/>
                  </a:lnTo>
                  <a:lnTo>
                    <a:pt x="2423093" y="123358"/>
                  </a:lnTo>
                  <a:lnTo>
                    <a:pt x="2433721" y="127348"/>
                  </a:lnTo>
                  <a:lnTo>
                    <a:pt x="2444348" y="131552"/>
                  </a:lnTo>
                  <a:lnTo>
                    <a:pt x="2454976" y="135936"/>
                  </a:lnTo>
                  <a:lnTo>
                    <a:pt x="2465603" y="140448"/>
                  </a:lnTo>
                  <a:lnTo>
                    <a:pt x="2476231" y="145026"/>
                  </a:lnTo>
                  <a:lnTo>
                    <a:pt x="2486859" y="149598"/>
                  </a:lnTo>
                  <a:lnTo>
                    <a:pt x="2497486" y="154089"/>
                  </a:lnTo>
                  <a:lnTo>
                    <a:pt x="2508114" y="158403"/>
                  </a:lnTo>
                  <a:lnTo>
                    <a:pt x="2518741" y="162485"/>
                  </a:lnTo>
                  <a:lnTo>
                    <a:pt x="2529369" y="166295"/>
                  </a:lnTo>
                  <a:lnTo>
                    <a:pt x="2539997" y="169811"/>
                  </a:lnTo>
                  <a:lnTo>
                    <a:pt x="2550624" y="173027"/>
                  </a:lnTo>
                  <a:lnTo>
                    <a:pt x="2561252" y="175960"/>
                  </a:lnTo>
                  <a:lnTo>
                    <a:pt x="2571879" y="178641"/>
                  </a:lnTo>
                  <a:lnTo>
                    <a:pt x="2582507" y="181116"/>
                  </a:lnTo>
                  <a:lnTo>
                    <a:pt x="2593135" y="183441"/>
                  </a:lnTo>
                  <a:lnTo>
                    <a:pt x="2603762" y="185676"/>
                  </a:lnTo>
                  <a:lnTo>
                    <a:pt x="2614390" y="187882"/>
                  </a:lnTo>
                  <a:lnTo>
                    <a:pt x="2625017" y="190123"/>
                  </a:lnTo>
                  <a:lnTo>
                    <a:pt x="2635645" y="192438"/>
                  </a:lnTo>
                  <a:lnTo>
                    <a:pt x="2646273" y="194851"/>
                  </a:lnTo>
                  <a:lnTo>
                    <a:pt x="2656900" y="197375"/>
                  </a:lnTo>
                  <a:lnTo>
                    <a:pt x="2667528" y="200009"/>
                  </a:lnTo>
                  <a:lnTo>
                    <a:pt x="2678155" y="202743"/>
                  </a:lnTo>
                  <a:lnTo>
                    <a:pt x="2688783" y="205558"/>
                  </a:lnTo>
                  <a:lnTo>
                    <a:pt x="2699411" y="208433"/>
                  </a:lnTo>
                  <a:lnTo>
                    <a:pt x="2710038" y="211344"/>
                  </a:lnTo>
                  <a:lnTo>
                    <a:pt x="2720666" y="214270"/>
                  </a:lnTo>
                  <a:lnTo>
                    <a:pt x="2731293" y="217194"/>
                  </a:lnTo>
                  <a:lnTo>
                    <a:pt x="2741921" y="220110"/>
                  </a:lnTo>
                  <a:lnTo>
                    <a:pt x="2752549" y="223017"/>
                  </a:lnTo>
                  <a:lnTo>
                    <a:pt x="2763176" y="225919"/>
                  </a:lnTo>
                  <a:lnTo>
                    <a:pt x="2773804" y="228825"/>
                  </a:lnTo>
                  <a:lnTo>
                    <a:pt x="2784431" y="231742"/>
                  </a:lnTo>
                  <a:lnTo>
                    <a:pt x="2795059" y="234675"/>
                  </a:lnTo>
                  <a:lnTo>
                    <a:pt x="2805687" y="237626"/>
                  </a:lnTo>
                  <a:lnTo>
                    <a:pt x="2816314" y="240588"/>
                  </a:lnTo>
                  <a:lnTo>
                    <a:pt x="2826942" y="243546"/>
                  </a:lnTo>
                  <a:lnTo>
                    <a:pt x="2837569" y="246476"/>
                  </a:lnTo>
                  <a:lnTo>
                    <a:pt x="2848197" y="249348"/>
                  </a:lnTo>
                  <a:lnTo>
                    <a:pt x="2858825" y="252133"/>
                  </a:lnTo>
                  <a:lnTo>
                    <a:pt x="2869452" y="254801"/>
                  </a:lnTo>
                  <a:lnTo>
                    <a:pt x="2880080" y="257328"/>
                  </a:lnTo>
                  <a:lnTo>
                    <a:pt x="2890708" y="259695"/>
                  </a:lnTo>
                  <a:lnTo>
                    <a:pt x="2901335" y="261894"/>
                  </a:lnTo>
                  <a:lnTo>
                    <a:pt x="2911963" y="263925"/>
                  </a:lnTo>
                  <a:lnTo>
                    <a:pt x="2922590" y="265801"/>
                  </a:lnTo>
                  <a:lnTo>
                    <a:pt x="2933218" y="267537"/>
                  </a:lnTo>
                  <a:lnTo>
                    <a:pt x="2943846" y="269167"/>
                  </a:lnTo>
                  <a:lnTo>
                    <a:pt x="2954473" y="270736"/>
                  </a:lnTo>
                  <a:lnTo>
                    <a:pt x="2965101" y="272277"/>
                  </a:lnTo>
                  <a:lnTo>
                    <a:pt x="2975728" y="273820"/>
                  </a:lnTo>
                  <a:lnTo>
                    <a:pt x="2986356" y="275393"/>
                  </a:lnTo>
                  <a:lnTo>
                    <a:pt x="2996984" y="277014"/>
                  </a:lnTo>
                  <a:lnTo>
                    <a:pt x="3007611" y="278696"/>
                  </a:lnTo>
                  <a:lnTo>
                    <a:pt x="3018239" y="280444"/>
                  </a:lnTo>
                  <a:lnTo>
                    <a:pt x="3028866" y="282255"/>
                  </a:lnTo>
                  <a:lnTo>
                    <a:pt x="3039494" y="284126"/>
                  </a:lnTo>
                  <a:lnTo>
                    <a:pt x="3050122" y="286043"/>
                  </a:lnTo>
                  <a:lnTo>
                    <a:pt x="3060749" y="287988"/>
                  </a:lnTo>
                  <a:lnTo>
                    <a:pt x="3071377" y="289946"/>
                  </a:lnTo>
                  <a:lnTo>
                    <a:pt x="3082004" y="291905"/>
                  </a:lnTo>
                  <a:lnTo>
                    <a:pt x="3092632" y="293852"/>
                  </a:lnTo>
                  <a:lnTo>
                    <a:pt x="3103260" y="295775"/>
                  </a:lnTo>
                  <a:lnTo>
                    <a:pt x="3113887" y="297665"/>
                  </a:lnTo>
                  <a:lnTo>
                    <a:pt x="3124515" y="299513"/>
                  </a:lnTo>
                  <a:lnTo>
                    <a:pt x="3135142" y="301311"/>
                  </a:lnTo>
                  <a:lnTo>
                    <a:pt x="3145770" y="303051"/>
                  </a:lnTo>
                  <a:lnTo>
                    <a:pt x="3156398" y="304723"/>
                  </a:lnTo>
                  <a:lnTo>
                    <a:pt x="3167025" y="306326"/>
                  </a:lnTo>
                  <a:lnTo>
                    <a:pt x="3177653" y="307855"/>
                  </a:lnTo>
                  <a:lnTo>
                    <a:pt x="3188280" y="309305"/>
                  </a:lnTo>
                  <a:lnTo>
                    <a:pt x="3198908" y="310675"/>
                  </a:lnTo>
                  <a:lnTo>
                    <a:pt x="3209536" y="311960"/>
                  </a:lnTo>
                  <a:lnTo>
                    <a:pt x="3220163" y="313160"/>
                  </a:lnTo>
                  <a:lnTo>
                    <a:pt x="3230791" y="314275"/>
                  </a:lnTo>
                  <a:lnTo>
                    <a:pt x="3241418" y="315308"/>
                  </a:lnTo>
                  <a:lnTo>
                    <a:pt x="3252046" y="316258"/>
                  </a:lnTo>
                  <a:lnTo>
                    <a:pt x="3262674" y="317126"/>
                  </a:lnTo>
                  <a:lnTo>
                    <a:pt x="3273301" y="317923"/>
                  </a:lnTo>
                  <a:lnTo>
                    <a:pt x="3283929" y="318658"/>
                  </a:lnTo>
                  <a:lnTo>
                    <a:pt x="3294556" y="319335"/>
                  </a:lnTo>
                  <a:lnTo>
                    <a:pt x="3305184" y="319960"/>
                  </a:lnTo>
                  <a:lnTo>
                    <a:pt x="3315812" y="320540"/>
                  </a:lnTo>
                  <a:lnTo>
                    <a:pt x="3326439" y="321082"/>
                  </a:lnTo>
                  <a:lnTo>
                    <a:pt x="3337067" y="321592"/>
                  </a:lnTo>
                  <a:lnTo>
                    <a:pt x="3347694" y="322077"/>
                  </a:lnTo>
                  <a:lnTo>
                    <a:pt x="3358322" y="322543"/>
                  </a:lnTo>
                  <a:lnTo>
                    <a:pt x="3368950" y="322997"/>
                  </a:lnTo>
                  <a:lnTo>
                    <a:pt x="3379577" y="323447"/>
                  </a:lnTo>
                  <a:lnTo>
                    <a:pt x="3390205" y="323899"/>
                  </a:lnTo>
                  <a:lnTo>
                    <a:pt x="3400832" y="324355"/>
                  </a:lnTo>
                  <a:lnTo>
                    <a:pt x="3411460" y="324817"/>
                  </a:lnTo>
                  <a:lnTo>
                    <a:pt x="3422088" y="325285"/>
                  </a:lnTo>
                  <a:lnTo>
                    <a:pt x="3432715" y="325755"/>
                  </a:lnTo>
                  <a:lnTo>
                    <a:pt x="3443343" y="326223"/>
                  </a:lnTo>
                  <a:lnTo>
                    <a:pt x="3453970" y="326681"/>
                  </a:lnTo>
                  <a:lnTo>
                    <a:pt x="3464598" y="327123"/>
                  </a:lnTo>
                  <a:lnTo>
                    <a:pt x="3475226" y="327537"/>
                  </a:lnTo>
                  <a:lnTo>
                    <a:pt x="3485853" y="327918"/>
                  </a:lnTo>
                  <a:lnTo>
                    <a:pt x="3496481" y="328262"/>
                  </a:lnTo>
                  <a:lnTo>
                    <a:pt x="3507108" y="328566"/>
                  </a:lnTo>
                  <a:lnTo>
                    <a:pt x="3517736" y="328831"/>
                  </a:lnTo>
                  <a:lnTo>
                    <a:pt x="3528364" y="329059"/>
                  </a:lnTo>
                  <a:lnTo>
                    <a:pt x="3538991" y="329254"/>
                  </a:lnTo>
                  <a:lnTo>
                    <a:pt x="3549619" y="329424"/>
                  </a:lnTo>
                  <a:lnTo>
                    <a:pt x="3560246" y="329575"/>
                  </a:lnTo>
                  <a:lnTo>
                    <a:pt x="3570874" y="329715"/>
                  </a:lnTo>
                  <a:lnTo>
                    <a:pt x="3581502" y="329852"/>
                  </a:lnTo>
                  <a:lnTo>
                    <a:pt x="3592129" y="329992"/>
                  </a:lnTo>
                  <a:lnTo>
                    <a:pt x="3602757" y="330142"/>
                  </a:lnTo>
                  <a:lnTo>
                    <a:pt x="3613385" y="330302"/>
                  </a:lnTo>
                  <a:lnTo>
                    <a:pt x="3624012" y="330475"/>
                  </a:lnTo>
                  <a:lnTo>
                    <a:pt x="3634640" y="330658"/>
                  </a:lnTo>
                  <a:lnTo>
                    <a:pt x="3645267" y="330850"/>
                  </a:lnTo>
                  <a:lnTo>
                    <a:pt x="3645267" y="333751"/>
                  </a:lnTo>
                  <a:lnTo>
                    <a:pt x="3634640" y="333751"/>
                  </a:lnTo>
                  <a:lnTo>
                    <a:pt x="3624012" y="333751"/>
                  </a:lnTo>
                  <a:lnTo>
                    <a:pt x="3613385" y="333751"/>
                  </a:lnTo>
                  <a:lnTo>
                    <a:pt x="3602757" y="333751"/>
                  </a:lnTo>
                  <a:lnTo>
                    <a:pt x="3592129" y="333751"/>
                  </a:lnTo>
                  <a:lnTo>
                    <a:pt x="3581502" y="333751"/>
                  </a:lnTo>
                  <a:lnTo>
                    <a:pt x="3570874" y="333751"/>
                  </a:lnTo>
                  <a:lnTo>
                    <a:pt x="3560246" y="333751"/>
                  </a:lnTo>
                  <a:lnTo>
                    <a:pt x="3549619" y="333751"/>
                  </a:lnTo>
                  <a:lnTo>
                    <a:pt x="3538991" y="333751"/>
                  </a:lnTo>
                  <a:lnTo>
                    <a:pt x="3528364" y="333751"/>
                  </a:lnTo>
                  <a:lnTo>
                    <a:pt x="3517736" y="333751"/>
                  </a:lnTo>
                  <a:lnTo>
                    <a:pt x="3507108" y="333751"/>
                  </a:lnTo>
                  <a:lnTo>
                    <a:pt x="3496481" y="333751"/>
                  </a:lnTo>
                  <a:lnTo>
                    <a:pt x="3485853" y="333751"/>
                  </a:lnTo>
                  <a:lnTo>
                    <a:pt x="3475226" y="333751"/>
                  </a:lnTo>
                  <a:lnTo>
                    <a:pt x="3464598" y="333751"/>
                  </a:lnTo>
                  <a:lnTo>
                    <a:pt x="3453970" y="333751"/>
                  </a:lnTo>
                  <a:lnTo>
                    <a:pt x="3443343" y="333751"/>
                  </a:lnTo>
                  <a:lnTo>
                    <a:pt x="3432715" y="333751"/>
                  </a:lnTo>
                  <a:lnTo>
                    <a:pt x="3422088" y="333751"/>
                  </a:lnTo>
                  <a:lnTo>
                    <a:pt x="3411460" y="333751"/>
                  </a:lnTo>
                  <a:lnTo>
                    <a:pt x="3400832" y="333751"/>
                  </a:lnTo>
                  <a:lnTo>
                    <a:pt x="3390205" y="333751"/>
                  </a:lnTo>
                  <a:lnTo>
                    <a:pt x="3379577" y="333751"/>
                  </a:lnTo>
                  <a:lnTo>
                    <a:pt x="3368950" y="333751"/>
                  </a:lnTo>
                  <a:lnTo>
                    <a:pt x="3358322" y="333751"/>
                  </a:lnTo>
                  <a:lnTo>
                    <a:pt x="3347694" y="333751"/>
                  </a:lnTo>
                  <a:lnTo>
                    <a:pt x="3337067" y="333751"/>
                  </a:lnTo>
                  <a:lnTo>
                    <a:pt x="3326439" y="333751"/>
                  </a:lnTo>
                  <a:lnTo>
                    <a:pt x="3315812" y="333751"/>
                  </a:lnTo>
                  <a:lnTo>
                    <a:pt x="3305184" y="333751"/>
                  </a:lnTo>
                  <a:lnTo>
                    <a:pt x="3294556" y="333751"/>
                  </a:lnTo>
                  <a:lnTo>
                    <a:pt x="3283929" y="333751"/>
                  </a:lnTo>
                  <a:lnTo>
                    <a:pt x="3273301" y="333751"/>
                  </a:lnTo>
                  <a:lnTo>
                    <a:pt x="3262674" y="333751"/>
                  </a:lnTo>
                  <a:lnTo>
                    <a:pt x="3252046" y="333751"/>
                  </a:lnTo>
                  <a:lnTo>
                    <a:pt x="3241418" y="333751"/>
                  </a:lnTo>
                  <a:lnTo>
                    <a:pt x="3230791" y="333751"/>
                  </a:lnTo>
                  <a:lnTo>
                    <a:pt x="3220163" y="333751"/>
                  </a:lnTo>
                  <a:lnTo>
                    <a:pt x="3209536" y="333751"/>
                  </a:lnTo>
                  <a:lnTo>
                    <a:pt x="3198908" y="333751"/>
                  </a:lnTo>
                  <a:lnTo>
                    <a:pt x="3188280" y="333751"/>
                  </a:lnTo>
                  <a:lnTo>
                    <a:pt x="3177653" y="333751"/>
                  </a:lnTo>
                  <a:lnTo>
                    <a:pt x="3167025" y="333751"/>
                  </a:lnTo>
                  <a:lnTo>
                    <a:pt x="3156398" y="333751"/>
                  </a:lnTo>
                  <a:lnTo>
                    <a:pt x="3145770" y="333751"/>
                  </a:lnTo>
                  <a:lnTo>
                    <a:pt x="3135142" y="333751"/>
                  </a:lnTo>
                  <a:lnTo>
                    <a:pt x="3124515" y="333751"/>
                  </a:lnTo>
                  <a:lnTo>
                    <a:pt x="3113887" y="333751"/>
                  </a:lnTo>
                  <a:lnTo>
                    <a:pt x="3103260" y="333751"/>
                  </a:lnTo>
                  <a:lnTo>
                    <a:pt x="3092632" y="333751"/>
                  </a:lnTo>
                  <a:lnTo>
                    <a:pt x="3082004" y="333751"/>
                  </a:lnTo>
                  <a:lnTo>
                    <a:pt x="3071377" y="333751"/>
                  </a:lnTo>
                  <a:lnTo>
                    <a:pt x="3060749" y="333751"/>
                  </a:lnTo>
                  <a:lnTo>
                    <a:pt x="3050122" y="333751"/>
                  </a:lnTo>
                  <a:lnTo>
                    <a:pt x="3039494" y="333751"/>
                  </a:lnTo>
                  <a:lnTo>
                    <a:pt x="3028866" y="333751"/>
                  </a:lnTo>
                  <a:lnTo>
                    <a:pt x="3018239" y="333751"/>
                  </a:lnTo>
                  <a:lnTo>
                    <a:pt x="3007611" y="333751"/>
                  </a:lnTo>
                  <a:lnTo>
                    <a:pt x="2996984" y="333751"/>
                  </a:lnTo>
                  <a:lnTo>
                    <a:pt x="2986356" y="333751"/>
                  </a:lnTo>
                  <a:lnTo>
                    <a:pt x="2975728" y="333751"/>
                  </a:lnTo>
                  <a:lnTo>
                    <a:pt x="2965101" y="333751"/>
                  </a:lnTo>
                  <a:lnTo>
                    <a:pt x="2954473" y="333751"/>
                  </a:lnTo>
                  <a:lnTo>
                    <a:pt x="2943846" y="333751"/>
                  </a:lnTo>
                  <a:lnTo>
                    <a:pt x="2933218" y="333751"/>
                  </a:lnTo>
                  <a:lnTo>
                    <a:pt x="2922590" y="333751"/>
                  </a:lnTo>
                  <a:lnTo>
                    <a:pt x="2911963" y="333751"/>
                  </a:lnTo>
                  <a:lnTo>
                    <a:pt x="2901335" y="333751"/>
                  </a:lnTo>
                  <a:lnTo>
                    <a:pt x="2890708" y="333751"/>
                  </a:lnTo>
                  <a:lnTo>
                    <a:pt x="2880080" y="333751"/>
                  </a:lnTo>
                  <a:lnTo>
                    <a:pt x="2869452" y="333751"/>
                  </a:lnTo>
                  <a:lnTo>
                    <a:pt x="2858825" y="333751"/>
                  </a:lnTo>
                  <a:lnTo>
                    <a:pt x="2848197" y="333751"/>
                  </a:lnTo>
                  <a:lnTo>
                    <a:pt x="2837569" y="333751"/>
                  </a:lnTo>
                  <a:lnTo>
                    <a:pt x="2826942" y="333751"/>
                  </a:lnTo>
                  <a:lnTo>
                    <a:pt x="2816314" y="333751"/>
                  </a:lnTo>
                  <a:lnTo>
                    <a:pt x="2805687" y="333751"/>
                  </a:lnTo>
                  <a:lnTo>
                    <a:pt x="2795059" y="333751"/>
                  </a:lnTo>
                  <a:lnTo>
                    <a:pt x="2784431" y="333751"/>
                  </a:lnTo>
                  <a:lnTo>
                    <a:pt x="2773804" y="333751"/>
                  </a:lnTo>
                  <a:lnTo>
                    <a:pt x="2763176" y="333751"/>
                  </a:lnTo>
                  <a:lnTo>
                    <a:pt x="2752549" y="333751"/>
                  </a:lnTo>
                  <a:lnTo>
                    <a:pt x="2741921" y="333751"/>
                  </a:lnTo>
                  <a:lnTo>
                    <a:pt x="2731293" y="333751"/>
                  </a:lnTo>
                  <a:lnTo>
                    <a:pt x="2720666" y="333751"/>
                  </a:lnTo>
                  <a:lnTo>
                    <a:pt x="2710038" y="333751"/>
                  </a:lnTo>
                  <a:lnTo>
                    <a:pt x="2699411" y="333751"/>
                  </a:lnTo>
                  <a:lnTo>
                    <a:pt x="2688783" y="333751"/>
                  </a:lnTo>
                  <a:lnTo>
                    <a:pt x="2678155" y="333751"/>
                  </a:lnTo>
                  <a:lnTo>
                    <a:pt x="2667528" y="333751"/>
                  </a:lnTo>
                  <a:lnTo>
                    <a:pt x="2656900" y="333751"/>
                  </a:lnTo>
                  <a:lnTo>
                    <a:pt x="2646273" y="333751"/>
                  </a:lnTo>
                  <a:lnTo>
                    <a:pt x="2635645" y="333751"/>
                  </a:lnTo>
                  <a:lnTo>
                    <a:pt x="2625017" y="333751"/>
                  </a:lnTo>
                  <a:lnTo>
                    <a:pt x="2614390" y="333751"/>
                  </a:lnTo>
                  <a:lnTo>
                    <a:pt x="2603762" y="333751"/>
                  </a:lnTo>
                  <a:lnTo>
                    <a:pt x="2593135" y="333751"/>
                  </a:lnTo>
                  <a:lnTo>
                    <a:pt x="2582507" y="333751"/>
                  </a:lnTo>
                  <a:lnTo>
                    <a:pt x="2571879" y="333751"/>
                  </a:lnTo>
                  <a:lnTo>
                    <a:pt x="2561252" y="333751"/>
                  </a:lnTo>
                  <a:lnTo>
                    <a:pt x="2550624" y="333751"/>
                  </a:lnTo>
                  <a:lnTo>
                    <a:pt x="2539997" y="333751"/>
                  </a:lnTo>
                  <a:lnTo>
                    <a:pt x="2529369" y="333751"/>
                  </a:lnTo>
                  <a:lnTo>
                    <a:pt x="2518741" y="333751"/>
                  </a:lnTo>
                  <a:lnTo>
                    <a:pt x="2508114" y="333751"/>
                  </a:lnTo>
                  <a:lnTo>
                    <a:pt x="2497486" y="333751"/>
                  </a:lnTo>
                  <a:lnTo>
                    <a:pt x="2486859" y="333751"/>
                  </a:lnTo>
                  <a:lnTo>
                    <a:pt x="2476231" y="333751"/>
                  </a:lnTo>
                  <a:lnTo>
                    <a:pt x="2465603" y="333751"/>
                  </a:lnTo>
                  <a:lnTo>
                    <a:pt x="2454976" y="333751"/>
                  </a:lnTo>
                  <a:lnTo>
                    <a:pt x="2444348" y="333751"/>
                  </a:lnTo>
                  <a:lnTo>
                    <a:pt x="2433721" y="333751"/>
                  </a:lnTo>
                  <a:lnTo>
                    <a:pt x="2423093" y="333751"/>
                  </a:lnTo>
                  <a:lnTo>
                    <a:pt x="2412465" y="333751"/>
                  </a:lnTo>
                  <a:lnTo>
                    <a:pt x="2401838" y="333751"/>
                  </a:lnTo>
                  <a:lnTo>
                    <a:pt x="2391210" y="333751"/>
                  </a:lnTo>
                  <a:lnTo>
                    <a:pt x="2380583" y="333751"/>
                  </a:lnTo>
                  <a:lnTo>
                    <a:pt x="2369955" y="333751"/>
                  </a:lnTo>
                  <a:lnTo>
                    <a:pt x="2359327" y="333751"/>
                  </a:lnTo>
                  <a:lnTo>
                    <a:pt x="2348700" y="333751"/>
                  </a:lnTo>
                  <a:lnTo>
                    <a:pt x="2338072" y="333751"/>
                  </a:lnTo>
                  <a:lnTo>
                    <a:pt x="2327445" y="333751"/>
                  </a:lnTo>
                  <a:lnTo>
                    <a:pt x="2316817" y="333751"/>
                  </a:lnTo>
                  <a:lnTo>
                    <a:pt x="2306189" y="333751"/>
                  </a:lnTo>
                  <a:lnTo>
                    <a:pt x="2295562" y="333751"/>
                  </a:lnTo>
                  <a:lnTo>
                    <a:pt x="2284934" y="333751"/>
                  </a:lnTo>
                  <a:lnTo>
                    <a:pt x="2274307" y="333751"/>
                  </a:lnTo>
                  <a:lnTo>
                    <a:pt x="2263679" y="333751"/>
                  </a:lnTo>
                  <a:lnTo>
                    <a:pt x="2253051" y="333751"/>
                  </a:lnTo>
                  <a:lnTo>
                    <a:pt x="2242424" y="333751"/>
                  </a:lnTo>
                  <a:lnTo>
                    <a:pt x="2231796" y="333751"/>
                  </a:lnTo>
                  <a:lnTo>
                    <a:pt x="2221169" y="333751"/>
                  </a:lnTo>
                  <a:lnTo>
                    <a:pt x="2210541" y="333751"/>
                  </a:lnTo>
                  <a:lnTo>
                    <a:pt x="2199913" y="333751"/>
                  </a:lnTo>
                  <a:lnTo>
                    <a:pt x="2189286" y="333751"/>
                  </a:lnTo>
                  <a:lnTo>
                    <a:pt x="2178658" y="333751"/>
                  </a:lnTo>
                  <a:lnTo>
                    <a:pt x="2168031" y="333751"/>
                  </a:lnTo>
                  <a:lnTo>
                    <a:pt x="2157403" y="333751"/>
                  </a:lnTo>
                  <a:lnTo>
                    <a:pt x="2146775" y="333751"/>
                  </a:lnTo>
                  <a:lnTo>
                    <a:pt x="2136148" y="333751"/>
                  </a:lnTo>
                  <a:lnTo>
                    <a:pt x="2125520" y="333751"/>
                  </a:lnTo>
                  <a:lnTo>
                    <a:pt x="2114892" y="333751"/>
                  </a:lnTo>
                  <a:lnTo>
                    <a:pt x="2104265" y="333751"/>
                  </a:lnTo>
                  <a:lnTo>
                    <a:pt x="2093637" y="333751"/>
                  </a:lnTo>
                  <a:lnTo>
                    <a:pt x="2083010" y="333751"/>
                  </a:lnTo>
                  <a:lnTo>
                    <a:pt x="2072382" y="333751"/>
                  </a:lnTo>
                  <a:lnTo>
                    <a:pt x="2061754" y="333751"/>
                  </a:lnTo>
                  <a:lnTo>
                    <a:pt x="2051127" y="333751"/>
                  </a:lnTo>
                  <a:lnTo>
                    <a:pt x="2040499" y="333751"/>
                  </a:lnTo>
                  <a:lnTo>
                    <a:pt x="2029872" y="333751"/>
                  </a:lnTo>
                  <a:lnTo>
                    <a:pt x="2019244" y="333751"/>
                  </a:lnTo>
                  <a:lnTo>
                    <a:pt x="2008616" y="333751"/>
                  </a:lnTo>
                  <a:lnTo>
                    <a:pt x="1997989" y="333751"/>
                  </a:lnTo>
                  <a:lnTo>
                    <a:pt x="1987361" y="333751"/>
                  </a:lnTo>
                  <a:lnTo>
                    <a:pt x="1976734" y="333751"/>
                  </a:lnTo>
                  <a:lnTo>
                    <a:pt x="1966106" y="333751"/>
                  </a:lnTo>
                  <a:lnTo>
                    <a:pt x="1955478" y="333751"/>
                  </a:lnTo>
                  <a:lnTo>
                    <a:pt x="1944851" y="333751"/>
                  </a:lnTo>
                  <a:lnTo>
                    <a:pt x="1934223" y="333751"/>
                  </a:lnTo>
                  <a:lnTo>
                    <a:pt x="1923596" y="333751"/>
                  </a:lnTo>
                  <a:lnTo>
                    <a:pt x="1912968" y="333751"/>
                  </a:lnTo>
                  <a:lnTo>
                    <a:pt x="1902340" y="333751"/>
                  </a:lnTo>
                  <a:lnTo>
                    <a:pt x="1891713" y="333751"/>
                  </a:lnTo>
                  <a:lnTo>
                    <a:pt x="1881085" y="333751"/>
                  </a:lnTo>
                  <a:lnTo>
                    <a:pt x="1870458" y="333751"/>
                  </a:lnTo>
                  <a:lnTo>
                    <a:pt x="1859830" y="333751"/>
                  </a:lnTo>
                  <a:lnTo>
                    <a:pt x="1849202" y="333751"/>
                  </a:lnTo>
                  <a:lnTo>
                    <a:pt x="1838575" y="333751"/>
                  </a:lnTo>
                  <a:lnTo>
                    <a:pt x="1827947" y="333751"/>
                  </a:lnTo>
                  <a:lnTo>
                    <a:pt x="1817320" y="333751"/>
                  </a:lnTo>
                  <a:lnTo>
                    <a:pt x="1806692" y="333751"/>
                  </a:lnTo>
                  <a:lnTo>
                    <a:pt x="1796064" y="333751"/>
                  </a:lnTo>
                  <a:lnTo>
                    <a:pt x="1785437" y="333751"/>
                  </a:lnTo>
                  <a:lnTo>
                    <a:pt x="1774809" y="333751"/>
                  </a:lnTo>
                  <a:lnTo>
                    <a:pt x="1764182" y="333751"/>
                  </a:lnTo>
                  <a:lnTo>
                    <a:pt x="1753554" y="333751"/>
                  </a:lnTo>
                  <a:lnTo>
                    <a:pt x="1742926" y="333751"/>
                  </a:lnTo>
                  <a:lnTo>
                    <a:pt x="1732299" y="333751"/>
                  </a:lnTo>
                  <a:lnTo>
                    <a:pt x="1721671" y="333751"/>
                  </a:lnTo>
                  <a:lnTo>
                    <a:pt x="1711044" y="333751"/>
                  </a:lnTo>
                  <a:lnTo>
                    <a:pt x="1700416" y="333751"/>
                  </a:lnTo>
                  <a:lnTo>
                    <a:pt x="1689788" y="333751"/>
                  </a:lnTo>
                  <a:lnTo>
                    <a:pt x="1679161" y="333751"/>
                  </a:lnTo>
                  <a:lnTo>
                    <a:pt x="1668533" y="333751"/>
                  </a:lnTo>
                  <a:lnTo>
                    <a:pt x="1657906" y="333751"/>
                  </a:lnTo>
                  <a:lnTo>
                    <a:pt x="1647278" y="333751"/>
                  </a:lnTo>
                  <a:lnTo>
                    <a:pt x="1636650" y="333751"/>
                  </a:lnTo>
                  <a:lnTo>
                    <a:pt x="1626023" y="333751"/>
                  </a:lnTo>
                  <a:lnTo>
                    <a:pt x="1615395" y="333751"/>
                  </a:lnTo>
                  <a:lnTo>
                    <a:pt x="1604768" y="333751"/>
                  </a:lnTo>
                  <a:lnTo>
                    <a:pt x="1594140" y="333751"/>
                  </a:lnTo>
                  <a:lnTo>
                    <a:pt x="1583512" y="333751"/>
                  </a:lnTo>
                  <a:lnTo>
                    <a:pt x="1572885" y="333751"/>
                  </a:lnTo>
                  <a:lnTo>
                    <a:pt x="1562257" y="333751"/>
                  </a:lnTo>
                  <a:lnTo>
                    <a:pt x="1551630" y="333751"/>
                  </a:lnTo>
                  <a:lnTo>
                    <a:pt x="1541002" y="333751"/>
                  </a:lnTo>
                  <a:lnTo>
                    <a:pt x="1530374" y="333751"/>
                  </a:lnTo>
                  <a:lnTo>
                    <a:pt x="1519747" y="333751"/>
                  </a:lnTo>
                  <a:lnTo>
                    <a:pt x="1509119" y="333751"/>
                  </a:lnTo>
                  <a:lnTo>
                    <a:pt x="1498492" y="333751"/>
                  </a:lnTo>
                  <a:lnTo>
                    <a:pt x="1487864" y="333751"/>
                  </a:lnTo>
                  <a:lnTo>
                    <a:pt x="1477236" y="333751"/>
                  </a:lnTo>
                  <a:lnTo>
                    <a:pt x="1466609" y="333751"/>
                  </a:lnTo>
                  <a:lnTo>
                    <a:pt x="1455981" y="333751"/>
                  </a:lnTo>
                  <a:lnTo>
                    <a:pt x="1445354" y="333751"/>
                  </a:lnTo>
                  <a:lnTo>
                    <a:pt x="1434726" y="333751"/>
                  </a:lnTo>
                  <a:lnTo>
                    <a:pt x="1424098" y="333751"/>
                  </a:lnTo>
                  <a:lnTo>
                    <a:pt x="1413471" y="333751"/>
                  </a:lnTo>
                  <a:lnTo>
                    <a:pt x="1402843" y="333751"/>
                  </a:lnTo>
                  <a:lnTo>
                    <a:pt x="1392215" y="333751"/>
                  </a:lnTo>
                  <a:lnTo>
                    <a:pt x="1381588" y="333751"/>
                  </a:lnTo>
                  <a:lnTo>
                    <a:pt x="1370960" y="333751"/>
                  </a:lnTo>
                  <a:lnTo>
                    <a:pt x="1360333" y="333751"/>
                  </a:lnTo>
                  <a:lnTo>
                    <a:pt x="1349705" y="333751"/>
                  </a:lnTo>
                  <a:lnTo>
                    <a:pt x="1339077" y="333751"/>
                  </a:lnTo>
                  <a:lnTo>
                    <a:pt x="1328450" y="333751"/>
                  </a:lnTo>
                  <a:lnTo>
                    <a:pt x="1317822" y="333751"/>
                  </a:lnTo>
                  <a:lnTo>
                    <a:pt x="1307195" y="333751"/>
                  </a:lnTo>
                  <a:lnTo>
                    <a:pt x="1296567" y="333751"/>
                  </a:lnTo>
                  <a:lnTo>
                    <a:pt x="1285939" y="333751"/>
                  </a:lnTo>
                  <a:lnTo>
                    <a:pt x="1275312" y="333751"/>
                  </a:lnTo>
                  <a:lnTo>
                    <a:pt x="1264684" y="333751"/>
                  </a:lnTo>
                  <a:lnTo>
                    <a:pt x="1254057" y="333751"/>
                  </a:lnTo>
                  <a:lnTo>
                    <a:pt x="1243429" y="333751"/>
                  </a:lnTo>
                  <a:lnTo>
                    <a:pt x="1232801" y="333751"/>
                  </a:lnTo>
                  <a:lnTo>
                    <a:pt x="1222174" y="333751"/>
                  </a:lnTo>
                  <a:lnTo>
                    <a:pt x="1211546" y="333751"/>
                  </a:lnTo>
                  <a:lnTo>
                    <a:pt x="1200919" y="333751"/>
                  </a:lnTo>
                  <a:lnTo>
                    <a:pt x="1190291" y="333751"/>
                  </a:lnTo>
                  <a:lnTo>
                    <a:pt x="1179663" y="333751"/>
                  </a:lnTo>
                  <a:lnTo>
                    <a:pt x="1169036" y="333751"/>
                  </a:lnTo>
                  <a:lnTo>
                    <a:pt x="1158408" y="333751"/>
                  </a:lnTo>
                  <a:lnTo>
                    <a:pt x="1147781" y="333751"/>
                  </a:lnTo>
                  <a:lnTo>
                    <a:pt x="1137153" y="333751"/>
                  </a:lnTo>
                  <a:lnTo>
                    <a:pt x="1126525" y="333751"/>
                  </a:lnTo>
                  <a:lnTo>
                    <a:pt x="1115898" y="333751"/>
                  </a:lnTo>
                  <a:lnTo>
                    <a:pt x="1105270" y="333751"/>
                  </a:lnTo>
                  <a:lnTo>
                    <a:pt x="1094643" y="333751"/>
                  </a:lnTo>
                  <a:lnTo>
                    <a:pt x="1084015" y="333751"/>
                  </a:lnTo>
                  <a:lnTo>
                    <a:pt x="1073387" y="333751"/>
                  </a:lnTo>
                  <a:lnTo>
                    <a:pt x="1062760" y="333751"/>
                  </a:lnTo>
                  <a:lnTo>
                    <a:pt x="1052132" y="333751"/>
                  </a:lnTo>
                  <a:lnTo>
                    <a:pt x="1041505" y="333751"/>
                  </a:lnTo>
                  <a:lnTo>
                    <a:pt x="1030877" y="333751"/>
                  </a:lnTo>
                  <a:lnTo>
                    <a:pt x="1020249" y="333751"/>
                  </a:lnTo>
                  <a:lnTo>
                    <a:pt x="1009622" y="333751"/>
                  </a:lnTo>
                  <a:lnTo>
                    <a:pt x="998994" y="333751"/>
                  </a:lnTo>
                  <a:lnTo>
                    <a:pt x="988367" y="333751"/>
                  </a:lnTo>
                  <a:lnTo>
                    <a:pt x="977739" y="333751"/>
                  </a:lnTo>
                  <a:lnTo>
                    <a:pt x="967111" y="333751"/>
                  </a:lnTo>
                  <a:lnTo>
                    <a:pt x="956484" y="333751"/>
                  </a:lnTo>
                  <a:lnTo>
                    <a:pt x="945856" y="333751"/>
                  </a:lnTo>
                  <a:lnTo>
                    <a:pt x="935229" y="333751"/>
                  </a:lnTo>
                  <a:lnTo>
                    <a:pt x="924601" y="333751"/>
                  </a:lnTo>
                  <a:lnTo>
                    <a:pt x="913973" y="333751"/>
                  </a:lnTo>
                  <a:lnTo>
                    <a:pt x="903346" y="333751"/>
                  </a:lnTo>
                  <a:lnTo>
                    <a:pt x="892718" y="333751"/>
                  </a:lnTo>
                  <a:lnTo>
                    <a:pt x="882091" y="333751"/>
                  </a:lnTo>
                  <a:lnTo>
                    <a:pt x="871463" y="333751"/>
                  </a:lnTo>
                  <a:lnTo>
                    <a:pt x="860835" y="333751"/>
                  </a:lnTo>
                  <a:lnTo>
                    <a:pt x="850208" y="333751"/>
                  </a:lnTo>
                  <a:lnTo>
                    <a:pt x="839580" y="333751"/>
                  </a:lnTo>
                  <a:lnTo>
                    <a:pt x="828953" y="333751"/>
                  </a:lnTo>
                  <a:lnTo>
                    <a:pt x="818325" y="333751"/>
                  </a:lnTo>
                  <a:lnTo>
                    <a:pt x="807697" y="333751"/>
                  </a:lnTo>
                  <a:lnTo>
                    <a:pt x="797070" y="333751"/>
                  </a:lnTo>
                  <a:lnTo>
                    <a:pt x="786442" y="333751"/>
                  </a:lnTo>
                  <a:lnTo>
                    <a:pt x="775815" y="333751"/>
                  </a:lnTo>
                  <a:lnTo>
                    <a:pt x="765187" y="333751"/>
                  </a:lnTo>
                  <a:lnTo>
                    <a:pt x="754559" y="333751"/>
                  </a:lnTo>
                  <a:lnTo>
                    <a:pt x="743932" y="333751"/>
                  </a:lnTo>
                  <a:lnTo>
                    <a:pt x="733304" y="333751"/>
                  </a:lnTo>
                  <a:lnTo>
                    <a:pt x="722677" y="333751"/>
                  </a:lnTo>
                  <a:lnTo>
                    <a:pt x="712049" y="333751"/>
                  </a:lnTo>
                  <a:lnTo>
                    <a:pt x="701421" y="333751"/>
                  </a:lnTo>
                  <a:lnTo>
                    <a:pt x="690794" y="333751"/>
                  </a:lnTo>
                  <a:lnTo>
                    <a:pt x="680166" y="333751"/>
                  </a:lnTo>
                  <a:lnTo>
                    <a:pt x="669538" y="333751"/>
                  </a:lnTo>
                  <a:lnTo>
                    <a:pt x="658911" y="333751"/>
                  </a:lnTo>
                  <a:lnTo>
                    <a:pt x="648283" y="333751"/>
                  </a:lnTo>
                  <a:lnTo>
                    <a:pt x="637656" y="333751"/>
                  </a:lnTo>
                  <a:lnTo>
                    <a:pt x="627028" y="333751"/>
                  </a:lnTo>
                  <a:lnTo>
                    <a:pt x="616400" y="333751"/>
                  </a:lnTo>
                  <a:lnTo>
                    <a:pt x="605773" y="333751"/>
                  </a:lnTo>
                  <a:lnTo>
                    <a:pt x="595145" y="333751"/>
                  </a:lnTo>
                  <a:lnTo>
                    <a:pt x="584518" y="333751"/>
                  </a:lnTo>
                  <a:lnTo>
                    <a:pt x="573890" y="333751"/>
                  </a:lnTo>
                  <a:lnTo>
                    <a:pt x="563262" y="333751"/>
                  </a:lnTo>
                  <a:lnTo>
                    <a:pt x="552635" y="333751"/>
                  </a:lnTo>
                  <a:lnTo>
                    <a:pt x="542007" y="333751"/>
                  </a:lnTo>
                  <a:lnTo>
                    <a:pt x="531380" y="333751"/>
                  </a:lnTo>
                  <a:lnTo>
                    <a:pt x="520752" y="333751"/>
                  </a:lnTo>
                  <a:lnTo>
                    <a:pt x="510124" y="333751"/>
                  </a:lnTo>
                  <a:lnTo>
                    <a:pt x="499497" y="333751"/>
                  </a:lnTo>
                  <a:lnTo>
                    <a:pt x="488869" y="333751"/>
                  </a:lnTo>
                  <a:lnTo>
                    <a:pt x="478242" y="333751"/>
                  </a:lnTo>
                  <a:lnTo>
                    <a:pt x="467614" y="333751"/>
                  </a:lnTo>
                  <a:lnTo>
                    <a:pt x="456986" y="333751"/>
                  </a:lnTo>
                  <a:lnTo>
                    <a:pt x="446359" y="333751"/>
                  </a:lnTo>
                  <a:lnTo>
                    <a:pt x="435731" y="333751"/>
                  </a:lnTo>
                  <a:lnTo>
                    <a:pt x="425104" y="333751"/>
                  </a:lnTo>
                  <a:lnTo>
                    <a:pt x="414476" y="333751"/>
                  </a:lnTo>
                  <a:lnTo>
                    <a:pt x="403848" y="333751"/>
                  </a:lnTo>
                  <a:lnTo>
                    <a:pt x="393221" y="333751"/>
                  </a:lnTo>
                  <a:lnTo>
                    <a:pt x="382593" y="333751"/>
                  </a:lnTo>
                  <a:lnTo>
                    <a:pt x="371966" y="333751"/>
                  </a:lnTo>
                  <a:lnTo>
                    <a:pt x="361338" y="333751"/>
                  </a:lnTo>
                  <a:lnTo>
                    <a:pt x="350710" y="333751"/>
                  </a:lnTo>
                  <a:lnTo>
                    <a:pt x="340083" y="333751"/>
                  </a:lnTo>
                  <a:lnTo>
                    <a:pt x="329455" y="333751"/>
                  </a:lnTo>
                  <a:lnTo>
                    <a:pt x="318828" y="333751"/>
                  </a:lnTo>
                  <a:lnTo>
                    <a:pt x="308200" y="333751"/>
                  </a:lnTo>
                  <a:lnTo>
                    <a:pt x="297572" y="333751"/>
                  </a:lnTo>
                  <a:lnTo>
                    <a:pt x="286945" y="333751"/>
                  </a:lnTo>
                  <a:lnTo>
                    <a:pt x="276317" y="333751"/>
                  </a:lnTo>
                  <a:lnTo>
                    <a:pt x="265690" y="333751"/>
                  </a:lnTo>
                  <a:lnTo>
                    <a:pt x="255062" y="333751"/>
                  </a:lnTo>
                  <a:lnTo>
                    <a:pt x="244434" y="333751"/>
                  </a:lnTo>
                  <a:lnTo>
                    <a:pt x="233807" y="333751"/>
                  </a:lnTo>
                  <a:lnTo>
                    <a:pt x="223179" y="333751"/>
                  </a:lnTo>
                  <a:lnTo>
                    <a:pt x="212552" y="333751"/>
                  </a:lnTo>
                  <a:lnTo>
                    <a:pt x="201924" y="333751"/>
                  </a:lnTo>
                  <a:lnTo>
                    <a:pt x="191296" y="333751"/>
                  </a:lnTo>
                  <a:lnTo>
                    <a:pt x="180669" y="333751"/>
                  </a:lnTo>
                  <a:lnTo>
                    <a:pt x="170041" y="333751"/>
                  </a:lnTo>
                  <a:lnTo>
                    <a:pt x="159414" y="333751"/>
                  </a:lnTo>
                  <a:lnTo>
                    <a:pt x="148786" y="333751"/>
                  </a:lnTo>
                  <a:lnTo>
                    <a:pt x="138158" y="333751"/>
                  </a:lnTo>
                  <a:lnTo>
                    <a:pt x="127531" y="333751"/>
                  </a:lnTo>
                  <a:lnTo>
                    <a:pt x="116903" y="333751"/>
                  </a:lnTo>
                  <a:lnTo>
                    <a:pt x="106276" y="333751"/>
                  </a:lnTo>
                  <a:lnTo>
                    <a:pt x="95648" y="333751"/>
                  </a:lnTo>
                  <a:lnTo>
                    <a:pt x="85020" y="333751"/>
                  </a:lnTo>
                  <a:lnTo>
                    <a:pt x="74393" y="333751"/>
                  </a:lnTo>
                  <a:lnTo>
                    <a:pt x="63765" y="333751"/>
                  </a:lnTo>
                  <a:lnTo>
                    <a:pt x="53138" y="333751"/>
                  </a:lnTo>
                  <a:lnTo>
                    <a:pt x="42510" y="333751"/>
                  </a:lnTo>
                  <a:lnTo>
                    <a:pt x="31882" y="333751"/>
                  </a:lnTo>
                  <a:lnTo>
                    <a:pt x="21255" y="333751"/>
                  </a:lnTo>
                  <a:lnTo>
                    <a:pt x="10627" y="333751"/>
                  </a:lnTo>
                  <a:lnTo>
                    <a:pt x="0" y="333751"/>
                  </a:lnTo>
                  <a:close/>
                </a:path>
              </a:pathLst>
            </a:custGeom>
            <a:solidFill>
              <a:srgbClr val="C2410C">
                <a:alpha val="87843"/>
              </a:srgbClr>
            </a:solidFill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13682634" y="9727923"/>
              <a:ext cx="3645267" cy="330850"/>
            </a:xfrm>
            <a:custGeom>
              <a:avLst/>
              <a:pathLst>
                <a:path w="3645267" h="330850">
                  <a:moveTo>
                    <a:pt x="0" y="330712"/>
                  </a:moveTo>
                  <a:lnTo>
                    <a:pt x="10627" y="330392"/>
                  </a:lnTo>
                  <a:lnTo>
                    <a:pt x="21255" y="330078"/>
                  </a:lnTo>
                  <a:lnTo>
                    <a:pt x="31882" y="329776"/>
                  </a:lnTo>
                  <a:lnTo>
                    <a:pt x="42510" y="329492"/>
                  </a:lnTo>
                  <a:lnTo>
                    <a:pt x="53138" y="329226"/>
                  </a:lnTo>
                  <a:lnTo>
                    <a:pt x="63765" y="328980"/>
                  </a:lnTo>
                  <a:lnTo>
                    <a:pt x="74393" y="328753"/>
                  </a:lnTo>
                  <a:lnTo>
                    <a:pt x="85020" y="328545"/>
                  </a:lnTo>
                  <a:lnTo>
                    <a:pt x="95648" y="328352"/>
                  </a:lnTo>
                  <a:lnTo>
                    <a:pt x="106276" y="328172"/>
                  </a:lnTo>
                  <a:lnTo>
                    <a:pt x="116903" y="328001"/>
                  </a:lnTo>
                  <a:lnTo>
                    <a:pt x="127531" y="327833"/>
                  </a:lnTo>
                  <a:lnTo>
                    <a:pt x="138158" y="327664"/>
                  </a:lnTo>
                  <a:lnTo>
                    <a:pt x="148786" y="327487"/>
                  </a:lnTo>
                  <a:lnTo>
                    <a:pt x="159414" y="327296"/>
                  </a:lnTo>
                  <a:lnTo>
                    <a:pt x="170041" y="327083"/>
                  </a:lnTo>
                  <a:lnTo>
                    <a:pt x="180669" y="326843"/>
                  </a:lnTo>
                  <a:lnTo>
                    <a:pt x="191296" y="326566"/>
                  </a:lnTo>
                  <a:lnTo>
                    <a:pt x="201924" y="326246"/>
                  </a:lnTo>
                  <a:lnTo>
                    <a:pt x="212552" y="325873"/>
                  </a:lnTo>
                  <a:lnTo>
                    <a:pt x="223179" y="325440"/>
                  </a:lnTo>
                  <a:lnTo>
                    <a:pt x="233807" y="324940"/>
                  </a:lnTo>
                  <a:lnTo>
                    <a:pt x="244434" y="324369"/>
                  </a:lnTo>
                  <a:lnTo>
                    <a:pt x="255062" y="323716"/>
                  </a:lnTo>
                  <a:lnTo>
                    <a:pt x="265690" y="322986"/>
                  </a:lnTo>
                  <a:lnTo>
                    <a:pt x="276317" y="322186"/>
                  </a:lnTo>
                  <a:lnTo>
                    <a:pt x="286945" y="321322"/>
                  </a:lnTo>
                  <a:lnTo>
                    <a:pt x="297572" y="320401"/>
                  </a:lnTo>
                  <a:lnTo>
                    <a:pt x="308200" y="319434"/>
                  </a:lnTo>
                  <a:lnTo>
                    <a:pt x="318828" y="318432"/>
                  </a:lnTo>
                  <a:lnTo>
                    <a:pt x="329455" y="317408"/>
                  </a:lnTo>
                  <a:lnTo>
                    <a:pt x="340083" y="316374"/>
                  </a:lnTo>
                  <a:lnTo>
                    <a:pt x="350710" y="315340"/>
                  </a:lnTo>
                  <a:lnTo>
                    <a:pt x="361338" y="314320"/>
                  </a:lnTo>
                  <a:lnTo>
                    <a:pt x="371966" y="313322"/>
                  </a:lnTo>
                  <a:lnTo>
                    <a:pt x="382593" y="312353"/>
                  </a:lnTo>
                  <a:lnTo>
                    <a:pt x="393221" y="311418"/>
                  </a:lnTo>
                  <a:lnTo>
                    <a:pt x="403848" y="310520"/>
                  </a:lnTo>
                  <a:lnTo>
                    <a:pt x="414476" y="309660"/>
                  </a:lnTo>
                  <a:lnTo>
                    <a:pt x="425104" y="308836"/>
                  </a:lnTo>
                  <a:lnTo>
                    <a:pt x="435731" y="308044"/>
                  </a:lnTo>
                  <a:lnTo>
                    <a:pt x="446359" y="307277"/>
                  </a:lnTo>
                  <a:lnTo>
                    <a:pt x="456986" y="306523"/>
                  </a:lnTo>
                  <a:lnTo>
                    <a:pt x="467614" y="305769"/>
                  </a:lnTo>
                  <a:lnTo>
                    <a:pt x="478242" y="304994"/>
                  </a:lnTo>
                  <a:lnTo>
                    <a:pt x="488869" y="304180"/>
                  </a:lnTo>
                  <a:lnTo>
                    <a:pt x="499497" y="303310"/>
                  </a:lnTo>
                  <a:lnTo>
                    <a:pt x="510124" y="302367"/>
                  </a:lnTo>
                  <a:lnTo>
                    <a:pt x="520752" y="301338"/>
                  </a:lnTo>
                  <a:lnTo>
                    <a:pt x="531380" y="300215"/>
                  </a:lnTo>
                  <a:lnTo>
                    <a:pt x="542007" y="298992"/>
                  </a:lnTo>
                  <a:lnTo>
                    <a:pt x="552635" y="297672"/>
                  </a:lnTo>
                  <a:lnTo>
                    <a:pt x="563262" y="296262"/>
                  </a:lnTo>
                  <a:lnTo>
                    <a:pt x="573890" y="294771"/>
                  </a:lnTo>
                  <a:lnTo>
                    <a:pt x="584518" y="293221"/>
                  </a:lnTo>
                  <a:lnTo>
                    <a:pt x="595145" y="291634"/>
                  </a:lnTo>
                  <a:lnTo>
                    <a:pt x="605773" y="290029"/>
                  </a:lnTo>
                  <a:lnTo>
                    <a:pt x="616400" y="288424"/>
                  </a:lnTo>
                  <a:lnTo>
                    <a:pt x="627028" y="286831"/>
                  </a:lnTo>
                  <a:lnTo>
                    <a:pt x="637656" y="285260"/>
                  </a:lnTo>
                  <a:lnTo>
                    <a:pt x="648283" y="283715"/>
                  </a:lnTo>
                  <a:lnTo>
                    <a:pt x="658911" y="282196"/>
                  </a:lnTo>
                  <a:lnTo>
                    <a:pt x="669538" y="280700"/>
                  </a:lnTo>
                  <a:lnTo>
                    <a:pt x="680166" y="279219"/>
                  </a:lnTo>
                  <a:lnTo>
                    <a:pt x="690794" y="277740"/>
                  </a:lnTo>
                  <a:lnTo>
                    <a:pt x="701421" y="276248"/>
                  </a:lnTo>
                  <a:lnTo>
                    <a:pt x="712049" y="274727"/>
                  </a:lnTo>
                  <a:lnTo>
                    <a:pt x="722677" y="273161"/>
                  </a:lnTo>
                  <a:lnTo>
                    <a:pt x="733304" y="271532"/>
                  </a:lnTo>
                  <a:lnTo>
                    <a:pt x="743932" y="269820"/>
                  </a:lnTo>
                  <a:lnTo>
                    <a:pt x="754559" y="268007"/>
                  </a:lnTo>
                  <a:lnTo>
                    <a:pt x="765187" y="266071"/>
                  </a:lnTo>
                  <a:lnTo>
                    <a:pt x="775815" y="263995"/>
                  </a:lnTo>
                  <a:lnTo>
                    <a:pt x="786442" y="261753"/>
                  </a:lnTo>
                  <a:lnTo>
                    <a:pt x="797070" y="259324"/>
                  </a:lnTo>
                  <a:lnTo>
                    <a:pt x="807697" y="256716"/>
                  </a:lnTo>
                  <a:lnTo>
                    <a:pt x="818325" y="253930"/>
                  </a:lnTo>
                  <a:lnTo>
                    <a:pt x="828953" y="250977"/>
                  </a:lnTo>
                  <a:lnTo>
                    <a:pt x="839580" y="247875"/>
                  </a:lnTo>
                  <a:lnTo>
                    <a:pt x="850208" y="244650"/>
                  </a:lnTo>
                  <a:lnTo>
                    <a:pt x="860835" y="241334"/>
                  </a:lnTo>
                  <a:lnTo>
                    <a:pt x="871463" y="237964"/>
                  </a:lnTo>
                  <a:lnTo>
                    <a:pt x="882091" y="234576"/>
                  </a:lnTo>
                  <a:lnTo>
                    <a:pt x="892718" y="231208"/>
                  </a:lnTo>
                  <a:lnTo>
                    <a:pt x="903346" y="227900"/>
                  </a:lnTo>
                  <a:lnTo>
                    <a:pt x="913973" y="224668"/>
                  </a:lnTo>
                  <a:lnTo>
                    <a:pt x="924601" y="221525"/>
                  </a:lnTo>
                  <a:lnTo>
                    <a:pt x="935229" y="218470"/>
                  </a:lnTo>
                  <a:lnTo>
                    <a:pt x="945856" y="215495"/>
                  </a:lnTo>
                  <a:lnTo>
                    <a:pt x="956484" y="212585"/>
                  </a:lnTo>
                  <a:lnTo>
                    <a:pt x="967111" y="209719"/>
                  </a:lnTo>
                  <a:lnTo>
                    <a:pt x="977739" y="206874"/>
                  </a:lnTo>
                  <a:lnTo>
                    <a:pt x="988367" y="204028"/>
                  </a:lnTo>
                  <a:lnTo>
                    <a:pt x="998994" y="201157"/>
                  </a:lnTo>
                  <a:lnTo>
                    <a:pt x="1009622" y="198240"/>
                  </a:lnTo>
                  <a:lnTo>
                    <a:pt x="1020249" y="195268"/>
                  </a:lnTo>
                  <a:lnTo>
                    <a:pt x="1030877" y="192235"/>
                  </a:lnTo>
                  <a:lnTo>
                    <a:pt x="1041505" y="189137"/>
                  </a:lnTo>
                  <a:lnTo>
                    <a:pt x="1052132" y="185970"/>
                  </a:lnTo>
                  <a:lnTo>
                    <a:pt x="1062760" y="182733"/>
                  </a:lnTo>
                  <a:lnTo>
                    <a:pt x="1073387" y="179421"/>
                  </a:lnTo>
                  <a:lnTo>
                    <a:pt x="1084015" y="176027"/>
                  </a:lnTo>
                  <a:lnTo>
                    <a:pt x="1094643" y="172543"/>
                  </a:lnTo>
                  <a:lnTo>
                    <a:pt x="1105270" y="168959"/>
                  </a:lnTo>
                  <a:lnTo>
                    <a:pt x="1115898" y="165252"/>
                  </a:lnTo>
                  <a:lnTo>
                    <a:pt x="1126525" y="161430"/>
                  </a:lnTo>
                  <a:lnTo>
                    <a:pt x="1137153" y="157491"/>
                  </a:lnTo>
                  <a:lnTo>
                    <a:pt x="1147781" y="153445"/>
                  </a:lnTo>
                  <a:lnTo>
                    <a:pt x="1158408" y="149308"/>
                  </a:lnTo>
                  <a:lnTo>
                    <a:pt x="1169036" y="145108"/>
                  </a:lnTo>
                  <a:lnTo>
                    <a:pt x="1179663" y="140881"/>
                  </a:lnTo>
                  <a:lnTo>
                    <a:pt x="1190291" y="136673"/>
                  </a:lnTo>
                  <a:lnTo>
                    <a:pt x="1200919" y="132534"/>
                  </a:lnTo>
                  <a:lnTo>
                    <a:pt x="1211546" y="128520"/>
                  </a:lnTo>
                  <a:lnTo>
                    <a:pt x="1222174" y="124714"/>
                  </a:lnTo>
                  <a:lnTo>
                    <a:pt x="1232801" y="121148"/>
                  </a:lnTo>
                  <a:lnTo>
                    <a:pt x="1243429" y="117856"/>
                  </a:lnTo>
                  <a:lnTo>
                    <a:pt x="1254057" y="114857"/>
                  </a:lnTo>
                  <a:lnTo>
                    <a:pt x="1264684" y="112154"/>
                  </a:lnTo>
                  <a:lnTo>
                    <a:pt x="1275312" y="109731"/>
                  </a:lnTo>
                  <a:lnTo>
                    <a:pt x="1285939" y="107553"/>
                  </a:lnTo>
                  <a:lnTo>
                    <a:pt x="1296567" y="105571"/>
                  </a:lnTo>
                  <a:lnTo>
                    <a:pt x="1307195" y="103720"/>
                  </a:lnTo>
                  <a:lnTo>
                    <a:pt x="1317822" y="101926"/>
                  </a:lnTo>
                  <a:lnTo>
                    <a:pt x="1328450" y="100099"/>
                  </a:lnTo>
                  <a:lnTo>
                    <a:pt x="1339077" y="98157"/>
                  </a:lnTo>
                  <a:lnTo>
                    <a:pt x="1349705" y="96039"/>
                  </a:lnTo>
                  <a:lnTo>
                    <a:pt x="1360333" y="93704"/>
                  </a:lnTo>
                  <a:lnTo>
                    <a:pt x="1370960" y="91126"/>
                  </a:lnTo>
                  <a:lnTo>
                    <a:pt x="1381588" y="88303"/>
                  </a:lnTo>
                  <a:lnTo>
                    <a:pt x="1392215" y="85254"/>
                  </a:lnTo>
                  <a:lnTo>
                    <a:pt x="1402843" y="82018"/>
                  </a:lnTo>
                  <a:lnTo>
                    <a:pt x="1413471" y="78646"/>
                  </a:lnTo>
                  <a:lnTo>
                    <a:pt x="1424098" y="75204"/>
                  </a:lnTo>
                  <a:lnTo>
                    <a:pt x="1434726" y="71766"/>
                  </a:lnTo>
                  <a:lnTo>
                    <a:pt x="1445354" y="68404"/>
                  </a:lnTo>
                  <a:lnTo>
                    <a:pt x="1455981" y="65165"/>
                  </a:lnTo>
                  <a:lnTo>
                    <a:pt x="1466609" y="62081"/>
                  </a:lnTo>
                  <a:lnTo>
                    <a:pt x="1477236" y="59168"/>
                  </a:lnTo>
                  <a:lnTo>
                    <a:pt x="1487864" y="56421"/>
                  </a:lnTo>
                  <a:lnTo>
                    <a:pt x="1498492" y="53822"/>
                  </a:lnTo>
                  <a:lnTo>
                    <a:pt x="1509119" y="51341"/>
                  </a:lnTo>
                  <a:lnTo>
                    <a:pt x="1519747" y="48940"/>
                  </a:lnTo>
                  <a:lnTo>
                    <a:pt x="1530374" y="46581"/>
                  </a:lnTo>
                  <a:lnTo>
                    <a:pt x="1541002" y="44226"/>
                  </a:lnTo>
                  <a:lnTo>
                    <a:pt x="1551630" y="41848"/>
                  </a:lnTo>
                  <a:lnTo>
                    <a:pt x="1562257" y="39438"/>
                  </a:lnTo>
                  <a:lnTo>
                    <a:pt x="1572885" y="36999"/>
                  </a:lnTo>
                  <a:lnTo>
                    <a:pt x="1583512" y="34547"/>
                  </a:lnTo>
                  <a:lnTo>
                    <a:pt x="1594140" y="32107"/>
                  </a:lnTo>
                  <a:lnTo>
                    <a:pt x="1604768" y="29708"/>
                  </a:lnTo>
                  <a:lnTo>
                    <a:pt x="1615395" y="27384"/>
                  </a:lnTo>
                  <a:lnTo>
                    <a:pt x="1626023" y="25164"/>
                  </a:lnTo>
                  <a:lnTo>
                    <a:pt x="1636650" y="23075"/>
                  </a:lnTo>
                  <a:lnTo>
                    <a:pt x="1647278" y="21145"/>
                  </a:lnTo>
                  <a:lnTo>
                    <a:pt x="1657906" y="19377"/>
                  </a:lnTo>
                  <a:lnTo>
                    <a:pt x="1668533" y="17757"/>
                  </a:lnTo>
                  <a:lnTo>
                    <a:pt x="1679161" y="16272"/>
                  </a:lnTo>
                  <a:lnTo>
                    <a:pt x="1689788" y="14901"/>
                  </a:lnTo>
                  <a:lnTo>
                    <a:pt x="1700416" y="13619"/>
                  </a:lnTo>
                  <a:lnTo>
                    <a:pt x="1711044" y="12403"/>
                  </a:lnTo>
                  <a:lnTo>
                    <a:pt x="1721671" y="11228"/>
                  </a:lnTo>
                  <a:lnTo>
                    <a:pt x="1732299" y="10077"/>
                  </a:lnTo>
                  <a:lnTo>
                    <a:pt x="1742926" y="8936"/>
                  </a:lnTo>
                  <a:lnTo>
                    <a:pt x="1753554" y="7800"/>
                  </a:lnTo>
                  <a:lnTo>
                    <a:pt x="1764182" y="6674"/>
                  </a:lnTo>
                  <a:lnTo>
                    <a:pt x="1774809" y="5571"/>
                  </a:lnTo>
                  <a:lnTo>
                    <a:pt x="1785437" y="4510"/>
                  </a:lnTo>
                  <a:lnTo>
                    <a:pt x="1796064" y="3511"/>
                  </a:lnTo>
                  <a:lnTo>
                    <a:pt x="1806692" y="2599"/>
                  </a:lnTo>
                  <a:lnTo>
                    <a:pt x="1817320" y="1796"/>
                  </a:lnTo>
                  <a:lnTo>
                    <a:pt x="1827947" y="1122"/>
                  </a:lnTo>
                  <a:lnTo>
                    <a:pt x="1838575" y="594"/>
                  </a:lnTo>
                  <a:lnTo>
                    <a:pt x="1849202" y="224"/>
                  </a:lnTo>
                  <a:lnTo>
                    <a:pt x="1859830" y="24"/>
                  </a:lnTo>
                  <a:lnTo>
                    <a:pt x="1870458" y="0"/>
                  </a:lnTo>
                  <a:lnTo>
                    <a:pt x="1881085" y="132"/>
                  </a:lnTo>
                  <a:lnTo>
                    <a:pt x="1891713" y="412"/>
                  </a:lnTo>
                  <a:lnTo>
                    <a:pt x="1902340" y="832"/>
                  </a:lnTo>
                  <a:lnTo>
                    <a:pt x="1912968" y="1381"/>
                  </a:lnTo>
                  <a:lnTo>
                    <a:pt x="1923596" y="2051"/>
                  </a:lnTo>
                  <a:lnTo>
                    <a:pt x="1934223" y="2835"/>
                  </a:lnTo>
                  <a:lnTo>
                    <a:pt x="1944851" y="3727"/>
                  </a:lnTo>
                  <a:lnTo>
                    <a:pt x="1955478" y="4724"/>
                  </a:lnTo>
                  <a:lnTo>
                    <a:pt x="1966106" y="5828"/>
                  </a:lnTo>
                  <a:lnTo>
                    <a:pt x="1976734" y="7042"/>
                  </a:lnTo>
                  <a:lnTo>
                    <a:pt x="1987361" y="8357"/>
                  </a:lnTo>
                  <a:lnTo>
                    <a:pt x="1997989" y="9771"/>
                  </a:lnTo>
                  <a:lnTo>
                    <a:pt x="2008616" y="11284"/>
                  </a:lnTo>
                  <a:lnTo>
                    <a:pt x="2019244" y="12895"/>
                  </a:lnTo>
                  <a:lnTo>
                    <a:pt x="2029872" y="14603"/>
                  </a:lnTo>
                  <a:lnTo>
                    <a:pt x="2040499" y="16410"/>
                  </a:lnTo>
                  <a:lnTo>
                    <a:pt x="2051127" y="18319"/>
                  </a:lnTo>
                  <a:lnTo>
                    <a:pt x="2061754" y="20336"/>
                  </a:lnTo>
                  <a:lnTo>
                    <a:pt x="2072382" y="22472"/>
                  </a:lnTo>
                  <a:lnTo>
                    <a:pt x="2083010" y="24744"/>
                  </a:lnTo>
                  <a:lnTo>
                    <a:pt x="2093637" y="27150"/>
                  </a:lnTo>
                  <a:lnTo>
                    <a:pt x="2104265" y="29696"/>
                  </a:lnTo>
                  <a:lnTo>
                    <a:pt x="2114892" y="32384"/>
                  </a:lnTo>
                  <a:lnTo>
                    <a:pt x="2125520" y="35214"/>
                  </a:lnTo>
                  <a:lnTo>
                    <a:pt x="2136148" y="38180"/>
                  </a:lnTo>
                  <a:lnTo>
                    <a:pt x="2146775" y="41269"/>
                  </a:lnTo>
                  <a:lnTo>
                    <a:pt x="2157403" y="44466"/>
                  </a:lnTo>
                  <a:lnTo>
                    <a:pt x="2168031" y="47752"/>
                  </a:lnTo>
                  <a:lnTo>
                    <a:pt x="2178658" y="51105"/>
                  </a:lnTo>
                  <a:lnTo>
                    <a:pt x="2189286" y="54504"/>
                  </a:lnTo>
                  <a:lnTo>
                    <a:pt x="2199913" y="57918"/>
                  </a:lnTo>
                  <a:lnTo>
                    <a:pt x="2210541" y="61330"/>
                  </a:lnTo>
                  <a:lnTo>
                    <a:pt x="2221169" y="64723"/>
                  </a:lnTo>
                  <a:lnTo>
                    <a:pt x="2231796" y="68083"/>
                  </a:lnTo>
                  <a:lnTo>
                    <a:pt x="2242424" y="71398"/>
                  </a:lnTo>
                  <a:lnTo>
                    <a:pt x="2253051" y="74662"/>
                  </a:lnTo>
                  <a:lnTo>
                    <a:pt x="2263679" y="77865"/>
                  </a:lnTo>
                  <a:lnTo>
                    <a:pt x="2274307" y="81004"/>
                  </a:lnTo>
                  <a:lnTo>
                    <a:pt x="2284934" y="84073"/>
                  </a:lnTo>
                  <a:lnTo>
                    <a:pt x="2295562" y="87061"/>
                  </a:lnTo>
                  <a:lnTo>
                    <a:pt x="2306189" y="89978"/>
                  </a:lnTo>
                  <a:lnTo>
                    <a:pt x="2316817" y="92830"/>
                  </a:lnTo>
                  <a:lnTo>
                    <a:pt x="2327445" y="95629"/>
                  </a:lnTo>
                  <a:lnTo>
                    <a:pt x="2338072" y="98392"/>
                  </a:lnTo>
                  <a:lnTo>
                    <a:pt x="2348700" y="101147"/>
                  </a:lnTo>
                  <a:lnTo>
                    <a:pt x="2359327" y="103923"/>
                  </a:lnTo>
                  <a:lnTo>
                    <a:pt x="2369955" y="106761"/>
                  </a:lnTo>
                  <a:lnTo>
                    <a:pt x="2380583" y="109702"/>
                  </a:lnTo>
                  <a:lnTo>
                    <a:pt x="2391210" y="112788"/>
                  </a:lnTo>
                  <a:lnTo>
                    <a:pt x="2401838" y="116084"/>
                  </a:lnTo>
                  <a:lnTo>
                    <a:pt x="2412465" y="119603"/>
                  </a:lnTo>
                  <a:lnTo>
                    <a:pt x="2423093" y="123358"/>
                  </a:lnTo>
                  <a:lnTo>
                    <a:pt x="2433721" y="127348"/>
                  </a:lnTo>
                  <a:lnTo>
                    <a:pt x="2444348" y="131552"/>
                  </a:lnTo>
                  <a:lnTo>
                    <a:pt x="2454976" y="135936"/>
                  </a:lnTo>
                  <a:lnTo>
                    <a:pt x="2465603" y="140448"/>
                  </a:lnTo>
                  <a:lnTo>
                    <a:pt x="2476231" y="145026"/>
                  </a:lnTo>
                  <a:lnTo>
                    <a:pt x="2486859" y="149598"/>
                  </a:lnTo>
                  <a:lnTo>
                    <a:pt x="2497486" y="154089"/>
                  </a:lnTo>
                  <a:lnTo>
                    <a:pt x="2508114" y="158403"/>
                  </a:lnTo>
                  <a:lnTo>
                    <a:pt x="2518741" y="162485"/>
                  </a:lnTo>
                  <a:lnTo>
                    <a:pt x="2529369" y="166295"/>
                  </a:lnTo>
                  <a:lnTo>
                    <a:pt x="2539997" y="169811"/>
                  </a:lnTo>
                  <a:lnTo>
                    <a:pt x="2550624" y="173027"/>
                  </a:lnTo>
                  <a:lnTo>
                    <a:pt x="2561252" y="175960"/>
                  </a:lnTo>
                  <a:lnTo>
                    <a:pt x="2571879" y="178641"/>
                  </a:lnTo>
                  <a:lnTo>
                    <a:pt x="2582507" y="181116"/>
                  </a:lnTo>
                  <a:lnTo>
                    <a:pt x="2593135" y="183441"/>
                  </a:lnTo>
                  <a:lnTo>
                    <a:pt x="2603762" y="185676"/>
                  </a:lnTo>
                  <a:lnTo>
                    <a:pt x="2614390" y="187882"/>
                  </a:lnTo>
                  <a:lnTo>
                    <a:pt x="2625017" y="190123"/>
                  </a:lnTo>
                  <a:lnTo>
                    <a:pt x="2635645" y="192438"/>
                  </a:lnTo>
                  <a:lnTo>
                    <a:pt x="2646273" y="194851"/>
                  </a:lnTo>
                  <a:lnTo>
                    <a:pt x="2656900" y="197375"/>
                  </a:lnTo>
                  <a:lnTo>
                    <a:pt x="2667528" y="200009"/>
                  </a:lnTo>
                  <a:lnTo>
                    <a:pt x="2678155" y="202743"/>
                  </a:lnTo>
                  <a:lnTo>
                    <a:pt x="2688783" y="205558"/>
                  </a:lnTo>
                  <a:lnTo>
                    <a:pt x="2699411" y="208433"/>
                  </a:lnTo>
                  <a:lnTo>
                    <a:pt x="2710038" y="211344"/>
                  </a:lnTo>
                  <a:lnTo>
                    <a:pt x="2720666" y="214270"/>
                  </a:lnTo>
                  <a:lnTo>
                    <a:pt x="2731293" y="217194"/>
                  </a:lnTo>
                  <a:lnTo>
                    <a:pt x="2741921" y="220110"/>
                  </a:lnTo>
                  <a:lnTo>
                    <a:pt x="2752549" y="223017"/>
                  </a:lnTo>
                  <a:lnTo>
                    <a:pt x="2763176" y="225919"/>
                  </a:lnTo>
                  <a:lnTo>
                    <a:pt x="2773804" y="228825"/>
                  </a:lnTo>
                  <a:lnTo>
                    <a:pt x="2784431" y="231742"/>
                  </a:lnTo>
                  <a:lnTo>
                    <a:pt x="2795059" y="234675"/>
                  </a:lnTo>
                  <a:lnTo>
                    <a:pt x="2805687" y="237626"/>
                  </a:lnTo>
                  <a:lnTo>
                    <a:pt x="2816314" y="240588"/>
                  </a:lnTo>
                  <a:lnTo>
                    <a:pt x="2826942" y="243546"/>
                  </a:lnTo>
                  <a:lnTo>
                    <a:pt x="2837569" y="246476"/>
                  </a:lnTo>
                  <a:lnTo>
                    <a:pt x="2848197" y="249348"/>
                  </a:lnTo>
                  <a:lnTo>
                    <a:pt x="2858825" y="252133"/>
                  </a:lnTo>
                  <a:lnTo>
                    <a:pt x="2869452" y="254801"/>
                  </a:lnTo>
                  <a:lnTo>
                    <a:pt x="2880080" y="257328"/>
                  </a:lnTo>
                  <a:lnTo>
                    <a:pt x="2890708" y="259695"/>
                  </a:lnTo>
                  <a:lnTo>
                    <a:pt x="2901335" y="261894"/>
                  </a:lnTo>
                  <a:lnTo>
                    <a:pt x="2911963" y="263925"/>
                  </a:lnTo>
                  <a:lnTo>
                    <a:pt x="2922590" y="265801"/>
                  </a:lnTo>
                  <a:lnTo>
                    <a:pt x="2933218" y="267537"/>
                  </a:lnTo>
                  <a:lnTo>
                    <a:pt x="2943846" y="269167"/>
                  </a:lnTo>
                  <a:lnTo>
                    <a:pt x="2954473" y="270736"/>
                  </a:lnTo>
                  <a:lnTo>
                    <a:pt x="2965101" y="272277"/>
                  </a:lnTo>
                  <a:lnTo>
                    <a:pt x="2975728" y="273820"/>
                  </a:lnTo>
                  <a:lnTo>
                    <a:pt x="2986356" y="275393"/>
                  </a:lnTo>
                  <a:lnTo>
                    <a:pt x="2996984" y="277014"/>
                  </a:lnTo>
                  <a:lnTo>
                    <a:pt x="3007611" y="278696"/>
                  </a:lnTo>
                  <a:lnTo>
                    <a:pt x="3018239" y="280444"/>
                  </a:lnTo>
                  <a:lnTo>
                    <a:pt x="3028866" y="282255"/>
                  </a:lnTo>
                  <a:lnTo>
                    <a:pt x="3039494" y="284126"/>
                  </a:lnTo>
                  <a:lnTo>
                    <a:pt x="3050122" y="286043"/>
                  </a:lnTo>
                  <a:lnTo>
                    <a:pt x="3060749" y="287988"/>
                  </a:lnTo>
                  <a:lnTo>
                    <a:pt x="3071377" y="289946"/>
                  </a:lnTo>
                  <a:lnTo>
                    <a:pt x="3082004" y="291905"/>
                  </a:lnTo>
                  <a:lnTo>
                    <a:pt x="3092632" y="293852"/>
                  </a:lnTo>
                  <a:lnTo>
                    <a:pt x="3103260" y="295775"/>
                  </a:lnTo>
                  <a:lnTo>
                    <a:pt x="3113887" y="297665"/>
                  </a:lnTo>
                  <a:lnTo>
                    <a:pt x="3124515" y="299513"/>
                  </a:lnTo>
                  <a:lnTo>
                    <a:pt x="3135142" y="301311"/>
                  </a:lnTo>
                  <a:lnTo>
                    <a:pt x="3145770" y="303051"/>
                  </a:lnTo>
                  <a:lnTo>
                    <a:pt x="3156398" y="304723"/>
                  </a:lnTo>
                  <a:lnTo>
                    <a:pt x="3167025" y="306326"/>
                  </a:lnTo>
                  <a:lnTo>
                    <a:pt x="3177653" y="307855"/>
                  </a:lnTo>
                  <a:lnTo>
                    <a:pt x="3188280" y="309305"/>
                  </a:lnTo>
                  <a:lnTo>
                    <a:pt x="3198908" y="310675"/>
                  </a:lnTo>
                  <a:lnTo>
                    <a:pt x="3209536" y="311960"/>
                  </a:lnTo>
                  <a:lnTo>
                    <a:pt x="3220163" y="313160"/>
                  </a:lnTo>
                  <a:lnTo>
                    <a:pt x="3230791" y="314275"/>
                  </a:lnTo>
                  <a:lnTo>
                    <a:pt x="3241418" y="315308"/>
                  </a:lnTo>
                  <a:lnTo>
                    <a:pt x="3252046" y="316258"/>
                  </a:lnTo>
                  <a:lnTo>
                    <a:pt x="3262674" y="317126"/>
                  </a:lnTo>
                  <a:lnTo>
                    <a:pt x="3273301" y="317923"/>
                  </a:lnTo>
                  <a:lnTo>
                    <a:pt x="3283929" y="318658"/>
                  </a:lnTo>
                  <a:lnTo>
                    <a:pt x="3294556" y="319335"/>
                  </a:lnTo>
                  <a:lnTo>
                    <a:pt x="3305184" y="319960"/>
                  </a:lnTo>
                  <a:lnTo>
                    <a:pt x="3315812" y="320540"/>
                  </a:lnTo>
                  <a:lnTo>
                    <a:pt x="3326439" y="321082"/>
                  </a:lnTo>
                  <a:lnTo>
                    <a:pt x="3337067" y="321592"/>
                  </a:lnTo>
                  <a:lnTo>
                    <a:pt x="3347694" y="322077"/>
                  </a:lnTo>
                  <a:lnTo>
                    <a:pt x="3358322" y="322543"/>
                  </a:lnTo>
                  <a:lnTo>
                    <a:pt x="3368950" y="322997"/>
                  </a:lnTo>
                  <a:lnTo>
                    <a:pt x="3379577" y="323447"/>
                  </a:lnTo>
                  <a:lnTo>
                    <a:pt x="3390205" y="323899"/>
                  </a:lnTo>
                  <a:lnTo>
                    <a:pt x="3400832" y="324355"/>
                  </a:lnTo>
                  <a:lnTo>
                    <a:pt x="3411460" y="324817"/>
                  </a:lnTo>
                  <a:lnTo>
                    <a:pt x="3422088" y="325285"/>
                  </a:lnTo>
                  <a:lnTo>
                    <a:pt x="3432715" y="325755"/>
                  </a:lnTo>
                  <a:lnTo>
                    <a:pt x="3443343" y="326223"/>
                  </a:lnTo>
                  <a:lnTo>
                    <a:pt x="3453970" y="326681"/>
                  </a:lnTo>
                  <a:lnTo>
                    <a:pt x="3464598" y="327123"/>
                  </a:lnTo>
                  <a:lnTo>
                    <a:pt x="3475226" y="327537"/>
                  </a:lnTo>
                  <a:lnTo>
                    <a:pt x="3485853" y="327918"/>
                  </a:lnTo>
                  <a:lnTo>
                    <a:pt x="3496481" y="328262"/>
                  </a:lnTo>
                  <a:lnTo>
                    <a:pt x="3507108" y="328566"/>
                  </a:lnTo>
                  <a:lnTo>
                    <a:pt x="3517736" y="328831"/>
                  </a:lnTo>
                  <a:lnTo>
                    <a:pt x="3528364" y="329059"/>
                  </a:lnTo>
                  <a:lnTo>
                    <a:pt x="3538991" y="329254"/>
                  </a:lnTo>
                  <a:lnTo>
                    <a:pt x="3549619" y="329424"/>
                  </a:lnTo>
                  <a:lnTo>
                    <a:pt x="3560246" y="329575"/>
                  </a:lnTo>
                  <a:lnTo>
                    <a:pt x="3570874" y="329715"/>
                  </a:lnTo>
                  <a:lnTo>
                    <a:pt x="3581502" y="329852"/>
                  </a:lnTo>
                  <a:lnTo>
                    <a:pt x="3592129" y="329992"/>
                  </a:lnTo>
                  <a:lnTo>
                    <a:pt x="3602757" y="330142"/>
                  </a:lnTo>
                  <a:lnTo>
                    <a:pt x="3613385" y="330302"/>
                  </a:lnTo>
                  <a:lnTo>
                    <a:pt x="3624012" y="330475"/>
                  </a:lnTo>
                  <a:lnTo>
                    <a:pt x="3634640" y="330658"/>
                  </a:lnTo>
                  <a:lnTo>
                    <a:pt x="3645267" y="330850"/>
                  </a:lnTo>
                </a:path>
              </a:pathLst>
            </a:custGeom>
            <a:ln w="758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16359304" y="5342722"/>
              <a:ext cx="49621" cy="0"/>
            </a:xfrm>
            <a:custGeom>
              <a:avLst/>
              <a:pathLst>
                <a:path w="49621" h="0">
                  <a:moveTo>
                    <a:pt x="0" y="0"/>
                  </a:moveTo>
                  <a:lnTo>
                    <a:pt x="496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16384115" y="5342722"/>
              <a:ext cx="0" cy="236604"/>
            </a:xfrm>
            <a:custGeom>
              <a:avLst/>
              <a:pathLst>
                <a:path w="0" h="236604">
                  <a:moveTo>
                    <a:pt x="0" y="0"/>
                  </a:moveTo>
                  <a:lnTo>
                    <a:pt x="0" y="2366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16359304" y="5579326"/>
              <a:ext cx="49621" cy="0"/>
            </a:xfrm>
            <a:custGeom>
              <a:avLst/>
              <a:pathLst>
                <a:path w="49621" h="0">
                  <a:moveTo>
                    <a:pt x="0" y="0"/>
                  </a:moveTo>
                  <a:lnTo>
                    <a:pt x="496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16485195" y="5999957"/>
              <a:ext cx="49621" cy="0"/>
            </a:xfrm>
            <a:custGeom>
              <a:avLst/>
              <a:pathLst>
                <a:path w="49621" h="0">
                  <a:moveTo>
                    <a:pt x="0" y="0"/>
                  </a:moveTo>
                  <a:lnTo>
                    <a:pt x="496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16510006" y="5999957"/>
              <a:ext cx="0" cy="236604"/>
            </a:xfrm>
            <a:custGeom>
              <a:avLst/>
              <a:pathLst>
                <a:path w="0" h="236604">
                  <a:moveTo>
                    <a:pt x="0" y="0"/>
                  </a:moveTo>
                  <a:lnTo>
                    <a:pt x="0" y="2366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16485195" y="6236562"/>
              <a:ext cx="49621" cy="0"/>
            </a:xfrm>
            <a:custGeom>
              <a:avLst/>
              <a:pathLst>
                <a:path w="49621" h="0">
                  <a:moveTo>
                    <a:pt x="0" y="0"/>
                  </a:moveTo>
                  <a:lnTo>
                    <a:pt x="496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15935588" y="6657193"/>
              <a:ext cx="49621" cy="0"/>
            </a:xfrm>
            <a:custGeom>
              <a:avLst/>
              <a:pathLst>
                <a:path w="49621" h="0">
                  <a:moveTo>
                    <a:pt x="0" y="0"/>
                  </a:moveTo>
                  <a:lnTo>
                    <a:pt x="496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15960399" y="6657193"/>
              <a:ext cx="0" cy="236604"/>
            </a:xfrm>
            <a:custGeom>
              <a:avLst/>
              <a:pathLst>
                <a:path w="0" h="236604">
                  <a:moveTo>
                    <a:pt x="0" y="0"/>
                  </a:moveTo>
                  <a:lnTo>
                    <a:pt x="0" y="2366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15935588" y="6893798"/>
              <a:ext cx="49621" cy="0"/>
            </a:xfrm>
            <a:custGeom>
              <a:avLst/>
              <a:pathLst>
                <a:path w="49621" h="0">
                  <a:moveTo>
                    <a:pt x="0" y="0"/>
                  </a:moveTo>
                  <a:lnTo>
                    <a:pt x="496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15273762" y="7314429"/>
              <a:ext cx="49621" cy="0"/>
            </a:xfrm>
            <a:custGeom>
              <a:avLst/>
              <a:pathLst>
                <a:path w="49621" h="0">
                  <a:moveTo>
                    <a:pt x="0" y="0"/>
                  </a:moveTo>
                  <a:lnTo>
                    <a:pt x="496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15298573" y="7314429"/>
              <a:ext cx="0" cy="236604"/>
            </a:xfrm>
            <a:custGeom>
              <a:avLst/>
              <a:pathLst>
                <a:path w="0" h="236604">
                  <a:moveTo>
                    <a:pt x="0" y="0"/>
                  </a:moveTo>
                  <a:lnTo>
                    <a:pt x="0" y="2366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15273762" y="7551034"/>
              <a:ext cx="49621" cy="0"/>
            </a:xfrm>
            <a:custGeom>
              <a:avLst/>
              <a:pathLst>
                <a:path w="49621" h="0">
                  <a:moveTo>
                    <a:pt x="0" y="0"/>
                  </a:moveTo>
                  <a:lnTo>
                    <a:pt x="496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16297765" y="7971665"/>
              <a:ext cx="49621" cy="0"/>
            </a:xfrm>
            <a:custGeom>
              <a:avLst/>
              <a:pathLst>
                <a:path w="49621" h="0">
                  <a:moveTo>
                    <a:pt x="0" y="0"/>
                  </a:moveTo>
                  <a:lnTo>
                    <a:pt x="496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16322576" y="7971665"/>
              <a:ext cx="0" cy="236604"/>
            </a:xfrm>
            <a:custGeom>
              <a:avLst/>
              <a:pathLst>
                <a:path w="0" h="236604">
                  <a:moveTo>
                    <a:pt x="0" y="0"/>
                  </a:moveTo>
                  <a:lnTo>
                    <a:pt x="0" y="2366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16297765" y="8208269"/>
              <a:ext cx="49621" cy="0"/>
            </a:xfrm>
            <a:custGeom>
              <a:avLst/>
              <a:pathLst>
                <a:path w="49621" h="0">
                  <a:moveTo>
                    <a:pt x="0" y="0"/>
                  </a:moveTo>
                  <a:lnTo>
                    <a:pt x="496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16677387" y="8628900"/>
              <a:ext cx="49621" cy="0"/>
            </a:xfrm>
            <a:custGeom>
              <a:avLst/>
              <a:pathLst>
                <a:path w="49621" h="0">
                  <a:moveTo>
                    <a:pt x="0" y="0"/>
                  </a:moveTo>
                  <a:lnTo>
                    <a:pt x="496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16702198" y="8628900"/>
              <a:ext cx="0" cy="236604"/>
            </a:xfrm>
            <a:custGeom>
              <a:avLst/>
              <a:pathLst>
                <a:path w="0" h="236604">
                  <a:moveTo>
                    <a:pt x="0" y="0"/>
                  </a:moveTo>
                  <a:lnTo>
                    <a:pt x="0" y="2366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16677387" y="8865505"/>
              <a:ext cx="49621" cy="0"/>
            </a:xfrm>
            <a:custGeom>
              <a:avLst/>
              <a:pathLst>
                <a:path w="49621" h="0">
                  <a:moveTo>
                    <a:pt x="0" y="0"/>
                  </a:moveTo>
                  <a:lnTo>
                    <a:pt x="496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16540330" y="9286136"/>
              <a:ext cx="49621" cy="0"/>
            </a:xfrm>
            <a:custGeom>
              <a:avLst/>
              <a:pathLst>
                <a:path w="49621" h="0">
                  <a:moveTo>
                    <a:pt x="0" y="0"/>
                  </a:moveTo>
                  <a:lnTo>
                    <a:pt x="496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6565141" y="9286136"/>
              <a:ext cx="0" cy="236604"/>
            </a:xfrm>
            <a:custGeom>
              <a:avLst/>
              <a:pathLst>
                <a:path w="0" h="236604">
                  <a:moveTo>
                    <a:pt x="0" y="0"/>
                  </a:moveTo>
                  <a:lnTo>
                    <a:pt x="0" y="2366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16540330" y="9522741"/>
              <a:ext cx="49621" cy="0"/>
            </a:xfrm>
            <a:custGeom>
              <a:avLst/>
              <a:pathLst>
                <a:path w="49621" h="0">
                  <a:moveTo>
                    <a:pt x="0" y="0"/>
                  </a:moveTo>
                  <a:lnTo>
                    <a:pt x="496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15491768" y="9943372"/>
              <a:ext cx="49621" cy="0"/>
            </a:xfrm>
            <a:custGeom>
              <a:avLst/>
              <a:pathLst>
                <a:path w="49621" h="0">
                  <a:moveTo>
                    <a:pt x="0" y="0"/>
                  </a:moveTo>
                  <a:lnTo>
                    <a:pt x="496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15516579" y="9943372"/>
              <a:ext cx="0" cy="236604"/>
            </a:xfrm>
            <a:custGeom>
              <a:avLst/>
              <a:pathLst>
                <a:path w="0" h="236604">
                  <a:moveTo>
                    <a:pt x="0" y="0"/>
                  </a:moveTo>
                  <a:lnTo>
                    <a:pt x="0" y="2366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15491768" y="10179977"/>
              <a:ext cx="49621" cy="0"/>
            </a:xfrm>
            <a:custGeom>
              <a:avLst/>
              <a:pathLst>
                <a:path w="49621" h="0">
                  <a:moveTo>
                    <a:pt x="0" y="0"/>
                  </a:moveTo>
                  <a:lnTo>
                    <a:pt x="496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15821353" y="5461024"/>
              <a:ext cx="1166763" cy="0"/>
            </a:xfrm>
            <a:custGeom>
              <a:avLst/>
              <a:pathLst>
                <a:path w="1166763" h="0">
                  <a:moveTo>
                    <a:pt x="0" y="0"/>
                  </a:moveTo>
                  <a:lnTo>
                    <a:pt x="1166763" y="0"/>
                  </a:lnTo>
                </a:path>
              </a:pathLst>
            </a:custGeom>
            <a:ln w="28456" cap="rnd">
              <a:solidFill>
                <a:srgbClr val="1665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15661212" y="6118260"/>
              <a:ext cx="1667788" cy="0"/>
            </a:xfrm>
            <a:custGeom>
              <a:avLst/>
              <a:pathLst>
                <a:path w="1667788" h="0">
                  <a:moveTo>
                    <a:pt x="0" y="0"/>
                  </a:moveTo>
                  <a:lnTo>
                    <a:pt x="1667788" y="0"/>
                  </a:lnTo>
                </a:path>
              </a:pathLst>
            </a:custGeom>
            <a:ln w="28456" cap="rnd">
              <a:solidFill>
                <a:srgbClr val="BE12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15002876" y="6775495"/>
              <a:ext cx="1939939" cy="0"/>
            </a:xfrm>
            <a:custGeom>
              <a:avLst/>
              <a:pathLst>
                <a:path w="1939939" h="0">
                  <a:moveTo>
                    <a:pt x="0" y="0"/>
                  </a:moveTo>
                  <a:lnTo>
                    <a:pt x="1939939" y="0"/>
                  </a:lnTo>
                </a:path>
              </a:pathLst>
            </a:custGeom>
            <a:ln w="28456" cap="rnd">
              <a:solidFill>
                <a:srgbClr val="84CC1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13855011" y="7432731"/>
              <a:ext cx="2727258" cy="0"/>
            </a:xfrm>
            <a:custGeom>
              <a:avLst/>
              <a:pathLst>
                <a:path w="2727258" h="0">
                  <a:moveTo>
                    <a:pt x="0" y="0"/>
                  </a:moveTo>
                  <a:lnTo>
                    <a:pt x="2727258" y="0"/>
                  </a:lnTo>
                </a:path>
              </a:pathLst>
            </a:custGeom>
            <a:ln w="28456" cap="rnd">
              <a:solidFill>
                <a:srgbClr val="65A30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15608682" y="8089967"/>
              <a:ext cx="1461428" cy="0"/>
            </a:xfrm>
            <a:custGeom>
              <a:avLst/>
              <a:pathLst>
                <a:path w="1461428" h="0">
                  <a:moveTo>
                    <a:pt x="0" y="0"/>
                  </a:moveTo>
                  <a:lnTo>
                    <a:pt x="1461428" y="0"/>
                  </a:lnTo>
                </a:path>
              </a:pathLst>
            </a:custGeom>
            <a:ln w="28456" cap="rnd">
              <a:solidFill>
                <a:srgbClr val="158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16104553" y="8747203"/>
              <a:ext cx="1211732" cy="0"/>
            </a:xfrm>
            <a:custGeom>
              <a:avLst/>
              <a:pathLst>
                <a:path w="1211732" h="0">
                  <a:moveTo>
                    <a:pt x="0" y="0"/>
                  </a:moveTo>
                  <a:lnTo>
                    <a:pt x="1211732" y="0"/>
                  </a:lnTo>
                </a:path>
              </a:pathLst>
            </a:custGeom>
            <a:ln w="28456" cap="rnd">
              <a:solidFill>
                <a:srgbClr val="7C3AE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15890572" y="9404438"/>
              <a:ext cx="1339671" cy="0"/>
            </a:xfrm>
            <a:custGeom>
              <a:avLst/>
              <a:pathLst>
                <a:path w="1339671" h="0">
                  <a:moveTo>
                    <a:pt x="0" y="0"/>
                  </a:moveTo>
                  <a:lnTo>
                    <a:pt x="1339671" y="0"/>
                  </a:lnTo>
                </a:path>
              </a:pathLst>
            </a:custGeom>
            <a:ln w="28456" cap="rnd">
              <a:solidFill>
                <a:srgbClr val="4F46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14333001" y="10061674"/>
              <a:ext cx="2336725" cy="0"/>
            </a:xfrm>
            <a:custGeom>
              <a:avLst/>
              <a:pathLst>
                <a:path w="2336725" h="0">
                  <a:moveTo>
                    <a:pt x="0" y="0"/>
                  </a:moveTo>
                  <a:lnTo>
                    <a:pt x="2336725" y="0"/>
                  </a:lnTo>
                </a:path>
              </a:pathLst>
            </a:custGeom>
            <a:ln w="28456" cap="rnd">
              <a:solidFill>
                <a:srgbClr val="C2410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6344056" y="5420965"/>
              <a:ext cx="80117" cy="80117"/>
            </a:xfrm>
            <a:prstGeom prst="ellipse">
              <a:avLst/>
            </a:prstGeom>
            <a:solidFill>
              <a:srgbClr val="166534">
                <a:alpha val="100000"/>
              </a:srgbClr>
            </a:solidFill>
            <a:ln w="9654" cap="rnd">
              <a:solidFill>
                <a:srgbClr val="1665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6469947" y="6078201"/>
              <a:ext cx="80117" cy="80117"/>
            </a:xfrm>
            <a:prstGeom prst="ellipse">
              <a:avLst/>
            </a:prstGeom>
            <a:solidFill>
              <a:srgbClr val="BE123C">
                <a:alpha val="100000"/>
              </a:srgbClr>
            </a:solidFill>
            <a:ln w="9654" cap="rnd">
              <a:solidFill>
                <a:srgbClr val="BE12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15920340" y="6735437"/>
              <a:ext cx="80117" cy="80117"/>
            </a:xfrm>
            <a:prstGeom prst="ellipse">
              <a:avLst/>
            </a:prstGeom>
            <a:solidFill>
              <a:srgbClr val="84CC16">
                <a:alpha val="100000"/>
              </a:srgbClr>
            </a:solidFill>
            <a:ln w="9654" cap="rnd">
              <a:solidFill>
                <a:srgbClr val="84CC1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15258514" y="7392672"/>
              <a:ext cx="80117" cy="80117"/>
            </a:xfrm>
            <a:prstGeom prst="ellipse">
              <a:avLst/>
            </a:prstGeom>
            <a:solidFill>
              <a:srgbClr val="65A30D">
                <a:alpha val="100000"/>
              </a:srgbClr>
            </a:solidFill>
            <a:ln w="9654" cap="rnd">
              <a:solidFill>
                <a:srgbClr val="65A30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282517" y="8049908"/>
              <a:ext cx="80117" cy="80117"/>
            </a:xfrm>
            <a:prstGeom prst="ellipse">
              <a:avLst/>
            </a:prstGeom>
            <a:solidFill>
              <a:srgbClr val="15803D">
                <a:alpha val="100000"/>
              </a:srgbClr>
            </a:solidFill>
            <a:ln w="9654" cap="rnd">
              <a:solidFill>
                <a:srgbClr val="158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6662139" y="8707144"/>
              <a:ext cx="80117" cy="80117"/>
            </a:xfrm>
            <a:prstGeom prst="ellipse">
              <a:avLst/>
            </a:prstGeom>
            <a:solidFill>
              <a:srgbClr val="7C3AED">
                <a:alpha val="100000"/>
              </a:srgbClr>
            </a:solidFill>
            <a:ln w="9654" cap="rnd">
              <a:solidFill>
                <a:srgbClr val="7C3AE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16525083" y="9364380"/>
              <a:ext cx="80117" cy="80117"/>
            </a:xfrm>
            <a:prstGeom prst="ellipse">
              <a:avLst/>
            </a:prstGeom>
            <a:solidFill>
              <a:srgbClr val="4F46E5">
                <a:alpha val="100000"/>
              </a:srgbClr>
            </a:solidFill>
            <a:ln w="9654" cap="rnd">
              <a:solidFill>
                <a:srgbClr val="4F46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5476520" y="10021615"/>
              <a:ext cx="80117" cy="80117"/>
            </a:xfrm>
            <a:prstGeom prst="ellipse">
              <a:avLst/>
            </a:prstGeom>
            <a:solidFill>
              <a:srgbClr val="C2410C">
                <a:alpha val="100000"/>
              </a:srgbClr>
            </a:solidFill>
            <a:ln w="9654" cap="rnd">
              <a:solidFill>
                <a:srgbClr val="C2410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12443987" y="4811989"/>
              <a:ext cx="0" cy="5644026"/>
            </a:xfrm>
            <a:custGeom>
              <a:avLst/>
              <a:pathLst>
                <a:path w="0" h="5644026">
                  <a:moveTo>
                    <a:pt x="0" y="5644026"/>
                  </a:moveTo>
                  <a:lnTo>
                    <a:pt x="0" y="0"/>
                  </a:lnTo>
                </a:path>
              </a:pathLst>
            </a:custGeom>
            <a:ln w="14536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tx137"/>
            <p:cNvSpPr/>
            <p:nvPr/>
          </p:nvSpPr>
          <p:spPr>
            <a:xfrm>
              <a:off x="11470559" y="9994940"/>
              <a:ext cx="906243" cy="109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4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Endemic species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11603911" y="9336299"/>
              <a:ext cx="772891" cy="1110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4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Partial migrant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11190567" y="8679063"/>
              <a:ext cx="1186235" cy="1110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4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Long-distance migrant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11603911" y="8045653"/>
              <a:ext cx="772891" cy="87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4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Diet: omnivore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11530620" y="7386895"/>
              <a:ext cx="846182" cy="887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4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Diet: fruit/nectar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11543733" y="6707297"/>
              <a:ext cx="833069" cy="1111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4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Diet: plant/seed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11137296" y="6050062"/>
              <a:ext cx="1239506" cy="1111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4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Diet: vertebrate/aquatic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10597742" y="5392885"/>
              <a:ext cx="1779060" cy="1110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4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Forest-associated primary habitat</a:t>
              </a:r>
            </a:p>
          </p:txBody>
        </p:sp>
        <p:sp>
          <p:nvSpPr>
            <p:cNvPr id="145" name="pl145"/>
            <p:cNvSpPr/>
            <p:nvPr/>
          </p:nvSpPr>
          <p:spPr>
            <a:xfrm>
              <a:off x="12406662" y="10061674"/>
              <a:ext cx="37325" cy="0"/>
            </a:xfrm>
            <a:custGeom>
              <a:avLst/>
              <a:pathLst>
                <a:path w="37325" h="0">
                  <a:moveTo>
                    <a:pt x="0" y="0"/>
                  </a:moveTo>
                  <a:lnTo>
                    <a:pt x="37325" y="0"/>
                  </a:lnTo>
                </a:path>
              </a:pathLst>
            </a:custGeom>
            <a:ln w="145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12406662" y="9404438"/>
              <a:ext cx="37325" cy="0"/>
            </a:xfrm>
            <a:custGeom>
              <a:avLst/>
              <a:pathLst>
                <a:path w="37325" h="0">
                  <a:moveTo>
                    <a:pt x="0" y="0"/>
                  </a:moveTo>
                  <a:lnTo>
                    <a:pt x="37325" y="0"/>
                  </a:lnTo>
                </a:path>
              </a:pathLst>
            </a:custGeom>
            <a:ln w="145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12406662" y="8747203"/>
              <a:ext cx="37325" cy="0"/>
            </a:xfrm>
            <a:custGeom>
              <a:avLst/>
              <a:pathLst>
                <a:path w="37325" h="0">
                  <a:moveTo>
                    <a:pt x="0" y="0"/>
                  </a:moveTo>
                  <a:lnTo>
                    <a:pt x="37325" y="0"/>
                  </a:lnTo>
                </a:path>
              </a:pathLst>
            </a:custGeom>
            <a:ln w="145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12406662" y="8089967"/>
              <a:ext cx="37325" cy="0"/>
            </a:xfrm>
            <a:custGeom>
              <a:avLst/>
              <a:pathLst>
                <a:path w="37325" h="0">
                  <a:moveTo>
                    <a:pt x="0" y="0"/>
                  </a:moveTo>
                  <a:lnTo>
                    <a:pt x="37325" y="0"/>
                  </a:lnTo>
                </a:path>
              </a:pathLst>
            </a:custGeom>
            <a:ln w="145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12406662" y="7432731"/>
              <a:ext cx="37325" cy="0"/>
            </a:xfrm>
            <a:custGeom>
              <a:avLst/>
              <a:pathLst>
                <a:path w="37325" h="0">
                  <a:moveTo>
                    <a:pt x="0" y="0"/>
                  </a:moveTo>
                  <a:lnTo>
                    <a:pt x="37325" y="0"/>
                  </a:lnTo>
                </a:path>
              </a:pathLst>
            </a:custGeom>
            <a:ln w="145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12406662" y="6775495"/>
              <a:ext cx="37325" cy="0"/>
            </a:xfrm>
            <a:custGeom>
              <a:avLst/>
              <a:pathLst>
                <a:path w="37325" h="0">
                  <a:moveTo>
                    <a:pt x="0" y="0"/>
                  </a:moveTo>
                  <a:lnTo>
                    <a:pt x="37325" y="0"/>
                  </a:lnTo>
                </a:path>
              </a:pathLst>
            </a:custGeom>
            <a:ln w="145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12406662" y="6118260"/>
              <a:ext cx="37325" cy="0"/>
            </a:xfrm>
            <a:custGeom>
              <a:avLst/>
              <a:pathLst>
                <a:path w="37325" h="0">
                  <a:moveTo>
                    <a:pt x="0" y="0"/>
                  </a:moveTo>
                  <a:lnTo>
                    <a:pt x="37325" y="0"/>
                  </a:lnTo>
                </a:path>
              </a:pathLst>
            </a:custGeom>
            <a:ln w="145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12406662" y="5461024"/>
              <a:ext cx="37325" cy="0"/>
            </a:xfrm>
            <a:custGeom>
              <a:avLst/>
              <a:pathLst>
                <a:path w="37325" h="0">
                  <a:moveTo>
                    <a:pt x="0" y="0"/>
                  </a:moveTo>
                  <a:lnTo>
                    <a:pt x="37325" y="0"/>
                  </a:lnTo>
                </a:path>
              </a:pathLst>
            </a:custGeom>
            <a:ln w="145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12443987" y="10456016"/>
              <a:ext cx="5973775" cy="0"/>
            </a:xfrm>
            <a:custGeom>
              <a:avLst/>
              <a:pathLst>
                <a:path w="5973775" h="0">
                  <a:moveTo>
                    <a:pt x="0" y="0"/>
                  </a:moveTo>
                  <a:lnTo>
                    <a:pt x="5973775" y="0"/>
                  </a:lnTo>
                </a:path>
              </a:pathLst>
            </a:custGeom>
            <a:ln w="14536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12696857" y="10456016"/>
              <a:ext cx="0" cy="37325"/>
            </a:xfrm>
            <a:custGeom>
              <a:avLst/>
              <a:pathLst>
                <a:path w="0" h="37325">
                  <a:moveTo>
                    <a:pt x="0" y="37325"/>
                  </a:moveTo>
                  <a:lnTo>
                    <a:pt x="0" y="0"/>
                  </a:lnTo>
                </a:path>
              </a:pathLst>
            </a:custGeom>
            <a:ln w="145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14289188" y="10456016"/>
              <a:ext cx="0" cy="37325"/>
            </a:xfrm>
            <a:custGeom>
              <a:avLst/>
              <a:pathLst>
                <a:path w="0" h="37325">
                  <a:moveTo>
                    <a:pt x="0" y="37325"/>
                  </a:moveTo>
                  <a:lnTo>
                    <a:pt x="0" y="0"/>
                  </a:lnTo>
                </a:path>
              </a:pathLst>
            </a:custGeom>
            <a:ln w="145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15881518" y="10456016"/>
              <a:ext cx="0" cy="37325"/>
            </a:xfrm>
            <a:custGeom>
              <a:avLst/>
              <a:pathLst>
                <a:path w="0" h="37325">
                  <a:moveTo>
                    <a:pt x="0" y="37325"/>
                  </a:moveTo>
                  <a:lnTo>
                    <a:pt x="0" y="0"/>
                  </a:lnTo>
                </a:path>
              </a:pathLst>
            </a:custGeom>
            <a:ln w="145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17473849" y="10456016"/>
              <a:ext cx="0" cy="37325"/>
            </a:xfrm>
            <a:custGeom>
              <a:avLst/>
              <a:pathLst>
                <a:path w="0" h="37325">
                  <a:moveTo>
                    <a:pt x="0" y="37325"/>
                  </a:moveTo>
                  <a:lnTo>
                    <a:pt x="0" y="0"/>
                  </a:lnTo>
                </a:path>
              </a:pathLst>
            </a:custGeom>
            <a:ln w="1453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tx158"/>
            <p:cNvSpPr/>
            <p:nvPr/>
          </p:nvSpPr>
          <p:spPr>
            <a:xfrm>
              <a:off x="12643557" y="10522849"/>
              <a:ext cx="106599" cy="861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4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14235888" y="10522849"/>
              <a:ext cx="106599" cy="861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4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15848180" y="10521386"/>
              <a:ext cx="66675" cy="8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4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17440511" y="10522849"/>
              <a:ext cx="66675" cy="861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4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14331768" y="10702102"/>
              <a:ext cx="2198214" cy="140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8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Posterior effect size (log-odds)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12443987" y="4571172"/>
              <a:ext cx="4745531" cy="135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2F2F2F">
                      <a:alpha val="100000"/>
                    </a:srgbClr>
                  </a:solidFill>
                  <a:latin typeface="Arial"/>
                  <a:cs typeface="Arial"/>
                </a:rPr>
                <a:t>Bernoulli model; n = 827 species; contrasts relative to the baseline levels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12443987" y="4324870"/>
              <a:ext cx="4508922" cy="1644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Categorical ecological traits with phylogenetic control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10498443" y="4228519"/>
              <a:ext cx="99298" cy="1182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>dingchenchen</cp:lastModifiedBy>
  <cp:revision>8</cp:revision>
  <dcterms:created xsi:type="dcterms:W3CDTF">2015-07-14T21:05:00Z</dcterms:created>
  <dcterms:modified xsi:type="dcterms:W3CDTF">2026-03-22T13:45:52Z</dcterms:modified>
</cp:coreProperties>
</file>