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85800" y="959962"/>
            <a:ext cx="13716000" cy="8778240"/>
            <a:chOff x="685800" y="959962"/>
            <a:chExt cx="13716000" cy="8778240"/>
          </a:xfrm>
        </p:grpSpPr>
        <p:sp>
          <p:nvSpPr>
            <p:cNvPr id="3" name="rc3"/>
            <p:cNvSpPr/>
            <p:nvPr/>
          </p:nvSpPr>
          <p:spPr>
            <a:xfrm>
              <a:off x="685800" y="959961"/>
              <a:ext cx="13716000" cy="87782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85800" y="959961"/>
              <a:ext cx="13716000" cy="87782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755389" y="1029550"/>
              <a:ext cx="5336589" cy="44940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16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091978" y="1029550"/>
              <a:ext cx="4093205" cy="44940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185184" y="1029550"/>
              <a:ext cx="4147026" cy="44940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540477" y="1759812"/>
              <a:ext cx="3478749" cy="3345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36514" y="1759812"/>
              <a:ext cx="0" cy="3345707"/>
            </a:xfrm>
            <a:custGeom>
              <a:avLst/>
              <a:pathLst>
                <a:path w="0" h="3345707">
                  <a:moveTo>
                    <a:pt x="0" y="33457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6F6F6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234642" y="1985108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50792" y="2009391"/>
              <a:ext cx="583849" cy="0"/>
            </a:xfrm>
            <a:custGeom>
              <a:avLst/>
              <a:pathLst>
                <a:path w="583849" h="0">
                  <a:moveTo>
                    <a:pt x="583849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650792" y="1985108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836535" y="3603999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49075" y="3628282"/>
              <a:ext cx="587459" cy="0"/>
            </a:xfrm>
            <a:custGeom>
              <a:avLst/>
              <a:pathLst>
                <a:path w="587459" h="0">
                  <a:moveTo>
                    <a:pt x="587459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249075" y="3603999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23286" y="3064368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135716" y="3088652"/>
              <a:ext cx="1487569" cy="0"/>
            </a:xfrm>
            <a:custGeom>
              <a:avLst/>
              <a:pathLst>
                <a:path w="1487569" h="0">
                  <a:moveTo>
                    <a:pt x="1487569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5716" y="3064368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861101" y="2524738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526172" y="2549022"/>
              <a:ext cx="1334929" cy="0"/>
            </a:xfrm>
            <a:custGeom>
              <a:avLst/>
              <a:pathLst>
                <a:path w="1334929" h="0">
                  <a:moveTo>
                    <a:pt x="1334929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526172" y="2524738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76131" y="4143629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873716" y="4167912"/>
              <a:ext cx="2402415" cy="0"/>
            </a:xfrm>
            <a:custGeom>
              <a:avLst/>
              <a:pathLst>
                <a:path w="2402415" h="0">
                  <a:moveTo>
                    <a:pt x="2402415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3716" y="4143629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810140" y="4683259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98602" y="4707543"/>
              <a:ext cx="2111538" cy="0"/>
            </a:xfrm>
            <a:custGeom>
              <a:avLst/>
              <a:pathLst>
                <a:path w="2111538" h="0">
                  <a:moveTo>
                    <a:pt x="2111538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98602" y="4683259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295264" y="2133506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827551" y="2157790"/>
              <a:ext cx="467713" cy="0"/>
            </a:xfrm>
            <a:custGeom>
              <a:avLst/>
              <a:pathLst>
                <a:path w="467713" h="0">
                  <a:moveTo>
                    <a:pt x="467713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827551" y="2133506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3295" y="3752397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251438" y="3776680"/>
              <a:ext cx="461857" cy="0"/>
            </a:xfrm>
            <a:custGeom>
              <a:avLst/>
              <a:pathLst>
                <a:path w="461857" h="0">
                  <a:moveTo>
                    <a:pt x="461857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251438" y="3752397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719469" y="3212767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525137" y="3237050"/>
              <a:ext cx="1194331" cy="0"/>
            </a:xfrm>
            <a:custGeom>
              <a:avLst/>
              <a:pathLst>
                <a:path w="1194331" h="0">
                  <a:moveTo>
                    <a:pt x="1194331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25137" y="3212767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02303" y="2673136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409290" y="2697420"/>
              <a:ext cx="1093012" cy="0"/>
            </a:xfrm>
            <a:custGeom>
              <a:avLst/>
              <a:pathLst>
                <a:path w="1093012" h="0">
                  <a:moveTo>
                    <a:pt x="1093012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409290" y="2673136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776160" y="4292027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814329" y="4316311"/>
              <a:ext cx="1961831" cy="0"/>
            </a:xfrm>
            <a:custGeom>
              <a:avLst/>
              <a:pathLst>
                <a:path w="1961831" h="0">
                  <a:moveTo>
                    <a:pt x="1961831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814329" y="4292027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590276" y="4831658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882907" y="4855941"/>
              <a:ext cx="1707368" cy="0"/>
            </a:xfrm>
            <a:custGeom>
              <a:avLst/>
              <a:pathLst>
                <a:path w="1707368" h="0">
                  <a:moveTo>
                    <a:pt x="1707368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82907" y="4831658"/>
              <a:ext cx="0" cy="48566"/>
            </a:xfrm>
            <a:custGeom>
              <a:avLst/>
              <a:pathLst>
                <a:path w="0" h="48566">
                  <a:moveTo>
                    <a:pt x="0" y="4856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894420" y="1961094"/>
              <a:ext cx="96593" cy="9659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800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494508" y="3579985"/>
              <a:ext cx="96593" cy="96593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831204" y="3040355"/>
              <a:ext cx="96593" cy="96593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145340" y="2500725"/>
              <a:ext cx="96593" cy="96593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026627" y="4119616"/>
              <a:ext cx="96593" cy="9659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800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706074" y="4659246"/>
              <a:ext cx="96593" cy="9659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800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013110" y="2109493"/>
              <a:ext cx="96593" cy="9659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8000" cap="rnd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434070" y="3728384"/>
              <a:ext cx="96593" cy="96593"/>
            </a:xfrm>
            <a:prstGeom prst="ellipse">
              <a:avLst/>
            </a:prstGeom>
            <a:solidFill>
              <a:srgbClr val="D95F0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5074006" y="3188753"/>
              <a:ext cx="96593" cy="96593"/>
            </a:xfrm>
            <a:prstGeom prst="ellipse">
              <a:avLst/>
            </a:prstGeom>
            <a:solidFill>
              <a:srgbClr val="D95F0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907500" y="2649123"/>
              <a:ext cx="96593" cy="96593"/>
            </a:xfrm>
            <a:prstGeom prst="ellipse">
              <a:avLst/>
            </a:prstGeom>
            <a:solidFill>
              <a:srgbClr val="D95F0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746948" y="4268014"/>
              <a:ext cx="96593" cy="9659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8000" cap="rnd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688295" y="4807644"/>
              <a:ext cx="96593" cy="9659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8000" cap="rnd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540477" y="1759812"/>
              <a:ext cx="0" cy="3345707"/>
            </a:xfrm>
            <a:custGeom>
              <a:avLst/>
              <a:pathLst>
                <a:path w="0" h="3345707">
                  <a:moveTo>
                    <a:pt x="0" y="3345707"/>
                  </a:moveTo>
                  <a:lnTo>
                    <a:pt x="0" y="0"/>
                  </a:lnTo>
                </a:path>
              </a:pathLst>
            </a:custGeom>
            <a:ln w="14166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916430" y="4715335"/>
              <a:ext cx="1558570" cy="1082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Risk group: Threatened or DD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695858" y="4175704"/>
              <a:ext cx="779142" cy="1082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Risk group: NT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1085243" y="3634648"/>
              <a:ext cx="1389757" cy="1096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Range size (no. provinces)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1189247" y="3096444"/>
              <a:ext cx="1285753" cy="1082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Migration: partial migrant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358117" y="2555387"/>
              <a:ext cx="1116883" cy="1096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Migration: full migrant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1500915" y="2015757"/>
              <a:ext cx="974085" cy="1096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Body mass (log10)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2504101" y="4781742"/>
              <a:ext cx="36376" cy="0"/>
            </a:xfrm>
            <a:custGeom>
              <a:avLst/>
              <a:pathLst>
                <a:path w="36376" h="0">
                  <a:moveTo>
                    <a:pt x="0" y="0"/>
                  </a:moveTo>
                  <a:lnTo>
                    <a:pt x="36376" y="0"/>
                  </a:lnTo>
                </a:path>
              </a:pathLst>
            </a:custGeom>
            <a:ln w="1416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504101" y="4242111"/>
              <a:ext cx="36376" cy="0"/>
            </a:xfrm>
            <a:custGeom>
              <a:avLst/>
              <a:pathLst>
                <a:path w="36376" h="0">
                  <a:moveTo>
                    <a:pt x="0" y="0"/>
                  </a:moveTo>
                  <a:lnTo>
                    <a:pt x="36376" y="0"/>
                  </a:lnTo>
                </a:path>
              </a:pathLst>
            </a:custGeom>
            <a:ln w="1416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504101" y="3702481"/>
              <a:ext cx="36376" cy="0"/>
            </a:xfrm>
            <a:custGeom>
              <a:avLst/>
              <a:pathLst>
                <a:path w="36376" h="0">
                  <a:moveTo>
                    <a:pt x="0" y="0"/>
                  </a:moveTo>
                  <a:lnTo>
                    <a:pt x="36376" y="0"/>
                  </a:lnTo>
                </a:path>
              </a:pathLst>
            </a:custGeom>
            <a:ln w="1416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504101" y="3162851"/>
              <a:ext cx="36376" cy="0"/>
            </a:xfrm>
            <a:custGeom>
              <a:avLst/>
              <a:pathLst>
                <a:path w="36376" h="0">
                  <a:moveTo>
                    <a:pt x="0" y="0"/>
                  </a:moveTo>
                  <a:lnTo>
                    <a:pt x="36376" y="0"/>
                  </a:lnTo>
                </a:path>
              </a:pathLst>
            </a:custGeom>
            <a:ln w="1416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04101" y="2623221"/>
              <a:ext cx="36376" cy="0"/>
            </a:xfrm>
            <a:custGeom>
              <a:avLst/>
              <a:pathLst>
                <a:path w="36376" h="0">
                  <a:moveTo>
                    <a:pt x="0" y="0"/>
                  </a:moveTo>
                  <a:lnTo>
                    <a:pt x="36376" y="0"/>
                  </a:lnTo>
                </a:path>
              </a:pathLst>
            </a:custGeom>
            <a:ln w="1416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504101" y="2083590"/>
              <a:ext cx="36376" cy="0"/>
            </a:xfrm>
            <a:custGeom>
              <a:avLst/>
              <a:pathLst>
                <a:path w="36376" h="0">
                  <a:moveTo>
                    <a:pt x="0" y="0"/>
                  </a:moveTo>
                  <a:lnTo>
                    <a:pt x="36376" y="0"/>
                  </a:lnTo>
                </a:path>
              </a:pathLst>
            </a:custGeom>
            <a:ln w="1416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540477" y="5105520"/>
              <a:ext cx="3478749" cy="0"/>
            </a:xfrm>
            <a:custGeom>
              <a:avLst/>
              <a:pathLst>
                <a:path w="3478749" h="0">
                  <a:moveTo>
                    <a:pt x="0" y="0"/>
                  </a:moveTo>
                  <a:lnTo>
                    <a:pt x="3478749" y="0"/>
                  </a:lnTo>
                </a:path>
              </a:pathLst>
            </a:custGeom>
            <a:ln w="14166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746753" y="5105520"/>
              <a:ext cx="0" cy="36376"/>
            </a:xfrm>
            <a:custGeom>
              <a:avLst/>
              <a:pathLst>
                <a:path w="0" h="36376">
                  <a:moveTo>
                    <a:pt x="0" y="36376"/>
                  </a:moveTo>
                  <a:lnTo>
                    <a:pt x="0" y="0"/>
                  </a:lnTo>
                </a:path>
              </a:pathLst>
            </a:custGeom>
            <a:ln w="1416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36514" y="5105520"/>
              <a:ext cx="0" cy="36376"/>
            </a:xfrm>
            <a:custGeom>
              <a:avLst/>
              <a:pathLst>
                <a:path w="0" h="36376">
                  <a:moveTo>
                    <a:pt x="0" y="36376"/>
                  </a:moveTo>
                  <a:lnTo>
                    <a:pt x="0" y="0"/>
                  </a:lnTo>
                </a:path>
              </a:pathLst>
            </a:custGeom>
            <a:ln w="1416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126275" y="5105520"/>
              <a:ext cx="0" cy="36376"/>
            </a:xfrm>
            <a:custGeom>
              <a:avLst/>
              <a:pathLst>
                <a:path w="0" h="36376">
                  <a:moveTo>
                    <a:pt x="0" y="36376"/>
                  </a:moveTo>
                  <a:lnTo>
                    <a:pt x="0" y="0"/>
                  </a:lnTo>
                </a:path>
              </a:pathLst>
            </a:custGeom>
            <a:ln w="1416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2646086" y="5169228"/>
              <a:ext cx="201332" cy="85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855302" y="5169228"/>
              <a:ext cx="162423" cy="85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5045063" y="5169228"/>
              <a:ext cx="162423" cy="85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585936" y="5312033"/>
              <a:ext cx="1387831" cy="1081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Coefficient estimate</a:t>
              </a:r>
            </a:p>
          </p:txBody>
        </p:sp>
        <p:sp>
          <p:nvSpPr>
            <p:cNvPr id="79" name="pl79"/>
            <p:cNvSpPr/>
            <p:nvPr/>
          </p:nvSpPr>
          <p:spPr>
            <a:xfrm>
              <a:off x="1124957" y="143182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164443" y="1383531"/>
              <a:ext cx="96593" cy="96593"/>
            </a:xfrm>
            <a:prstGeom prst="ellipse">
              <a:avLst/>
            </a:prstGeom>
            <a:solidFill>
              <a:srgbClr val="D95F0E">
                <a:alpha val="100000"/>
              </a:srgbClr>
            </a:solidFill>
            <a:ln w="18000" cap="rnd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061552" y="143182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101038" y="1383531"/>
              <a:ext cx="96593" cy="96593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1800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1395220" y="1363994"/>
              <a:ext cx="1571634" cy="1096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Frequency (negative binomial)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331815" y="1363937"/>
              <a:ext cx="1149287" cy="109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Occurrence (binomial)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772112" y="1373565"/>
              <a:ext cx="1266456" cy="110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95% CI excludes 0</a:t>
              </a:r>
            </a:p>
          </p:txBody>
        </p:sp>
        <p:sp>
          <p:nvSpPr>
            <p:cNvPr id="86" name="pt86"/>
            <p:cNvSpPr/>
            <p:nvPr/>
          </p:nvSpPr>
          <p:spPr>
            <a:xfrm>
              <a:off x="6172751" y="1383531"/>
              <a:ext cx="96593" cy="9659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6907857" y="1383531"/>
              <a:ext cx="96593" cy="965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tx88"/>
            <p:cNvSpPr/>
            <p:nvPr/>
          </p:nvSpPr>
          <p:spPr>
            <a:xfrm>
              <a:off x="6403528" y="1387157"/>
              <a:ext cx="370145" cy="86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138634" y="1388583"/>
              <a:ext cx="318058" cy="850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828141" y="1146602"/>
              <a:ext cx="88289" cy="860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91" name="rc91"/>
            <p:cNvSpPr/>
            <p:nvPr/>
          </p:nvSpPr>
          <p:spPr>
            <a:xfrm>
              <a:off x="6636846" y="1759812"/>
              <a:ext cx="3478749" cy="3345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94971" y="1911890"/>
              <a:ext cx="3162499" cy="3041552"/>
            </a:xfrm>
            <a:custGeom>
              <a:avLst/>
              <a:pathLst>
                <a:path w="3162499" h="3041552">
                  <a:moveTo>
                    <a:pt x="0" y="2211111"/>
                  </a:moveTo>
                  <a:lnTo>
                    <a:pt x="26575" y="2199740"/>
                  </a:lnTo>
                  <a:lnTo>
                    <a:pt x="53151" y="2188259"/>
                  </a:lnTo>
                  <a:lnTo>
                    <a:pt x="79726" y="2176667"/>
                  </a:lnTo>
                  <a:lnTo>
                    <a:pt x="106302" y="2164961"/>
                  </a:lnTo>
                  <a:lnTo>
                    <a:pt x="132878" y="2153140"/>
                  </a:lnTo>
                  <a:lnTo>
                    <a:pt x="159453" y="2141200"/>
                  </a:lnTo>
                  <a:lnTo>
                    <a:pt x="186029" y="2129141"/>
                  </a:lnTo>
                  <a:lnTo>
                    <a:pt x="212604" y="2116961"/>
                  </a:lnTo>
                  <a:lnTo>
                    <a:pt x="239180" y="2104656"/>
                  </a:lnTo>
                  <a:lnTo>
                    <a:pt x="265756" y="2092226"/>
                  </a:lnTo>
                  <a:lnTo>
                    <a:pt x="292331" y="2079668"/>
                  </a:lnTo>
                  <a:lnTo>
                    <a:pt x="318907" y="2066981"/>
                  </a:lnTo>
                  <a:lnTo>
                    <a:pt x="345483" y="2054162"/>
                  </a:lnTo>
                  <a:lnTo>
                    <a:pt x="372058" y="2041210"/>
                  </a:lnTo>
                  <a:lnTo>
                    <a:pt x="398634" y="2028123"/>
                  </a:lnTo>
                  <a:lnTo>
                    <a:pt x="425209" y="2014900"/>
                  </a:lnTo>
                  <a:lnTo>
                    <a:pt x="451785" y="2001539"/>
                  </a:lnTo>
                  <a:lnTo>
                    <a:pt x="478361" y="1988038"/>
                  </a:lnTo>
                  <a:lnTo>
                    <a:pt x="504936" y="1974396"/>
                  </a:lnTo>
                  <a:lnTo>
                    <a:pt x="531512" y="1960611"/>
                  </a:lnTo>
                  <a:lnTo>
                    <a:pt x="558088" y="1946682"/>
                  </a:lnTo>
                  <a:lnTo>
                    <a:pt x="584663" y="1932609"/>
                  </a:lnTo>
                  <a:lnTo>
                    <a:pt x="611239" y="1918389"/>
                  </a:lnTo>
                  <a:lnTo>
                    <a:pt x="637814" y="1904023"/>
                  </a:lnTo>
                  <a:lnTo>
                    <a:pt x="664390" y="1889508"/>
                  </a:lnTo>
                  <a:lnTo>
                    <a:pt x="690966" y="1874844"/>
                  </a:lnTo>
                  <a:lnTo>
                    <a:pt x="717541" y="1860031"/>
                  </a:lnTo>
                  <a:lnTo>
                    <a:pt x="744117" y="1845068"/>
                  </a:lnTo>
                  <a:lnTo>
                    <a:pt x="770693" y="1829954"/>
                  </a:lnTo>
                  <a:lnTo>
                    <a:pt x="797268" y="1814689"/>
                  </a:lnTo>
                  <a:lnTo>
                    <a:pt x="823844" y="1799272"/>
                  </a:lnTo>
                  <a:lnTo>
                    <a:pt x="850419" y="1783704"/>
                  </a:lnTo>
                  <a:lnTo>
                    <a:pt x="876995" y="1767985"/>
                  </a:lnTo>
                  <a:lnTo>
                    <a:pt x="903571" y="1752114"/>
                  </a:lnTo>
                  <a:lnTo>
                    <a:pt x="930146" y="1736092"/>
                  </a:lnTo>
                  <a:lnTo>
                    <a:pt x="956722" y="1719919"/>
                  </a:lnTo>
                  <a:lnTo>
                    <a:pt x="983298" y="1703596"/>
                  </a:lnTo>
                  <a:lnTo>
                    <a:pt x="1009873" y="1687122"/>
                  </a:lnTo>
                  <a:lnTo>
                    <a:pt x="1036449" y="1670499"/>
                  </a:lnTo>
                  <a:lnTo>
                    <a:pt x="1063024" y="1653727"/>
                  </a:lnTo>
                  <a:lnTo>
                    <a:pt x="1089600" y="1636807"/>
                  </a:lnTo>
                  <a:lnTo>
                    <a:pt x="1116176" y="1619741"/>
                  </a:lnTo>
                  <a:lnTo>
                    <a:pt x="1142751" y="1602528"/>
                  </a:lnTo>
                  <a:lnTo>
                    <a:pt x="1169327" y="1585170"/>
                  </a:lnTo>
                  <a:lnTo>
                    <a:pt x="1195903" y="1567669"/>
                  </a:lnTo>
                  <a:lnTo>
                    <a:pt x="1222478" y="1550025"/>
                  </a:lnTo>
                  <a:lnTo>
                    <a:pt x="1249054" y="1532239"/>
                  </a:lnTo>
                  <a:lnTo>
                    <a:pt x="1275629" y="1514314"/>
                  </a:lnTo>
                  <a:lnTo>
                    <a:pt x="1302205" y="1496251"/>
                  </a:lnTo>
                  <a:lnTo>
                    <a:pt x="1328781" y="1478051"/>
                  </a:lnTo>
                  <a:lnTo>
                    <a:pt x="1355356" y="1459716"/>
                  </a:lnTo>
                  <a:lnTo>
                    <a:pt x="1381932" y="1441247"/>
                  </a:lnTo>
                  <a:lnTo>
                    <a:pt x="1408508" y="1422646"/>
                  </a:lnTo>
                  <a:lnTo>
                    <a:pt x="1435083" y="1403915"/>
                  </a:lnTo>
                  <a:lnTo>
                    <a:pt x="1461659" y="1385056"/>
                  </a:lnTo>
                  <a:lnTo>
                    <a:pt x="1488234" y="1366071"/>
                  </a:lnTo>
                  <a:lnTo>
                    <a:pt x="1514810" y="1346961"/>
                  </a:lnTo>
                  <a:lnTo>
                    <a:pt x="1541386" y="1327728"/>
                  </a:lnTo>
                  <a:lnTo>
                    <a:pt x="1567961" y="1308374"/>
                  </a:lnTo>
                  <a:lnTo>
                    <a:pt x="1594537" y="1288901"/>
                  </a:lnTo>
                  <a:lnTo>
                    <a:pt x="1621113" y="1269312"/>
                  </a:lnTo>
                  <a:lnTo>
                    <a:pt x="1647688" y="1249607"/>
                  </a:lnTo>
                  <a:lnTo>
                    <a:pt x="1674264" y="1229790"/>
                  </a:lnTo>
                  <a:lnTo>
                    <a:pt x="1700839" y="1209862"/>
                  </a:lnTo>
                  <a:lnTo>
                    <a:pt x="1727415" y="1189825"/>
                  </a:lnTo>
                  <a:lnTo>
                    <a:pt x="1753991" y="1169681"/>
                  </a:lnTo>
                  <a:lnTo>
                    <a:pt x="1780566" y="1149432"/>
                  </a:lnTo>
                  <a:lnTo>
                    <a:pt x="1807142" y="1129080"/>
                  </a:lnTo>
                  <a:lnTo>
                    <a:pt x="1833718" y="1108628"/>
                  </a:lnTo>
                  <a:lnTo>
                    <a:pt x="1860293" y="1088077"/>
                  </a:lnTo>
                  <a:lnTo>
                    <a:pt x="1886869" y="1067430"/>
                  </a:lnTo>
                  <a:lnTo>
                    <a:pt x="1913444" y="1046688"/>
                  </a:lnTo>
                  <a:lnTo>
                    <a:pt x="1940020" y="1025853"/>
                  </a:lnTo>
                  <a:lnTo>
                    <a:pt x="1966596" y="1004927"/>
                  </a:lnTo>
                  <a:lnTo>
                    <a:pt x="1993171" y="983914"/>
                  </a:lnTo>
                  <a:lnTo>
                    <a:pt x="2019747" y="962813"/>
                  </a:lnTo>
                  <a:lnTo>
                    <a:pt x="2046323" y="941628"/>
                  </a:lnTo>
                  <a:lnTo>
                    <a:pt x="2072898" y="920361"/>
                  </a:lnTo>
                  <a:lnTo>
                    <a:pt x="2099474" y="899013"/>
                  </a:lnTo>
                  <a:lnTo>
                    <a:pt x="2126049" y="877586"/>
                  </a:lnTo>
                  <a:lnTo>
                    <a:pt x="2152625" y="856083"/>
                  </a:lnTo>
                  <a:lnTo>
                    <a:pt x="2179201" y="834505"/>
                  </a:lnTo>
                  <a:lnTo>
                    <a:pt x="2205776" y="812854"/>
                  </a:lnTo>
                  <a:lnTo>
                    <a:pt x="2232352" y="791132"/>
                  </a:lnTo>
                  <a:lnTo>
                    <a:pt x="2258928" y="769341"/>
                  </a:lnTo>
                  <a:lnTo>
                    <a:pt x="2285503" y="747484"/>
                  </a:lnTo>
                  <a:lnTo>
                    <a:pt x="2312079" y="725561"/>
                  </a:lnTo>
                  <a:lnTo>
                    <a:pt x="2338654" y="703574"/>
                  </a:lnTo>
                  <a:lnTo>
                    <a:pt x="2365230" y="681526"/>
                  </a:lnTo>
                  <a:lnTo>
                    <a:pt x="2391806" y="659418"/>
                  </a:lnTo>
                  <a:lnTo>
                    <a:pt x="2418381" y="637253"/>
                  </a:lnTo>
                  <a:lnTo>
                    <a:pt x="2444957" y="615031"/>
                  </a:lnTo>
                  <a:lnTo>
                    <a:pt x="2471532" y="592755"/>
                  </a:lnTo>
                  <a:lnTo>
                    <a:pt x="2498108" y="570426"/>
                  </a:lnTo>
                  <a:lnTo>
                    <a:pt x="2524684" y="548047"/>
                  </a:lnTo>
                  <a:lnTo>
                    <a:pt x="2551259" y="525618"/>
                  </a:lnTo>
                  <a:lnTo>
                    <a:pt x="2577835" y="503142"/>
                  </a:lnTo>
                  <a:lnTo>
                    <a:pt x="2604411" y="480621"/>
                  </a:lnTo>
                  <a:lnTo>
                    <a:pt x="2630986" y="458055"/>
                  </a:lnTo>
                  <a:lnTo>
                    <a:pt x="2657562" y="435447"/>
                  </a:lnTo>
                  <a:lnTo>
                    <a:pt x="2684137" y="412799"/>
                  </a:lnTo>
                  <a:lnTo>
                    <a:pt x="2710713" y="390111"/>
                  </a:lnTo>
                  <a:lnTo>
                    <a:pt x="2737289" y="367387"/>
                  </a:lnTo>
                  <a:lnTo>
                    <a:pt x="2763864" y="344626"/>
                  </a:lnTo>
                  <a:lnTo>
                    <a:pt x="2790440" y="321832"/>
                  </a:lnTo>
                  <a:lnTo>
                    <a:pt x="2817016" y="299005"/>
                  </a:lnTo>
                  <a:lnTo>
                    <a:pt x="2843591" y="276147"/>
                  </a:lnTo>
                  <a:lnTo>
                    <a:pt x="2870167" y="253259"/>
                  </a:lnTo>
                  <a:lnTo>
                    <a:pt x="2896742" y="230344"/>
                  </a:lnTo>
                  <a:lnTo>
                    <a:pt x="2923318" y="207403"/>
                  </a:lnTo>
                  <a:lnTo>
                    <a:pt x="2949894" y="184437"/>
                  </a:lnTo>
                  <a:lnTo>
                    <a:pt x="2976469" y="161448"/>
                  </a:lnTo>
                  <a:lnTo>
                    <a:pt x="3003045" y="138437"/>
                  </a:lnTo>
                  <a:lnTo>
                    <a:pt x="3029621" y="115406"/>
                  </a:lnTo>
                  <a:lnTo>
                    <a:pt x="3056196" y="92356"/>
                  </a:lnTo>
                  <a:lnTo>
                    <a:pt x="3082772" y="69289"/>
                  </a:lnTo>
                  <a:lnTo>
                    <a:pt x="3109347" y="46206"/>
                  </a:lnTo>
                  <a:lnTo>
                    <a:pt x="3135923" y="23109"/>
                  </a:lnTo>
                  <a:lnTo>
                    <a:pt x="3162499" y="0"/>
                  </a:lnTo>
                  <a:lnTo>
                    <a:pt x="3162499" y="1703032"/>
                  </a:lnTo>
                  <a:lnTo>
                    <a:pt x="3135923" y="1712091"/>
                  </a:lnTo>
                  <a:lnTo>
                    <a:pt x="3109347" y="1721160"/>
                  </a:lnTo>
                  <a:lnTo>
                    <a:pt x="3082772" y="1730242"/>
                  </a:lnTo>
                  <a:lnTo>
                    <a:pt x="3056196" y="1739335"/>
                  </a:lnTo>
                  <a:lnTo>
                    <a:pt x="3029621" y="1748441"/>
                  </a:lnTo>
                  <a:lnTo>
                    <a:pt x="3003045" y="1757559"/>
                  </a:lnTo>
                  <a:lnTo>
                    <a:pt x="2976469" y="1766691"/>
                  </a:lnTo>
                  <a:lnTo>
                    <a:pt x="2949894" y="1775837"/>
                  </a:lnTo>
                  <a:lnTo>
                    <a:pt x="2923318" y="1784996"/>
                  </a:lnTo>
                  <a:lnTo>
                    <a:pt x="2896742" y="1794170"/>
                  </a:lnTo>
                  <a:lnTo>
                    <a:pt x="2870167" y="1803359"/>
                  </a:lnTo>
                  <a:lnTo>
                    <a:pt x="2843591" y="1812564"/>
                  </a:lnTo>
                  <a:lnTo>
                    <a:pt x="2817016" y="1821784"/>
                  </a:lnTo>
                  <a:lnTo>
                    <a:pt x="2790440" y="1831021"/>
                  </a:lnTo>
                  <a:lnTo>
                    <a:pt x="2763864" y="1840275"/>
                  </a:lnTo>
                  <a:lnTo>
                    <a:pt x="2737289" y="1849547"/>
                  </a:lnTo>
                  <a:lnTo>
                    <a:pt x="2710713" y="1858837"/>
                  </a:lnTo>
                  <a:lnTo>
                    <a:pt x="2684137" y="1868145"/>
                  </a:lnTo>
                  <a:lnTo>
                    <a:pt x="2657562" y="1877472"/>
                  </a:lnTo>
                  <a:lnTo>
                    <a:pt x="2630986" y="1886820"/>
                  </a:lnTo>
                  <a:lnTo>
                    <a:pt x="2604411" y="1896188"/>
                  </a:lnTo>
                  <a:lnTo>
                    <a:pt x="2577835" y="1905576"/>
                  </a:lnTo>
                  <a:lnTo>
                    <a:pt x="2551259" y="1914987"/>
                  </a:lnTo>
                  <a:lnTo>
                    <a:pt x="2524684" y="1924420"/>
                  </a:lnTo>
                  <a:lnTo>
                    <a:pt x="2498108" y="1933876"/>
                  </a:lnTo>
                  <a:lnTo>
                    <a:pt x="2471532" y="1943356"/>
                  </a:lnTo>
                  <a:lnTo>
                    <a:pt x="2444957" y="1952860"/>
                  </a:lnTo>
                  <a:lnTo>
                    <a:pt x="2418381" y="1962390"/>
                  </a:lnTo>
                  <a:lnTo>
                    <a:pt x="2391806" y="1971945"/>
                  </a:lnTo>
                  <a:lnTo>
                    <a:pt x="2365230" y="1981527"/>
                  </a:lnTo>
                  <a:lnTo>
                    <a:pt x="2338654" y="1991137"/>
                  </a:lnTo>
                  <a:lnTo>
                    <a:pt x="2312079" y="2000775"/>
                  </a:lnTo>
                  <a:lnTo>
                    <a:pt x="2285503" y="2010443"/>
                  </a:lnTo>
                  <a:lnTo>
                    <a:pt x="2258928" y="2020140"/>
                  </a:lnTo>
                  <a:lnTo>
                    <a:pt x="2232352" y="2029868"/>
                  </a:lnTo>
                  <a:lnTo>
                    <a:pt x="2205776" y="2039628"/>
                  </a:lnTo>
                  <a:lnTo>
                    <a:pt x="2179201" y="2049421"/>
                  </a:lnTo>
                  <a:lnTo>
                    <a:pt x="2152625" y="2059247"/>
                  </a:lnTo>
                  <a:lnTo>
                    <a:pt x="2126049" y="2069108"/>
                  </a:lnTo>
                  <a:lnTo>
                    <a:pt x="2099474" y="2079005"/>
                  </a:lnTo>
                  <a:lnTo>
                    <a:pt x="2072898" y="2088938"/>
                  </a:lnTo>
                  <a:lnTo>
                    <a:pt x="2046323" y="2098909"/>
                  </a:lnTo>
                  <a:lnTo>
                    <a:pt x="2019747" y="2108918"/>
                  </a:lnTo>
                  <a:lnTo>
                    <a:pt x="1993171" y="2118966"/>
                  </a:lnTo>
                  <a:lnTo>
                    <a:pt x="1966596" y="2129056"/>
                  </a:lnTo>
                  <a:lnTo>
                    <a:pt x="1940020" y="2139187"/>
                  </a:lnTo>
                  <a:lnTo>
                    <a:pt x="1913444" y="2149361"/>
                  </a:lnTo>
                  <a:lnTo>
                    <a:pt x="1886869" y="2159578"/>
                  </a:lnTo>
                  <a:lnTo>
                    <a:pt x="1860293" y="2169841"/>
                  </a:lnTo>
                  <a:lnTo>
                    <a:pt x="1833718" y="2180150"/>
                  </a:lnTo>
                  <a:lnTo>
                    <a:pt x="1807142" y="2190506"/>
                  </a:lnTo>
                  <a:lnTo>
                    <a:pt x="1780566" y="2200911"/>
                  </a:lnTo>
                  <a:lnTo>
                    <a:pt x="1753991" y="2211365"/>
                  </a:lnTo>
                  <a:lnTo>
                    <a:pt x="1727415" y="2221870"/>
                  </a:lnTo>
                  <a:lnTo>
                    <a:pt x="1700839" y="2232426"/>
                  </a:lnTo>
                  <a:lnTo>
                    <a:pt x="1674264" y="2243036"/>
                  </a:lnTo>
                  <a:lnTo>
                    <a:pt x="1647688" y="2253700"/>
                  </a:lnTo>
                  <a:lnTo>
                    <a:pt x="1621113" y="2264420"/>
                  </a:lnTo>
                  <a:lnTo>
                    <a:pt x="1594537" y="2275196"/>
                  </a:lnTo>
                  <a:lnTo>
                    <a:pt x="1567961" y="2286029"/>
                  </a:lnTo>
                  <a:lnTo>
                    <a:pt x="1541386" y="2296922"/>
                  </a:lnTo>
                  <a:lnTo>
                    <a:pt x="1514810" y="2307874"/>
                  </a:lnTo>
                  <a:lnTo>
                    <a:pt x="1488234" y="2318888"/>
                  </a:lnTo>
                  <a:lnTo>
                    <a:pt x="1461659" y="2329963"/>
                  </a:lnTo>
                  <a:lnTo>
                    <a:pt x="1435083" y="2341102"/>
                  </a:lnTo>
                  <a:lnTo>
                    <a:pt x="1408508" y="2352306"/>
                  </a:lnTo>
                  <a:lnTo>
                    <a:pt x="1381932" y="2363574"/>
                  </a:lnTo>
                  <a:lnTo>
                    <a:pt x="1355356" y="2374909"/>
                  </a:lnTo>
                  <a:lnTo>
                    <a:pt x="1328781" y="2386311"/>
                  </a:lnTo>
                  <a:lnTo>
                    <a:pt x="1302205" y="2397781"/>
                  </a:lnTo>
                  <a:lnTo>
                    <a:pt x="1275629" y="2409320"/>
                  </a:lnTo>
                  <a:lnTo>
                    <a:pt x="1249054" y="2420929"/>
                  </a:lnTo>
                  <a:lnTo>
                    <a:pt x="1222478" y="2432608"/>
                  </a:lnTo>
                  <a:lnTo>
                    <a:pt x="1195903" y="2444359"/>
                  </a:lnTo>
                  <a:lnTo>
                    <a:pt x="1169327" y="2456181"/>
                  </a:lnTo>
                  <a:lnTo>
                    <a:pt x="1142751" y="2468076"/>
                  </a:lnTo>
                  <a:lnTo>
                    <a:pt x="1116176" y="2480044"/>
                  </a:lnTo>
                  <a:lnTo>
                    <a:pt x="1089600" y="2492085"/>
                  </a:lnTo>
                  <a:lnTo>
                    <a:pt x="1063024" y="2504199"/>
                  </a:lnTo>
                  <a:lnTo>
                    <a:pt x="1036449" y="2516387"/>
                  </a:lnTo>
                  <a:lnTo>
                    <a:pt x="1009873" y="2528650"/>
                  </a:lnTo>
                  <a:lnTo>
                    <a:pt x="983298" y="2540986"/>
                  </a:lnTo>
                  <a:lnTo>
                    <a:pt x="956722" y="2553397"/>
                  </a:lnTo>
                  <a:lnTo>
                    <a:pt x="930146" y="2565881"/>
                  </a:lnTo>
                  <a:lnTo>
                    <a:pt x="903571" y="2578440"/>
                  </a:lnTo>
                  <a:lnTo>
                    <a:pt x="876995" y="2591072"/>
                  </a:lnTo>
                  <a:lnTo>
                    <a:pt x="850419" y="2603776"/>
                  </a:lnTo>
                  <a:lnTo>
                    <a:pt x="823844" y="2616554"/>
                  </a:lnTo>
                  <a:lnTo>
                    <a:pt x="797268" y="2629403"/>
                  </a:lnTo>
                  <a:lnTo>
                    <a:pt x="770693" y="2642324"/>
                  </a:lnTo>
                  <a:lnTo>
                    <a:pt x="744117" y="2655315"/>
                  </a:lnTo>
                  <a:lnTo>
                    <a:pt x="717541" y="2668375"/>
                  </a:lnTo>
                  <a:lnTo>
                    <a:pt x="690966" y="2681504"/>
                  </a:lnTo>
                  <a:lnTo>
                    <a:pt x="664390" y="2694700"/>
                  </a:lnTo>
                  <a:lnTo>
                    <a:pt x="637814" y="2707962"/>
                  </a:lnTo>
                  <a:lnTo>
                    <a:pt x="611239" y="2721289"/>
                  </a:lnTo>
                  <a:lnTo>
                    <a:pt x="584663" y="2734680"/>
                  </a:lnTo>
                  <a:lnTo>
                    <a:pt x="558088" y="2748132"/>
                  </a:lnTo>
                  <a:lnTo>
                    <a:pt x="531512" y="2761645"/>
                  </a:lnTo>
                  <a:lnTo>
                    <a:pt x="504936" y="2775217"/>
                  </a:lnTo>
                  <a:lnTo>
                    <a:pt x="478361" y="2788845"/>
                  </a:lnTo>
                  <a:lnTo>
                    <a:pt x="451785" y="2802528"/>
                  </a:lnTo>
                  <a:lnTo>
                    <a:pt x="425209" y="2816265"/>
                  </a:lnTo>
                  <a:lnTo>
                    <a:pt x="398634" y="2830053"/>
                  </a:lnTo>
                  <a:lnTo>
                    <a:pt x="372058" y="2843890"/>
                  </a:lnTo>
                  <a:lnTo>
                    <a:pt x="345483" y="2857775"/>
                  </a:lnTo>
                  <a:lnTo>
                    <a:pt x="318907" y="2871704"/>
                  </a:lnTo>
                  <a:lnTo>
                    <a:pt x="292331" y="2885676"/>
                  </a:lnTo>
                  <a:lnTo>
                    <a:pt x="265756" y="2899689"/>
                  </a:lnTo>
                  <a:lnTo>
                    <a:pt x="239180" y="2913741"/>
                  </a:lnTo>
                  <a:lnTo>
                    <a:pt x="212604" y="2927828"/>
                  </a:lnTo>
                  <a:lnTo>
                    <a:pt x="186029" y="2941950"/>
                  </a:lnTo>
                  <a:lnTo>
                    <a:pt x="159453" y="2956103"/>
                  </a:lnTo>
                  <a:lnTo>
                    <a:pt x="132878" y="2970285"/>
                  </a:lnTo>
                  <a:lnTo>
                    <a:pt x="106302" y="2984494"/>
                  </a:lnTo>
                  <a:lnTo>
                    <a:pt x="79726" y="2998727"/>
                  </a:lnTo>
                  <a:lnTo>
                    <a:pt x="53151" y="3012983"/>
                  </a:lnTo>
                  <a:lnTo>
                    <a:pt x="26575" y="3027259"/>
                  </a:lnTo>
                  <a:lnTo>
                    <a:pt x="0" y="3041552"/>
                  </a:lnTo>
                  <a:close/>
                </a:path>
              </a:pathLst>
            </a:custGeom>
            <a:solidFill>
              <a:srgbClr val="A6CEE3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794971" y="1911890"/>
              <a:ext cx="3162499" cy="2211111"/>
            </a:xfrm>
            <a:custGeom>
              <a:avLst/>
              <a:pathLst>
                <a:path w="3162499" h="2211111">
                  <a:moveTo>
                    <a:pt x="0" y="2211111"/>
                  </a:moveTo>
                  <a:lnTo>
                    <a:pt x="26575" y="2199740"/>
                  </a:lnTo>
                  <a:lnTo>
                    <a:pt x="53151" y="2188259"/>
                  </a:lnTo>
                  <a:lnTo>
                    <a:pt x="79726" y="2176667"/>
                  </a:lnTo>
                  <a:lnTo>
                    <a:pt x="106302" y="2164961"/>
                  </a:lnTo>
                  <a:lnTo>
                    <a:pt x="132878" y="2153140"/>
                  </a:lnTo>
                  <a:lnTo>
                    <a:pt x="159453" y="2141200"/>
                  </a:lnTo>
                  <a:lnTo>
                    <a:pt x="186029" y="2129141"/>
                  </a:lnTo>
                  <a:lnTo>
                    <a:pt x="212604" y="2116961"/>
                  </a:lnTo>
                  <a:lnTo>
                    <a:pt x="239180" y="2104656"/>
                  </a:lnTo>
                  <a:lnTo>
                    <a:pt x="265756" y="2092226"/>
                  </a:lnTo>
                  <a:lnTo>
                    <a:pt x="292331" y="2079668"/>
                  </a:lnTo>
                  <a:lnTo>
                    <a:pt x="318907" y="2066981"/>
                  </a:lnTo>
                  <a:lnTo>
                    <a:pt x="345483" y="2054162"/>
                  </a:lnTo>
                  <a:lnTo>
                    <a:pt x="372058" y="2041210"/>
                  </a:lnTo>
                  <a:lnTo>
                    <a:pt x="398634" y="2028123"/>
                  </a:lnTo>
                  <a:lnTo>
                    <a:pt x="425209" y="2014900"/>
                  </a:lnTo>
                  <a:lnTo>
                    <a:pt x="451785" y="2001539"/>
                  </a:lnTo>
                  <a:lnTo>
                    <a:pt x="478361" y="1988038"/>
                  </a:lnTo>
                  <a:lnTo>
                    <a:pt x="504936" y="1974396"/>
                  </a:lnTo>
                  <a:lnTo>
                    <a:pt x="531512" y="1960611"/>
                  </a:lnTo>
                  <a:lnTo>
                    <a:pt x="558088" y="1946682"/>
                  </a:lnTo>
                  <a:lnTo>
                    <a:pt x="584663" y="1932609"/>
                  </a:lnTo>
                  <a:lnTo>
                    <a:pt x="611239" y="1918389"/>
                  </a:lnTo>
                  <a:lnTo>
                    <a:pt x="637814" y="1904023"/>
                  </a:lnTo>
                  <a:lnTo>
                    <a:pt x="664390" y="1889508"/>
                  </a:lnTo>
                  <a:lnTo>
                    <a:pt x="690966" y="1874844"/>
                  </a:lnTo>
                  <a:lnTo>
                    <a:pt x="717541" y="1860031"/>
                  </a:lnTo>
                  <a:lnTo>
                    <a:pt x="744117" y="1845068"/>
                  </a:lnTo>
                  <a:lnTo>
                    <a:pt x="770693" y="1829954"/>
                  </a:lnTo>
                  <a:lnTo>
                    <a:pt x="797268" y="1814689"/>
                  </a:lnTo>
                  <a:lnTo>
                    <a:pt x="823844" y="1799272"/>
                  </a:lnTo>
                  <a:lnTo>
                    <a:pt x="850419" y="1783704"/>
                  </a:lnTo>
                  <a:lnTo>
                    <a:pt x="876995" y="1767985"/>
                  </a:lnTo>
                  <a:lnTo>
                    <a:pt x="903571" y="1752114"/>
                  </a:lnTo>
                  <a:lnTo>
                    <a:pt x="930146" y="1736092"/>
                  </a:lnTo>
                  <a:lnTo>
                    <a:pt x="956722" y="1719919"/>
                  </a:lnTo>
                  <a:lnTo>
                    <a:pt x="983298" y="1703596"/>
                  </a:lnTo>
                  <a:lnTo>
                    <a:pt x="1009873" y="1687122"/>
                  </a:lnTo>
                  <a:lnTo>
                    <a:pt x="1036449" y="1670499"/>
                  </a:lnTo>
                  <a:lnTo>
                    <a:pt x="1063024" y="1653727"/>
                  </a:lnTo>
                  <a:lnTo>
                    <a:pt x="1089600" y="1636807"/>
                  </a:lnTo>
                  <a:lnTo>
                    <a:pt x="1116176" y="1619741"/>
                  </a:lnTo>
                  <a:lnTo>
                    <a:pt x="1142751" y="1602528"/>
                  </a:lnTo>
                  <a:lnTo>
                    <a:pt x="1169327" y="1585170"/>
                  </a:lnTo>
                  <a:lnTo>
                    <a:pt x="1195903" y="1567669"/>
                  </a:lnTo>
                  <a:lnTo>
                    <a:pt x="1222478" y="1550025"/>
                  </a:lnTo>
                  <a:lnTo>
                    <a:pt x="1249054" y="1532239"/>
                  </a:lnTo>
                  <a:lnTo>
                    <a:pt x="1275629" y="1514314"/>
                  </a:lnTo>
                  <a:lnTo>
                    <a:pt x="1302205" y="1496251"/>
                  </a:lnTo>
                  <a:lnTo>
                    <a:pt x="1328781" y="1478051"/>
                  </a:lnTo>
                  <a:lnTo>
                    <a:pt x="1355356" y="1459716"/>
                  </a:lnTo>
                  <a:lnTo>
                    <a:pt x="1381932" y="1441247"/>
                  </a:lnTo>
                  <a:lnTo>
                    <a:pt x="1408508" y="1422646"/>
                  </a:lnTo>
                  <a:lnTo>
                    <a:pt x="1435083" y="1403915"/>
                  </a:lnTo>
                  <a:lnTo>
                    <a:pt x="1461659" y="1385056"/>
                  </a:lnTo>
                  <a:lnTo>
                    <a:pt x="1488234" y="1366071"/>
                  </a:lnTo>
                  <a:lnTo>
                    <a:pt x="1514810" y="1346961"/>
                  </a:lnTo>
                  <a:lnTo>
                    <a:pt x="1541386" y="1327728"/>
                  </a:lnTo>
                  <a:lnTo>
                    <a:pt x="1567961" y="1308374"/>
                  </a:lnTo>
                  <a:lnTo>
                    <a:pt x="1594537" y="1288901"/>
                  </a:lnTo>
                  <a:lnTo>
                    <a:pt x="1621113" y="1269312"/>
                  </a:lnTo>
                  <a:lnTo>
                    <a:pt x="1647688" y="1249607"/>
                  </a:lnTo>
                  <a:lnTo>
                    <a:pt x="1674264" y="1229790"/>
                  </a:lnTo>
                  <a:lnTo>
                    <a:pt x="1700839" y="1209862"/>
                  </a:lnTo>
                  <a:lnTo>
                    <a:pt x="1727415" y="1189825"/>
                  </a:lnTo>
                  <a:lnTo>
                    <a:pt x="1753991" y="1169681"/>
                  </a:lnTo>
                  <a:lnTo>
                    <a:pt x="1780566" y="1149432"/>
                  </a:lnTo>
                  <a:lnTo>
                    <a:pt x="1807142" y="1129080"/>
                  </a:lnTo>
                  <a:lnTo>
                    <a:pt x="1833718" y="1108628"/>
                  </a:lnTo>
                  <a:lnTo>
                    <a:pt x="1860293" y="1088077"/>
                  </a:lnTo>
                  <a:lnTo>
                    <a:pt x="1886869" y="1067430"/>
                  </a:lnTo>
                  <a:lnTo>
                    <a:pt x="1913444" y="1046688"/>
                  </a:lnTo>
                  <a:lnTo>
                    <a:pt x="1940020" y="1025853"/>
                  </a:lnTo>
                  <a:lnTo>
                    <a:pt x="1966596" y="1004927"/>
                  </a:lnTo>
                  <a:lnTo>
                    <a:pt x="1993171" y="983914"/>
                  </a:lnTo>
                  <a:lnTo>
                    <a:pt x="2019747" y="962813"/>
                  </a:lnTo>
                  <a:lnTo>
                    <a:pt x="2046323" y="941628"/>
                  </a:lnTo>
                  <a:lnTo>
                    <a:pt x="2072898" y="920361"/>
                  </a:lnTo>
                  <a:lnTo>
                    <a:pt x="2099474" y="899013"/>
                  </a:lnTo>
                  <a:lnTo>
                    <a:pt x="2126049" y="877586"/>
                  </a:lnTo>
                  <a:lnTo>
                    <a:pt x="2152625" y="856083"/>
                  </a:lnTo>
                  <a:lnTo>
                    <a:pt x="2179201" y="834505"/>
                  </a:lnTo>
                  <a:lnTo>
                    <a:pt x="2205776" y="812854"/>
                  </a:lnTo>
                  <a:lnTo>
                    <a:pt x="2232352" y="791132"/>
                  </a:lnTo>
                  <a:lnTo>
                    <a:pt x="2258928" y="769341"/>
                  </a:lnTo>
                  <a:lnTo>
                    <a:pt x="2285503" y="747484"/>
                  </a:lnTo>
                  <a:lnTo>
                    <a:pt x="2312079" y="725561"/>
                  </a:lnTo>
                  <a:lnTo>
                    <a:pt x="2338654" y="703574"/>
                  </a:lnTo>
                  <a:lnTo>
                    <a:pt x="2365230" y="681526"/>
                  </a:lnTo>
                  <a:lnTo>
                    <a:pt x="2391806" y="659418"/>
                  </a:lnTo>
                  <a:lnTo>
                    <a:pt x="2418381" y="637253"/>
                  </a:lnTo>
                  <a:lnTo>
                    <a:pt x="2444957" y="615031"/>
                  </a:lnTo>
                  <a:lnTo>
                    <a:pt x="2471532" y="592755"/>
                  </a:lnTo>
                  <a:lnTo>
                    <a:pt x="2498108" y="570426"/>
                  </a:lnTo>
                  <a:lnTo>
                    <a:pt x="2524684" y="548047"/>
                  </a:lnTo>
                  <a:lnTo>
                    <a:pt x="2551259" y="525618"/>
                  </a:lnTo>
                  <a:lnTo>
                    <a:pt x="2577835" y="503142"/>
                  </a:lnTo>
                  <a:lnTo>
                    <a:pt x="2604411" y="480621"/>
                  </a:lnTo>
                  <a:lnTo>
                    <a:pt x="2630986" y="458055"/>
                  </a:lnTo>
                  <a:lnTo>
                    <a:pt x="2657562" y="435447"/>
                  </a:lnTo>
                  <a:lnTo>
                    <a:pt x="2684137" y="412799"/>
                  </a:lnTo>
                  <a:lnTo>
                    <a:pt x="2710713" y="390111"/>
                  </a:lnTo>
                  <a:lnTo>
                    <a:pt x="2737289" y="367387"/>
                  </a:lnTo>
                  <a:lnTo>
                    <a:pt x="2763864" y="344626"/>
                  </a:lnTo>
                  <a:lnTo>
                    <a:pt x="2790440" y="321832"/>
                  </a:lnTo>
                  <a:lnTo>
                    <a:pt x="2817016" y="299005"/>
                  </a:lnTo>
                  <a:lnTo>
                    <a:pt x="2843591" y="276147"/>
                  </a:lnTo>
                  <a:lnTo>
                    <a:pt x="2870167" y="253259"/>
                  </a:lnTo>
                  <a:lnTo>
                    <a:pt x="2896742" y="230344"/>
                  </a:lnTo>
                  <a:lnTo>
                    <a:pt x="2923318" y="207403"/>
                  </a:lnTo>
                  <a:lnTo>
                    <a:pt x="2949894" y="184437"/>
                  </a:lnTo>
                  <a:lnTo>
                    <a:pt x="2976469" y="161448"/>
                  </a:lnTo>
                  <a:lnTo>
                    <a:pt x="3003045" y="138437"/>
                  </a:lnTo>
                  <a:lnTo>
                    <a:pt x="3029621" y="115406"/>
                  </a:lnTo>
                  <a:lnTo>
                    <a:pt x="3056196" y="92356"/>
                  </a:lnTo>
                  <a:lnTo>
                    <a:pt x="3082772" y="69289"/>
                  </a:lnTo>
                  <a:lnTo>
                    <a:pt x="3109347" y="46206"/>
                  </a:lnTo>
                  <a:lnTo>
                    <a:pt x="3135923" y="23109"/>
                  </a:lnTo>
                  <a:lnTo>
                    <a:pt x="316249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6794971" y="3614922"/>
              <a:ext cx="3162499" cy="1338519"/>
            </a:xfrm>
            <a:custGeom>
              <a:avLst/>
              <a:pathLst>
                <a:path w="3162499" h="1338519">
                  <a:moveTo>
                    <a:pt x="3162499" y="0"/>
                  </a:moveTo>
                  <a:lnTo>
                    <a:pt x="3135923" y="9058"/>
                  </a:lnTo>
                  <a:lnTo>
                    <a:pt x="3109347" y="18128"/>
                  </a:lnTo>
                  <a:lnTo>
                    <a:pt x="3082772" y="27209"/>
                  </a:lnTo>
                  <a:lnTo>
                    <a:pt x="3056196" y="36303"/>
                  </a:lnTo>
                  <a:lnTo>
                    <a:pt x="3029621" y="45408"/>
                  </a:lnTo>
                  <a:lnTo>
                    <a:pt x="3003045" y="54527"/>
                  </a:lnTo>
                  <a:lnTo>
                    <a:pt x="2976469" y="63659"/>
                  </a:lnTo>
                  <a:lnTo>
                    <a:pt x="2949894" y="72804"/>
                  </a:lnTo>
                  <a:lnTo>
                    <a:pt x="2923318" y="81964"/>
                  </a:lnTo>
                  <a:lnTo>
                    <a:pt x="2896742" y="91138"/>
                  </a:lnTo>
                  <a:lnTo>
                    <a:pt x="2870167" y="100327"/>
                  </a:lnTo>
                  <a:lnTo>
                    <a:pt x="2843591" y="109531"/>
                  </a:lnTo>
                  <a:lnTo>
                    <a:pt x="2817016" y="118752"/>
                  </a:lnTo>
                  <a:lnTo>
                    <a:pt x="2790440" y="127989"/>
                  </a:lnTo>
                  <a:lnTo>
                    <a:pt x="2763864" y="137243"/>
                  </a:lnTo>
                  <a:lnTo>
                    <a:pt x="2737289" y="146514"/>
                  </a:lnTo>
                  <a:lnTo>
                    <a:pt x="2710713" y="155804"/>
                  </a:lnTo>
                  <a:lnTo>
                    <a:pt x="2684137" y="165112"/>
                  </a:lnTo>
                  <a:lnTo>
                    <a:pt x="2657562" y="174440"/>
                  </a:lnTo>
                  <a:lnTo>
                    <a:pt x="2630986" y="183787"/>
                  </a:lnTo>
                  <a:lnTo>
                    <a:pt x="2604411" y="193155"/>
                  </a:lnTo>
                  <a:lnTo>
                    <a:pt x="2577835" y="202544"/>
                  </a:lnTo>
                  <a:lnTo>
                    <a:pt x="2551259" y="211954"/>
                  </a:lnTo>
                  <a:lnTo>
                    <a:pt x="2524684" y="221387"/>
                  </a:lnTo>
                  <a:lnTo>
                    <a:pt x="2498108" y="230843"/>
                  </a:lnTo>
                  <a:lnTo>
                    <a:pt x="2471532" y="240323"/>
                  </a:lnTo>
                  <a:lnTo>
                    <a:pt x="2444957" y="249827"/>
                  </a:lnTo>
                  <a:lnTo>
                    <a:pt x="2418381" y="259357"/>
                  </a:lnTo>
                  <a:lnTo>
                    <a:pt x="2391806" y="268912"/>
                  </a:lnTo>
                  <a:lnTo>
                    <a:pt x="2365230" y="278495"/>
                  </a:lnTo>
                  <a:lnTo>
                    <a:pt x="2338654" y="288105"/>
                  </a:lnTo>
                  <a:lnTo>
                    <a:pt x="2312079" y="297743"/>
                  </a:lnTo>
                  <a:lnTo>
                    <a:pt x="2285503" y="307410"/>
                  </a:lnTo>
                  <a:lnTo>
                    <a:pt x="2258928" y="317107"/>
                  </a:lnTo>
                  <a:lnTo>
                    <a:pt x="2232352" y="326836"/>
                  </a:lnTo>
                  <a:lnTo>
                    <a:pt x="2205776" y="336596"/>
                  </a:lnTo>
                  <a:lnTo>
                    <a:pt x="2179201" y="346388"/>
                  </a:lnTo>
                  <a:lnTo>
                    <a:pt x="2152625" y="356215"/>
                  </a:lnTo>
                  <a:lnTo>
                    <a:pt x="2126049" y="366076"/>
                  </a:lnTo>
                  <a:lnTo>
                    <a:pt x="2099474" y="375972"/>
                  </a:lnTo>
                  <a:lnTo>
                    <a:pt x="2072898" y="385905"/>
                  </a:lnTo>
                  <a:lnTo>
                    <a:pt x="2046323" y="395876"/>
                  </a:lnTo>
                  <a:lnTo>
                    <a:pt x="2019747" y="405885"/>
                  </a:lnTo>
                  <a:lnTo>
                    <a:pt x="1993171" y="415934"/>
                  </a:lnTo>
                  <a:lnTo>
                    <a:pt x="1966596" y="426023"/>
                  </a:lnTo>
                  <a:lnTo>
                    <a:pt x="1940020" y="436154"/>
                  </a:lnTo>
                  <a:lnTo>
                    <a:pt x="1913444" y="446328"/>
                  </a:lnTo>
                  <a:lnTo>
                    <a:pt x="1886869" y="456546"/>
                  </a:lnTo>
                  <a:lnTo>
                    <a:pt x="1860293" y="466809"/>
                  </a:lnTo>
                  <a:lnTo>
                    <a:pt x="1833718" y="477117"/>
                  </a:lnTo>
                  <a:lnTo>
                    <a:pt x="1807142" y="487474"/>
                  </a:lnTo>
                  <a:lnTo>
                    <a:pt x="1780566" y="497878"/>
                  </a:lnTo>
                  <a:lnTo>
                    <a:pt x="1753991" y="508332"/>
                  </a:lnTo>
                  <a:lnTo>
                    <a:pt x="1727415" y="518837"/>
                  </a:lnTo>
                  <a:lnTo>
                    <a:pt x="1700839" y="529394"/>
                  </a:lnTo>
                  <a:lnTo>
                    <a:pt x="1674264" y="540004"/>
                  </a:lnTo>
                  <a:lnTo>
                    <a:pt x="1647688" y="550668"/>
                  </a:lnTo>
                  <a:lnTo>
                    <a:pt x="1621113" y="561387"/>
                  </a:lnTo>
                  <a:lnTo>
                    <a:pt x="1594537" y="572163"/>
                  </a:lnTo>
                  <a:lnTo>
                    <a:pt x="1567961" y="582997"/>
                  </a:lnTo>
                  <a:lnTo>
                    <a:pt x="1541386" y="593889"/>
                  </a:lnTo>
                  <a:lnTo>
                    <a:pt x="1514810" y="604842"/>
                  </a:lnTo>
                  <a:lnTo>
                    <a:pt x="1488234" y="615855"/>
                  </a:lnTo>
                  <a:lnTo>
                    <a:pt x="1461659" y="626931"/>
                  </a:lnTo>
                  <a:lnTo>
                    <a:pt x="1435083" y="638070"/>
                  </a:lnTo>
                  <a:lnTo>
                    <a:pt x="1408508" y="649273"/>
                  </a:lnTo>
                  <a:lnTo>
                    <a:pt x="1381932" y="660542"/>
                  </a:lnTo>
                  <a:lnTo>
                    <a:pt x="1355356" y="671876"/>
                  </a:lnTo>
                  <a:lnTo>
                    <a:pt x="1328781" y="683278"/>
                  </a:lnTo>
                  <a:lnTo>
                    <a:pt x="1302205" y="694748"/>
                  </a:lnTo>
                  <a:lnTo>
                    <a:pt x="1275629" y="706288"/>
                  </a:lnTo>
                  <a:lnTo>
                    <a:pt x="1249054" y="717896"/>
                  </a:lnTo>
                  <a:lnTo>
                    <a:pt x="1222478" y="729576"/>
                  </a:lnTo>
                  <a:lnTo>
                    <a:pt x="1195903" y="741326"/>
                  </a:lnTo>
                  <a:lnTo>
                    <a:pt x="1169327" y="753149"/>
                  </a:lnTo>
                  <a:lnTo>
                    <a:pt x="1142751" y="765043"/>
                  </a:lnTo>
                  <a:lnTo>
                    <a:pt x="1116176" y="777011"/>
                  </a:lnTo>
                  <a:lnTo>
                    <a:pt x="1089600" y="789052"/>
                  </a:lnTo>
                  <a:lnTo>
                    <a:pt x="1063024" y="801166"/>
                  </a:lnTo>
                  <a:lnTo>
                    <a:pt x="1036449" y="813355"/>
                  </a:lnTo>
                  <a:lnTo>
                    <a:pt x="1009873" y="825617"/>
                  </a:lnTo>
                  <a:lnTo>
                    <a:pt x="983298" y="837954"/>
                  </a:lnTo>
                  <a:lnTo>
                    <a:pt x="956722" y="850364"/>
                  </a:lnTo>
                  <a:lnTo>
                    <a:pt x="930146" y="862849"/>
                  </a:lnTo>
                  <a:lnTo>
                    <a:pt x="903571" y="875407"/>
                  </a:lnTo>
                  <a:lnTo>
                    <a:pt x="876995" y="888039"/>
                  </a:lnTo>
                  <a:lnTo>
                    <a:pt x="850419" y="900744"/>
                  </a:lnTo>
                  <a:lnTo>
                    <a:pt x="823844" y="913521"/>
                  </a:lnTo>
                  <a:lnTo>
                    <a:pt x="797268" y="926371"/>
                  </a:lnTo>
                  <a:lnTo>
                    <a:pt x="770693" y="939291"/>
                  </a:lnTo>
                  <a:lnTo>
                    <a:pt x="744117" y="952282"/>
                  </a:lnTo>
                  <a:lnTo>
                    <a:pt x="717541" y="965342"/>
                  </a:lnTo>
                  <a:lnTo>
                    <a:pt x="690966" y="978471"/>
                  </a:lnTo>
                  <a:lnTo>
                    <a:pt x="664390" y="991667"/>
                  </a:lnTo>
                  <a:lnTo>
                    <a:pt x="637814" y="1004930"/>
                  </a:lnTo>
                  <a:lnTo>
                    <a:pt x="611239" y="1018257"/>
                  </a:lnTo>
                  <a:lnTo>
                    <a:pt x="584663" y="1031647"/>
                  </a:lnTo>
                  <a:lnTo>
                    <a:pt x="558088" y="1045100"/>
                  </a:lnTo>
                  <a:lnTo>
                    <a:pt x="531512" y="1058613"/>
                  </a:lnTo>
                  <a:lnTo>
                    <a:pt x="504936" y="1072184"/>
                  </a:lnTo>
                  <a:lnTo>
                    <a:pt x="478361" y="1085812"/>
                  </a:lnTo>
                  <a:lnTo>
                    <a:pt x="451785" y="1099496"/>
                  </a:lnTo>
                  <a:lnTo>
                    <a:pt x="425209" y="1113232"/>
                  </a:lnTo>
                  <a:lnTo>
                    <a:pt x="398634" y="1127020"/>
                  </a:lnTo>
                  <a:lnTo>
                    <a:pt x="372058" y="1140858"/>
                  </a:lnTo>
                  <a:lnTo>
                    <a:pt x="345483" y="1154742"/>
                  </a:lnTo>
                  <a:lnTo>
                    <a:pt x="318907" y="1168671"/>
                  </a:lnTo>
                  <a:lnTo>
                    <a:pt x="292331" y="1182644"/>
                  </a:lnTo>
                  <a:lnTo>
                    <a:pt x="265756" y="1196657"/>
                  </a:lnTo>
                  <a:lnTo>
                    <a:pt x="239180" y="1210708"/>
                  </a:lnTo>
                  <a:lnTo>
                    <a:pt x="212604" y="1224796"/>
                  </a:lnTo>
                  <a:lnTo>
                    <a:pt x="186029" y="1238917"/>
                  </a:lnTo>
                  <a:lnTo>
                    <a:pt x="159453" y="1253070"/>
                  </a:lnTo>
                  <a:lnTo>
                    <a:pt x="132878" y="1267252"/>
                  </a:lnTo>
                  <a:lnTo>
                    <a:pt x="106302" y="1281461"/>
                  </a:lnTo>
                  <a:lnTo>
                    <a:pt x="79726" y="1295695"/>
                  </a:lnTo>
                  <a:lnTo>
                    <a:pt x="53151" y="1309951"/>
                  </a:lnTo>
                  <a:lnTo>
                    <a:pt x="26575" y="1324226"/>
                  </a:lnTo>
                  <a:lnTo>
                    <a:pt x="0" y="13385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6794971" y="2779448"/>
              <a:ext cx="3162499" cy="1777439"/>
            </a:xfrm>
            <a:custGeom>
              <a:avLst/>
              <a:pathLst>
                <a:path w="3162499" h="1777439">
                  <a:moveTo>
                    <a:pt x="0" y="1777439"/>
                  </a:moveTo>
                  <a:lnTo>
                    <a:pt x="26575" y="1764323"/>
                  </a:lnTo>
                  <a:lnTo>
                    <a:pt x="53151" y="1751169"/>
                  </a:lnTo>
                  <a:lnTo>
                    <a:pt x="79726" y="1737978"/>
                  </a:lnTo>
                  <a:lnTo>
                    <a:pt x="106302" y="1724750"/>
                  </a:lnTo>
                  <a:lnTo>
                    <a:pt x="132878" y="1711486"/>
                  </a:lnTo>
                  <a:lnTo>
                    <a:pt x="159453" y="1698184"/>
                  </a:lnTo>
                  <a:lnTo>
                    <a:pt x="186029" y="1684846"/>
                  </a:lnTo>
                  <a:lnTo>
                    <a:pt x="212604" y="1671472"/>
                  </a:lnTo>
                  <a:lnTo>
                    <a:pt x="239180" y="1658061"/>
                  </a:lnTo>
                  <a:lnTo>
                    <a:pt x="265756" y="1644614"/>
                  </a:lnTo>
                  <a:lnTo>
                    <a:pt x="292331" y="1631131"/>
                  </a:lnTo>
                  <a:lnTo>
                    <a:pt x="318907" y="1617612"/>
                  </a:lnTo>
                  <a:lnTo>
                    <a:pt x="345483" y="1604057"/>
                  </a:lnTo>
                  <a:lnTo>
                    <a:pt x="372058" y="1590467"/>
                  </a:lnTo>
                  <a:lnTo>
                    <a:pt x="398634" y="1576840"/>
                  </a:lnTo>
                  <a:lnTo>
                    <a:pt x="425209" y="1563178"/>
                  </a:lnTo>
                  <a:lnTo>
                    <a:pt x="451785" y="1549481"/>
                  </a:lnTo>
                  <a:lnTo>
                    <a:pt x="478361" y="1535749"/>
                  </a:lnTo>
                  <a:lnTo>
                    <a:pt x="504936" y="1521981"/>
                  </a:lnTo>
                  <a:lnTo>
                    <a:pt x="531512" y="1508178"/>
                  </a:lnTo>
                  <a:lnTo>
                    <a:pt x="558088" y="1494341"/>
                  </a:lnTo>
                  <a:lnTo>
                    <a:pt x="584663" y="1480469"/>
                  </a:lnTo>
                  <a:lnTo>
                    <a:pt x="611239" y="1466562"/>
                  </a:lnTo>
                  <a:lnTo>
                    <a:pt x="637814" y="1452621"/>
                  </a:lnTo>
                  <a:lnTo>
                    <a:pt x="664390" y="1438646"/>
                  </a:lnTo>
                  <a:lnTo>
                    <a:pt x="690966" y="1424636"/>
                  </a:lnTo>
                  <a:lnTo>
                    <a:pt x="717541" y="1410593"/>
                  </a:lnTo>
                  <a:lnTo>
                    <a:pt x="744117" y="1396516"/>
                  </a:lnTo>
                  <a:lnTo>
                    <a:pt x="770693" y="1382405"/>
                  </a:lnTo>
                  <a:lnTo>
                    <a:pt x="797268" y="1368261"/>
                  </a:lnTo>
                  <a:lnTo>
                    <a:pt x="823844" y="1354083"/>
                  </a:lnTo>
                  <a:lnTo>
                    <a:pt x="850419" y="1339872"/>
                  </a:lnTo>
                  <a:lnTo>
                    <a:pt x="876995" y="1325629"/>
                  </a:lnTo>
                  <a:lnTo>
                    <a:pt x="903571" y="1311352"/>
                  </a:lnTo>
                  <a:lnTo>
                    <a:pt x="930146" y="1297043"/>
                  </a:lnTo>
                  <a:lnTo>
                    <a:pt x="956722" y="1282701"/>
                  </a:lnTo>
                  <a:lnTo>
                    <a:pt x="983298" y="1268327"/>
                  </a:lnTo>
                  <a:lnTo>
                    <a:pt x="1009873" y="1253921"/>
                  </a:lnTo>
                  <a:lnTo>
                    <a:pt x="1036449" y="1239482"/>
                  </a:lnTo>
                  <a:lnTo>
                    <a:pt x="1063024" y="1225012"/>
                  </a:lnTo>
                  <a:lnTo>
                    <a:pt x="1089600" y="1210511"/>
                  </a:lnTo>
                  <a:lnTo>
                    <a:pt x="1116176" y="1195978"/>
                  </a:lnTo>
                  <a:lnTo>
                    <a:pt x="1142751" y="1181413"/>
                  </a:lnTo>
                  <a:lnTo>
                    <a:pt x="1169327" y="1166818"/>
                  </a:lnTo>
                  <a:lnTo>
                    <a:pt x="1195903" y="1152192"/>
                  </a:lnTo>
                  <a:lnTo>
                    <a:pt x="1222478" y="1137535"/>
                  </a:lnTo>
                  <a:lnTo>
                    <a:pt x="1249054" y="1122847"/>
                  </a:lnTo>
                  <a:lnTo>
                    <a:pt x="1275629" y="1108130"/>
                  </a:lnTo>
                  <a:lnTo>
                    <a:pt x="1302205" y="1093382"/>
                  </a:lnTo>
                  <a:lnTo>
                    <a:pt x="1328781" y="1078604"/>
                  </a:lnTo>
                  <a:lnTo>
                    <a:pt x="1355356" y="1063797"/>
                  </a:lnTo>
                  <a:lnTo>
                    <a:pt x="1381932" y="1048960"/>
                  </a:lnTo>
                  <a:lnTo>
                    <a:pt x="1408508" y="1034094"/>
                  </a:lnTo>
                  <a:lnTo>
                    <a:pt x="1435083" y="1019199"/>
                  </a:lnTo>
                  <a:lnTo>
                    <a:pt x="1461659" y="1004274"/>
                  </a:lnTo>
                  <a:lnTo>
                    <a:pt x="1488234" y="989322"/>
                  </a:lnTo>
                  <a:lnTo>
                    <a:pt x="1514810" y="974340"/>
                  </a:lnTo>
                  <a:lnTo>
                    <a:pt x="1541386" y="959331"/>
                  </a:lnTo>
                  <a:lnTo>
                    <a:pt x="1567961" y="944293"/>
                  </a:lnTo>
                  <a:lnTo>
                    <a:pt x="1594537" y="929228"/>
                  </a:lnTo>
                  <a:lnTo>
                    <a:pt x="1621113" y="914135"/>
                  </a:lnTo>
                  <a:lnTo>
                    <a:pt x="1647688" y="899015"/>
                  </a:lnTo>
                  <a:lnTo>
                    <a:pt x="1674264" y="883868"/>
                  </a:lnTo>
                  <a:lnTo>
                    <a:pt x="1700839" y="868693"/>
                  </a:lnTo>
                  <a:lnTo>
                    <a:pt x="1727415" y="853492"/>
                  </a:lnTo>
                  <a:lnTo>
                    <a:pt x="1753991" y="838265"/>
                  </a:lnTo>
                  <a:lnTo>
                    <a:pt x="1780566" y="823011"/>
                  </a:lnTo>
                  <a:lnTo>
                    <a:pt x="1807142" y="807732"/>
                  </a:lnTo>
                  <a:lnTo>
                    <a:pt x="1833718" y="792426"/>
                  </a:lnTo>
                  <a:lnTo>
                    <a:pt x="1860293" y="777095"/>
                  </a:lnTo>
                  <a:lnTo>
                    <a:pt x="1886869" y="761739"/>
                  </a:lnTo>
                  <a:lnTo>
                    <a:pt x="1913444" y="746358"/>
                  </a:lnTo>
                  <a:lnTo>
                    <a:pt x="1940020" y="730952"/>
                  </a:lnTo>
                  <a:lnTo>
                    <a:pt x="1966596" y="715521"/>
                  </a:lnTo>
                  <a:lnTo>
                    <a:pt x="1993171" y="700066"/>
                  </a:lnTo>
                  <a:lnTo>
                    <a:pt x="2019747" y="684587"/>
                  </a:lnTo>
                  <a:lnTo>
                    <a:pt x="2046323" y="669085"/>
                  </a:lnTo>
                  <a:lnTo>
                    <a:pt x="2072898" y="653558"/>
                  </a:lnTo>
                  <a:lnTo>
                    <a:pt x="2099474" y="638009"/>
                  </a:lnTo>
                  <a:lnTo>
                    <a:pt x="2126049" y="622436"/>
                  </a:lnTo>
                  <a:lnTo>
                    <a:pt x="2152625" y="606841"/>
                  </a:lnTo>
                  <a:lnTo>
                    <a:pt x="2179201" y="591223"/>
                  </a:lnTo>
                  <a:lnTo>
                    <a:pt x="2205776" y="575582"/>
                  </a:lnTo>
                  <a:lnTo>
                    <a:pt x="2232352" y="559920"/>
                  </a:lnTo>
                  <a:lnTo>
                    <a:pt x="2258928" y="544236"/>
                  </a:lnTo>
                  <a:lnTo>
                    <a:pt x="2285503" y="528530"/>
                  </a:lnTo>
                  <a:lnTo>
                    <a:pt x="2312079" y="512803"/>
                  </a:lnTo>
                  <a:lnTo>
                    <a:pt x="2338654" y="497056"/>
                  </a:lnTo>
                  <a:lnTo>
                    <a:pt x="2365230" y="481287"/>
                  </a:lnTo>
                  <a:lnTo>
                    <a:pt x="2391806" y="465498"/>
                  </a:lnTo>
                  <a:lnTo>
                    <a:pt x="2418381" y="449689"/>
                  </a:lnTo>
                  <a:lnTo>
                    <a:pt x="2444957" y="433860"/>
                  </a:lnTo>
                  <a:lnTo>
                    <a:pt x="2471532" y="418012"/>
                  </a:lnTo>
                  <a:lnTo>
                    <a:pt x="2498108" y="402144"/>
                  </a:lnTo>
                  <a:lnTo>
                    <a:pt x="2524684" y="386257"/>
                  </a:lnTo>
                  <a:lnTo>
                    <a:pt x="2551259" y="370351"/>
                  </a:lnTo>
                  <a:lnTo>
                    <a:pt x="2577835" y="354427"/>
                  </a:lnTo>
                  <a:lnTo>
                    <a:pt x="2604411" y="338485"/>
                  </a:lnTo>
                  <a:lnTo>
                    <a:pt x="2630986" y="322524"/>
                  </a:lnTo>
                  <a:lnTo>
                    <a:pt x="2657562" y="306546"/>
                  </a:lnTo>
                  <a:lnTo>
                    <a:pt x="2684137" y="290551"/>
                  </a:lnTo>
                  <a:lnTo>
                    <a:pt x="2710713" y="274539"/>
                  </a:lnTo>
                  <a:lnTo>
                    <a:pt x="2737289" y="258509"/>
                  </a:lnTo>
                  <a:lnTo>
                    <a:pt x="2763864" y="242464"/>
                  </a:lnTo>
                  <a:lnTo>
                    <a:pt x="2790440" y="226402"/>
                  </a:lnTo>
                  <a:lnTo>
                    <a:pt x="2817016" y="210324"/>
                  </a:lnTo>
                  <a:lnTo>
                    <a:pt x="2843591" y="194231"/>
                  </a:lnTo>
                  <a:lnTo>
                    <a:pt x="2870167" y="178122"/>
                  </a:lnTo>
                  <a:lnTo>
                    <a:pt x="2896742" y="161998"/>
                  </a:lnTo>
                  <a:lnTo>
                    <a:pt x="2923318" y="145860"/>
                  </a:lnTo>
                  <a:lnTo>
                    <a:pt x="2949894" y="129707"/>
                  </a:lnTo>
                  <a:lnTo>
                    <a:pt x="2976469" y="113539"/>
                  </a:lnTo>
                  <a:lnTo>
                    <a:pt x="3003045" y="97359"/>
                  </a:lnTo>
                  <a:lnTo>
                    <a:pt x="3029621" y="81164"/>
                  </a:lnTo>
                  <a:lnTo>
                    <a:pt x="3056196" y="64956"/>
                  </a:lnTo>
                  <a:lnTo>
                    <a:pt x="3082772" y="48736"/>
                  </a:lnTo>
                  <a:lnTo>
                    <a:pt x="3109347" y="32503"/>
                  </a:lnTo>
                  <a:lnTo>
                    <a:pt x="3135923" y="16257"/>
                  </a:lnTo>
                  <a:lnTo>
                    <a:pt x="3162499" y="0"/>
                  </a:lnTo>
                </a:path>
              </a:pathLst>
            </a:custGeom>
            <a:ln w="29811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636846" y="1759812"/>
              <a:ext cx="0" cy="3345707"/>
            </a:xfrm>
            <a:custGeom>
              <a:avLst/>
              <a:pathLst>
                <a:path w="0" h="3345707">
                  <a:moveTo>
                    <a:pt x="0" y="3345707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tx97"/>
            <p:cNvSpPr/>
            <p:nvPr/>
          </p:nvSpPr>
          <p:spPr>
            <a:xfrm>
              <a:off x="6418854" y="4236493"/>
              <a:ext cx="15536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6418854" y="318565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6418854" y="2134761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6602051" y="42782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6602051" y="32273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602051" y="21764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636846" y="5105520"/>
              <a:ext cx="3478749" cy="0"/>
            </a:xfrm>
            <a:custGeom>
              <a:avLst/>
              <a:pathLst>
                <a:path w="3478749" h="0">
                  <a:moveTo>
                    <a:pt x="0" y="0"/>
                  </a:moveTo>
                  <a:lnTo>
                    <a:pt x="347874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6733806" y="510552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7813257" y="510552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892707" y="510552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9972158" y="510552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6684120" y="5167823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782179" y="516645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861630" y="5167823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9941081" y="5167823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7576595" y="5282912"/>
              <a:ext cx="15992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Standardized range size</a:t>
              </a:r>
            </a:p>
          </p:txBody>
        </p:sp>
        <p:sp>
          <p:nvSpPr>
            <p:cNvPr id="113" name="tx113"/>
            <p:cNvSpPr/>
            <p:nvPr/>
          </p:nvSpPr>
          <p:spPr>
            <a:xfrm rot="-5400000">
              <a:off x="5595211" y="3367966"/>
              <a:ext cx="1389496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6161568" y="1119493"/>
              <a:ext cx="93091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5" name="rc115"/>
            <p:cNvSpPr/>
            <p:nvPr/>
          </p:nvSpPr>
          <p:spPr>
            <a:xfrm>
              <a:off x="10783872" y="1759812"/>
              <a:ext cx="3478749" cy="3345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10941997" y="1911890"/>
              <a:ext cx="3162499" cy="3041552"/>
            </a:xfrm>
            <a:custGeom>
              <a:avLst/>
              <a:pathLst>
                <a:path w="3162499" h="3041552">
                  <a:moveTo>
                    <a:pt x="0" y="723325"/>
                  </a:moveTo>
                  <a:lnTo>
                    <a:pt x="26575" y="735740"/>
                  </a:lnTo>
                  <a:lnTo>
                    <a:pt x="53151" y="747963"/>
                  </a:lnTo>
                  <a:lnTo>
                    <a:pt x="79726" y="759985"/>
                  </a:lnTo>
                  <a:lnTo>
                    <a:pt x="106302" y="771800"/>
                  </a:lnTo>
                  <a:lnTo>
                    <a:pt x="132878" y="783400"/>
                  </a:lnTo>
                  <a:lnTo>
                    <a:pt x="159453" y="794780"/>
                  </a:lnTo>
                  <a:lnTo>
                    <a:pt x="186029" y="805930"/>
                  </a:lnTo>
                  <a:lnTo>
                    <a:pt x="212604" y="816843"/>
                  </a:lnTo>
                  <a:lnTo>
                    <a:pt x="239180" y="827511"/>
                  </a:lnTo>
                  <a:lnTo>
                    <a:pt x="265756" y="837926"/>
                  </a:lnTo>
                  <a:lnTo>
                    <a:pt x="292331" y="848079"/>
                  </a:lnTo>
                  <a:lnTo>
                    <a:pt x="318907" y="857962"/>
                  </a:lnTo>
                  <a:lnTo>
                    <a:pt x="345483" y="867566"/>
                  </a:lnTo>
                  <a:lnTo>
                    <a:pt x="372058" y="876881"/>
                  </a:lnTo>
                  <a:lnTo>
                    <a:pt x="398634" y="885898"/>
                  </a:lnTo>
                  <a:lnTo>
                    <a:pt x="425209" y="894609"/>
                  </a:lnTo>
                  <a:lnTo>
                    <a:pt x="451785" y="903003"/>
                  </a:lnTo>
                  <a:lnTo>
                    <a:pt x="478361" y="911071"/>
                  </a:lnTo>
                  <a:lnTo>
                    <a:pt x="504936" y="918803"/>
                  </a:lnTo>
                  <a:lnTo>
                    <a:pt x="531512" y="926190"/>
                  </a:lnTo>
                  <a:lnTo>
                    <a:pt x="558088" y="933222"/>
                  </a:lnTo>
                  <a:lnTo>
                    <a:pt x="584663" y="939889"/>
                  </a:lnTo>
                  <a:lnTo>
                    <a:pt x="611239" y="946183"/>
                  </a:lnTo>
                  <a:lnTo>
                    <a:pt x="637814" y="952094"/>
                  </a:lnTo>
                  <a:lnTo>
                    <a:pt x="664390" y="957612"/>
                  </a:lnTo>
                  <a:lnTo>
                    <a:pt x="690966" y="962730"/>
                  </a:lnTo>
                  <a:lnTo>
                    <a:pt x="717541" y="967438"/>
                  </a:lnTo>
                  <a:lnTo>
                    <a:pt x="744117" y="971730"/>
                  </a:lnTo>
                  <a:lnTo>
                    <a:pt x="770693" y="975596"/>
                  </a:lnTo>
                  <a:lnTo>
                    <a:pt x="797268" y="979031"/>
                  </a:lnTo>
                  <a:lnTo>
                    <a:pt x="823844" y="982027"/>
                  </a:lnTo>
                  <a:lnTo>
                    <a:pt x="850419" y="984580"/>
                  </a:lnTo>
                  <a:lnTo>
                    <a:pt x="876995" y="986683"/>
                  </a:lnTo>
                  <a:lnTo>
                    <a:pt x="903571" y="988332"/>
                  </a:lnTo>
                  <a:lnTo>
                    <a:pt x="930146" y="989524"/>
                  </a:lnTo>
                  <a:lnTo>
                    <a:pt x="956722" y="990256"/>
                  </a:lnTo>
                  <a:lnTo>
                    <a:pt x="983298" y="990525"/>
                  </a:lnTo>
                  <a:lnTo>
                    <a:pt x="1009873" y="990330"/>
                  </a:lnTo>
                  <a:lnTo>
                    <a:pt x="1036449" y="989671"/>
                  </a:lnTo>
                  <a:lnTo>
                    <a:pt x="1063024" y="988549"/>
                  </a:lnTo>
                  <a:lnTo>
                    <a:pt x="1089600" y="986964"/>
                  </a:lnTo>
                  <a:lnTo>
                    <a:pt x="1116176" y="984919"/>
                  </a:lnTo>
                  <a:lnTo>
                    <a:pt x="1142751" y="982417"/>
                  </a:lnTo>
                  <a:lnTo>
                    <a:pt x="1169327" y="979462"/>
                  </a:lnTo>
                  <a:lnTo>
                    <a:pt x="1195903" y="976057"/>
                  </a:lnTo>
                  <a:lnTo>
                    <a:pt x="1222478" y="972209"/>
                  </a:lnTo>
                  <a:lnTo>
                    <a:pt x="1249054" y="967923"/>
                  </a:lnTo>
                  <a:lnTo>
                    <a:pt x="1275629" y="963205"/>
                  </a:lnTo>
                  <a:lnTo>
                    <a:pt x="1302205" y="958064"/>
                  </a:lnTo>
                  <a:lnTo>
                    <a:pt x="1328781" y="952505"/>
                  </a:lnTo>
                  <a:lnTo>
                    <a:pt x="1355356" y="946538"/>
                  </a:lnTo>
                  <a:lnTo>
                    <a:pt x="1381932" y="940170"/>
                  </a:lnTo>
                  <a:lnTo>
                    <a:pt x="1408508" y="933410"/>
                  </a:lnTo>
                  <a:lnTo>
                    <a:pt x="1435083" y="926268"/>
                  </a:lnTo>
                  <a:lnTo>
                    <a:pt x="1461659" y="918753"/>
                  </a:lnTo>
                  <a:lnTo>
                    <a:pt x="1488234" y="910874"/>
                  </a:lnTo>
                  <a:lnTo>
                    <a:pt x="1514810" y="902639"/>
                  </a:lnTo>
                  <a:lnTo>
                    <a:pt x="1541386" y="894060"/>
                  </a:lnTo>
                  <a:lnTo>
                    <a:pt x="1567961" y="885146"/>
                  </a:lnTo>
                  <a:lnTo>
                    <a:pt x="1594537" y="875906"/>
                  </a:lnTo>
                  <a:lnTo>
                    <a:pt x="1621113" y="866349"/>
                  </a:lnTo>
                  <a:lnTo>
                    <a:pt x="1647688" y="856485"/>
                  </a:lnTo>
                  <a:lnTo>
                    <a:pt x="1674264" y="846324"/>
                  </a:lnTo>
                  <a:lnTo>
                    <a:pt x="1700839" y="835874"/>
                  </a:lnTo>
                  <a:lnTo>
                    <a:pt x="1727415" y="825145"/>
                  </a:lnTo>
                  <a:lnTo>
                    <a:pt x="1753991" y="814146"/>
                  </a:lnTo>
                  <a:lnTo>
                    <a:pt x="1780566" y="802884"/>
                  </a:lnTo>
                  <a:lnTo>
                    <a:pt x="1807142" y="791369"/>
                  </a:lnTo>
                  <a:lnTo>
                    <a:pt x="1833718" y="779609"/>
                  </a:lnTo>
                  <a:lnTo>
                    <a:pt x="1860293" y="767612"/>
                  </a:lnTo>
                  <a:lnTo>
                    <a:pt x="1886869" y="755385"/>
                  </a:lnTo>
                  <a:lnTo>
                    <a:pt x="1913444" y="742936"/>
                  </a:lnTo>
                  <a:lnTo>
                    <a:pt x="1940020" y="730272"/>
                  </a:lnTo>
                  <a:lnTo>
                    <a:pt x="1966596" y="717401"/>
                  </a:lnTo>
                  <a:lnTo>
                    <a:pt x="1993171" y="704329"/>
                  </a:lnTo>
                  <a:lnTo>
                    <a:pt x="2019747" y="691063"/>
                  </a:lnTo>
                  <a:lnTo>
                    <a:pt x="2046323" y="677608"/>
                  </a:lnTo>
                  <a:lnTo>
                    <a:pt x="2072898" y="663973"/>
                  </a:lnTo>
                  <a:lnTo>
                    <a:pt x="2099474" y="650161"/>
                  </a:lnTo>
                  <a:lnTo>
                    <a:pt x="2126049" y="636179"/>
                  </a:lnTo>
                  <a:lnTo>
                    <a:pt x="2152625" y="622032"/>
                  </a:lnTo>
                  <a:lnTo>
                    <a:pt x="2179201" y="607727"/>
                  </a:lnTo>
                  <a:lnTo>
                    <a:pt x="2205776" y="593266"/>
                  </a:lnTo>
                  <a:lnTo>
                    <a:pt x="2232352" y="578656"/>
                  </a:lnTo>
                  <a:lnTo>
                    <a:pt x="2258928" y="563902"/>
                  </a:lnTo>
                  <a:lnTo>
                    <a:pt x="2285503" y="549007"/>
                  </a:lnTo>
                  <a:lnTo>
                    <a:pt x="2312079" y="533976"/>
                  </a:lnTo>
                  <a:lnTo>
                    <a:pt x="2338654" y="518813"/>
                  </a:lnTo>
                  <a:lnTo>
                    <a:pt x="2365230" y="503522"/>
                  </a:lnTo>
                  <a:lnTo>
                    <a:pt x="2391806" y="488108"/>
                  </a:lnTo>
                  <a:lnTo>
                    <a:pt x="2418381" y="472572"/>
                  </a:lnTo>
                  <a:lnTo>
                    <a:pt x="2444957" y="456921"/>
                  </a:lnTo>
                  <a:lnTo>
                    <a:pt x="2471532" y="441155"/>
                  </a:lnTo>
                  <a:lnTo>
                    <a:pt x="2498108" y="425280"/>
                  </a:lnTo>
                  <a:lnTo>
                    <a:pt x="2524684" y="409297"/>
                  </a:lnTo>
                  <a:lnTo>
                    <a:pt x="2551259" y="393211"/>
                  </a:lnTo>
                  <a:lnTo>
                    <a:pt x="2577835" y="377023"/>
                  </a:lnTo>
                  <a:lnTo>
                    <a:pt x="2604411" y="360737"/>
                  </a:lnTo>
                  <a:lnTo>
                    <a:pt x="2630986" y="344356"/>
                  </a:lnTo>
                  <a:lnTo>
                    <a:pt x="2657562" y="327881"/>
                  </a:lnTo>
                  <a:lnTo>
                    <a:pt x="2684137" y="311316"/>
                  </a:lnTo>
                  <a:lnTo>
                    <a:pt x="2710713" y="294662"/>
                  </a:lnTo>
                  <a:lnTo>
                    <a:pt x="2737289" y="277923"/>
                  </a:lnTo>
                  <a:lnTo>
                    <a:pt x="2763864" y="261100"/>
                  </a:lnTo>
                  <a:lnTo>
                    <a:pt x="2790440" y="244195"/>
                  </a:lnTo>
                  <a:lnTo>
                    <a:pt x="2817016" y="227211"/>
                  </a:lnTo>
                  <a:lnTo>
                    <a:pt x="2843591" y="210150"/>
                  </a:lnTo>
                  <a:lnTo>
                    <a:pt x="2870167" y="193013"/>
                  </a:lnTo>
                  <a:lnTo>
                    <a:pt x="2896742" y="175802"/>
                  </a:lnTo>
                  <a:lnTo>
                    <a:pt x="2923318" y="158519"/>
                  </a:lnTo>
                  <a:lnTo>
                    <a:pt x="2949894" y="141166"/>
                  </a:lnTo>
                  <a:lnTo>
                    <a:pt x="2976469" y="123744"/>
                  </a:lnTo>
                  <a:lnTo>
                    <a:pt x="3003045" y="106256"/>
                  </a:lnTo>
                  <a:lnTo>
                    <a:pt x="3029621" y="88701"/>
                  </a:lnTo>
                  <a:lnTo>
                    <a:pt x="3056196" y="71083"/>
                  </a:lnTo>
                  <a:lnTo>
                    <a:pt x="3082772" y="53403"/>
                  </a:lnTo>
                  <a:lnTo>
                    <a:pt x="3109347" y="35661"/>
                  </a:lnTo>
                  <a:lnTo>
                    <a:pt x="3135923" y="17859"/>
                  </a:lnTo>
                  <a:lnTo>
                    <a:pt x="3162499" y="0"/>
                  </a:lnTo>
                  <a:lnTo>
                    <a:pt x="3162499" y="3041552"/>
                  </a:lnTo>
                  <a:lnTo>
                    <a:pt x="3135923" y="3029352"/>
                  </a:lnTo>
                  <a:lnTo>
                    <a:pt x="3109347" y="3017154"/>
                  </a:lnTo>
                  <a:lnTo>
                    <a:pt x="3082772" y="3004960"/>
                  </a:lnTo>
                  <a:lnTo>
                    <a:pt x="3056196" y="2992769"/>
                  </a:lnTo>
                  <a:lnTo>
                    <a:pt x="3029621" y="2980584"/>
                  </a:lnTo>
                  <a:lnTo>
                    <a:pt x="3003045" y="2968405"/>
                  </a:lnTo>
                  <a:lnTo>
                    <a:pt x="2976469" y="2956235"/>
                  </a:lnTo>
                  <a:lnTo>
                    <a:pt x="2949894" y="2944074"/>
                  </a:lnTo>
                  <a:lnTo>
                    <a:pt x="2923318" y="2931924"/>
                  </a:lnTo>
                  <a:lnTo>
                    <a:pt x="2896742" y="2919787"/>
                  </a:lnTo>
                  <a:lnTo>
                    <a:pt x="2870167" y="2907663"/>
                  </a:lnTo>
                  <a:lnTo>
                    <a:pt x="2843591" y="2895555"/>
                  </a:lnTo>
                  <a:lnTo>
                    <a:pt x="2817016" y="2883465"/>
                  </a:lnTo>
                  <a:lnTo>
                    <a:pt x="2790440" y="2871393"/>
                  </a:lnTo>
                  <a:lnTo>
                    <a:pt x="2763864" y="2859342"/>
                  </a:lnTo>
                  <a:lnTo>
                    <a:pt x="2737289" y="2847314"/>
                  </a:lnTo>
                  <a:lnTo>
                    <a:pt x="2710713" y="2835311"/>
                  </a:lnTo>
                  <a:lnTo>
                    <a:pt x="2684137" y="2823335"/>
                  </a:lnTo>
                  <a:lnTo>
                    <a:pt x="2657562" y="2811387"/>
                  </a:lnTo>
                  <a:lnTo>
                    <a:pt x="2630986" y="2799471"/>
                  </a:lnTo>
                  <a:lnTo>
                    <a:pt x="2604411" y="2787589"/>
                  </a:lnTo>
                  <a:lnTo>
                    <a:pt x="2577835" y="2775742"/>
                  </a:lnTo>
                  <a:lnTo>
                    <a:pt x="2551259" y="2763935"/>
                  </a:lnTo>
                  <a:lnTo>
                    <a:pt x="2524684" y="2752168"/>
                  </a:lnTo>
                  <a:lnTo>
                    <a:pt x="2498108" y="2740446"/>
                  </a:lnTo>
                  <a:lnTo>
                    <a:pt x="2471532" y="2728770"/>
                  </a:lnTo>
                  <a:lnTo>
                    <a:pt x="2444957" y="2717144"/>
                  </a:lnTo>
                  <a:lnTo>
                    <a:pt x="2418381" y="2705571"/>
                  </a:lnTo>
                  <a:lnTo>
                    <a:pt x="2391806" y="2694055"/>
                  </a:lnTo>
                  <a:lnTo>
                    <a:pt x="2365230" y="2682599"/>
                  </a:lnTo>
                  <a:lnTo>
                    <a:pt x="2338654" y="2671205"/>
                  </a:lnTo>
                  <a:lnTo>
                    <a:pt x="2312079" y="2659879"/>
                  </a:lnTo>
                  <a:lnTo>
                    <a:pt x="2285503" y="2648624"/>
                  </a:lnTo>
                  <a:lnTo>
                    <a:pt x="2258928" y="2637443"/>
                  </a:lnTo>
                  <a:lnTo>
                    <a:pt x="2232352" y="2626342"/>
                  </a:lnTo>
                  <a:lnTo>
                    <a:pt x="2205776" y="2615325"/>
                  </a:lnTo>
                  <a:lnTo>
                    <a:pt x="2179201" y="2604395"/>
                  </a:lnTo>
                  <a:lnTo>
                    <a:pt x="2152625" y="2593558"/>
                  </a:lnTo>
                  <a:lnTo>
                    <a:pt x="2126049" y="2582819"/>
                  </a:lnTo>
                  <a:lnTo>
                    <a:pt x="2099474" y="2572184"/>
                  </a:lnTo>
                  <a:lnTo>
                    <a:pt x="2072898" y="2561656"/>
                  </a:lnTo>
                  <a:lnTo>
                    <a:pt x="2046323" y="2551243"/>
                  </a:lnTo>
                  <a:lnTo>
                    <a:pt x="2019747" y="2540949"/>
                  </a:lnTo>
                  <a:lnTo>
                    <a:pt x="1993171" y="2530781"/>
                  </a:lnTo>
                  <a:lnTo>
                    <a:pt x="1966596" y="2520745"/>
                  </a:lnTo>
                  <a:lnTo>
                    <a:pt x="1940020" y="2510847"/>
                  </a:lnTo>
                  <a:lnTo>
                    <a:pt x="1913444" y="2501095"/>
                  </a:lnTo>
                  <a:lnTo>
                    <a:pt x="1886869" y="2491496"/>
                  </a:lnTo>
                  <a:lnTo>
                    <a:pt x="1860293" y="2482055"/>
                  </a:lnTo>
                  <a:lnTo>
                    <a:pt x="1833718" y="2472782"/>
                  </a:lnTo>
                  <a:lnTo>
                    <a:pt x="1807142" y="2463683"/>
                  </a:lnTo>
                  <a:lnTo>
                    <a:pt x="1780566" y="2454767"/>
                  </a:lnTo>
                  <a:lnTo>
                    <a:pt x="1753991" y="2446041"/>
                  </a:lnTo>
                  <a:lnTo>
                    <a:pt x="1727415" y="2437514"/>
                  </a:lnTo>
                  <a:lnTo>
                    <a:pt x="1700839" y="2429195"/>
                  </a:lnTo>
                  <a:lnTo>
                    <a:pt x="1674264" y="2421093"/>
                  </a:lnTo>
                  <a:lnTo>
                    <a:pt x="1647688" y="2413215"/>
                  </a:lnTo>
                  <a:lnTo>
                    <a:pt x="1621113" y="2405572"/>
                  </a:lnTo>
                  <a:lnTo>
                    <a:pt x="1594537" y="2398173"/>
                  </a:lnTo>
                  <a:lnTo>
                    <a:pt x="1567961" y="2391027"/>
                  </a:lnTo>
                  <a:lnTo>
                    <a:pt x="1541386" y="2384144"/>
                  </a:lnTo>
                  <a:lnTo>
                    <a:pt x="1514810" y="2377532"/>
                  </a:lnTo>
                  <a:lnTo>
                    <a:pt x="1488234" y="2371202"/>
                  </a:lnTo>
                  <a:lnTo>
                    <a:pt x="1461659" y="2365164"/>
                  </a:lnTo>
                  <a:lnTo>
                    <a:pt x="1435083" y="2359425"/>
                  </a:lnTo>
                  <a:lnTo>
                    <a:pt x="1408508" y="2353997"/>
                  </a:lnTo>
                  <a:lnTo>
                    <a:pt x="1381932" y="2348887"/>
                  </a:lnTo>
                  <a:lnTo>
                    <a:pt x="1355356" y="2344106"/>
                  </a:lnTo>
                  <a:lnTo>
                    <a:pt x="1328781" y="2339661"/>
                  </a:lnTo>
                  <a:lnTo>
                    <a:pt x="1302205" y="2335561"/>
                  </a:lnTo>
                  <a:lnTo>
                    <a:pt x="1275629" y="2331815"/>
                  </a:lnTo>
                  <a:lnTo>
                    <a:pt x="1249054" y="2328428"/>
                  </a:lnTo>
                  <a:lnTo>
                    <a:pt x="1222478" y="2325410"/>
                  </a:lnTo>
                  <a:lnTo>
                    <a:pt x="1195903" y="2322765"/>
                  </a:lnTo>
                  <a:lnTo>
                    <a:pt x="1169327" y="2320500"/>
                  </a:lnTo>
                  <a:lnTo>
                    <a:pt x="1142751" y="2318620"/>
                  </a:lnTo>
                  <a:lnTo>
                    <a:pt x="1116176" y="2317130"/>
                  </a:lnTo>
                  <a:lnTo>
                    <a:pt x="1089600" y="2316033"/>
                  </a:lnTo>
                  <a:lnTo>
                    <a:pt x="1063024" y="2315332"/>
                  </a:lnTo>
                  <a:lnTo>
                    <a:pt x="1036449" y="2315029"/>
                  </a:lnTo>
                  <a:lnTo>
                    <a:pt x="1009873" y="2315127"/>
                  </a:lnTo>
                  <a:lnTo>
                    <a:pt x="983298" y="2315624"/>
                  </a:lnTo>
                  <a:lnTo>
                    <a:pt x="956722" y="2316520"/>
                  </a:lnTo>
                  <a:lnTo>
                    <a:pt x="930146" y="2317815"/>
                  </a:lnTo>
                  <a:lnTo>
                    <a:pt x="903571" y="2319507"/>
                  </a:lnTo>
                  <a:lnTo>
                    <a:pt x="876995" y="2321592"/>
                  </a:lnTo>
                  <a:lnTo>
                    <a:pt x="850419" y="2324066"/>
                  </a:lnTo>
                  <a:lnTo>
                    <a:pt x="823844" y="2326926"/>
                  </a:lnTo>
                  <a:lnTo>
                    <a:pt x="797268" y="2330166"/>
                  </a:lnTo>
                  <a:lnTo>
                    <a:pt x="770693" y="2333780"/>
                  </a:lnTo>
                  <a:lnTo>
                    <a:pt x="744117" y="2337761"/>
                  </a:lnTo>
                  <a:lnTo>
                    <a:pt x="717541" y="2342104"/>
                  </a:lnTo>
                  <a:lnTo>
                    <a:pt x="690966" y="2346799"/>
                  </a:lnTo>
                  <a:lnTo>
                    <a:pt x="664390" y="2351840"/>
                  </a:lnTo>
                  <a:lnTo>
                    <a:pt x="637814" y="2357217"/>
                  </a:lnTo>
                  <a:lnTo>
                    <a:pt x="611239" y="2362923"/>
                  </a:lnTo>
                  <a:lnTo>
                    <a:pt x="584663" y="2368948"/>
                  </a:lnTo>
                  <a:lnTo>
                    <a:pt x="558088" y="2375282"/>
                  </a:lnTo>
                  <a:lnTo>
                    <a:pt x="531512" y="2381917"/>
                  </a:lnTo>
                  <a:lnTo>
                    <a:pt x="504936" y="2388843"/>
                  </a:lnTo>
                  <a:lnTo>
                    <a:pt x="478361" y="2396051"/>
                  </a:lnTo>
                  <a:lnTo>
                    <a:pt x="451785" y="2403530"/>
                  </a:lnTo>
                  <a:lnTo>
                    <a:pt x="425209" y="2411272"/>
                  </a:lnTo>
                  <a:lnTo>
                    <a:pt x="398634" y="2419266"/>
                  </a:lnTo>
                  <a:lnTo>
                    <a:pt x="372058" y="2427503"/>
                  </a:lnTo>
                  <a:lnTo>
                    <a:pt x="345483" y="2435975"/>
                  </a:lnTo>
                  <a:lnTo>
                    <a:pt x="318907" y="2444671"/>
                  </a:lnTo>
                  <a:lnTo>
                    <a:pt x="292331" y="2453583"/>
                  </a:lnTo>
                  <a:lnTo>
                    <a:pt x="265756" y="2462702"/>
                  </a:lnTo>
                  <a:lnTo>
                    <a:pt x="239180" y="2472018"/>
                  </a:lnTo>
                  <a:lnTo>
                    <a:pt x="212604" y="2481525"/>
                  </a:lnTo>
                  <a:lnTo>
                    <a:pt x="186029" y="2491213"/>
                  </a:lnTo>
                  <a:lnTo>
                    <a:pt x="159453" y="2501075"/>
                  </a:lnTo>
                  <a:lnTo>
                    <a:pt x="132878" y="2511102"/>
                  </a:lnTo>
                  <a:lnTo>
                    <a:pt x="106302" y="2521288"/>
                  </a:lnTo>
                  <a:lnTo>
                    <a:pt x="79726" y="2531624"/>
                  </a:lnTo>
                  <a:lnTo>
                    <a:pt x="53151" y="2542104"/>
                  </a:lnTo>
                  <a:lnTo>
                    <a:pt x="26575" y="2552722"/>
                  </a:lnTo>
                  <a:lnTo>
                    <a:pt x="0" y="2563470"/>
                  </a:lnTo>
                  <a:close/>
                </a:path>
              </a:pathLst>
            </a:custGeom>
            <a:solidFill>
              <a:srgbClr val="FDD0A2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10941997" y="1911890"/>
              <a:ext cx="3162499" cy="990525"/>
            </a:xfrm>
            <a:custGeom>
              <a:avLst/>
              <a:pathLst>
                <a:path w="3162499" h="990525">
                  <a:moveTo>
                    <a:pt x="0" y="723325"/>
                  </a:moveTo>
                  <a:lnTo>
                    <a:pt x="26575" y="735740"/>
                  </a:lnTo>
                  <a:lnTo>
                    <a:pt x="53151" y="747963"/>
                  </a:lnTo>
                  <a:lnTo>
                    <a:pt x="79726" y="759985"/>
                  </a:lnTo>
                  <a:lnTo>
                    <a:pt x="106302" y="771800"/>
                  </a:lnTo>
                  <a:lnTo>
                    <a:pt x="132878" y="783400"/>
                  </a:lnTo>
                  <a:lnTo>
                    <a:pt x="159453" y="794780"/>
                  </a:lnTo>
                  <a:lnTo>
                    <a:pt x="186029" y="805930"/>
                  </a:lnTo>
                  <a:lnTo>
                    <a:pt x="212604" y="816843"/>
                  </a:lnTo>
                  <a:lnTo>
                    <a:pt x="239180" y="827511"/>
                  </a:lnTo>
                  <a:lnTo>
                    <a:pt x="265756" y="837926"/>
                  </a:lnTo>
                  <a:lnTo>
                    <a:pt x="292331" y="848079"/>
                  </a:lnTo>
                  <a:lnTo>
                    <a:pt x="318907" y="857962"/>
                  </a:lnTo>
                  <a:lnTo>
                    <a:pt x="345483" y="867566"/>
                  </a:lnTo>
                  <a:lnTo>
                    <a:pt x="372058" y="876881"/>
                  </a:lnTo>
                  <a:lnTo>
                    <a:pt x="398634" y="885898"/>
                  </a:lnTo>
                  <a:lnTo>
                    <a:pt x="425209" y="894609"/>
                  </a:lnTo>
                  <a:lnTo>
                    <a:pt x="451785" y="903003"/>
                  </a:lnTo>
                  <a:lnTo>
                    <a:pt x="478361" y="911071"/>
                  </a:lnTo>
                  <a:lnTo>
                    <a:pt x="504936" y="918803"/>
                  </a:lnTo>
                  <a:lnTo>
                    <a:pt x="531512" y="926190"/>
                  </a:lnTo>
                  <a:lnTo>
                    <a:pt x="558088" y="933222"/>
                  </a:lnTo>
                  <a:lnTo>
                    <a:pt x="584663" y="939889"/>
                  </a:lnTo>
                  <a:lnTo>
                    <a:pt x="611239" y="946183"/>
                  </a:lnTo>
                  <a:lnTo>
                    <a:pt x="637814" y="952094"/>
                  </a:lnTo>
                  <a:lnTo>
                    <a:pt x="664390" y="957612"/>
                  </a:lnTo>
                  <a:lnTo>
                    <a:pt x="690966" y="962730"/>
                  </a:lnTo>
                  <a:lnTo>
                    <a:pt x="717541" y="967438"/>
                  </a:lnTo>
                  <a:lnTo>
                    <a:pt x="744117" y="971730"/>
                  </a:lnTo>
                  <a:lnTo>
                    <a:pt x="770693" y="975596"/>
                  </a:lnTo>
                  <a:lnTo>
                    <a:pt x="797268" y="979031"/>
                  </a:lnTo>
                  <a:lnTo>
                    <a:pt x="823844" y="982027"/>
                  </a:lnTo>
                  <a:lnTo>
                    <a:pt x="850419" y="984580"/>
                  </a:lnTo>
                  <a:lnTo>
                    <a:pt x="876995" y="986683"/>
                  </a:lnTo>
                  <a:lnTo>
                    <a:pt x="903571" y="988332"/>
                  </a:lnTo>
                  <a:lnTo>
                    <a:pt x="930146" y="989524"/>
                  </a:lnTo>
                  <a:lnTo>
                    <a:pt x="956722" y="990256"/>
                  </a:lnTo>
                  <a:lnTo>
                    <a:pt x="983298" y="990525"/>
                  </a:lnTo>
                  <a:lnTo>
                    <a:pt x="1009873" y="990330"/>
                  </a:lnTo>
                  <a:lnTo>
                    <a:pt x="1036449" y="989671"/>
                  </a:lnTo>
                  <a:lnTo>
                    <a:pt x="1063024" y="988549"/>
                  </a:lnTo>
                  <a:lnTo>
                    <a:pt x="1089600" y="986964"/>
                  </a:lnTo>
                  <a:lnTo>
                    <a:pt x="1116176" y="984919"/>
                  </a:lnTo>
                  <a:lnTo>
                    <a:pt x="1142751" y="982417"/>
                  </a:lnTo>
                  <a:lnTo>
                    <a:pt x="1169327" y="979462"/>
                  </a:lnTo>
                  <a:lnTo>
                    <a:pt x="1195903" y="976057"/>
                  </a:lnTo>
                  <a:lnTo>
                    <a:pt x="1222478" y="972209"/>
                  </a:lnTo>
                  <a:lnTo>
                    <a:pt x="1249054" y="967923"/>
                  </a:lnTo>
                  <a:lnTo>
                    <a:pt x="1275629" y="963205"/>
                  </a:lnTo>
                  <a:lnTo>
                    <a:pt x="1302205" y="958064"/>
                  </a:lnTo>
                  <a:lnTo>
                    <a:pt x="1328781" y="952505"/>
                  </a:lnTo>
                  <a:lnTo>
                    <a:pt x="1355356" y="946538"/>
                  </a:lnTo>
                  <a:lnTo>
                    <a:pt x="1381932" y="940170"/>
                  </a:lnTo>
                  <a:lnTo>
                    <a:pt x="1408508" y="933410"/>
                  </a:lnTo>
                  <a:lnTo>
                    <a:pt x="1435083" y="926268"/>
                  </a:lnTo>
                  <a:lnTo>
                    <a:pt x="1461659" y="918753"/>
                  </a:lnTo>
                  <a:lnTo>
                    <a:pt x="1488234" y="910874"/>
                  </a:lnTo>
                  <a:lnTo>
                    <a:pt x="1514810" y="902639"/>
                  </a:lnTo>
                  <a:lnTo>
                    <a:pt x="1541386" y="894060"/>
                  </a:lnTo>
                  <a:lnTo>
                    <a:pt x="1567961" y="885146"/>
                  </a:lnTo>
                  <a:lnTo>
                    <a:pt x="1594537" y="875906"/>
                  </a:lnTo>
                  <a:lnTo>
                    <a:pt x="1621113" y="866349"/>
                  </a:lnTo>
                  <a:lnTo>
                    <a:pt x="1647688" y="856485"/>
                  </a:lnTo>
                  <a:lnTo>
                    <a:pt x="1674264" y="846324"/>
                  </a:lnTo>
                  <a:lnTo>
                    <a:pt x="1700839" y="835874"/>
                  </a:lnTo>
                  <a:lnTo>
                    <a:pt x="1727415" y="825145"/>
                  </a:lnTo>
                  <a:lnTo>
                    <a:pt x="1753991" y="814146"/>
                  </a:lnTo>
                  <a:lnTo>
                    <a:pt x="1780566" y="802884"/>
                  </a:lnTo>
                  <a:lnTo>
                    <a:pt x="1807142" y="791369"/>
                  </a:lnTo>
                  <a:lnTo>
                    <a:pt x="1833718" y="779609"/>
                  </a:lnTo>
                  <a:lnTo>
                    <a:pt x="1860293" y="767612"/>
                  </a:lnTo>
                  <a:lnTo>
                    <a:pt x="1886869" y="755385"/>
                  </a:lnTo>
                  <a:lnTo>
                    <a:pt x="1913444" y="742936"/>
                  </a:lnTo>
                  <a:lnTo>
                    <a:pt x="1940020" y="730272"/>
                  </a:lnTo>
                  <a:lnTo>
                    <a:pt x="1966596" y="717401"/>
                  </a:lnTo>
                  <a:lnTo>
                    <a:pt x="1993171" y="704329"/>
                  </a:lnTo>
                  <a:lnTo>
                    <a:pt x="2019747" y="691063"/>
                  </a:lnTo>
                  <a:lnTo>
                    <a:pt x="2046323" y="677608"/>
                  </a:lnTo>
                  <a:lnTo>
                    <a:pt x="2072898" y="663973"/>
                  </a:lnTo>
                  <a:lnTo>
                    <a:pt x="2099474" y="650161"/>
                  </a:lnTo>
                  <a:lnTo>
                    <a:pt x="2126049" y="636179"/>
                  </a:lnTo>
                  <a:lnTo>
                    <a:pt x="2152625" y="622032"/>
                  </a:lnTo>
                  <a:lnTo>
                    <a:pt x="2179201" y="607727"/>
                  </a:lnTo>
                  <a:lnTo>
                    <a:pt x="2205776" y="593266"/>
                  </a:lnTo>
                  <a:lnTo>
                    <a:pt x="2232352" y="578656"/>
                  </a:lnTo>
                  <a:lnTo>
                    <a:pt x="2258928" y="563902"/>
                  </a:lnTo>
                  <a:lnTo>
                    <a:pt x="2285503" y="549007"/>
                  </a:lnTo>
                  <a:lnTo>
                    <a:pt x="2312079" y="533976"/>
                  </a:lnTo>
                  <a:lnTo>
                    <a:pt x="2338654" y="518813"/>
                  </a:lnTo>
                  <a:lnTo>
                    <a:pt x="2365230" y="503522"/>
                  </a:lnTo>
                  <a:lnTo>
                    <a:pt x="2391806" y="488108"/>
                  </a:lnTo>
                  <a:lnTo>
                    <a:pt x="2418381" y="472572"/>
                  </a:lnTo>
                  <a:lnTo>
                    <a:pt x="2444957" y="456921"/>
                  </a:lnTo>
                  <a:lnTo>
                    <a:pt x="2471532" y="441155"/>
                  </a:lnTo>
                  <a:lnTo>
                    <a:pt x="2498108" y="425280"/>
                  </a:lnTo>
                  <a:lnTo>
                    <a:pt x="2524684" y="409297"/>
                  </a:lnTo>
                  <a:lnTo>
                    <a:pt x="2551259" y="393211"/>
                  </a:lnTo>
                  <a:lnTo>
                    <a:pt x="2577835" y="377023"/>
                  </a:lnTo>
                  <a:lnTo>
                    <a:pt x="2604411" y="360737"/>
                  </a:lnTo>
                  <a:lnTo>
                    <a:pt x="2630986" y="344356"/>
                  </a:lnTo>
                  <a:lnTo>
                    <a:pt x="2657562" y="327881"/>
                  </a:lnTo>
                  <a:lnTo>
                    <a:pt x="2684137" y="311316"/>
                  </a:lnTo>
                  <a:lnTo>
                    <a:pt x="2710713" y="294662"/>
                  </a:lnTo>
                  <a:lnTo>
                    <a:pt x="2737289" y="277923"/>
                  </a:lnTo>
                  <a:lnTo>
                    <a:pt x="2763864" y="261100"/>
                  </a:lnTo>
                  <a:lnTo>
                    <a:pt x="2790440" y="244195"/>
                  </a:lnTo>
                  <a:lnTo>
                    <a:pt x="2817016" y="227211"/>
                  </a:lnTo>
                  <a:lnTo>
                    <a:pt x="2843591" y="210150"/>
                  </a:lnTo>
                  <a:lnTo>
                    <a:pt x="2870167" y="193013"/>
                  </a:lnTo>
                  <a:lnTo>
                    <a:pt x="2896742" y="175802"/>
                  </a:lnTo>
                  <a:lnTo>
                    <a:pt x="2923318" y="158519"/>
                  </a:lnTo>
                  <a:lnTo>
                    <a:pt x="2949894" y="141166"/>
                  </a:lnTo>
                  <a:lnTo>
                    <a:pt x="2976469" y="123744"/>
                  </a:lnTo>
                  <a:lnTo>
                    <a:pt x="3003045" y="106256"/>
                  </a:lnTo>
                  <a:lnTo>
                    <a:pt x="3029621" y="88701"/>
                  </a:lnTo>
                  <a:lnTo>
                    <a:pt x="3056196" y="71083"/>
                  </a:lnTo>
                  <a:lnTo>
                    <a:pt x="3082772" y="53403"/>
                  </a:lnTo>
                  <a:lnTo>
                    <a:pt x="3109347" y="35661"/>
                  </a:lnTo>
                  <a:lnTo>
                    <a:pt x="3135923" y="17859"/>
                  </a:lnTo>
                  <a:lnTo>
                    <a:pt x="316249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10941997" y="4226920"/>
              <a:ext cx="3162499" cy="726522"/>
            </a:xfrm>
            <a:custGeom>
              <a:avLst/>
              <a:pathLst>
                <a:path w="3162499" h="726522">
                  <a:moveTo>
                    <a:pt x="3162499" y="726522"/>
                  </a:moveTo>
                  <a:lnTo>
                    <a:pt x="3135923" y="714322"/>
                  </a:lnTo>
                  <a:lnTo>
                    <a:pt x="3109347" y="702124"/>
                  </a:lnTo>
                  <a:lnTo>
                    <a:pt x="3082772" y="689930"/>
                  </a:lnTo>
                  <a:lnTo>
                    <a:pt x="3056196" y="677739"/>
                  </a:lnTo>
                  <a:lnTo>
                    <a:pt x="3029621" y="665554"/>
                  </a:lnTo>
                  <a:lnTo>
                    <a:pt x="3003045" y="653376"/>
                  </a:lnTo>
                  <a:lnTo>
                    <a:pt x="2976469" y="641205"/>
                  </a:lnTo>
                  <a:lnTo>
                    <a:pt x="2949894" y="629044"/>
                  </a:lnTo>
                  <a:lnTo>
                    <a:pt x="2923318" y="616894"/>
                  </a:lnTo>
                  <a:lnTo>
                    <a:pt x="2896742" y="604757"/>
                  </a:lnTo>
                  <a:lnTo>
                    <a:pt x="2870167" y="592633"/>
                  </a:lnTo>
                  <a:lnTo>
                    <a:pt x="2843591" y="580525"/>
                  </a:lnTo>
                  <a:lnTo>
                    <a:pt x="2817016" y="568435"/>
                  </a:lnTo>
                  <a:lnTo>
                    <a:pt x="2790440" y="556363"/>
                  </a:lnTo>
                  <a:lnTo>
                    <a:pt x="2763864" y="544312"/>
                  </a:lnTo>
                  <a:lnTo>
                    <a:pt x="2737289" y="532284"/>
                  </a:lnTo>
                  <a:lnTo>
                    <a:pt x="2710713" y="520281"/>
                  </a:lnTo>
                  <a:lnTo>
                    <a:pt x="2684137" y="508305"/>
                  </a:lnTo>
                  <a:lnTo>
                    <a:pt x="2657562" y="496357"/>
                  </a:lnTo>
                  <a:lnTo>
                    <a:pt x="2630986" y="484441"/>
                  </a:lnTo>
                  <a:lnTo>
                    <a:pt x="2604411" y="472559"/>
                  </a:lnTo>
                  <a:lnTo>
                    <a:pt x="2577835" y="460712"/>
                  </a:lnTo>
                  <a:lnTo>
                    <a:pt x="2551259" y="448905"/>
                  </a:lnTo>
                  <a:lnTo>
                    <a:pt x="2524684" y="437138"/>
                  </a:lnTo>
                  <a:lnTo>
                    <a:pt x="2498108" y="425416"/>
                  </a:lnTo>
                  <a:lnTo>
                    <a:pt x="2471532" y="413740"/>
                  </a:lnTo>
                  <a:lnTo>
                    <a:pt x="2444957" y="402114"/>
                  </a:lnTo>
                  <a:lnTo>
                    <a:pt x="2418381" y="390542"/>
                  </a:lnTo>
                  <a:lnTo>
                    <a:pt x="2391806" y="379025"/>
                  </a:lnTo>
                  <a:lnTo>
                    <a:pt x="2365230" y="367569"/>
                  </a:lnTo>
                  <a:lnTo>
                    <a:pt x="2338654" y="356175"/>
                  </a:lnTo>
                  <a:lnTo>
                    <a:pt x="2312079" y="344849"/>
                  </a:lnTo>
                  <a:lnTo>
                    <a:pt x="2285503" y="333594"/>
                  </a:lnTo>
                  <a:lnTo>
                    <a:pt x="2258928" y="322413"/>
                  </a:lnTo>
                  <a:lnTo>
                    <a:pt x="2232352" y="311312"/>
                  </a:lnTo>
                  <a:lnTo>
                    <a:pt x="2205776" y="300295"/>
                  </a:lnTo>
                  <a:lnTo>
                    <a:pt x="2179201" y="289365"/>
                  </a:lnTo>
                  <a:lnTo>
                    <a:pt x="2152625" y="278528"/>
                  </a:lnTo>
                  <a:lnTo>
                    <a:pt x="2126049" y="267789"/>
                  </a:lnTo>
                  <a:lnTo>
                    <a:pt x="2099474" y="257154"/>
                  </a:lnTo>
                  <a:lnTo>
                    <a:pt x="2072898" y="246626"/>
                  </a:lnTo>
                  <a:lnTo>
                    <a:pt x="2046323" y="236213"/>
                  </a:lnTo>
                  <a:lnTo>
                    <a:pt x="2019747" y="225919"/>
                  </a:lnTo>
                  <a:lnTo>
                    <a:pt x="1993171" y="215751"/>
                  </a:lnTo>
                  <a:lnTo>
                    <a:pt x="1966596" y="205715"/>
                  </a:lnTo>
                  <a:lnTo>
                    <a:pt x="1940020" y="195817"/>
                  </a:lnTo>
                  <a:lnTo>
                    <a:pt x="1913444" y="186065"/>
                  </a:lnTo>
                  <a:lnTo>
                    <a:pt x="1886869" y="176466"/>
                  </a:lnTo>
                  <a:lnTo>
                    <a:pt x="1860293" y="167025"/>
                  </a:lnTo>
                  <a:lnTo>
                    <a:pt x="1833718" y="157752"/>
                  </a:lnTo>
                  <a:lnTo>
                    <a:pt x="1807142" y="148653"/>
                  </a:lnTo>
                  <a:lnTo>
                    <a:pt x="1780566" y="139737"/>
                  </a:lnTo>
                  <a:lnTo>
                    <a:pt x="1753991" y="131011"/>
                  </a:lnTo>
                  <a:lnTo>
                    <a:pt x="1727415" y="122484"/>
                  </a:lnTo>
                  <a:lnTo>
                    <a:pt x="1700839" y="114165"/>
                  </a:lnTo>
                  <a:lnTo>
                    <a:pt x="1674264" y="106063"/>
                  </a:lnTo>
                  <a:lnTo>
                    <a:pt x="1647688" y="98185"/>
                  </a:lnTo>
                  <a:lnTo>
                    <a:pt x="1621113" y="90542"/>
                  </a:lnTo>
                  <a:lnTo>
                    <a:pt x="1594537" y="83143"/>
                  </a:lnTo>
                  <a:lnTo>
                    <a:pt x="1567961" y="75997"/>
                  </a:lnTo>
                  <a:lnTo>
                    <a:pt x="1541386" y="69114"/>
                  </a:lnTo>
                  <a:lnTo>
                    <a:pt x="1514810" y="62502"/>
                  </a:lnTo>
                  <a:lnTo>
                    <a:pt x="1488234" y="56172"/>
                  </a:lnTo>
                  <a:lnTo>
                    <a:pt x="1461659" y="50134"/>
                  </a:lnTo>
                  <a:lnTo>
                    <a:pt x="1435083" y="44395"/>
                  </a:lnTo>
                  <a:lnTo>
                    <a:pt x="1408508" y="38967"/>
                  </a:lnTo>
                  <a:lnTo>
                    <a:pt x="1381932" y="33857"/>
                  </a:lnTo>
                  <a:lnTo>
                    <a:pt x="1355356" y="29076"/>
                  </a:lnTo>
                  <a:lnTo>
                    <a:pt x="1328781" y="24631"/>
                  </a:lnTo>
                  <a:lnTo>
                    <a:pt x="1302205" y="20532"/>
                  </a:lnTo>
                  <a:lnTo>
                    <a:pt x="1275629" y="16785"/>
                  </a:lnTo>
                  <a:lnTo>
                    <a:pt x="1249054" y="13398"/>
                  </a:lnTo>
                  <a:lnTo>
                    <a:pt x="1222478" y="10380"/>
                  </a:lnTo>
                  <a:lnTo>
                    <a:pt x="1195903" y="7735"/>
                  </a:lnTo>
                  <a:lnTo>
                    <a:pt x="1169327" y="5470"/>
                  </a:lnTo>
                  <a:lnTo>
                    <a:pt x="1142751" y="3590"/>
                  </a:lnTo>
                  <a:lnTo>
                    <a:pt x="1116176" y="2100"/>
                  </a:lnTo>
                  <a:lnTo>
                    <a:pt x="1089600" y="1003"/>
                  </a:lnTo>
                  <a:lnTo>
                    <a:pt x="1063024" y="302"/>
                  </a:lnTo>
                  <a:lnTo>
                    <a:pt x="1036449" y="0"/>
                  </a:lnTo>
                  <a:lnTo>
                    <a:pt x="1009873" y="97"/>
                  </a:lnTo>
                  <a:lnTo>
                    <a:pt x="983298" y="594"/>
                  </a:lnTo>
                  <a:lnTo>
                    <a:pt x="956722" y="1490"/>
                  </a:lnTo>
                  <a:lnTo>
                    <a:pt x="930146" y="2785"/>
                  </a:lnTo>
                  <a:lnTo>
                    <a:pt x="903571" y="4477"/>
                  </a:lnTo>
                  <a:lnTo>
                    <a:pt x="876995" y="6562"/>
                  </a:lnTo>
                  <a:lnTo>
                    <a:pt x="850419" y="9036"/>
                  </a:lnTo>
                  <a:lnTo>
                    <a:pt x="823844" y="11896"/>
                  </a:lnTo>
                  <a:lnTo>
                    <a:pt x="797268" y="15136"/>
                  </a:lnTo>
                  <a:lnTo>
                    <a:pt x="770693" y="18750"/>
                  </a:lnTo>
                  <a:lnTo>
                    <a:pt x="744117" y="22731"/>
                  </a:lnTo>
                  <a:lnTo>
                    <a:pt x="717541" y="27074"/>
                  </a:lnTo>
                  <a:lnTo>
                    <a:pt x="690966" y="31769"/>
                  </a:lnTo>
                  <a:lnTo>
                    <a:pt x="664390" y="36810"/>
                  </a:lnTo>
                  <a:lnTo>
                    <a:pt x="637814" y="42187"/>
                  </a:lnTo>
                  <a:lnTo>
                    <a:pt x="611239" y="47893"/>
                  </a:lnTo>
                  <a:lnTo>
                    <a:pt x="584663" y="53918"/>
                  </a:lnTo>
                  <a:lnTo>
                    <a:pt x="558088" y="60252"/>
                  </a:lnTo>
                  <a:lnTo>
                    <a:pt x="531512" y="66887"/>
                  </a:lnTo>
                  <a:lnTo>
                    <a:pt x="504936" y="73813"/>
                  </a:lnTo>
                  <a:lnTo>
                    <a:pt x="478361" y="81021"/>
                  </a:lnTo>
                  <a:lnTo>
                    <a:pt x="451785" y="88500"/>
                  </a:lnTo>
                  <a:lnTo>
                    <a:pt x="425209" y="96242"/>
                  </a:lnTo>
                  <a:lnTo>
                    <a:pt x="398634" y="104236"/>
                  </a:lnTo>
                  <a:lnTo>
                    <a:pt x="372058" y="112473"/>
                  </a:lnTo>
                  <a:lnTo>
                    <a:pt x="345483" y="120945"/>
                  </a:lnTo>
                  <a:lnTo>
                    <a:pt x="318907" y="129641"/>
                  </a:lnTo>
                  <a:lnTo>
                    <a:pt x="292331" y="138553"/>
                  </a:lnTo>
                  <a:lnTo>
                    <a:pt x="265756" y="147672"/>
                  </a:lnTo>
                  <a:lnTo>
                    <a:pt x="239180" y="156988"/>
                  </a:lnTo>
                  <a:lnTo>
                    <a:pt x="212604" y="166495"/>
                  </a:lnTo>
                  <a:lnTo>
                    <a:pt x="186029" y="176183"/>
                  </a:lnTo>
                  <a:lnTo>
                    <a:pt x="159453" y="186045"/>
                  </a:lnTo>
                  <a:lnTo>
                    <a:pt x="132878" y="196072"/>
                  </a:lnTo>
                  <a:lnTo>
                    <a:pt x="106302" y="206258"/>
                  </a:lnTo>
                  <a:lnTo>
                    <a:pt x="79726" y="216594"/>
                  </a:lnTo>
                  <a:lnTo>
                    <a:pt x="53151" y="227074"/>
                  </a:lnTo>
                  <a:lnTo>
                    <a:pt x="26575" y="237692"/>
                  </a:lnTo>
                  <a:lnTo>
                    <a:pt x="0" y="2484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10941997" y="3559929"/>
              <a:ext cx="3162499" cy="42943"/>
            </a:xfrm>
            <a:custGeom>
              <a:avLst/>
              <a:pathLst>
                <a:path w="3162499" h="42943">
                  <a:moveTo>
                    <a:pt x="0" y="42943"/>
                  </a:moveTo>
                  <a:lnTo>
                    <a:pt x="26575" y="42583"/>
                  </a:lnTo>
                  <a:lnTo>
                    <a:pt x="53151" y="42223"/>
                  </a:lnTo>
                  <a:lnTo>
                    <a:pt x="79726" y="41863"/>
                  </a:lnTo>
                  <a:lnTo>
                    <a:pt x="106302" y="41502"/>
                  </a:lnTo>
                  <a:lnTo>
                    <a:pt x="132878" y="41142"/>
                  </a:lnTo>
                  <a:lnTo>
                    <a:pt x="159453" y="40782"/>
                  </a:lnTo>
                  <a:lnTo>
                    <a:pt x="186029" y="40422"/>
                  </a:lnTo>
                  <a:lnTo>
                    <a:pt x="212604" y="40062"/>
                  </a:lnTo>
                  <a:lnTo>
                    <a:pt x="239180" y="39702"/>
                  </a:lnTo>
                  <a:lnTo>
                    <a:pt x="265756" y="39342"/>
                  </a:lnTo>
                  <a:lnTo>
                    <a:pt x="292331" y="38982"/>
                  </a:lnTo>
                  <a:lnTo>
                    <a:pt x="318907" y="38622"/>
                  </a:lnTo>
                  <a:lnTo>
                    <a:pt x="345483" y="38261"/>
                  </a:lnTo>
                  <a:lnTo>
                    <a:pt x="372058" y="37901"/>
                  </a:lnTo>
                  <a:lnTo>
                    <a:pt x="398634" y="37541"/>
                  </a:lnTo>
                  <a:lnTo>
                    <a:pt x="425209" y="37181"/>
                  </a:lnTo>
                  <a:lnTo>
                    <a:pt x="451785" y="36820"/>
                  </a:lnTo>
                  <a:lnTo>
                    <a:pt x="478361" y="36460"/>
                  </a:lnTo>
                  <a:lnTo>
                    <a:pt x="504936" y="36100"/>
                  </a:lnTo>
                  <a:lnTo>
                    <a:pt x="531512" y="35740"/>
                  </a:lnTo>
                  <a:lnTo>
                    <a:pt x="558088" y="35379"/>
                  </a:lnTo>
                  <a:lnTo>
                    <a:pt x="584663" y="35019"/>
                  </a:lnTo>
                  <a:lnTo>
                    <a:pt x="611239" y="34659"/>
                  </a:lnTo>
                  <a:lnTo>
                    <a:pt x="637814" y="34298"/>
                  </a:lnTo>
                  <a:lnTo>
                    <a:pt x="664390" y="33938"/>
                  </a:lnTo>
                  <a:lnTo>
                    <a:pt x="690966" y="33578"/>
                  </a:lnTo>
                  <a:lnTo>
                    <a:pt x="717541" y="33217"/>
                  </a:lnTo>
                  <a:lnTo>
                    <a:pt x="744117" y="32857"/>
                  </a:lnTo>
                  <a:lnTo>
                    <a:pt x="770693" y="32496"/>
                  </a:lnTo>
                  <a:lnTo>
                    <a:pt x="797268" y="32136"/>
                  </a:lnTo>
                  <a:lnTo>
                    <a:pt x="823844" y="31776"/>
                  </a:lnTo>
                  <a:lnTo>
                    <a:pt x="850419" y="31415"/>
                  </a:lnTo>
                  <a:lnTo>
                    <a:pt x="876995" y="31055"/>
                  </a:lnTo>
                  <a:lnTo>
                    <a:pt x="903571" y="30694"/>
                  </a:lnTo>
                  <a:lnTo>
                    <a:pt x="930146" y="30334"/>
                  </a:lnTo>
                  <a:lnTo>
                    <a:pt x="956722" y="29973"/>
                  </a:lnTo>
                  <a:lnTo>
                    <a:pt x="983298" y="29613"/>
                  </a:lnTo>
                  <a:lnTo>
                    <a:pt x="1009873" y="29252"/>
                  </a:lnTo>
                  <a:lnTo>
                    <a:pt x="1036449" y="28892"/>
                  </a:lnTo>
                  <a:lnTo>
                    <a:pt x="1063024" y="28531"/>
                  </a:lnTo>
                  <a:lnTo>
                    <a:pt x="1089600" y="28170"/>
                  </a:lnTo>
                  <a:lnTo>
                    <a:pt x="1116176" y="27810"/>
                  </a:lnTo>
                  <a:lnTo>
                    <a:pt x="1142751" y="27449"/>
                  </a:lnTo>
                  <a:lnTo>
                    <a:pt x="1169327" y="27089"/>
                  </a:lnTo>
                  <a:lnTo>
                    <a:pt x="1195903" y="26728"/>
                  </a:lnTo>
                  <a:lnTo>
                    <a:pt x="1222478" y="26367"/>
                  </a:lnTo>
                  <a:lnTo>
                    <a:pt x="1249054" y="26007"/>
                  </a:lnTo>
                  <a:lnTo>
                    <a:pt x="1275629" y="25646"/>
                  </a:lnTo>
                  <a:lnTo>
                    <a:pt x="1302205" y="25285"/>
                  </a:lnTo>
                  <a:lnTo>
                    <a:pt x="1328781" y="24924"/>
                  </a:lnTo>
                  <a:lnTo>
                    <a:pt x="1355356" y="24564"/>
                  </a:lnTo>
                  <a:lnTo>
                    <a:pt x="1381932" y="24203"/>
                  </a:lnTo>
                  <a:lnTo>
                    <a:pt x="1408508" y="23842"/>
                  </a:lnTo>
                  <a:lnTo>
                    <a:pt x="1435083" y="23481"/>
                  </a:lnTo>
                  <a:lnTo>
                    <a:pt x="1461659" y="23121"/>
                  </a:lnTo>
                  <a:lnTo>
                    <a:pt x="1488234" y="22760"/>
                  </a:lnTo>
                  <a:lnTo>
                    <a:pt x="1514810" y="22399"/>
                  </a:lnTo>
                  <a:lnTo>
                    <a:pt x="1541386" y="22038"/>
                  </a:lnTo>
                  <a:lnTo>
                    <a:pt x="1567961" y="21677"/>
                  </a:lnTo>
                  <a:lnTo>
                    <a:pt x="1594537" y="21316"/>
                  </a:lnTo>
                  <a:lnTo>
                    <a:pt x="1621113" y="20955"/>
                  </a:lnTo>
                  <a:lnTo>
                    <a:pt x="1647688" y="20595"/>
                  </a:lnTo>
                  <a:lnTo>
                    <a:pt x="1674264" y="20234"/>
                  </a:lnTo>
                  <a:lnTo>
                    <a:pt x="1700839" y="19873"/>
                  </a:lnTo>
                  <a:lnTo>
                    <a:pt x="1727415" y="19512"/>
                  </a:lnTo>
                  <a:lnTo>
                    <a:pt x="1753991" y="19151"/>
                  </a:lnTo>
                  <a:lnTo>
                    <a:pt x="1780566" y="18790"/>
                  </a:lnTo>
                  <a:lnTo>
                    <a:pt x="1807142" y="18429"/>
                  </a:lnTo>
                  <a:lnTo>
                    <a:pt x="1833718" y="18068"/>
                  </a:lnTo>
                  <a:lnTo>
                    <a:pt x="1860293" y="17707"/>
                  </a:lnTo>
                  <a:lnTo>
                    <a:pt x="1886869" y="17346"/>
                  </a:lnTo>
                  <a:lnTo>
                    <a:pt x="1913444" y="16985"/>
                  </a:lnTo>
                  <a:lnTo>
                    <a:pt x="1940020" y="16624"/>
                  </a:lnTo>
                  <a:lnTo>
                    <a:pt x="1966596" y="16263"/>
                  </a:lnTo>
                  <a:lnTo>
                    <a:pt x="1993171" y="15902"/>
                  </a:lnTo>
                  <a:lnTo>
                    <a:pt x="2019747" y="15541"/>
                  </a:lnTo>
                  <a:lnTo>
                    <a:pt x="2046323" y="15179"/>
                  </a:lnTo>
                  <a:lnTo>
                    <a:pt x="2072898" y="14818"/>
                  </a:lnTo>
                  <a:lnTo>
                    <a:pt x="2099474" y="14457"/>
                  </a:lnTo>
                  <a:lnTo>
                    <a:pt x="2126049" y="14096"/>
                  </a:lnTo>
                  <a:lnTo>
                    <a:pt x="2152625" y="13735"/>
                  </a:lnTo>
                  <a:lnTo>
                    <a:pt x="2179201" y="13374"/>
                  </a:lnTo>
                  <a:lnTo>
                    <a:pt x="2205776" y="13012"/>
                  </a:lnTo>
                  <a:lnTo>
                    <a:pt x="2232352" y="12651"/>
                  </a:lnTo>
                  <a:lnTo>
                    <a:pt x="2258928" y="12290"/>
                  </a:lnTo>
                  <a:lnTo>
                    <a:pt x="2285503" y="11929"/>
                  </a:lnTo>
                  <a:lnTo>
                    <a:pt x="2312079" y="11567"/>
                  </a:lnTo>
                  <a:lnTo>
                    <a:pt x="2338654" y="11206"/>
                  </a:lnTo>
                  <a:lnTo>
                    <a:pt x="2365230" y="10845"/>
                  </a:lnTo>
                  <a:lnTo>
                    <a:pt x="2391806" y="10484"/>
                  </a:lnTo>
                  <a:lnTo>
                    <a:pt x="2418381" y="10122"/>
                  </a:lnTo>
                  <a:lnTo>
                    <a:pt x="2444957" y="9761"/>
                  </a:lnTo>
                  <a:lnTo>
                    <a:pt x="2471532" y="9400"/>
                  </a:lnTo>
                  <a:lnTo>
                    <a:pt x="2498108" y="9038"/>
                  </a:lnTo>
                  <a:lnTo>
                    <a:pt x="2524684" y="8677"/>
                  </a:lnTo>
                  <a:lnTo>
                    <a:pt x="2551259" y="8315"/>
                  </a:lnTo>
                  <a:lnTo>
                    <a:pt x="2577835" y="7954"/>
                  </a:lnTo>
                  <a:lnTo>
                    <a:pt x="2604411" y="7593"/>
                  </a:lnTo>
                  <a:lnTo>
                    <a:pt x="2630986" y="7231"/>
                  </a:lnTo>
                  <a:lnTo>
                    <a:pt x="2657562" y="6870"/>
                  </a:lnTo>
                  <a:lnTo>
                    <a:pt x="2684137" y="6508"/>
                  </a:lnTo>
                  <a:lnTo>
                    <a:pt x="2710713" y="6147"/>
                  </a:lnTo>
                  <a:lnTo>
                    <a:pt x="2737289" y="5785"/>
                  </a:lnTo>
                  <a:lnTo>
                    <a:pt x="2763864" y="5424"/>
                  </a:lnTo>
                  <a:lnTo>
                    <a:pt x="2790440" y="5062"/>
                  </a:lnTo>
                  <a:lnTo>
                    <a:pt x="2817016" y="4701"/>
                  </a:lnTo>
                  <a:lnTo>
                    <a:pt x="2843591" y="4339"/>
                  </a:lnTo>
                  <a:lnTo>
                    <a:pt x="2870167" y="3978"/>
                  </a:lnTo>
                  <a:lnTo>
                    <a:pt x="2896742" y="3616"/>
                  </a:lnTo>
                  <a:lnTo>
                    <a:pt x="2923318" y="3254"/>
                  </a:lnTo>
                  <a:lnTo>
                    <a:pt x="2949894" y="2893"/>
                  </a:lnTo>
                  <a:lnTo>
                    <a:pt x="2976469" y="2531"/>
                  </a:lnTo>
                  <a:lnTo>
                    <a:pt x="3003045" y="2170"/>
                  </a:lnTo>
                  <a:lnTo>
                    <a:pt x="3029621" y="1808"/>
                  </a:lnTo>
                  <a:lnTo>
                    <a:pt x="3056196" y="1446"/>
                  </a:lnTo>
                  <a:lnTo>
                    <a:pt x="3082772" y="1085"/>
                  </a:lnTo>
                  <a:lnTo>
                    <a:pt x="3109347" y="723"/>
                  </a:lnTo>
                  <a:lnTo>
                    <a:pt x="3135923" y="361"/>
                  </a:lnTo>
                  <a:lnTo>
                    <a:pt x="3162499" y="0"/>
                  </a:lnTo>
                </a:path>
              </a:pathLst>
            </a:custGeom>
            <a:ln w="29811" cap="flat">
              <a:solidFill>
                <a:srgbClr val="D95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10783872" y="1759812"/>
              <a:ext cx="0" cy="3345707"/>
            </a:xfrm>
            <a:custGeom>
              <a:avLst/>
              <a:pathLst>
                <a:path w="0" h="3345707">
                  <a:moveTo>
                    <a:pt x="0" y="3345707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1"/>
            <p:cNvSpPr/>
            <p:nvPr/>
          </p:nvSpPr>
          <p:spPr>
            <a:xfrm>
              <a:off x="10503725" y="4356598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0503725" y="3486296"/>
              <a:ext cx="217517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0503725" y="2616049"/>
              <a:ext cx="217517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0503725" y="1745856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125" name="pl125"/>
            <p:cNvSpPr/>
            <p:nvPr/>
          </p:nvSpPr>
          <p:spPr>
            <a:xfrm>
              <a:off x="10749078" y="43982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10749078" y="35280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10749078" y="26577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10749078" y="17875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10783872" y="5105520"/>
              <a:ext cx="3478749" cy="0"/>
            </a:xfrm>
            <a:custGeom>
              <a:avLst/>
              <a:pathLst>
                <a:path w="3478749" h="0">
                  <a:moveTo>
                    <a:pt x="0" y="0"/>
                  </a:moveTo>
                  <a:lnTo>
                    <a:pt x="347874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11405505" y="510552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12103132" y="510552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12800759" y="510552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13498386" y="510552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14196013" y="510552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11355818" y="5167823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12072054" y="516645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12769681" y="5167823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13467308" y="5167823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14164935" y="5166404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11700361" y="5282912"/>
              <a:ext cx="164577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Standardized body mass</a:t>
              </a:r>
            </a:p>
          </p:txBody>
        </p:sp>
        <p:sp>
          <p:nvSpPr>
            <p:cNvPr id="141" name="tx141"/>
            <p:cNvSpPr/>
            <p:nvPr/>
          </p:nvSpPr>
          <p:spPr>
            <a:xfrm rot="-5400000">
              <a:off x="9680082" y="3367966"/>
              <a:ext cx="1389496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10254773" y="1147771"/>
              <a:ext cx="84757" cy="82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43" name="rc143"/>
            <p:cNvSpPr/>
            <p:nvPr/>
          </p:nvSpPr>
          <p:spPr>
            <a:xfrm>
              <a:off x="755389" y="5523632"/>
              <a:ext cx="5313762" cy="41449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6069151" y="5523632"/>
              <a:ext cx="4135696" cy="41449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10204848" y="5523632"/>
              <a:ext cx="4127362" cy="41449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6676174" y="5734385"/>
              <a:ext cx="3459084" cy="3345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9411013" y="7855624"/>
              <a:ext cx="151334" cy="0"/>
            </a:xfrm>
            <a:custGeom>
              <a:avLst/>
              <a:pathLst>
                <a:path w="151334" h="0">
                  <a:moveTo>
                    <a:pt x="0" y="0"/>
                  </a:moveTo>
                  <a:lnTo>
                    <a:pt x="151334" y="0"/>
                  </a:lnTo>
                </a:path>
              </a:pathLst>
            </a:custGeom>
            <a:ln w="23036" cap="flat">
              <a:solidFill>
                <a:srgbClr val="3B6F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9486681" y="7855624"/>
              <a:ext cx="0" cy="1072391"/>
            </a:xfrm>
            <a:custGeom>
              <a:avLst/>
              <a:pathLst>
                <a:path w="0" h="1072391">
                  <a:moveTo>
                    <a:pt x="0" y="0"/>
                  </a:moveTo>
                  <a:lnTo>
                    <a:pt x="0" y="1072391"/>
                  </a:lnTo>
                </a:path>
              </a:pathLst>
            </a:custGeom>
            <a:ln w="23036" cap="flat">
              <a:solidFill>
                <a:srgbClr val="3B6F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9411013" y="8928015"/>
              <a:ext cx="151334" cy="0"/>
            </a:xfrm>
            <a:custGeom>
              <a:avLst/>
              <a:pathLst>
                <a:path w="151334" h="0">
                  <a:moveTo>
                    <a:pt x="0" y="0"/>
                  </a:moveTo>
                  <a:lnTo>
                    <a:pt x="151334" y="0"/>
                  </a:lnTo>
                </a:path>
              </a:pathLst>
            </a:custGeom>
            <a:ln w="23036" cap="flat">
              <a:solidFill>
                <a:srgbClr val="3B6F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330049" y="6253358"/>
              <a:ext cx="151334" cy="0"/>
            </a:xfrm>
            <a:custGeom>
              <a:avLst/>
              <a:pathLst>
                <a:path w="151334" h="0">
                  <a:moveTo>
                    <a:pt x="0" y="0"/>
                  </a:moveTo>
                  <a:lnTo>
                    <a:pt x="151334" y="0"/>
                  </a:lnTo>
                </a:path>
              </a:pathLst>
            </a:custGeom>
            <a:ln w="23036" cap="flat">
              <a:solidFill>
                <a:srgbClr val="3B6F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405716" y="6253358"/>
              <a:ext cx="0" cy="1767612"/>
            </a:xfrm>
            <a:custGeom>
              <a:avLst/>
              <a:pathLst>
                <a:path w="0" h="1767612">
                  <a:moveTo>
                    <a:pt x="0" y="0"/>
                  </a:moveTo>
                  <a:lnTo>
                    <a:pt x="0" y="1767612"/>
                  </a:lnTo>
                </a:path>
              </a:pathLst>
            </a:custGeom>
            <a:ln w="23036" cap="flat">
              <a:solidFill>
                <a:srgbClr val="3B6F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330049" y="8020971"/>
              <a:ext cx="151334" cy="0"/>
            </a:xfrm>
            <a:custGeom>
              <a:avLst/>
              <a:pathLst>
                <a:path w="151334" h="0">
                  <a:moveTo>
                    <a:pt x="0" y="0"/>
                  </a:moveTo>
                  <a:lnTo>
                    <a:pt x="151334" y="0"/>
                  </a:lnTo>
                </a:path>
              </a:pathLst>
            </a:custGeom>
            <a:ln w="23036" cap="flat">
              <a:solidFill>
                <a:srgbClr val="3B6F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7249085" y="5886462"/>
              <a:ext cx="151334" cy="0"/>
            </a:xfrm>
            <a:custGeom>
              <a:avLst/>
              <a:pathLst>
                <a:path w="151334" h="0">
                  <a:moveTo>
                    <a:pt x="0" y="0"/>
                  </a:moveTo>
                  <a:lnTo>
                    <a:pt x="151334" y="0"/>
                  </a:lnTo>
                </a:path>
              </a:pathLst>
            </a:custGeom>
            <a:ln w="23036" cap="flat">
              <a:solidFill>
                <a:srgbClr val="3B6F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7324752" y="5886462"/>
              <a:ext cx="0" cy="1630712"/>
            </a:xfrm>
            <a:custGeom>
              <a:avLst/>
              <a:pathLst>
                <a:path w="0" h="1630712">
                  <a:moveTo>
                    <a:pt x="0" y="0"/>
                  </a:moveTo>
                  <a:lnTo>
                    <a:pt x="0" y="1630712"/>
                  </a:lnTo>
                </a:path>
              </a:pathLst>
            </a:custGeom>
            <a:ln w="23036" cap="flat">
              <a:solidFill>
                <a:srgbClr val="3B6F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7249085" y="7517175"/>
              <a:ext cx="151334" cy="0"/>
            </a:xfrm>
            <a:custGeom>
              <a:avLst/>
              <a:pathLst>
                <a:path w="151334" h="0">
                  <a:moveTo>
                    <a:pt x="0" y="0"/>
                  </a:moveTo>
                  <a:lnTo>
                    <a:pt x="151334" y="0"/>
                  </a:lnTo>
                </a:path>
              </a:pathLst>
            </a:custGeom>
            <a:ln w="23036" cap="flat">
              <a:solidFill>
                <a:srgbClr val="3B6F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9438819" y="8363858"/>
              <a:ext cx="95724" cy="95724"/>
            </a:xfrm>
            <a:prstGeom prst="ellipse">
              <a:avLst/>
            </a:prstGeom>
            <a:solidFill>
              <a:srgbClr val="3B6FB6">
                <a:alpha val="100000"/>
              </a:srgbClr>
            </a:solidFill>
            <a:ln w="9000" cap="rnd">
              <a:solidFill>
                <a:srgbClr val="3B6F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8357854" y="7116189"/>
              <a:ext cx="95724" cy="95724"/>
            </a:xfrm>
            <a:prstGeom prst="ellipse">
              <a:avLst/>
            </a:prstGeom>
            <a:solidFill>
              <a:srgbClr val="3B6FB6">
                <a:alpha val="100000"/>
              </a:srgbClr>
            </a:solidFill>
            <a:ln w="9000" cap="rnd">
              <a:solidFill>
                <a:srgbClr val="3B6F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7276890" y="6670103"/>
              <a:ext cx="95724" cy="95724"/>
            </a:xfrm>
            <a:prstGeom prst="ellipse">
              <a:avLst/>
            </a:prstGeom>
            <a:solidFill>
              <a:srgbClr val="3B6FB6">
                <a:alpha val="100000"/>
              </a:srgbClr>
            </a:solidFill>
            <a:ln w="9000" cap="rnd">
              <a:solidFill>
                <a:srgbClr val="3B6F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6676174" y="5734385"/>
              <a:ext cx="0" cy="3345707"/>
            </a:xfrm>
            <a:custGeom>
              <a:avLst/>
              <a:pathLst>
                <a:path w="0" h="3345707">
                  <a:moveTo>
                    <a:pt x="0" y="3345707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tx160"/>
            <p:cNvSpPr/>
            <p:nvPr/>
          </p:nvSpPr>
          <p:spPr>
            <a:xfrm>
              <a:off x="6396027" y="902474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6396027" y="8321040"/>
              <a:ext cx="217517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6396027" y="7617393"/>
              <a:ext cx="217517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6396027" y="691380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6396027" y="621015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0.45</a:t>
              </a:r>
            </a:p>
          </p:txBody>
        </p:sp>
        <p:sp>
          <p:nvSpPr>
            <p:cNvPr id="165" name="pl165"/>
            <p:cNvSpPr/>
            <p:nvPr/>
          </p:nvSpPr>
          <p:spPr>
            <a:xfrm>
              <a:off x="6641379" y="90664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6641379" y="83627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6641379" y="76591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6641379" y="69554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6641379" y="62518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6676174" y="9080092"/>
              <a:ext cx="3459084" cy="0"/>
            </a:xfrm>
            <a:custGeom>
              <a:avLst/>
              <a:pathLst>
                <a:path w="3459084" h="0">
                  <a:moveTo>
                    <a:pt x="0" y="0"/>
                  </a:moveTo>
                  <a:lnTo>
                    <a:pt x="3459084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7324752" y="90800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405716" y="90800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9486681" y="90800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tx174"/>
            <p:cNvSpPr/>
            <p:nvPr/>
          </p:nvSpPr>
          <p:spPr>
            <a:xfrm rot="-1200000">
              <a:off x="6768221" y="9217334"/>
              <a:ext cx="583793" cy="1035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Full migrant</a:t>
              </a:r>
            </a:p>
          </p:txBody>
        </p:sp>
        <p:sp>
          <p:nvSpPr>
            <p:cNvPr id="175" name="tx175"/>
            <p:cNvSpPr/>
            <p:nvPr/>
          </p:nvSpPr>
          <p:spPr>
            <a:xfrm rot="-1200000">
              <a:off x="7716609" y="9240711"/>
              <a:ext cx="720491" cy="1035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Partial migrant</a:t>
              </a:r>
            </a:p>
          </p:txBody>
        </p:sp>
        <p:sp>
          <p:nvSpPr>
            <p:cNvPr id="176" name="tx176"/>
            <p:cNvSpPr/>
            <p:nvPr/>
          </p:nvSpPr>
          <p:spPr>
            <a:xfrm rot="-1200000">
              <a:off x="8478044" y="9295688"/>
              <a:ext cx="1049714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Resident/low mobility</a:t>
              </a:r>
            </a:p>
          </p:txBody>
        </p:sp>
        <p:sp>
          <p:nvSpPr>
            <p:cNvPr id="177" name="tx177"/>
            <p:cNvSpPr/>
            <p:nvPr/>
          </p:nvSpPr>
          <p:spPr>
            <a:xfrm rot="-5400000">
              <a:off x="5572384" y="7342539"/>
              <a:ext cx="1389496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6138740" y="5607472"/>
              <a:ext cx="93091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79" name="rc179"/>
            <p:cNvSpPr/>
            <p:nvPr/>
          </p:nvSpPr>
          <p:spPr>
            <a:xfrm>
              <a:off x="10803536" y="5734385"/>
              <a:ext cx="3459084" cy="3345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11376447" y="7095540"/>
              <a:ext cx="151334" cy="0"/>
            </a:xfrm>
            <a:custGeom>
              <a:avLst/>
              <a:pathLst>
                <a:path w="151334" h="0">
                  <a:moveTo>
                    <a:pt x="0" y="0"/>
                  </a:moveTo>
                  <a:lnTo>
                    <a:pt x="151334" y="0"/>
                  </a:lnTo>
                </a:path>
              </a:pathLst>
            </a:custGeom>
            <a:ln w="23036" cap="flat">
              <a:solidFill>
                <a:srgbClr val="8C2D0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11452115" y="7095540"/>
              <a:ext cx="0" cy="1022104"/>
            </a:xfrm>
            <a:custGeom>
              <a:avLst/>
              <a:pathLst>
                <a:path w="0" h="1022104">
                  <a:moveTo>
                    <a:pt x="0" y="0"/>
                  </a:moveTo>
                  <a:lnTo>
                    <a:pt x="0" y="1022104"/>
                  </a:lnTo>
                </a:path>
              </a:pathLst>
            </a:custGeom>
            <a:ln w="23036" cap="flat">
              <a:solidFill>
                <a:srgbClr val="8C2D0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11376447" y="8117645"/>
              <a:ext cx="151334" cy="0"/>
            </a:xfrm>
            <a:custGeom>
              <a:avLst/>
              <a:pathLst>
                <a:path w="151334" h="0">
                  <a:moveTo>
                    <a:pt x="0" y="0"/>
                  </a:moveTo>
                  <a:lnTo>
                    <a:pt x="151334" y="0"/>
                  </a:lnTo>
                </a:path>
              </a:pathLst>
            </a:custGeom>
            <a:ln w="23036" cap="flat">
              <a:solidFill>
                <a:srgbClr val="8C2D0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12457411" y="5886462"/>
              <a:ext cx="151334" cy="0"/>
            </a:xfrm>
            <a:custGeom>
              <a:avLst/>
              <a:pathLst>
                <a:path w="151334" h="0">
                  <a:moveTo>
                    <a:pt x="0" y="0"/>
                  </a:moveTo>
                  <a:lnTo>
                    <a:pt x="151334" y="0"/>
                  </a:lnTo>
                </a:path>
              </a:pathLst>
            </a:custGeom>
            <a:ln w="23036" cap="flat">
              <a:solidFill>
                <a:srgbClr val="8C2D0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12533079" y="5886462"/>
              <a:ext cx="0" cy="2875320"/>
            </a:xfrm>
            <a:custGeom>
              <a:avLst/>
              <a:pathLst>
                <a:path w="0" h="2875320">
                  <a:moveTo>
                    <a:pt x="0" y="0"/>
                  </a:moveTo>
                  <a:lnTo>
                    <a:pt x="0" y="2875320"/>
                  </a:lnTo>
                </a:path>
              </a:pathLst>
            </a:custGeom>
            <a:ln w="23036" cap="flat">
              <a:solidFill>
                <a:srgbClr val="8C2D0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12457411" y="8761783"/>
              <a:ext cx="151334" cy="0"/>
            </a:xfrm>
            <a:custGeom>
              <a:avLst/>
              <a:pathLst>
                <a:path w="151334" h="0">
                  <a:moveTo>
                    <a:pt x="0" y="0"/>
                  </a:moveTo>
                  <a:lnTo>
                    <a:pt x="151334" y="0"/>
                  </a:lnTo>
                </a:path>
              </a:pathLst>
            </a:custGeom>
            <a:ln w="23036" cap="flat">
              <a:solidFill>
                <a:srgbClr val="8C2D0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13538376" y="6510419"/>
              <a:ext cx="151334" cy="0"/>
            </a:xfrm>
            <a:custGeom>
              <a:avLst/>
              <a:pathLst>
                <a:path w="151334" h="0">
                  <a:moveTo>
                    <a:pt x="0" y="0"/>
                  </a:moveTo>
                  <a:lnTo>
                    <a:pt x="151334" y="0"/>
                  </a:lnTo>
                </a:path>
              </a:pathLst>
            </a:custGeom>
            <a:ln w="23036" cap="flat">
              <a:solidFill>
                <a:srgbClr val="8C2D0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13614043" y="6510419"/>
              <a:ext cx="0" cy="2417595"/>
            </a:xfrm>
            <a:custGeom>
              <a:avLst/>
              <a:pathLst>
                <a:path w="0" h="2417595">
                  <a:moveTo>
                    <a:pt x="0" y="0"/>
                  </a:moveTo>
                  <a:lnTo>
                    <a:pt x="0" y="2417595"/>
                  </a:lnTo>
                </a:path>
              </a:pathLst>
            </a:custGeom>
            <a:ln w="23036" cap="flat">
              <a:solidFill>
                <a:srgbClr val="8C2D0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13538376" y="8928015"/>
              <a:ext cx="151334" cy="0"/>
            </a:xfrm>
            <a:custGeom>
              <a:avLst/>
              <a:pathLst>
                <a:path w="151334" h="0">
                  <a:moveTo>
                    <a:pt x="0" y="0"/>
                  </a:moveTo>
                  <a:lnTo>
                    <a:pt x="151334" y="0"/>
                  </a:lnTo>
                </a:path>
              </a:pathLst>
            </a:custGeom>
            <a:ln w="23036" cap="flat">
              <a:solidFill>
                <a:srgbClr val="8C2D0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11404253" y="7577698"/>
              <a:ext cx="95724" cy="95724"/>
            </a:xfrm>
            <a:prstGeom prst="ellipse">
              <a:avLst/>
            </a:prstGeom>
            <a:solidFill>
              <a:srgbClr val="8C2D04">
                <a:alpha val="100000"/>
              </a:srgbClr>
            </a:solidFill>
            <a:ln w="9000" cap="rnd">
              <a:solidFill>
                <a:srgbClr val="8C2D0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12485217" y="7413049"/>
              <a:ext cx="95724" cy="95724"/>
            </a:xfrm>
            <a:prstGeom prst="ellipse">
              <a:avLst/>
            </a:prstGeom>
            <a:solidFill>
              <a:srgbClr val="8C2D04">
                <a:alpha val="100000"/>
              </a:srgbClr>
            </a:solidFill>
            <a:ln w="9000" cap="rnd">
              <a:solidFill>
                <a:srgbClr val="8C2D0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3566181" y="7788481"/>
              <a:ext cx="95724" cy="95724"/>
            </a:xfrm>
            <a:prstGeom prst="ellipse">
              <a:avLst/>
            </a:prstGeom>
            <a:solidFill>
              <a:srgbClr val="8C2D04">
                <a:alpha val="100000"/>
              </a:srgbClr>
            </a:solidFill>
            <a:ln w="9000" cap="rnd">
              <a:solidFill>
                <a:srgbClr val="8C2D0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10803536" y="5734385"/>
              <a:ext cx="0" cy="3345707"/>
            </a:xfrm>
            <a:custGeom>
              <a:avLst/>
              <a:pathLst>
                <a:path w="0" h="3345707">
                  <a:moveTo>
                    <a:pt x="0" y="3345707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tx193"/>
            <p:cNvSpPr/>
            <p:nvPr/>
          </p:nvSpPr>
          <p:spPr>
            <a:xfrm>
              <a:off x="10523389" y="8878534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10523389" y="8207881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0523389" y="7537175"/>
              <a:ext cx="217517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0523389" y="6866523"/>
              <a:ext cx="217517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0523389" y="619592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198" name="pl198"/>
            <p:cNvSpPr/>
            <p:nvPr/>
          </p:nvSpPr>
          <p:spPr>
            <a:xfrm>
              <a:off x="10768742" y="89202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10768742" y="82495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10768742" y="75789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10768742" y="69082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10768742" y="62376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10803536" y="9080092"/>
              <a:ext cx="3459084" cy="0"/>
            </a:xfrm>
            <a:custGeom>
              <a:avLst/>
              <a:pathLst>
                <a:path w="3459084" h="0">
                  <a:moveTo>
                    <a:pt x="0" y="0"/>
                  </a:moveTo>
                  <a:lnTo>
                    <a:pt x="3459084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11452115" y="90800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12533079" y="90800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13614043" y="90800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tx207"/>
            <p:cNvSpPr/>
            <p:nvPr/>
          </p:nvSpPr>
          <p:spPr>
            <a:xfrm>
              <a:off x="11287531" y="9139994"/>
              <a:ext cx="32916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LC/NE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12458590" y="9142723"/>
              <a:ext cx="148976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NT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13231996" y="9139994"/>
              <a:ext cx="76409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Threatened/DD</a:t>
              </a:r>
            </a:p>
          </p:txBody>
        </p:sp>
        <p:sp>
          <p:nvSpPr>
            <p:cNvPr id="210" name="tx210"/>
            <p:cNvSpPr/>
            <p:nvPr/>
          </p:nvSpPr>
          <p:spPr>
            <a:xfrm rot="-5400000">
              <a:off x="9699747" y="7342539"/>
              <a:ext cx="1389496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10274437" y="5635749"/>
              <a:ext cx="84757" cy="82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2026-03-22T11:56:32Z</dcterms:modified>
</cp:coreProperties>
</file>