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1325721"/>
            <a:ext cx="11704320" cy="8046720"/>
            <a:chOff x="1691640" y="1325721"/>
            <a:chExt cx="11704320" cy="8046720"/>
          </a:xfrm>
        </p:grpSpPr>
        <p:sp>
          <p:nvSpPr>
            <p:cNvPr id="3" name="rc3"/>
            <p:cNvSpPr/>
            <p:nvPr/>
          </p:nvSpPr>
          <p:spPr>
            <a:xfrm>
              <a:off x="1691639" y="1325721"/>
              <a:ext cx="11704319" cy="8046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3395960" y="1325721"/>
              <a:ext cx="0" cy="8046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1395310"/>
              <a:ext cx="5456695" cy="41931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7217924" y="1395310"/>
              <a:ext cx="6108446" cy="41931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023900" y="2082177"/>
              <a:ext cx="4127598" cy="31245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2149" y="2082177"/>
              <a:ext cx="0" cy="3124565"/>
            </a:xfrm>
            <a:custGeom>
              <a:avLst/>
              <a:pathLst>
                <a:path w="0" h="3124565">
                  <a:moveTo>
                    <a:pt x="0" y="31245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6E6E6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4139079" y="2770685"/>
              <a:ext cx="84474" cy="8447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256592" y="4301471"/>
              <a:ext cx="84474" cy="8447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161288" y="2266723"/>
              <a:ext cx="84474" cy="8447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40651" y="4786534"/>
              <a:ext cx="84474" cy="8447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105501" y="3274647"/>
              <a:ext cx="84474" cy="8447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142283" y="2921874"/>
              <a:ext cx="84474" cy="84474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590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269752" y="3854204"/>
              <a:ext cx="84474" cy="84474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590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50977" y="2417912"/>
              <a:ext cx="84474" cy="84474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590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943884" y="4937723"/>
              <a:ext cx="84474" cy="84474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590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108760" y="3425836"/>
              <a:ext cx="84474" cy="84474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590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045462" y="2846280"/>
              <a:ext cx="84474" cy="84474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590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04607" y="4414862"/>
              <a:ext cx="84474" cy="84474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590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106576" y="2342317"/>
              <a:ext cx="84474" cy="84474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590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940030" y="4862128"/>
              <a:ext cx="84474" cy="84474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590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139249" y="3350242"/>
              <a:ext cx="84474" cy="84474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590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63869" y="2801163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8764" y="2812922"/>
              <a:ext cx="165105" cy="0"/>
            </a:xfrm>
            <a:custGeom>
              <a:avLst/>
              <a:pathLst>
                <a:path w="165105" h="0">
                  <a:moveTo>
                    <a:pt x="165105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98764" y="2801163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415584" y="4326069"/>
              <a:ext cx="0" cy="35277"/>
            </a:xfrm>
            <a:custGeom>
              <a:avLst/>
              <a:pathLst>
                <a:path w="0" h="35277">
                  <a:moveTo>
                    <a:pt x="0" y="35277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182074" y="4343708"/>
              <a:ext cx="233510" cy="0"/>
            </a:xfrm>
            <a:custGeom>
              <a:avLst/>
              <a:pathLst>
                <a:path w="233510" h="0">
                  <a:moveTo>
                    <a:pt x="233510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82074" y="4326069"/>
              <a:ext cx="0" cy="35277"/>
            </a:xfrm>
            <a:custGeom>
              <a:avLst/>
              <a:pathLst>
                <a:path w="0" h="35277">
                  <a:moveTo>
                    <a:pt x="0" y="35277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25256" y="2297201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1794" y="2308960"/>
              <a:ext cx="243462" cy="0"/>
            </a:xfrm>
            <a:custGeom>
              <a:avLst/>
              <a:pathLst>
                <a:path w="243462" h="0">
                  <a:moveTo>
                    <a:pt x="243462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81794" y="2297201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56884" y="4817012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08892" y="4828771"/>
              <a:ext cx="147992" cy="0"/>
            </a:xfrm>
            <a:custGeom>
              <a:avLst/>
              <a:pathLst>
                <a:path w="147992" h="0">
                  <a:moveTo>
                    <a:pt x="147992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08892" y="4817012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22309" y="3305126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3168" y="3316885"/>
              <a:ext cx="149141" cy="0"/>
            </a:xfrm>
            <a:custGeom>
              <a:avLst/>
              <a:pathLst>
                <a:path w="149141" h="0">
                  <a:moveTo>
                    <a:pt x="149141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073168" y="3305126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265601" y="2952352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103440" y="2964111"/>
              <a:ext cx="162161" cy="0"/>
            </a:xfrm>
            <a:custGeom>
              <a:avLst/>
              <a:pathLst>
                <a:path w="162161" h="0">
                  <a:moveTo>
                    <a:pt x="162161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103440" y="2952352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428417" y="3861164"/>
              <a:ext cx="0" cy="70554"/>
            </a:xfrm>
            <a:custGeom>
              <a:avLst/>
              <a:pathLst>
                <a:path w="0" h="70554">
                  <a:moveTo>
                    <a:pt x="0" y="70554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195562" y="3896441"/>
              <a:ext cx="232854" cy="0"/>
            </a:xfrm>
            <a:custGeom>
              <a:avLst/>
              <a:pathLst>
                <a:path w="232854" h="0">
                  <a:moveTo>
                    <a:pt x="232854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95562" y="3861164"/>
              <a:ext cx="0" cy="70554"/>
            </a:xfrm>
            <a:custGeom>
              <a:avLst/>
              <a:pathLst>
                <a:path w="0" h="70554">
                  <a:moveTo>
                    <a:pt x="0" y="70554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313721" y="2448390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072708" y="2460149"/>
              <a:ext cx="241013" cy="0"/>
            </a:xfrm>
            <a:custGeom>
              <a:avLst/>
              <a:pathLst>
                <a:path w="241013" h="0">
                  <a:moveTo>
                    <a:pt x="241013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072708" y="2448390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058890" y="4968201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913352" y="4979960"/>
              <a:ext cx="145538" cy="0"/>
            </a:xfrm>
            <a:custGeom>
              <a:avLst/>
              <a:pathLst>
                <a:path w="145538" h="0">
                  <a:moveTo>
                    <a:pt x="145538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913352" y="4968201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24552" y="3456314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077442" y="3468073"/>
              <a:ext cx="147109" cy="0"/>
            </a:xfrm>
            <a:custGeom>
              <a:avLst/>
              <a:pathLst>
                <a:path w="147109" h="0">
                  <a:moveTo>
                    <a:pt x="147109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077442" y="3456314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963880" y="2876758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211518" y="2888517"/>
              <a:ext cx="3752361" cy="0"/>
            </a:xfrm>
            <a:custGeom>
              <a:avLst/>
              <a:pathLst>
                <a:path w="3752361" h="0">
                  <a:moveTo>
                    <a:pt x="3752361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211518" y="2876758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447503" y="4439461"/>
              <a:ext cx="0" cy="35277"/>
            </a:xfrm>
            <a:custGeom>
              <a:avLst/>
              <a:pathLst>
                <a:path w="0" h="35277">
                  <a:moveTo>
                    <a:pt x="0" y="35277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246187" y="4457099"/>
              <a:ext cx="201316" cy="0"/>
            </a:xfrm>
            <a:custGeom>
              <a:avLst/>
              <a:pathLst>
                <a:path w="201316" h="0">
                  <a:moveTo>
                    <a:pt x="201316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46187" y="4439461"/>
              <a:ext cx="0" cy="35277"/>
            </a:xfrm>
            <a:custGeom>
              <a:avLst/>
              <a:pathLst>
                <a:path w="0" h="35277">
                  <a:moveTo>
                    <a:pt x="0" y="35277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254547" y="2372795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043080" y="2384555"/>
              <a:ext cx="211467" cy="0"/>
            </a:xfrm>
            <a:custGeom>
              <a:avLst/>
              <a:pathLst>
                <a:path w="211467" h="0">
                  <a:moveTo>
                    <a:pt x="211467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043080" y="2372795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050165" y="4892607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914369" y="4904366"/>
              <a:ext cx="135795" cy="0"/>
            </a:xfrm>
            <a:custGeom>
              <a:avLst/>
              <a:pathLst>
                <a:path w="135795" h="0">
                  <a:moveTo>
                    <a:pt x="135795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14369" y="4892607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245666" y="3380720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117308" y="3392479"/>
              <a:ext cx="128357" cy="0"/>
            </a:xfrm>
            <a:custGeom>
              <a:avLst/>
              <a:pathLst>
                <a:path w="128357" h="0">
                  <a:moveTo>
                    <a:pt x="128357" y="0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117308" y="3380720"/>
              <a:ext cx="0" cy="23518"/>
            </a:xfrm>
            <a:custGeom>
              <a:avLst/>
              <a:pathLst>
                <a:path w="0" h="23518">
                  <a:moveTo>
                    <a:pt x="0" y="23518"/>
                  </a:moveTo>
                  <a:lnTo>
                    <a:pt x="0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023900" y="2082177"/>
              <a:ext cx="0" cy="3124565"/>
            </a:xfrm>
            <a:custGeom>
              <a:avLst/>
              <a:pathLst>
                <a:path w="0" h="3124565">
                  <a:moveTo>
                    <a:pt x="0" y="3124565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2738776" y="4864934"/>
              <a:ext cx="225340" cy="77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Area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991808" y="4338469"/>
              <a:ext cx="972309" cy="10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survey effort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098488" y="3855655"/>
              <a:ext cx="865629" cy="789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user effort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949979" y="3331846"/>
              <a:ext cx="1014137" cy="98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908880" y="2826582"/>
              <a:ext cx="1055236" cy="10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Historical survey effort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222982" y="2323870"/>
              <a:ext cx="741134" cy="98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76" name="pl76"/>
            <p:cNvSpPr/>
            <p:nvPr/>
          </p:nvSpPr>
          <p:spPr>
            <a:xfrm>
              <a:off x="2990687" y="490436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990687" y="4400403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990687" y="3896441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990687" y="3392479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2990687" y="2888517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2990687" y="2384555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023900" y="5206743"/>
              <a:ext cx="4127598" cy="0"/>
            </a:xfrm>
            <a:custGeom>
              <a:avLst/>
              <a:pathLst>
                <a:path w="4127598" h="0">
                  <a:moveTo>
                    <a:pt x="0" y="0"/>
                  </a:moveTo>
                  <a:lnTo>
                    <a:pt x="4127598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162149" y="5206743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683714" y="5206743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>
              <a:off x="4132484" y="5264912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5654049" y="5266266"/>
              <a:ext cx="59330" cy="766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454124" y="5395298"/>
              <a:ext cx="1267150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Coefficient estimate</a:t>
              </a:r>
            </a:p>
          </p:txBody>
        </p:sp>
        <p:sp>
          <p:nvSpPr>
            <p:cNvPr id="88" name="pt88"/>
            <p:cNvSpPr/>
            <p:nvPr/>
          </p:nvSpPr>
          <p:spPr>
            <a:xfrm>
              <a:off x="3278492" y="1730934"/>
              <a:ext cx="84474" cy="84474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590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32947" y="177317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032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50615" y="1730934"/>
              <a:ext cx="84474" cy="84474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590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4605070" y="177317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0325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791615" y="1730934"/>
              <a:ext cx="84474" cy="8447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5746070" y="177317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0325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4"/>
            <p:cNvSpPr/>
            <p:nvPr/>
          </p:nvSpPr>
          <p:spPr>
            <a:xfrm>
              <a:off x="3496883" y="1732437"/>
              <a:ext cx="1019814" cy="789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Alternative user-effort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4869006" y="1732437"/>
              <a:ext cx="788692" cy="789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Influence-filtered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010006" y="1711237"/>
              <a:ext cx="954390" cy="10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Primary report-effort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1827654" y="1502492"/>
              <a:ext cx="81226" cy="79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8" name="rc98"/>
            <p:cNvSpPr/>
            <p:nvPr/>
          </p:nvSpPr>
          <p:spPr>
            <a:xfrm>
              <a:off x="9129183" y="2082177"/>
              <a:ext cx="4127598" cy="31245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9316801" y="3012108"/>
              <a:ext cx="837544" cy="52076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  <a:ln w="12934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9316801" y="3756052"/>
              <a:ext cx="823991" cy="52076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  <a:ln w="12934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9316801" y="4499996"/>
              <a:ext cx="652483" cy="52076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  <a:ln w="12934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9316801" y="2268163"/>
              <a:ext cx="3752361" cy="520760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  <a:ln w="12934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9129183" y="2082177"/>
              <a:ext cx="0" cy="3124565"/>
            </a:xfrm>
            <a:custGeom>
              <a:avLst/>
              <a:pathLst>
                <a:path w="0" h="3124565">
                  <a:moveTo>
                    <a:pt x="0" y="3124565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tx104"/>
            <p:cNvSpPr/>
            <p:nvPr/>
          </p:nvSpPr>
          <p:spPr>
            <a:xfrm>
              <a:off x="7373563" y="4699692"/>
              <a:ext cx="1695836" cy="98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Influence-filtered report-effort model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729389" y="3975698"/>
              <a:ext cx="1340011" cy="789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Alternative user-effort model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794814" y="3210553"/>
              <a:ext cx="1274586" cy="10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Primary report-effort model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646305" y="2466609"/>
              <a:ext cx="1423094" cy="10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Count-based sensitivity model</a:t>
              </a:r>
            </a:p>
          </p:txBody>
        </p:sp>
        <p:sp>
          <p:nvSpPr>
            <p:cNvPr id="108" name="pl108"/>
            <p:cNvSpPr/>
            <p:nvPr/>
          </p:nvSpPr>
          <p:spPr>
            <a:xfrm>
              <a:off x="9095970" y="476037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9095970" y="4016432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9095970" y="3272488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9095970" y="252854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9129183" y="5206743"/>
              <a:ext cx="4127598" cy="0"/>
            </a:xfrm>
            <a:custGeom>
              <a:avLst/>
              <a:pathLst>
                <a:path w="4127598" h="0">
                  <a:moveTo>
                    <a:pt x="0" y="0"/>
                  </a:moveTo>
                  <a:lnTo>
                    <a:pt x="4127598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9316801" y="5206743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0543213" y="5206743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769624" y="5206743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996036" y="5206743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9287136" y="5264912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0454217" y="5264912"/>
              <a:ext cx="17799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1680629" y="5264912"/>
              <a:ext cx="17799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2907041" y="5264859"/>
              <a:ext cx="177990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078157" y="5395298"/>
              <a:ext cx="22965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AIC</a:t>
              </a:r>
            </a:p>
          </p:txBody>
        </p:sp>
        <p:sp>
          <p:nvSpPr>
            <p:cNvPr id="122" name="rc122"/>
            <p:cNvSpPr/>
            <p:nvPr/>
          </p:nvSpPr>
          <p:spPr>
            <a:xfrm>
              <a:off x="10144235" y="1672034"/>
              <a:ext cx="202274" cy="202274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  <a:ln w="12934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1125059" y="1672034"/>
              <a:ext cx="202274" cy="202274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  <a:ln w="12934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tx124"/>
            <p:cNvSpPr/>
            <p:nvPr/>
          </p:nvSpPr>
          <p:spPr>
            <a:xfrm>
              <a:off x="10421526" y="1732385"/>
              <a:ext cx="628516" cy="789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Gaussian LM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1402350" y="1712539"/>
              <a:ext cx="847970" cy="98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Negative binomial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284350" y="1475392"/>
              <a:ext cx="89213" cy="1062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27" name="rc127"/>
            <p:cNvSpPr/>
            <p:nvPr/>
          </p:nvSpPr>
          <p:spPr>
            <a:xfrm>
              <a:off x="8138759" y="5588498"/>
              <a:ext cx="5187611" cy="3714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1761229" y="5588498"/>
              <a:ext cx="6377530" cy="3714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023900" y="5793368"/>
              <a:ext cx="5048433" cy="31245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53374" y="6134230"/>
              <a:ext cx="4589484" cy="1022585"/>
            </a:xfrm>
            <a:prstGeom prst="rect">
              <a:avLst/>
            </a:prstGeom>
            <a:solidFill>
              <a:srgbClr val="E34A3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253374" y="7554487"/>
              <a:ext cx="11469" cy="1022585"/>
            </a:xfrm>
            <a:prstGeom prst="rect">
              <a:avLst/>
            </a:prstGeom>
            <a:solidFill>
              <a:srgbClr val="E34A3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257989" y="5793368"/>
              <a:ext cx="0" cy="3124565"/>
            </a:xfrm>
            <a:custGeom>
              <a:avLst/>
              <a:pathLst>
                <a:path w="0" h="3124565">
                  <a:moveTo>
                    <a:pt x="0" y="31245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934" cap="flat">
              <a:solidFill>
                <a:srgbClr val="33333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023900" y="5793368"/>
              <a:ext cx="0" cy="3124565"/>
            </a:xfrm>
            <a:custGeom>
              <a:avLst/>
              <a:pathLst>
                <a:path w="0" h="3124565">
                  <a:moveTo>
                    <a:pt x="0" y="3124565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2649859" y="8005147"/>
              <a:ext cx="314258" cy="98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Tianjin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596414" y="6584890"/>
              <a:ext cx="367702" cy="98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Jiangsu</a:t>
              </a:r>
            </a:p>
          </p:txBody>
        </p:sp>
        <p:sp>
          <p:nvSpPr>
            <p:cNvPr id="136" name="pl136"/>
            <p:cNvSpPr/>
            <p:nvPr/>
          </p:nvSpPr>
          <p:spPr>
            <a:xfrm>
              <a:off x="2990687" y="8065780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2990687" y="6645523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3023900" y="8917934"/>
              <a:ext cx="5048433" cy="0"/>
            </a:xfrm>
            <a:custGeom>
              <a:avLst/>
              <a:pathLst>
                <a:path w="5048433" h="0">
                  <a:moveTo>
                    <a:pt x="0" y="0"/>
                  </a:moveTo>
                  <a:lnTo>
                    <a:pt x="5048433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253374" y="8917934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041479" y="8917934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829584" y="8917934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tx142"/>
            <p:cNvSpPr/>
            <p:nvPr/>
          </p:nvSpPr>
          <p:spPr>
            <a:xfrm>
              <a:off x="3223709" y="8976103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982149" y="8976103"/>
              <a:ext cx="1186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6740588" y="8976103"/>
              <a:ext cx="17799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039459" y="9106489"/>
              <a:ext cx="1017314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Cook's distance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827654" y="5698842"/>
              <a:ext cx="81226" cy="79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2026-03-22T11:56:54Z</dcterms:modified>
</cp:coreProperties>
</file>