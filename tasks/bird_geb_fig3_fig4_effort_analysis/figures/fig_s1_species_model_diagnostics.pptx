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371600" y="3245962"/>
            <a:ext cx="12344400" cy="4206240"/>
            <a:chOff x="1371600" y="3245962"/>
            <a:chExt cx="12344400" cy="4206240"/>
          </a:xfrm>
        </p:grpSpPr>
        <p:sp>
          <p:nvSpPr>
            <p:cNvPr id="3" name="rc3"/>
            <p:cNvSpPr/>
            <p:nvPr/>
          </p:nvSpPr>
          <p:spPr>
            <a:xfrm>
              <a:off x="1371600" y="3245961"/>
              <a:ext cx="1234440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371600" y="3245961"/>
              <a:ext cx="1234440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441189" y="3315550"/>
              <a:ext cx="4011039" cy="40670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452228" y="3315550"/>
              <a:ext cx="4011039" cy="40670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9463267" y="3315550"/>
              <a:ext cx="4183143" cy="40670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818984" y="3381976"/>
              <a:ext cx="3566817" cy="36188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785420" y="41757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4741058" y="66875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4779858" y="44099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4736058" y="66862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670822" y="43865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125477" y="39857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235565" y="42878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922746" y="64965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581307" y="66476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749442" y="41662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439091" y="43350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438572" y="66131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335894" y="36961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39245" y="43121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729336" y="43991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09485" y="61474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109370" y="61474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000639" y="63109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41989" y="63770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40576" y="66874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400549" y="66041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949389" y="63012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521308" y="64128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0983" y="41343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020727" y="42358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057301" y="67713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41023" y="42408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783601" y="66984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462722" y="64010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058569" y="446818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493134" y="43472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961871" y="42211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84643" y="41755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970019" y="61224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163002" y="61570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659927" y="38256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692166" y="66751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435824" y="62062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217002" y="42834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507391" y="41000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622493" y="38115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92108" y="41775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27028" y="36484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059552" y="67719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079098" y="39709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58205" y="61561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008033" y="39477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252711" y="63595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773838" y="41727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70074" y="61224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24582" y="39532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062085" y="67726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949835" y="44457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60460" y="67722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737658" y="66866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008152" y="612928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40961" y="66875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57191" y="63409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742114" y="66878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348671" y="43143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064967" y="44694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687004" y="41495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70614" y="42961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459903" y="4339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126488" y="4261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65068" y="66936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34147" y="64154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740285" y="44015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11592" y="66306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926481" y="44409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03569" y="42063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257327" y="40267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363484" y="40584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308474" y="40421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447002" y="40828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6056" y="67573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046498" y="42421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84222" y="43894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85623" y="43897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187673" y="42764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66243" y="40593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66518" y="40593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252712" y="40253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950306" y="44458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059724" y="67720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741261" y="66876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080204" y="63261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69741" y="64640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159850" y="42697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004569" y="67569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53240" y="67430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56228" y="43389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91084" y="66257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12104" y="42085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23131" y="63152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050787" y="35658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80126" y="63454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204758" y="61645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894227" y="44341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058900" y="67718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56624" y="67711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7247" y="66739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686976" y="66738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1166" y="61298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27494" y="61686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201547" y="61639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011616" y="61299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010953" y="61297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50924" y="67696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562122" y="37883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099375" y="61456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378846" y="63843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22299" y="65628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944905" y="65013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619406" y="66570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143151" y="61534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558293" y="43617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107638" y="61471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620122" y="64330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52518" y="63791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298536" y="63684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244723" y="63579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305340" y="63698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403637" y="63892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149014" y="36127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106915" y="61469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102292" y="35907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03944" y="61464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54673" y="41408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251142" y="63592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842120" y="41905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122970" y="63343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253671" y="63597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357065" y="63800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133981" y="63364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674883" y="66708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350751" y="4054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48950" y="67690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73809" y="41186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942492" y="67401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480194" y="43443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96355" y="44554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888705" y="44330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405339" y="63896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301203" y="40399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53450" y="67703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871206" y="67212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001632" y="44565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501052" y="62181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123405" y="63344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287660" y="36752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46599" y="40234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877242" y="44306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90577" y="39420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942511" y="67401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382049" y="63849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351093" y="63788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57697" y="63410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852220" y="41931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25903" y="42615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51531" y="61549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151191" y="39938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42898" y="67402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50164" y="44664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65006" y="41161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84222" y="42993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045782" y="39601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21942" y="41041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288270" y="43002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413623" y="40731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948682" y="44455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296789" y="43022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421059" y="40753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413442" y="40731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069791" y="42479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57709" y="64826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226026" y="40171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254901" y="40259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256450" y="40264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995856" y="63100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559758" y="41147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73347" y="62682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096364" y="65345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773116" y="62682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74150" y="62684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621169" y="64332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780106" y="66975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14040" y="63913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941506" y="67398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461306" y="40869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25046" y="41327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49521" y="64185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248052" y="63586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6051" y="63101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35246" y="66860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82111" y="43889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68232" y="66444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049726" y="67692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192304" y="44952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46280" y="43811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941153" y="44439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3036" y="44276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314324" y="43063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200971" y="42796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811044" y="67055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065739" y="63233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80171" y="63846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294017" y="63676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728898" y="41608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43638" y="42165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244901" y="63579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448709" y="43372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86506" y="68076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048057" y="44660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67003" y="63236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047075" y="67685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40945" y="42408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5052810" y="67701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598991" y="64286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053058" y="67701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227196" y="6354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725367" y="66835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052812" y="67701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981012" y="42259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26706" y="43322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27881" y="43324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194987" y="44957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112556" y="65381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144834" y="67958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655390" y="43831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615776" y="43744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057031" y="44678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002360" y="42312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10082" y="437322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056427" y="67711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80045" y="44100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054019" y="67704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119723" y="63337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5050652" y="67695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874808" y="41989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245903" y="63581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54626" y="67706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51157" y="67696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887965" y="44328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889817" y="67261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051513" y="67697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08819" y="40717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6141" y="41330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956423" y="42197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518162" y="37711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238274" y="61705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45031" y="64176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211259" y="40125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85267" y="43227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58040" y="63605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229880" y="36497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010242" y="44582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298013" y="40390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79844" y="40922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21419" y="37723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123039" y="63343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89285" y="61797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54316" y="61554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335139" y="61880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335819" y="61881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153394" y="36147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110573" y="61476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198569" y="61634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006293" y="61289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073222" y="63248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317324" y="61848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244981" y="61717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105331" y="61466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107589" y="61470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618779" y="381012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019824" y="39516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55418" y="67708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710432" y="64516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279162" y="63646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197318" y="61632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151874" y="61550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241101" y="36547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21790" y="61676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108419" y="61472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578637" y="41199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51770" y="39940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60738" y="64621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50871" y="37441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101265" y="61459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814418" y="38817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53114" y="61912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003578" y="42315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379418" y="43213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793087" y="41777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389610" y="40661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944482" y="63003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238958" y="36537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299856" y="40395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890192" y="67262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243631" y="63577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144585" y="61537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1347" y="63572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43147" y="63576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616868" y="41305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565179" y="62298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04949" y="61466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94487" y="61626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760418" y="38625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191760" y="61622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968455" y="3934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718700" y="62581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468597" y="62122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101532" y="61460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57385" y="43615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998431" y="67552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01052" y="64290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886112" y="67251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502589" y="66284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237445" y="42882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665275" y="62482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915294" y="39167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106003" y="61468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286330" y="61792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810938" y="6275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999306" y="67554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6462" y="42146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81487" y="66979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27444" y="65640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685468" y="66734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522044" y="64130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407535" y="40713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000692" y="67558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054552" y="67706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070072" y="63242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103138" y="61463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720613" y="62585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200050" y="61636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1962093" y="61210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108448" y="61472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198198" y="61633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108679" y="61472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455270" y="62098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223742" y="61679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006058" y="61289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153895" y="61554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53895" y="61554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2243658" y="61715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08769" y="61473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8623" y="62860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291922" y="61802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622650" y="38115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298390" y="63684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083142" y="67785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2294611" y="61807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249368" y="61725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14808" y="61483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249038" y="36582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226567" y="61684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72201" y="62311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246298" y="61720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37063" y="61883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155371" y="61556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110833" y="61476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245448" y="61718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159204" y="61563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143212" y="61534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59769" y="61564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156633" y="36162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576631" y="37939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227990" y="61687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339218" y="61887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10942" y="612978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669175" y="62489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206107" y="40110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110017" y="61475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610191" y="41286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10438" y="61476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963683" y="61213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78231" y="63257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375619" y="61953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27788" y="62230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51592" y="35662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13072" y="61480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68230" y="37098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204917" y="61645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115598" y="61485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115645" y="61485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249842" y="61726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340239" y="61889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201418" y="61639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247317" y="61722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010560" y="61297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84967" y="36293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967187" y="61219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113688" y="61481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557368" y="41140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50643" y="41927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523666" y="41046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69686" y="42478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5066803" y="67739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889490" y="4202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07157" y="42570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721165" y="41587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283866" y="36736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603600" y="41268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914385" y="39164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353221" y="40554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772149" y="64645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4461793" y="43401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769431" y="64639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865851" y="62855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3298037" y="63683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72958" y="37530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105916" y="35924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097421" y="39768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4567693" y="66442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739671" y="64577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284156" y="36737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510129" y="66302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243175" y="63576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009841" y="61295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897551" y="64911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239093" y="40211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290272" y="40366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400782" y="63886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549474" y="43598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949257" y="42179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343928" y="40527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237859" y="63566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992807" y="44546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291007" y="63670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1144" y="63670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645217" y="64381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144269" y="63384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90825" y="41233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552963" y="66406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90005" y="40366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3237189" y="63564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90160" y="63668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277758" y="36709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370823" y="37109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112425" y="39816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463619" y="37492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010069" y="63127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098134" y="61454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369814" y="3710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2277714" y="61776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099701" y="61456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188668" y="61616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4286804" y="65776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174646" y="42733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242850" y="63575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560781" y="64208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007850" y="42326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890238" y="42029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812146" y="38809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243472" y="63577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940871" y="62996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200595" y="63493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519135" y="64124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940777" y="62996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235775" y="61701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841425" y="41903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44778" y="61537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2101305" y="61459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283046" y="36732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445455" y="66147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5275" y="43454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276636" y="6575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563436" y="41157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472840" y="37530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276739" y="40325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102231" y="61461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372840" y="61948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4219212" y="42839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497942" y="43483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164363" y="42708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67477" y="621204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808549" y="38796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101347" y="61459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099292" y="61456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609310" y="38065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417748" y="37305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278522" y="61778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099292" y="61456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43735" y="61535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43115" y="36099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2146893" y="61541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1998079" y="61274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945196" y="65014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2376920" y="61956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709329" y="64514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706592" y="38429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659141" y="43839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142647" y="61533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560256" y="62289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465942" y="37502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011668" y="63130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560035" y="37875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2277485" y="6177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958061" y="39311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277523" y="36708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195706" y="61629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2195667" y="61629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3421758" y="63928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392250" y="63870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680720" y="66722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98762" y="640832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770932" y="64643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2996792" y="63102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212110" y="63516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243448" y="61715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279560" y="63647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765056" y="38641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150234" y="61547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105916" y="61467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8497" y="66178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850480" y="64811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2194493" y="61627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358510" y="61922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27741" y="39864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149841" y="63395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309850" y="63707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742374" y="64583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51188" y="36137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108681" y="61472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87547" y="63860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151418" y="61549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091045" y="61441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2143115" y="61534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43115" y="61534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63591" y="37492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906398" y="39136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232761" y="61695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421136" y="62036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600641" y="41260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276268" y="63641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707686" y="64510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149782" y="61546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147745" y="36121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231176" y="3650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07081" y="67045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240739" y="63571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240190" y="40214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940060" y="62995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662699" y="4384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988770" y="6308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451038" y="66161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092880" y="39753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505626" y="43500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937672" y="67388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07473" y="42325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239968" y="40214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020320" y="63147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040485" y="63185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165861" y="42712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454172" y="40848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551225" y="43602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045430" y="44654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641994" y="43802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882554" y="67242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228753" y="65643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943442" y="42164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991932" y="67534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239195" y="40211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22809" y="41591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772908" y="66956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53553" y="63992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194770" y="42781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187800" y="61614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100304" y="61457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098375" y="61454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99710" y="61456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325514" y="61863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960318" y="63033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167071" y="39988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38999" y="36537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2236953" y="61703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731271" y="41614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26824" y="61865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354964" y="40559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103094" y="35910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189527" y="36314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250169" y="63590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196965" y="63486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938365" y="67390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101494" y="61460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248490" y="63586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251598" y="63592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938796" y="62992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146991" y="36117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987835" y="63085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37531" y="62990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4276736" y="65753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237675" y="61704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375740" y="61953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787055" y="64676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817631" y="62765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2147487" y="61542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190310" y="61619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938542" y="62992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282285" y="61785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2988707" y="630872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2515619" y="37700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092554" y="63285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326199" y="36919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101972" y="35905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595420" y="41246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145260" y="61538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565442" y="66437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544605" y="64175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438813" y="63962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408730" y="40717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28769" y="44203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3356224" y="63798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3197444" y="63487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355127" y="63796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01135" y="35901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559813" y="64206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010043" y="42331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508033" y="64101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148546" y="39930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518738" y="37713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238765" y="61706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147205" y="63390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143954" y="63384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235199" y="61700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759470" y="38621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01520" y="61460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515963" y="37702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374037" y="37123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2939245" y="62993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6831" y="40081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2986356" y="63082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648511" y="41391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089286" y="63279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992601" y="4454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496793" y="43480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291833" y="63671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385146" y="66005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046173" y="44656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935438" y="39235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936663" y="62988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934606" y="62984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038232" y="63181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569695" y="41174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052853" y="65249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826568" y="44199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2193708" y="61625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4775771" y="66964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347223" y="63780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144518" y="39917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884769" y="67248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782775" y="64667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507568" y="41000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242941" y="63576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294040" y="63676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343450" y="43130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45591" y="43135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001693" y="42310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884531" y="67247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2147213" y="61542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041958" y="63188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237939" y="36533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965517" y="39336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105842" y="61467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150858" y="61548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2240563" y="36544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2105218" y="61466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616523" y="38092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106718" y="61469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219380" y="61671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194751" y="61627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103361" y="61463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147479" y="61542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2374797" y="37126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103066" y="6146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2147696" y="61542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147565" y="61542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190799" y="61620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236411" y="61702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2910851" y="62940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1956732" y="61200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818749" y="62767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103827" y="61464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2103827" y="61464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102523" y="61461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2419266" y="62032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2284879" y="61789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566004" y="62300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149250" y="61545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2150067" y="615472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104654" y="61465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103284" y="61463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2424633" y="62042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104998" y="61466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105405" y="61467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149002" y="61545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099177" y="61455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193566" y="63480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721365" y="41587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383992" y="66002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291572" y="63671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895872" y="64908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19834" y="63337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459700" y="40864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291419" y="63670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942136" y="65007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561425" y="62291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94245" y="63288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609988" y="38067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88097" y="63086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053614" y="65250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6114" y="66293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2988097" y="63086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293348" y="63674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883200" y="67243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110052" y="42577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219937" y="42841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046798" y="67684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143318" y="39913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4993942" y="44549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61730" y="39323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883161" y="67243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35419" y="61700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497836" y="66273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811081" y="62753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507292" y="41000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936989" y="67386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047218" y="67685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726710" y="66839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773126" y="44085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4552093" y="66404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236592" y="61702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773008" y="66957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099456" y="6145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120430" y="63338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300715" y="63689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991942" y="67534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917431" y="39174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3590543" y="642694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2988747" y="63087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196512" y="63485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240038" y="63570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989046" y="63087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066615" y="39669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252087" y="65696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999042" y="65131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3811982" y="64729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37745" y="62990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14214" y="37695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3300388" y="40397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234720" y="36518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2144463" y="36106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235500" y="61700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2989059" y="63087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118348" y="39834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422514" y="37324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662196" y="38264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759255" y="62656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3345546" y="40531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2961289" y="39322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044350" y="44652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777038" y="41735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143427" y="61535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512468" y="37688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238683" y="40210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605886" y="43722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997058" y="42299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44482" y="40528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612732" y="41293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3238556" y="40209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342648" y="63771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708564" y="38436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088355" y="39739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560565" y="37877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2232516" y="6169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4881215" y="67238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2988707" y="39413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611367" y="38072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452456" y="40843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4936617" y="44430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216479" y="61666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166891" y="63428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4607193" y="66539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239915" y="63570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3242045" y="63574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554561" y="43609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863234" y="38988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727227" y="64551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20536" y="43755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880445" y="44312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2757950" y="38616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4385485" y="66005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831549" y="41878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4716721" y="66813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345167" y="63776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334383" y="40498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2106376" y="61468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3944140" y="42166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236606" y="365272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406279" y="40710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888567" y="42024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3508534" y="64102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354680" y="40558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3834817" y="64777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615815" y="41302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240254" y="63570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888253" y="64891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3754472" y="64608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91462" y="67533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624594" y="64339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3723290" y="64543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896687" y="42045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3238881" y="63568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345007" y="63776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115467" y="39825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377871" y="63841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100415" y="61458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3300238" y="40396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4990784" y="67531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2986489" y="63083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279994" y="36719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099317" y="61456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613345" y="64316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755185" y="38606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3564639" y="41160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142840" y="61534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187017" y="61613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231352" y="61693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2186929" y="61613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2099542" y="35893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2144077" y="61536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236645" y="61702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2098597" y="61454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2098561" y="61454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370960" y="61945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4566829" y="66440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297038" y="63681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330983" y="63748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244799" y="40228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149625" y="6154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330988" y="61872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2148535" y="61544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3460418" y="40866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2234892" y="61699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2757347" y="62653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2934875" y="6298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370964" y="61945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2279678" y="61780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188656" y="61616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463535" y="62113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145278" y="361098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2188643" y="61616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955515" y="61198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09043" y="40718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711132" y="41560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709679" y="62564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2231920" y="36506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2186324" y="61612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08000" y="6237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3297848" y="40389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42520" y="39911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372288" y="37115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100675" y="61458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563203" y="62295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936028" y="39237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282873" y="36731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324841" y="40470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2144861" y="61537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610727" y="38070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166061" y="63426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325369" y="36916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2144119" y="61536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233353" y="61696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09988" y="62381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062580" y="63227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233468" y="61697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233579" y="61697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198844" y="40087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100729" y="61458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19807" y="37313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417095" y="37302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41164" y="63572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145161" y="63386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990594" y="63090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2990319" y="63090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3145292" y="63386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36467" y="61702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380078" y="40633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468495" y="37512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146038" y="36113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759378" y="64618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421604" y="62037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3040302" y="63185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3143809" y="63383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144062" y="63384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03005" y="61462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399202" y="61996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234681" y="61699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145689" y="36111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101972" y="61460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809162" y="62749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143708" y="61535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373112" y="61949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099980" y="61457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144238" y="61536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236288" y="4020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010373" y="63128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990026" y="67529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3450388" y="40837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41918" y="61532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186600" y="36300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3287905" y="63664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503591" y="40989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880555" y="44313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3037519" y="39574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191417" y="63475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088695" y="632778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043587" y="67675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775071" y="64651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42556" y="63771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1952659" y="61193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3829022" y="41871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1952426" y="61193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988209" y="67524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142208" y="61533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186115" y="36298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886381" y="42019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350676" y="40547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4879970" y="67235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5042231" y="44648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370095" y="37106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3342570" y="63771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05773" y="38786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880995" y="67238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343232" y="40525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89408" y="63666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2957649" y="39310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439827" y="43351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3830093" y="64767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3343034" y="63772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3558567" y="64204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933472" y="62982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3673907" y="41460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3511522" y="41011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148756" y="42671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350120" y="405454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2100797" y="61458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102210" y="61461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2190324" y="61619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101333" y="61459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2101277" y="35902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2757950" y="62654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399064" y="63883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844812" y="41912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407909" y="63901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2937908" y="39243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3248754" y="40240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3091055" y="63282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4219376" y="42840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3196606" y="63485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3461377" y="40869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2192826" y="61624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2237865" y="61705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2101915" y="61460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3680321" y="41477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3041386" y="63187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3359188" y="63804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4389836" y="43237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2146239" y="61540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2912264" y="39156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2614467" y="38084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2192468" y="61623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2146284" y="61540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2146563" y="61540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2760923" y="38626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4720206" y="43971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955527" y="61198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2962636" y="39326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2192547" y="61623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2912880" y="39158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2931690" y="62979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4603141" y="43716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4549652" y="43598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3289110" y="40363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2372079" y="61947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2099509" y="61456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2956807" y="39307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2230990" y="61692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2231957" y="61694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3036282" y="39570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2278502" y="36712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2099993" y="61457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2188033" y="6161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2233264" y="36512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3564862" y="64217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2932572" y="62981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4395820" y="66030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2960244" y="63033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3245421" y="63580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4060224" y="65265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2323233" y="36907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2188033" y="6161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2277758" y="61776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3034604" y="63174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4494363" y="43475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3327148" y="63741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954912" y="35177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2326391" y="61864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2144479" y="61537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2086431" y="61433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2372484" y="61948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2215073" y="61664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2560973" y="37878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2233225" y="61696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4228590" y="65642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2186600" y="61612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3009691" y="63127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2105884" y="61467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2942118" y="62999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4124729" y="42613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2194967" y="61627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959130" y="61205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3414374" y="40733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3725203" y="41598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4886327" y="44325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2149852" y="61546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2104229" y="61464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2287840" y="61795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2105405" y="61467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2968633" y="39347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3728577" y="416072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3709649" y="41556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4288849" y="43003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3303953" y="63695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2148118" y="36123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3947526" y="42174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4289480" y="43005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3239354" y="40212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2143115" y="61534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2099055" y="35891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2857726" y="62840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2104328" y="61465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2518701" y="62213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2194164" y="363354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2376748" y="61955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2143923" y="36103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2147524" y="61542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2102544" y="61461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2102757" y="61462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2912170" y="62942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2103445" y="35912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2102189" y="35906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2212332" y="61659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2099456" y="6145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1996002" y="61271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1953293" y="61194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2464295" y="62114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2217546" y="36441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2189489" y="61618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1955824" y="35182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2217546" y="61668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2236368" y="61702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2280272" y="36720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4660453" y="66672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2240297" y="61709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2195545" y="61628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4057461" y="42448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4833072" y="67112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3198859" y="40087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3097050" y="63293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3784645" y="64671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3360302" y="40575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4279397" y="42981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3837733" y="64784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2239339" y="61707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4996914" y="67548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3383322" y="406432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4887419" y="67255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3380408" y="63846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3457708" y="64000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3332863" y="40494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2105591" y="61467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2150314" y="61547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4942412" y="44442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2104498" y="61465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4996349" y="67546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5051193" y="67696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3244260" y="63578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3405267" y="40707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2665750" y="38278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4280550" y="42984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2104618" y="61465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2106385" y="35926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5053429" y="67702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3513557" y="64113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2378103" y="37140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2194945" y="61627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2941799" y="62998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2331872" y="36944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2106593" y="35927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2105863" y="61467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2236434" y="61702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2278515" y="61778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2465942" y="37502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2565478" y="62299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2188975" y="61617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2103445" y="35912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2419266" y="37311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2099827" y="61457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2144979" y="61538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2235469" y="61700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2371131" y="37110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2188907" y="61616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4826050" y="44198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3431837" y="63948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2099177" y="35892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2278384" y="61778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4685969" y="66736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3774692" y="64650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2010696" y="61297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4296048" y="43020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4897487" y="44348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4682121" y="43889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2996888" y="39440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2945661" y="39269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4632289" y="66602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335243" y="63757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4154844" y="42685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4626998" y="43769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2155328" y="61556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2108704" y="35937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366121" y="63818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605913" y="41275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3206545" y="40111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280533" y="40337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4890088" y="44333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3074147" y="63250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3298505" y="40391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888677" y="67258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2949797" y="63013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5059906" y="44684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4449797" y="43374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3376476" y="40623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2706972" y="62559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1967650" y="35243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4743869" y="66882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3726804" y="41602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3800096" y="41796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1967142" y="61219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3078973" y="63259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3252690" y="63595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3249790" y="63589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3252305" y="63594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2146711" y="36116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2105624" y="61467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2331524" y="36942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2194781" y="36338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2193643" y="61625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2103544" y="61463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2107083" y="61470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2105531" y="61467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2867714" y="39003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2666921" y="62485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2103688" y="61463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2193962" y="61626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277014" y="40326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2104743" y="61465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2666522" y="62485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2103573" y="61463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225892" y="63542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2105916" y="61467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2149294" y="61545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2105945" y="61468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2243221" y="61714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2669821" y="62491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2285017" y="61789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5048584" y="67689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2616609" y="62393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2006395" y="61289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2471350" y="62127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062277" y="39655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3602616" y="64294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2284559" y="36739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2221103" y="61674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2107471" y="61470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2106143" y="61468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2105907" y="61467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2278750" y="36713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3878656" y="41999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3717539" y="64531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3957853" y="42200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003163" y="44568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3766902" y="64634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2884923" y="62891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3138772" y="39899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296683" y="63681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3117137" y="63332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3812402" y="64730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3245219" y="63580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3241454" y="40218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442107" y="63969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443021" y="63971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518672" y="41032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254242" y="40257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3987299" y="42274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251977" y="63593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079674" y="63260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2995649" y="63100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2147188" y="61542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2359639" y="61924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2242985" y="61714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2219269" y="61671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2947256" y="63008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3633064" y="41349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101334" y="63302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361526" y="63809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5056591" y="44677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4682020" y="667262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2106248" y="61468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3123917" y="39852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2055884" y="61378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667696" y="64428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2293891" y="36780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341877" y="637702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068338" y="63238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3176743" y="40018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3199691" y="63491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2825469" y="3885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2385890" y="61972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4007488" y="42325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4006887" y="65148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2941936" y="62998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2221425" y="61675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071265" y="39684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245333" y="63580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3522047" y="41041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2424121" y="37331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3492479" y="64070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2974832" y="63060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2293055" y="618044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2338251" y="61886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3101087" y="63301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2198080" y="61633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3023401" y="39528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3287647" y="40358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3792021" y="41774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3738961" y="64576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2947437" y="63009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2435796" y="6206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4744977" y="66885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3003457" y="39462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3369462" y="63824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3157297" y="39957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2471993" y="62128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2148587" y="61544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2106426" y="35926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1818984" y="5476471"/>
              <a:ext cx="3566817" cy="0"/>
            </a:xfrm>
            <a:custGeom>
              <a:avLst/>
              <a:pathLst>
                <a:path w="3566817" h="0">
                  <a:moveTo>
                    <a:pt x="0" y="0"/>
                  </a:moveTo>
                  <a:lnTo>
                    <a:pt x="3566817" y="0"/>
                  </a:lnTo>
                  <a:lnTo>
                    <a:pt x="3566817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1818984" y="3381976"/>
              <a:ext cx="0" cy="3618881"/>
            </a:xfrm>
            <a:custGeom>
              <a:avLst/>
              <a:pathLst>
                <a:path w="0" h="3618881">
                  <a:moveTo>
                    <a:pt x="0" y="3618881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tx1269"/>
            <p:cNvSpPr/>
            <p:nvPr/>
          </p:nvSpPr>
          <p:spPr>
            <a:xfrm>
              <a:off x="1664345" y="6576800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270" name="tx1270"/>
            <p:cNvSpPr/>
            <p:nvPr/>
          </p:nvSpPr>
          <p:spPr>
            <a:xfrm>
              <a:off x="1699871" y="5436675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71" name="tx1271"/>
            <p:cNvSpPr/>
            <p:nvPr/>
          </p:nvSpPr>
          <p:spPr>
            <a:xfrm>
              <a:off x="1699871" y="4299154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272" name="pl1272"/>
            <p:cNvSpPr/>
            <p:nvPr/>
          </p:nvSpPr>
          <p:spPr>
            <a:xfrm>
              <a:off x="1785771" y="661529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1785771" y="5476471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1785771" y="4337648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1818984" y="7000857"/>
              <a:ext cx="3566817" cy="0"/>
            </a:xfrm>
            <a:custGeom>
              <a:avLst/>
              <a:pathLst>
                <a:path w="3566817" h="0">
                  <a:moveTo>
                    <a:pt x="0" y="0"/>
                  </a:moveTo>
                  <a:lnTo>
                    <a:pt x="3566817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2392965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3373635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354304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5334974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tx1280"/>
            <p:cNvSpPr/>
            <p:nvPr/>
          </p:nvSpPr>
          <p:spPr>
            <a:xfrm>
              <a:off x="2318815" y="7058974"/>
              <a:ext cx="148299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1281" name="tx1281"/>
            <p:cNvSpPr/>
            <p:nvPr/>
          </p:nvSpPr>
          <p:spPr>
            <a:xfrm>
              <a:off x="3299485" y="7059026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1282" name="tx1282"/>
            <p:cNvSpPr/>
            <p:nvPr/>
          </p:nvSpPr>
          <p:spPr>
            <a:xfrm>
              <a:off x="4280154" y="7059026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283" name="tx1283"/>
            <p:cNvSpPr/>
            <p:nvPr/>
          </p:nvSpPr>
          <p:spPr>
            <a:xfrm>
              <a:off x="5260824" y="7059026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1284" name="tx1284"/>
            <p:cNvSpPr/>
            <p:nvPr/>
          </p:nvSpPr>
          <p:spPr>
            <a:xfrm>
              <a:off x="3061603" y="7164605"/>
              <a:ext cx="1081580" cy="1235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Fitted probability</a:t>
              </a:r>
            </a:p>
          </p:txBody>
        </p:sp>
        <p:sp>
          <p:nvSpPr>
            <p:cNvPr id="1285" name="tx1285"/>
            <p:cNvSpPr/>
            <p:nvPr/>
          </p:nvSpPr>
          <p:spPr>
            <a:xfrm rot="-5400000">
              <a:off x="1017221" y="5142908"/>
              <a:ext cx="1074678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Pearson residual</a:t>
              </a:r>
            </a:p>
          </p:txBody>
        </p:sp>
        <p:sp>
          <p:nvSpPr>
            <p:cNvPr id="1286" name="rc1286"/>
            <p:cNvSpPr/>
            <p:nvPr/>
          </p:nvSpPr>
          <p:spPr>
            <a:xfrm>
              <a:off x="5830023" y="3381976"/>
              <a:ext cx="3566817" cy="36188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5966175" y="55989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6119366" y="55967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6195449" y="55933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6247535" y="55925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6287565" y="55922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6320273" y="55921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6348039" y="55921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6372232" y="55921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6393717" y="55920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6413073" y="55919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6430711" y="5591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6446931" y="55919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6461960" y="55918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6475974" y="55918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6489111" y="55918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6501483" y="5591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6513182" y="55917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6524284" y="55917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6534851" y="55917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6544938" y="55917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6554591" y="55917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6563848" y="55916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6572744" y="55916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6581309" y="55916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6589569" y="55916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6597548" y="55916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6605266" y="55915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6612741" y="55915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6619990" y="55915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6627027" y="55914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6633867" y="55914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6640521" y="55914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6647000" y="55912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6653314" y="55892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6659473" y="55891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6665485" y="55889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6671357" y="55888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6677097" y="55888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6682712" y="55887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6688207" y="55887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6693588" y="55884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6698860" y="55884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6704029" y="55884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6709099" y="55884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6714074" y="55883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6718958" y="55882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6723755" y="55864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6728469" y="55858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6733102" y="55858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6737657" y="55858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6742139" y="55858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6746549" y="55856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6750890" y="55856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6755165" y="55855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6759375" y="55830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6763524" y="5583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6767613" y="55830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6771644" y="55829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6775619" y="5582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6779539" y="55827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6783408" y="55827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6787225" y="55827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6790993" y="55827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6794714" y="55826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6798388" y="55826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6802017" y="55825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6805602" y="55825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6809145" y="55820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6812646" y="55800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6816107" y="55789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6819529" y="55786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6822913" y="55774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6826260" y="55773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6829571" y="55772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6832847" y="55770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6836088" y="55769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6839296" y="55769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6842471" y="55764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6845614" y="55754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6848727" y="55753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6851809" y="55752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6854861" y="55752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6857885" y="55752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6860880" y="55752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6863847" y="55752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6866788" y="55750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6869702" y="55749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6872590" y="55749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6875453" y="55744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6878291" y="55744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6881105" y="55739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6883895" y="55726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6886662" y="55724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6889406" y="55724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6892128" y="55723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6894827" y="55723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6897506" y="55721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6900163" y="55720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6902800" y="55717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6905417" y="55710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6908013" y="55695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6910591" y="55689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6913149" y="55682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6915688" y="55669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6918209" y="55662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6920712" y="55662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6923197" y="55661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6925665" y="55661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6928116" y="55654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6930549" y="55654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6932967" y="55633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6935368" y="55632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6937753" y="55630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6940122" y="5562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6942476" y="55626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6944814" y="55622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6947138" y="55606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6949447" y="55602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6951741" y="55599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6954022" y="55596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6956288" y="55576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6958540" y="55574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6960779" y="55568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6963004" y="55568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6965217" y="5556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6967416" y="55518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6969603" y="55513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6971777" y="55513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6973938" y="55501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6976088" y="55489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6978225" y="55489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6980351" y="55488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6982465" y="55486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6984567" y="55430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6986658" y="55422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6988738" y="55404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6990807" y="55401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6992865" y="55400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6994912" y="55377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6996948" y="55373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6998975" y="55347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7000990" y="55346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7002996" y="55345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7004992" y="55335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7006978" y="55323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7008954" y="55322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7010920" y="5531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7012877" y="55303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7014825" y="55299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7016763" y="55293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7018692" y="55292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7020613" y="55289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7022524" y="55280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7024426" y="55280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7026320" y="55268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7028205" y="55267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7030082" y="55266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7031951" y="55262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7033811" y="55262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7035663" y="55260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7037507" y="55260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7039343" y="55259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7041171" y="55259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7042991" y="55258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7044803" y="55255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7046608" y="55254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7048406" y="55252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7050196" y="55246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7051979" y="55244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7053754" y="55244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7055522" y="55238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7057283" y="55236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7059038" y="55233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7060785" y="55230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7062525" y="55229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7064259" y="55228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7065986" y="55209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7067706" y="55198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7069420" y="55187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7071127" y="55186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7072828" y="55185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7074522" y="55182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7076210" y="55176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7077892" y="55176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7079568" y="55175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7081238" y="55170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7082901" y="55158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7084559" y="55156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7086211" y="55155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7087857" y="55155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7089497" y="55150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7091132" y="55148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7092761" y="55148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7094384" y="55143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7096002" y="55137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7097614" y="55136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7099221" y="55135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7100822" y="55132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7102418" y="55130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7104009" y="55130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7105594" y="55125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7107175" y="55122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7108750" y="55107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7110320" y="55105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7111886" y="55103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7113446" y="55098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7115001" y="55097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7116552" y="55096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7118097" y="55092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7119638" y="55087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7121174" y="55083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7122706" y="55080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7124232" y="55079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7125755" y="55078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7127272" y="55077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7128785" y="55076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7130294" y="55073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7131798" y="55070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7133298" y="55068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7134793" y="55067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7136284" y="55067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7137771" y="55066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7139253" y="55065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7140731" y="55061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7142206" y="55060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7143676" y="55057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7145142" y="55056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7146603" y="55055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7148061" y="55055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7149515" y="550547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7150965" y="55053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7152411" y="55052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7153853" y="55050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7155291" y="55049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7156726" y="55049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7158156" y="55048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7159583" y="55048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7161006" y="55048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7162426" y="55048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7163842" y="55048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7165254" y="55048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7166663" y="55044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7168068" y="55042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7169469" y="55040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7170867" y="55032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7172262" y="55030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7173653" y="55029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7175040" y="55027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7176425" y="55026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7177806" y="55026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7179183" y="55026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7180557" y="55026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7181928" y="55025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7183296" y="55024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7184661" y="55024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7186022" y="55024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7187380" y="55023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7188735" y="550234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7190087" y="55023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7191435" y="55023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7192781" y="55023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7194124" y="55022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7195463" y="55022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7196800" y="55021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7198133" y="55017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7199464" y="55017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7200792" y="55015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7202117" y="55006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7203438" y="55004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7204757" y="55004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7206074" y="55004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7207387" y="55004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7208698" y="55003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7210005" y="55003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7211310" y="55003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7212613" y="55003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7213912" y="55002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7215209" y="55002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7216503" y="55001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7217795" y="55000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7219084" y="55000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7220370" y="5500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7221654" y="55000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7222935" y="55000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7224213" y="55000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7225489" y="55000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7226763" y="54999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7228034" y="54999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7229302" y="54999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7230569" y="54999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7231832" y="54999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7233093" y="54999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7234352" y="54999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7235609" y="5499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7236863" y="54998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7238114" y="54998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7239364" y="54998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7240611" y="54998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7241855" y="54997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7243098" y="54997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7244338" y="54996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7245576" y="54996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7246811" y="54991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7248045" y="54991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7249276" y="54984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7250505" y="54978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7251732" y="54978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7252957" y="54977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7254179" y="54976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7255400" y="54976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7256618" y="54976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7257834" y="54975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7259048" y="54974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7260260" y="54968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7261470" y="54961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7262678" y="54961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7263884" y="54957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7265088" y="54957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7266290" y="54953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7267490" y="54952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7268688" y="54951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7269884" y="54951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7271078" y="54950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7272270" y="54950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7273461" y="5495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7274649" y="54950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7275835" y="54945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7277020" y="54940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7278203" y="54940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7279383" y="54940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7280562" y="54939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7281740" y="54938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7282915" y="54938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7284089" y="54937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7285260" y="54929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7286431" y="54929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7287599" y="54927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7288765" y="54926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7289930" y="54925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7291093" y="54924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7292255" y="54923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7293414" y="54923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7294572" y="54919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7295728" y="54918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7296883" y="54918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7298036" y="5491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7299187" y="54916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7300337" y="54915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7301485" y="54914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7302631" y="54913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7303776" y="54912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7304920" y="54912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7306061" y="54910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7307201" y="54900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7308340" y="54900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7309477" y="54899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7310612" y="54899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7311746" y="54898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7312879" y="54896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7314010" y="54890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7315139" y="5488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7316267" y="54885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7317393" y="54884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7318518" y="54884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7319642" y="54884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7320764" y="54879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7321885" y="54877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7323004" y="54877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7324122" y="54877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7325238" y="54877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7326353" y="54874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7327467" y="54874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7328579" y="54874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7329690" y="54874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7330799" y="54874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7331908" y="54873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7333014" y="54873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7334120" y="54873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7335224" y="54873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7336327" y="54873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7337428" y="54872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7338529" y="54872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7339628" y="54867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7340725" y="54859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7341822" y="54859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7342917" y="54854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7344011" y="54854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7345103" y="54853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7346195" y="54853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7347285" y="54852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7348374" y="54850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7349462" y="54850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7350548" y="54850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7351634" y="54850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7352718" y="54850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7353801" y="54849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7354883" y="54849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7355963" y="54849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7357043" y="54849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7358121" y="54848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7359198" y="5484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7360274" y="54848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7361349" y="54847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7362423" y="54847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7363496" y="54846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7364567" y="54846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7365638" y="54845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7366707" y="54836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7367776" y="54835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7368843" y="54822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7369909" y="54814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7370974" y="54813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7372038" y="54809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7373102" y="54789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7374164" y="54789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7375225" y="54786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7376285" y="54785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7377343" y="54785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7378401" y="54767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7379458" y="54767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7380514" y="54767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7381569" y="54760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7382623" y="54759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7383676" y="54759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7384728" y="54741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7385779" y="54740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7386830" y="54735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7387879" y="54734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7388927" y="54715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7389974" y="54715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7391021" y="54714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7392066" y="54714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7393111" y="54713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7394154" y="54689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7395197" y="54685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7396239" y="54684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7397280" y="54666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7398320" y="54663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7399359" y="54663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7400398" y="54663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7401435" y="54662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7402472" y="54661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7403508" y="54661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7404542" y="54644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7405577" y="54640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7406610" y="54631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7407642" y="54616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7408674" y="54616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7409705" y="54615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7410735" y="54614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7411764" y="54612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7412792" y="54612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7413820" y="54608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7414847" y="54598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7415873" y="54598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7416898" y="54592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7417922" y="54591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7418946" y="54591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7419969" y="54590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7420991" y="54580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7422013" y="54573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7423034" y="54568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7424054" y="54568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7425073" y="5456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7426092" y="54568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7427109" y="54566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7428127" y="54566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7429143" y="54566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7430159" y="54566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7431174" y="54565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7432188" y="54565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7433202" y="54560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7434215" y="54559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7435227" y="54556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7436239" y="54550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7437250" y="54549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7438260" y="54549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7439270" y="54548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7440279" y="54547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7441287" y="54547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7442295" y="54545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7443302" y="54543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7444309" y="54543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7445314" y="54542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7446320" y="54538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7447324" y="54527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7448328" y="54526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7449332" y="54525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7450335" y="54524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7451337" y="54523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7452339" y="54522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7453340" y="54522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7454340" y="54522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7455340" y="54520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7456340" y="54519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7457339" y="54518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7458337" y="54518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7459335" y="54518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7460332" y="54518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7461328" y="54518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7462324" y="54518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7463320" y="54504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7464315" y="54504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7465310" y="54503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7466304" y="54502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7467297" y="54502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7468290" y="54501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7469283" y="54501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7470275" y="54501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7471266" y="54500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7472257" y="54500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7473248" y="54499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7474238" y="54498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7475227" y="5449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7476216" y="54498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7477205" y="54498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7478193" y="54498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7479181" y="54497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7480168" y="54497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7481155" y="54497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7482141" y="54497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7483127" y="54497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7484113" y="54497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7485098" y="54497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7486082" y="54497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7487067" y="54497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7488050" y="54496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7489034" y="54496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7490017" y="54496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7490999" y="54496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7491982" y="54496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7492963" y="54496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7493945" y="54495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7494926" y="54495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7495906" y="54495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7496887" y="54495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7497867" y="54495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7498846" y="54495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7499825" y="54494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7500804" y="54494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7501782" y="54493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7502760" y="54492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7503738" y="54492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7504716" y="54491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7505693" y="54490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7506669" y="54489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7507646" y="54489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7508622" y="54488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7509598" y="54488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7510573" y="54487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7511548" y="54487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7512523" y="54486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7513497" y="54485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7514472" y="54481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7515446" y="54481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7516419" y="54479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7517393" y="5447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7518366" y="54478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7519338" y="54478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7520311" y="54477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7521283" y="54477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7522255" y="54477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7523227" y="54476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7524198" y="54476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7525169" y="54476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7526140" y="54476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7527111" y="54476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7528081" y="54476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7529051" y="54476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7530021" y="54476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7530991" y="54475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7531961" y="54475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7532930" y="54475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7533899" y="54475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7534868" y="54475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7535836" y="54475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7536805" y="54474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7537773" y="54474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7538741" y="54473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7539709" y="54473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7540677" y="54473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7541644" y="54473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7542611" y="54473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7543578" y="54473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7544545" y="54473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7545512" y="54473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7546479" y="54472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7547445" y="54472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7548411" y="54472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7549377" y="54472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7550343" y="54472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7551309" y="54472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7552275" y="54471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7553240" y="54459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7554205" y="54458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7555171" y="54457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7556136" y="54457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7557101" y="54456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7558066" y="54455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7559030" y="54455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7559995" y="54455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7560959" y="54455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7561924" y="54454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7562888" y="54454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7563852" y="54453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7564817" y="54453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7565781" y="544534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7566744" y="54453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7567708" y="54453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7568672" y="54453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7569636" y="54453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7570599" y="54453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7571563" y="54452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7572527" y="54452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7573490" y="54452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7574453" y="54452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7575417" y="54452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7576380" y="54452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7577343" y="54452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7578306" y="54451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7579270" y="54451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7580233" y="54451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7581196" y="54451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7582159" y="54451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7583122" y="54451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7584085" y="54451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7585048" y="54451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7586011" y="54451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7586974" y="54450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7587937" y="54450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7588900" y="5445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7589863" y="54450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7590826" y="54450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7591789" y="54450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7592752" y="54450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7593715" y="54450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7594678" y="54450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7595642" y="54450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7596605" y="54450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7597568" y="54449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7598531" y="54449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7599494" y="54449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7600458" y="54449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7601421" y="54449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7602385" y="54449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7603348" y="54449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7604312" y="54449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7605275" y="54449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7606239" y="54449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7607203" y="54435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7608167" y="54435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7609131" y="54435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7610095" y="54434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7611059" y="54434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7612023" y="54433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7612987" y="54433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7613952" y="54432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7614916" y="54432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7615881" y="54432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7616846" y="54432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7617810" y="54432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7618775" y="54432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7619740" y="54432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7620706" y="54431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7621671" y="54431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7622637" y="54431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7623602" y="54431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7624568" y="54431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7625534" y="54431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7626500" y="54431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7627466" y="54431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7628433" y="54430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7629399" y="54430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7630366" y="54430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7631333" y="54430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7632300" y="54430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7633267" y="54430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7634235" y="54430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7635202" y="54430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7636170" y="54430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7637138" y="54430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7638106" y="54430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7639075" y="54430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7640043" y="54430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7641012" y="54430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7641981" y="54430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7642950" y="54430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7643920" y="54430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7644890" y="54430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7645860" y="54430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7646830" y="54430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7647800" y="54429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7648771" y="54429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7649742" y="54429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7650713" y="54429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7651684" y="54429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7652656" y="54429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7653628" y="54429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7654600" y="54429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7655573" y="54429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7656546" y="54429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7657519" y="54429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7658492" y="54429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7659466" y="54429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7660439" y="54429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7661414" y="54429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7662388" y="54429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7663363" y="54429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7664338" y="54428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7665314" y="54428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7666289" y="54428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7667265" y="54428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7668242" y="54428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7669218" y="54428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7670196" y="54428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7671173" y="54428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7672151" y="54428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7673129" y="54428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7674107" y="54428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7675086" y="54428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7676065" y="54428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7677045" y="54428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7678025" y="54427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7679005" y="54427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7679985" y="54427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7680966" y="54427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7681948" y="54427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7682930" y="54427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7683912" y="54427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7684894" y="54427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7685877" y="54427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7686861" y="54427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7687845" y="54427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7688829" y="54427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7689813" y="54427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7690799" y="54427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7691784" y="54427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7692770" y="54427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7693756" y="54427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7694743" y="54427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7695730" y="54426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7696718" y="54426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7697706" y="54426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7698695" y="54426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7699684" y="54422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7700674" y="54420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7701664" y="54404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7702654" y="54381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7703645" y="54381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7704637" y="54381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7705629" y="54381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7706621" y="54381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7707614" y="54381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7708608" y="54380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7709602" y="54380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7710596" y="54379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7711591" y="54379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7712587" y="54378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7713583" y="54374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7714579" y="54373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7715577" y="54360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7716574" y="54360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7717573" y="54358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7718571" y="54358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7719571" y="54356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7720571" y="54356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7721571" y="54354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7722572" y="54353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7723574" y="54352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7724576" y="54352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7725579" y="54351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7726583" y="54351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7727587" y="54351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7728591" y="49065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7729597" y="49064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7730603" y="49001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7731609" y="48999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7732616" y="48998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7733624" y="48997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7734632" y="48997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7735641" y="48994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7736651" y="48993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7737661" y="48992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7738672" y="48992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7739684" y="48991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7740696" y="48990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7741709" y="48974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7742723" y="48971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7743737" y="48970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7744752" y="48967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7745768" y="48966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7746785" y="48966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7747802" y="48965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7748820" y="48944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7749838" y="48944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7750857" y="48944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7751877" y="48941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7752898" y="48940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7753920" y="48938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7754942" y="48933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7755965" y="48918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7756989" y="48917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7758013" y="48915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7759038" y="48914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7760064" y="48914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7761091" y="48913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7762119" y="48910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7763147" y="48910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7764176" y="48908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7765206" y="48901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7766237" y="48884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7767269" y="48883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7768301" y="48883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7769335" y="48860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7770369" y="48860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7771404" y="48856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7772439" y="4884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7773476" y="48835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7774514" y="48830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7775552" y="48813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7776591" y="48812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7777631" y="48811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7778672" y="48811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7779714" y="48805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7780757" y="48801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7781800" y="48800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7782845" y="48798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7783890" y="48793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7784937" y="48791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7785984" y="48784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7787032" y="48780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7788082" y="487784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7789132" y="48775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7790183" y="48773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7791235" y="48772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7792288" y="4874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7793342" y="48749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7794397" y="48747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7795453" y="48746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7796510" y="48745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7797568" y="48745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7798627" y="48723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7799687" y="48719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7800748" y="48718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7801810" y="48717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7802873" y="48716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7803937" y="48712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7805002" y="48710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7806068" y="48701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7807135" y="48700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7808204" y="48698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7809273" y="48694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7810344" y="48694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7811415" y="48689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7812488" y="48689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7813562" y="48683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7814637" y="48683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7815713" y="48664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7816790" y="48662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7817868" y="48659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7818948" y="48643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7820029" y="48642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7821110" y="48641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7822193" y="48639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7823278" y="48626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7824363" y="48617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7825449" y="48617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7826537" y="48613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7827626" y="48613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7828716" y="48613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7829808" y="48611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7830900" y="48609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7831994" y="48608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7833089" y="48604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7834186" y="48587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7835283" y="48586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7836382" y="48578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7837483" y="48577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7838584" y="48577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7839687" y="48576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7840791" y="48568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7841897" y="48565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7843004" y="48561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7844112" y="48555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7845221" y="48550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7846332" y="48549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7847444" y="48547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7848558" y="48544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7849673" y="48541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7850789" y="48530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7851907" y="48530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7853026" y="48529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7854147" y="48521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7855269" y="48520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7856393" y="48501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7857518" y="48501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7858644" y="48494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7859772" y="48489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7860902" y="48486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7862032" y="48486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7863165" y="48475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7864299" y="48470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7865434" y="48469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7866571" y="4846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7867710" y="4846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7868850" y="48466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7869992" y="48466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7871135" y="48465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7872280" y="48463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7873426" y="48458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7874574" y="48455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7875724" y="48445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7876875" y="48443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7878028" y="48442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7879183" y="48438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7880339" y="48437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7881497" y="48435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7882657" y="48435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7883818" y="48435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7884981" y="48431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7886146" y="48419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7887312" y="48414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7888481" y="48411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7889651" y="48407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7890822" y="48407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7891996" y="48406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7893171" y="484057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7894349" y="48401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7895528" y="48399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7896709" y="48387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7897891" y="48387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7899076" y="48383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7900262" y="48382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7901451" y="48382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7902641" y="48376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7903833" y="48375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7905027" y="48360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7906223" y="48356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7907421" y="48356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7908621" y="48356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7909823" y="48352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7911027" y="48352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7912233" y="48348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7913441" y="48346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7914651" y="48333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7915863" y="48323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7917077" y="48322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7918293" y="48322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7919512" y="48321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7920732" y="48320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7921955" y="48319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7923179" y="48318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7924406" y="48318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7925635" y="48313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7926866" y="48312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7928100" y="48300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7929335" y="48296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7930573" y="48293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7931813" y="48283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7933056" y="48279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7934301" y="48271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7935548" y="48270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7936797" y="48267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7938049" y="48267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7939303" y="48262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7940559" y="48262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7941818" y="48260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7943079" y="48259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7944343" y="48257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7945609" y="48255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7946877" y="48254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7948148" y="48251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7949422" y="48248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7950698" y="48242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7951976" y="48239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7953257" y="48237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7954541" y="48235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7955827" y="48234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7957116" y="48234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7958408" y="48232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7959702" y="48230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7960999" y="48212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7962299" y="48211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7963601" y="48211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7964906" y="48210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7966214" y="48206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7967524" y="48203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7968838" y="48203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7970154" y="48203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7971473" y="48201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7972795" y="48188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7974119" y="4817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7975447" y="48178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7976778" y="48178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7978111" y="48177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7979448" y="48174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7980787" y="48174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7982130" y="48172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7983476" y="48171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7984824" y="48156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7986176" y="48153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7987531" y="48152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7988889" y="48152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7990251" y="48150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7991615" y="48150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7992983" y="48150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7994354" y="48149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7995728" y="48148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7997106" y="4814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7998487" y="4813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7999871" y="48136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8001258" y="48134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8002650" y="48132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8004044" y="48126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8005442" y="48126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8006844" y="48125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8008249" y="48123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8009657" y="48120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8011069" y="48120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8012485" y="48119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8013905" y="4811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8015328" y="48118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8016755" y="48117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8018185" y="48115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8019620" y="48114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8021058" y="48114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8022500" y="48114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8023946" y="48109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8025396" y="48108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8026850" y="48103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8028308" y="48094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8029770" y="48090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8031236" y="48090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8032706" y="48090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8034180" y="48090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8035658" y="48089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8037140" y="48089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8038627" y="48088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8040118" y="48084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8041614" y="48084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8043113" y="48084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8044617" y="48083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8046126" y="48079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8047639" y="48077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8049157" y="48077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8050679" y="48066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8052206" y="48065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8053737" y="48064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8055273" y="48064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8056814" y="48063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8058359" y="48061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8059910" y="48060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8061465" y="48059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8063025" y="48057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8064591" y="48056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8066161" y="48056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8067736" y="48056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8069317" y="48056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8070902" y="48056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8072493" y="48055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8074089" y="48055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8075691" y="48054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8077297" y="48048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8078910" y="48040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8080527" y="48037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8082151" y="48037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8083779" y="48033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8085414" y="48033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8087054" y="48032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8088700" y="48021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8090352" y="48015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8092010" y="48010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8093673" y="48007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8095343" y="48006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8097019" y="48005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8098701" y="48002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8100389" y="48002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8102084" y="48001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8103784" y="47999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8105492" y="47993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8107205" y="47992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8108925" y="47991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8110652" y="47988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8112386" y="47986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8114126" y="47984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8115874" y="47976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8117628" y="47973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8119389" y="47971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8121157" y="47965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8122933" y="47961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8124715" y="47958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8126505" y="47956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8128303" y="47946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8130108" y="47941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8131920" y="47941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8133741" y="47934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8135569" y="47933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8137405" y="47931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8139248" y="47924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8141100" y="47922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8142961" y="47918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8144829" y="47914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8146706" y="47913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8148591" y="47902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8150485" y="47902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8152387" y="47900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8154298" y="47898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8156219" y="4789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8158148" y="47897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8160086" y="47896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8162034" y="47895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8163991" y="47895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8165957" y="47888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8167933" y="47884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8169919" y="47883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8171915" y="47882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8173921" y="47872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8175937" y="47871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8177963" y="4787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8179999" y="47869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8182047" y="47869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8184105" y="47865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8186173" y="47843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8188253" y="47840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8190344" y="47818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8192447" y="47811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8194560" y="47810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8196686" y="47808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8198823" y="47806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8200973" y="47782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8203134" y="47779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8205308" y="47779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8207495" y="47779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8209694" y="47778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8211907" y="47776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8214132" y="47748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8216371" y="47747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8218623" y="47722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8220890" y="47720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8223170" y="47718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8225464" y="47696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8227773" y="47696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8230097" y="47693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8232436" y="47692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8234789" y="47691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8237159" y="47689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8239544" y="4768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8241944" y="476884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8244362" y="47688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8246795" y="47667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8249246" y="47658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8251714" y="47658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8254199" y="47657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8256702" y="47657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8259223" y="47633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8261762" y="47631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8264320" y="47631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8266898" y="47630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8269494" y="47630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8272111" y="47629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8274748" y="47628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8277405" y="47603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8280084" y="47603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8282784" y="47600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8285505" y="4759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8288249" y="4759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8291016" y="47597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8293806" y="47597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8296620" y="47589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8299458" y="475724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8302321" y="47571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8305209" y="47569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8308123" y="47569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8311064" y="47568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8314031" y="47567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8317027" y="47543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8320050" y="47540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8323102" y="47540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8326184" y="47539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8329297" y="47538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8332440" y="47538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8335615" y="47537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8338823" y="475377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8342065" y="47536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8345340" y="47515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8348651" y="47513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8351998" y="47513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8355382" y="47509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8358804" y="47509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8362265" y="47507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8365766" y="4748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8369309" y="47484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8372894" y="47482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8376523" y="47482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8380197" y="47482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8383918" y="47481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8387686" y="47481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8391503" y="47479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8395372" y="4747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8399293" y="47478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8403268" y="47478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8407298" y="47478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8411387" y="47477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8415536" y="47459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8419746" y="47454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8424021" y="47453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8428362" y="47452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8432772" y="47452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8437254" y="47451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8441810" y="47451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8446443" y="47449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8451156" y="47448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8455953" y="47448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8460837" y="47447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8465812" y="47446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8470882" y="47444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8476051" y="47438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8481323" y="47423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8486704" y="47422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8492199" y="47419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8497814" y="47417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8503554" y="47417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8509426" y="47416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8515438" y="47397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8521597" y="47395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8527911" y="47394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8534390" y="47392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8541044" y="47392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8547884" y="47391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8554922" y="47391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8562170" y="47391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8569646" y="47390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8577363" y="47390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8585342" y="47390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8593602" y="47389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8602167" y="47389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8611063" y="47388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8620321" y="47365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8629973" y="47364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8640060" y="47364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8650627" y="47363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8661729" y="47363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8673428" y="47362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8685800" y="47362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8698937" y="473617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8712951" y="47361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8727980" y="47361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8744200" y="47361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8761838" y="47360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8781194" y="47360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8802679" y="47359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8826872" y="47359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8854638" y="47359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8887347" y="47326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8927376" y="47326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8979462" y="47268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9055545" y="47259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9208736" y="47259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5830023" y="3381976"/>
              <a:ext cx="3566817" cy="3618881"/>
            </a:xfrm>
            <a:custGeom>
              <a:avLst/>
              <a:pathLst>
                <a:path w="3566817" h="3618881">
                  <a:moveTo>
                    <a:pt x="0" y="3618881"/>
                  </a:moveTo>
                  <a:lnTo>
                    <a:pt x="3566817" y="0"/>
                  </a:lnTo>
                </a:path>
              </a:pathLst>
            </a:custGeom>
            <a:ln w="12934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5830023" y="3381976"/>
              <a:ext cx="0" cy="3618881"/>
            </a:xfrm>
            <a:custGeom>
              <a:avLst/>
              <a:pathLst>
                <a:path w="0" h="3618881">
                  <a:moveTo>
                    <a:pt x="0" y="3618881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tx2547"/>
            <p:cNvSpPr/>
            <p:nvPr/>
          </p:nvSpPr>
          <p:spPr>
            <a:xfrm>
              <a:off x="5675384" y="6954430"/>
              <a:ext cx="94855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-6</a:t>
              </a:r>
            </a:p>
          </p:txBody>
        </p:sp>
        <p:sp>
          <p:nvSpPr>
            <p:cNvPr id="2548" name="tx2548"/>
            <p:cNvSpPr/>
            <p:nvPr/>
          </p:nvSpPr>
          <p:spPr>
            <a:xfrm>
              <a:off x="5675384" y="6074518"/>
              <a:ext cx="94855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2549" name="tx2549"/>
            <p:cNvSpPr/>
            <p:nvPr/>
          </p:nvSpPr>
          <p:spPr>
            <a:xfrm>
              <a:off x="5710910" y="5194709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50" name="tx2550"/>
            <p:cNvSpPr/>
            <p:nvPr/>
          </p:nvSpPr>
          <p:spPr>
            <a:xfrm>
              <a:off x="5710910" y="4314797"/>
              <a:ext cx="59330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551" name="tx2551"/>
            <p:cNvSpPr/>
            <p:nvPr/>
          </p:nvSpPr>
          <p:spPr>
            <a:xfrm>
              <a:off x="5710910" y="3434989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552" name="pl2552"/>
            <p:cNvSpPr/>
            <p:nvPr/>
          </p:nvSpPr>
          <p:spPr>
            <a:xfrm>
              <a:off x="5796810" y="6994227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5796810" y="611436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5796810" y="523450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5796810" y="435464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5796810" y="347478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5830023" y="7000857"/>
              <a:ext cx="3566817" cy="0"/>
            </a:xfrm>
            <a:custGeom>
              <a:avLst/>
              <a:pathLst>
                <a:path w="3566817" h="0">
                  <a:moveTo>
                    <a:pt x="0" y="0"/>
                  </a:moveTo>
                  <a:lnTo>
                    <a:pt x="3566817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6646819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13432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8580045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tx2561"/>
            <p:cNvSpPr/>
            <p:nvPr/>
          </p:nvSpPr>
          <p:spPr>
            <a:xfrm>
              <a:off x="6599391" y="7060328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562" name="tx2562"/>
            <p:cNvSpPr/>
            <p:nvPr/>
          </p:nvSpPr>
          <p:spPr>
            <a:xfrm>
              <a:off x="7583767" y="7059026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63" name="tx2563"/>
            <p:cNvSpPr/>
            <p:nvPr/>
          </p:nvSpPr>
          <p:spPr>
            <a:xfrm>
              <a:off x="8550380" y="7060328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564" name="tx2564"/>
            <p:cNvSpPr/>
            <p:nvPr/>
          </p:nvSpPr>
          <p:spPr>
            <a:xfrm>
              <a:off x="6946519" y="7166363"/>
              <a:ext cx="1333825" cy="1217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Theoretical quantiles</a:t>
              </a:r>
            </a:p>
          </p:txBody>
        </p:sp>
        <p:sp>
          <p:nvSpPr>
            <p:cNvPr id="2565" name="tx2565"/>
            <p:cNvSpPr/>
            <p:nvPr/>
          </p:nvSpPr>
          <p:spPr>
            <a:xfrm rot="-5400000">
              <a:off x="4674993" y="5130537"/>
              <a:ext cx="1756469" cy="1217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Deviance residual quantiles</a:t>
              </a:r>
            </a:p>
          </p:txBody>
        </p:sp>
        <p:sp>
          <p:nvSpPr>
            <p:cNvPr id="2566" name="rc2566"/>
            <p:cNvSpPr/>
            <p:nvPr/>
          </p:nvSpPr>
          <p:spPr>
            <a:xfrm>
              <a:off x="10013167" y="3381976"/>
              <a:ext cx="3566817" cy="36188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7" name="rc2567"/>
            <p:cNvSpPr/>
            <p:nvPr/>
          </p:nvSpPr>
          <p:spPr>
            <a:xfrm>
              <a:off x="10175295" y="6498562"/>
              <a:ext cx="2319" cy="3378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8" name="rc2568"/>
            <p:cNvSpPr/>
            <p:nvPr/>
          </p:nvSpPr>
          <p:spPr>
            <a:xfrm>
              <a:off x="10177873" y="5948503"/>
              <a:ext cx="2319" cy="8878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9" name="rc2569"/>
            <p:cNvSpPr/>
            <p:nvPr/>
          </p:nvSpPr>
          <p:spPr>
            <a:xfrm>
              <a:off x="10180451" y="6578320"/>
              <a:ext cx="2319" cy="2580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0" name="rc2570"/>
            <p:cNvSpPr/>
            <p:nvPr/>
          </p:nvSpPr>
          <p:spPr>
            <a:xfrm>
              <a:off x="10183029" y="6064559"/>
              <a:ext cx="2319" cy="7718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1" name="rc2571"/>
            <p:cNvSpPr/>
            <p:nvPr/>
          </p:nvSpPr>
          <p:spPr>
            <a:xfrm>
              <a:off x="10185606" y="6579699"/>
              <a:ext cx="2319" cy="2566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2" name="rc2572"/>
            <p:cNvSpPr/>
            <p:nvPr/>
          </p:nvSpPr>
          <p:spPr>
            <a:xfrm>
              <a:off x="10188184" y="6313992"/>
              <a:ext cx="2319" cy="5223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3" name="rc2573"/>
            <p:cNvSpPr/>
            <p:nvPr/>
          </p:nvSpPr>
          <p:spPr>
            <a:xfrm>
              <a:off x="10190762" y="6366219"/>
              <a:ext cx="2319" cy="4701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4" name="rc2574"/>
            <p:cNvSpPr/>
            <p:nvPr/>
          </p:nvSpPr>
          <p:spPr>
            <a:xfrm>
              <a:off x="10193340" y="4925431"/>
              <a:ext cx="2319" cy="19109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5" name="rc2575"/>
            <p:cNvSpPr/>
            <p:nvPr/>
          </p:nvSpPr>
          <p:spPr>
            <a:xfrm>
              <a:off x="10195917" y="5798114"/>
              <a:ext cx="2319" cy="10382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6" name="rc2576"/>
            <p:cNvSpPr/>
            <p:nvPr/>
          </p:nvSpPr>
          <p:spPr>
            <a:xfrm>
              <a:off x="10198495" y="6029328"/>
              <a:ext cx="2319" cy="8070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7" name="rc2577"/>
            <p:cNvSpPr/>
            <p:nvPr/>
          </p:nvSpPr>
          <p:spPr>
            <a:xfrm>
              <a:off x="10201073" y="5704088"/>
              <a:ext cx="2319" cy="11322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8" name="rc2578"/>
            <p:cNvSpPr/>
            <p:nvPr/>
          </p:nvSpPr>
          <p:spPr>
            <a:xfrm>
              <a:off x="10203651" y="5611275"/>
              <a:ext cx="2319" cy="12250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9" name="rc2579"/>
            <p:cNvSpPr/>
            <p:nvPr/>
          </p:nvSpPr>
          <p:spPr>
            <a:xfrm>
              <a:off x="10206228" y="6266972"/>
              <a:ext cx="2319" cy="5693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0" name="rc2580"/>
            <p:cNvSpPr/>
            <p:nvPr/>
          </p:nvSpPr>
          <p:spPr>
            <a:xfrm>
              <a:off x="10208806" y="6575937"/>
              <a:ext cx="2319" cy="2604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10211384" y="6527249"/>
              <a:ext cx="2319" cy="3091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rc2582"/>
            <p:cNvSpPr/>
            <p:nvPr/>
          </p:nvSpPr>
          <p:spPr>
            <a:xfrm>
              <a:off x="10213962" y="6738428"/>
              <a:ext cx="2319" cy="979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3" name="rc2583"/>
            <p:cNvSpPr/>
            <p:nvPr/>
          </p:nvSpPr>
          <p:spPr>
            <a:xfrm>
              <a:off x="10216539" y="6739730"/>
              <a:ext cx="2319" cy="966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4" name="rc2584"/>
            <p:cNvSpPr/>
            <p:nvPr/>
          </p:nvSpPr>
          <p:spPr>
            <a:xfrm>
              <a:off x="10219117" y="6506424"/>
              <a:ext cx="2319" cy="3299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5" name="rc2585"/>
            <p:cNvSpPr/>
            <p:nvPr/>
          </p:nvSpPr>
          <p:spPr>
            <a:xfrm>
              <a:off x="10221695" y="6458569"/>
              <a:ext cx="2319" cy="3777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6" name="rc2586"/>
            <p:cNvSpPr/>
            <p:nvPr/>
          </p:nvSpPr>
          <p:spPr>
            <a:xfrm>
              <a:off x="10224273" y="5965100"/>
              <a:ext cx="2319" cy="8712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7" name="rc2587"/>
            <p:cNvSpPr/>
            <p:nvPr/>
          </p:nvSpPr>
          <p:spPr>
            <a:xfrm>
              <a:off x="10226850" y="6401622"/>
              <a:ext cx="2319" cy="4347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8" name="rc2588"/>
            <p:cNvSpPr/>
            <p:nvPr/>
          </p:nvSpPr>
          <p:spPr>
            <a:xfrm>
              <a:off x="10229428" y="6506368"/>
              <a:ext cx="2319" cy="3299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9" name="rc2589"/>
            <p:cNvSpPr/>
            <p:nvPr/>
          </p:nvSpPr>
          <p:spPr>
            <a:xfrm>
              <a:off x="10232006" y="6424408"/>
              <a:ext cx="2319" cy="4119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" name="rc2590"/>
            <p:cNvSpPr/>
            <p:nvPr/>
          </p:nvSpPr>
          <p:spPr>
            <a:xfrm>
              <a:off x="10234584" y="6024437"/>
              <a:ext cx="2319" cy="8119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1" name="rc2591"/>
            <p:cNvSpPr/>
            <p:nvPr/>
          </p:nvSpPr>
          <p:spPr>
            <a:xfrm>
              <a:off x="10237161" y="6252354"/>
              <a:ext cx="2319" cy="5840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2" name="rc2592"/>
            <p:cNvSpPr/>
            <p:nvPr/>
          </p:nvSpPr>
          <p:spPr>
            <a:xfrm>
              <a:off x="10239739" y="6235631"/>
              <a:ext cx="2319" cy="6007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3" name="rc2593"/>
            <p:cNvSpPr/>
            <p:nvPr/>
          </p:nvSpPr>
          <p:spPr>
            <a:xfrm>
              <a:off x="10242317" y="5273647"/>
              <a:ext cx="2319" cy="15627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4" name="rc2594"/>
            <p:cNvSpPr/>
            <p:nvPr/>
          </p:nvSpPr>
          <p:spPr>
            <a:xfrm>
              <a:off x="10244895" y="6403548"/>
              <a:ext cx="2319" cy="4328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5" name="rc2595"/>
            <p:cNvSpPr/>
            <p:nvPr/>
          </p:nvSpPr>
          <p:spPr>
            <a:xfrm>
              <a:off x="10247473" y="6548623"/>
              <a:ext cx="2319" cy="2877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6" name="rc2596"/>
            <p:cNvSpPr/>
            <p:nvPr/>
          </p:nvSpPr>
          <p:spPr>
            <a:xfrm>
              <a:off x="10250050" y="6484983"/>
              <a:ext cx="2319" cy="3513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7" name="rc2597"/>
            <p:cNvSpPr/>
            <p:nvPr/>
          </p:nvSpPr>
          <p:spPr>
            <a:xfrm>
              <a:off x="10252628" y="5753560"/>
              <a:ext cx="2319" cy="10828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8" name="rc2598"/>
            <p:cNvSpPr/>
            <p:nvPr/>
          </p:nvSpPr>
          <p:spPr>
            <a:xfrm>
              <a:off x="10255206" y="6348428"/>
              <a:ext cx="2319" cy="4879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9" name="rc2599"/>
            <p:cNvSpPr/>
            <p:nvPr/>
          </p:nvSpPr>
          <p:spPr>
            <a:xfrm>
              <a:off x="10257784" y="4573857"/>
              <a:ext cx="2319" cy="22625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0" name="rc2600"/>
            <p:cNvSpPr/>
            <p:nvPr/>
          </p:nvSpPr>
          <p:spPr>
            <a:xfrm>
              <a:off x="10260361" y="6481622"/>
              <a:ext cx="2319" cy="3547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1" name="rc2601"/>
            <p:cNvSpPr/>
            <p:nvPr/>
          </p:nvSpPr>
          <p:spPr>
            <a:xfrm>
              <a:off x="10262939" y="6548328"/>
              <a:ext cx="2319" cy="2880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2" name="rc2602"/>
            <p:cNvSpPr/>
            <p:nvPr/>
          </p:nvSpPr>
          <p:spPr>
            <a:xfrm>
              <a:off x="10265517" y="3546471"/>
              <a:ext cx="2319" cy="32898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3" name="rc2603"/>
            <p:cNvSpPr/>
            <p:nvPr/>
          </p:nvSpPr>
          <p:spPr>
            <a:xfrm>
              <a:off x="10268095" y="5680233"/>
              <a:ext cx="2319" cy="11561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4" name="rc2604"/>
            <p:cNvSpPr/>
            <p:nvPr/>
          </p:nvSpPr>
          <p:spPr>
            <a:xfrm>
              <a:off x="10270672" y="6604742"/>
              <a:ext cx="2319" cy="2316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5" name="rc2605"/>
            <p:cNvSpPr/>
            <p:nvPr/>
          </p:nvSpPr>
          <p:spPr>
            <a:xfrm>
              <a:off x="10273250" y="5648884"/>
              <a:ext cx="2319" cy="11874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6" name="rc2606"/>
            <p:cNvSpPr/>
            <p:nvPr/>
          </p:nvSpPr>
          <p:spPr>
            <a:xfrm>
              <a:off x="10275828" y="5042037"/>
              <a:ext cx="2319" cy="17943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7" name="rc2607"/>
            <p:cNvSpPr/>
            <p:nvPr/>
          </p:nvSpPr>
          <p:spPr>
            <a:xfrm>
              <a:off x="10278406" y="6259084"/>
              <a:ext cx="2319" cy="5772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8" name="rc2608"/>
            <p:cNvSpPr/>
            <p:nvPr/>
          </p:nvSpPr>
          <p:spPr>
            <a:xfrm>
              <a:off x="10280983" y="6277508"/>
              <a:ext cx="2319" cy="5588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9" name="rc2609"/>
            <p:cNvSpPr/>
            <p:nvPr/>
          </p:nvSpPr>
          <p:spPr>
            <a:xfrm>
              <a:off x="10283561" y="3833372"/>
              <a:ext cx="2319" cy="30029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0" name="rc2610"/>
            <p:cNvSpPr/>
            <p:nvPr/>
          </p:nvSpPr>
          <p:spPr>
            <a:xfrm>
              <a:off x="10286139" y="6156387"/>
              <a:ext cx="2319" cy="6799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1" name="rc2611"/>
            <p:cNvSpPr/>
            <p:nvPr/>
          </p:nvSpPr>
          <p:spPr>
            <a:xfrm>
              <a:off x="10288717" y="4893040"/>
              <a:ext cx="2319" cy="19433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2" name="rc2612"/>
            <p:cNvSpPr/>
            <p:nvPr/>
          </p:nvSpPr>
          <p:spPr>
            <a:xfrm>
              <a:off x="10291294" y="6669392"/>
              <a:ext cx="2319" cy="1669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" name="rc2613"/>
            <p:cNvSpPr/>
            <p:nvPr/>
          </p:nvSpPr>
          <p:spPr>
            <a:xfrm>
              <a:off x="10293872" y="4153415"/>
              <a:ext cx="2319" cy="26829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4" name="rc2614"/>
            <p:cNvSpPr/>
            <p:nvPr/>
          </p:nvSpPr>
          <p:spPr>
            <a:xfrm>
              <a:off x="10296450" y="6453065"/>
              <a:ext cx="2319" cy="3832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5" name="rc2615"/>
            <p:cNvSpPr/>
            <p:nvPr/>
          </p:nvSpPr>
          <p:spPr>
            <a:xfrm>
              <a:off x="10299028" y="5893604"/>
              <a:ext cx="2319" cy="9427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6" name="rc2616"/>
            <p:cNvSpPr/>
            <p:nvPr/>
          </p:nvSpPr>
          <p:spPr>
            <a:xfrm>
              <a:off x="10301605" y="6480731"/>
              <a:ext cx="2319" cy="3556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7" name="rc2617"/>
            <p:cNvSpPr/>
            <p:nvPr/>
          </p:nvSpPr>
          <p:spPr>
            <a:xfrm>
              <a:off x="10304183" y="6218201"/>
              <a:ext cx="2319" cy="6181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8" name="rc2618"/>
            <p:cNvSpPr/>
            <p:nvPr/>
          </p:nvSpPr>
          <p:spPr>
            <a:xfrm>
              <a:off x="10306761" y="6032418"/>
              <a:ext cx="2319" cy="8039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9" name="rc2619"/>
            <p:cNvSpPr/>
            <p:nvPr/>
          </p:nvSpPr>
          <p:spPr>
            <a:xfrm>
              <a:off x="10309339" y="6492157"/>
              <a:ext cx="2319" cy="3442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0" name="rc2620"/>
            <p:cNvSpPr/>
            <p:nvPr/>
          </p:nvSpPr>
          <p:spPr>
            <a:xfrm>
              <a:off x="10311916" y="6116204"/>
              <a:ext cx="2319" cy="7201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1" name="rc2621"/>
            <p:cNvSpPr/>
            <p:nvPr/>
          </p:nvSpPr>
          <p:spPr>
            <a:xfrm>
              <a:off x="10314494" y="6040874"/>
              <a:ext cx="2319" cy="7954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2" name="rc2622"/>
            <p:cNvSpPr/>
            <p:nvPr/>
          </p:nvSpPr>
          <p:spPr>
            <a:xfrm>
              <a:off x="10317072" y="6528701"/>
              <a:ext cx="2319" cy="3076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3" name="rc2623"/>
            <p:cNvSpPr/>
            <p:nvPr/>
          </p:nvSpPr>
          <p:spPr>
            <a:xfrm>
              <a:off x="10319650" y="5951929"/>
              <a:ext cx="2319" cy="8844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4" name="rc2624"/>
            <p:cNvSpPr/>
            <p:nvPr/>
          </p:nvSpPr>
          <p:spPr>
            <a:xfrm>
              <a:off x="10322227" y="6480380"/>
              <a:ext cx="2319" cy="3559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5" name="rc2625"/>
            <p:cNvSpPr/>
            <p:nvPr/>
          </p:nvSpPr>
          <p:spPr>
            <a:xfrm>
              <a:off x="10324805" y="5908064"/>
              <a:ext cx="2319" cy="9282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6" name="rc2626"/>
            <p:cNvSpPr/>
            <p:nvPr/>
          </p:nvSpPr>
          <p:spPr>
            <a:xfrm>
              <a:off x="10327383" y="6255574"/>
              <a:ext cx="2319" cy="5807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7" name="rc2627"/>
            <p:cNvSpPr/>
            <p:nvPr/>
          </p:nvSpPr>
          <p:spPr>
            <a:xfrm>
              <a:off x="10329961" y="6296941"/>
              <a:ext cx="2319" cy="5394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8" name="rc2628"/>
            <p:cNvSpPr/>
            <p:nvPr/>
          </p:nvSpPr>
          <p:spPr>
            <a:xfrm>
              <a:off x="10332539" y="5946007"/>
              <a:ext cx="2319" cy="8903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9" name="rc2629"/>
            <p:cNvSpPr/>
            <p:nvPr/>
          </p:nvSpPr>
          <p:spPr>
            <a:xfrm>
              <a:off x="10335116" y="5718059"/>
              <a:ext cx="2319" cy="11183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0" name="rc2630"/>
            <p:cNvSpPr/>
            <p:nvPr/>
          </p:nvSpPr>
          <p:spPr>
            <a:xfrm>
              <a:off x="10337694" y="6261984"/>
              <a:ext cx="2319" cy="5743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1" name="rc2631"/>
            <p:cNvSpPr/>
            <p:nvPr/>
          </p:nvSpPr>
          <p:spPr>
            <a:xfrm>
              <a:off x="10340272" y="6215788"/>
              <a:ext cx="2319" cy="6205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2" name="rc2632"/>
            <p:cNvSpPr/>
            <p:nvPr/>
          </p:nvSpPr>
          <p:spPr>
            <a:xfrm>
              <a:off x="10342850" y="5426197"/>
              <a:ext cx="2319" cy="141016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3" name="rc2633"/>
            <p:cNvSpPr/>
            <p:nvPr/>
          </p:nvSpPr>
          <p:spPr>
            <a:xfrm>
              <a:off x="10345427" y="5724745"/>
              <a:ext cx="2319" cy="11116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4" name="rc2634"/>
            <p:cNvSpPr/>
            <p:nvPr/>
          </p:nvSpPr>
          <p:spPr>
            <a:xfrm>
              <a:off x="10348005" y="6222378"/>
              <a:ext cx="2319" cy="6139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5" name="rc2635"/>
            <p:cNvSpPr/>
            <p:nvPr/>
          </p:nvSpPr>
          <p:spPr>
            <a:xfrm>
              <a:off x="10350583" y="6365471"/>
              <a:ext cx="2319" cy="4708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6" name="rc2636"/>
            <p:cNvSpPr/>
            <p:nvPr/>
          </p:nvSpPr>
          <p:spPr>
            <a:xfrm>
              <a:off x="10353161" y="5649617"/>
              <a:ext cx="2319" cy="11867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7" name="rc2637"/>
            <p:cNvSpPr/>
            <p:nvPr/>
          </p:nvSpPr>
          <p:spPr>
            <a:xfrm>
              <a:off x="10355738" y="6243171"/>
              <a:ext cx="2319" cy="5931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8" name="rc2638"/>
            <p:cNvSpPr/>
            <p:nvPr/>
          </p:nvSpPr>
          <p:spPr>
            <a:xfrm>
              <a:off x="10358316" y="5520948"/>
              <a:ext cx="2319" cy="13154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9" name="rc2639"/>
            <p:cNvSpPr/>
            <p:nvPr/>
          </p:nvSpPr>
          <p:spPr>
            <a:xfrm>
              <a:off x="10360894" y="5641835"/>
              <a:ext cx="2319" cy="11945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0" name="rc2640"/>
            <p:cNvSpPr/>
            <p:nvPr/>
          </p:nvSpPr>
          <p:spPr>
            <a:xfrm>
              <a:off x="10363472" y="5745518"/>
              <a:ext cx="2319" cy="10908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1" name="rc2641"/>
            <p:cNvSpPr/>
            <p:nvPr/>
          </p:nvSpPr>
          <p:spPr>
            <a:xfrm>
              <a:off x="10366049" y="5349844"/>
              <a:ext cx="2319" cy="14865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2" name="rc2642"/>
            <p:cNvSpPr/>
            <p:nvPr/>
          </p:nvSpPr>
          <p:spPr>
            <a:xfrm>
              <a:off x="10368627" y="6157544"/>
              <a:ext cx="2319" cy="6788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3" name="rc2643"/>
            <p:cNvSpPr/>
            <p:nvPr/>
          </p:nvSpPr>
          <p:spPr>
            <a:xfrm>
              <a:off x="10371205" y="5702678"/>
              <a:ext cx="2319" cy="11336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4" name="rc2644"/>
            <p:cNvSpPr/>
            <p:nvPr/>
          </p:nvSpPr>
          <p:spPr>
            <a:xfrm>
              <a:off x="10373783" y="6138517"/>
              <a:ext cx="2319" cy="6978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5" name="rc2645"/>
            <p:cNvSpPr/>
            <p:nvPr/>
          </p:nvSpPr>
          <p:spPr>
            <a:xfrm>
              <a:off x="10376360" y="6054627"/>
              <a:ext cx="2319" cy="7817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6" name="rc2646"/>
            <p:cNvSpPr/>
            <p:nvPr/>
          </p:nvSpPr>
          <p:spPr>
            <a:xfrm>
              <a:off x="10378938" y="5833339"/>
              <a:ext cx="2319" cy="10030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7" name="rc2647"/>
            <p:cNvSpPr/>
            <p:nvPr/>
          </p:nvSpPr>
          <p:spPr>
            <a:xfrm>
              <a:off x="10381516" y="6146819"/>
              <a:ext cx="2319" cy="6895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8" name="rc2648"/>
            <p:cNvSpPr/>
            <p:nvPr/>
          </p:nvSpPr>
          <p:spPr>
            <a:xfrm>
              <a:off x="10384094" y="6134074"/>
              <a:ext cx="2319" cy="7022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9" name="rc2649"/>
            <p:cNvSpPr/>
            <p:nvPr/>
          </p:nvSpPr>
          <p:spPr>
            <a:xfrm>
              <a:off x="10386671" y="5903256"/>
              <a:ext cx="2319" cy="9331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0" name="rc2650"/>
            <p:cNvSpPr/>
            <p:nvPr/>
          </p:nvSpPr>
          <p:spPr>
            <a:xfrm>
              <a:off x="10389249" y="6481879"/>
              <a:ext cx="2319" cy="3544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1" name="rc2651"/>
            <p:cNvSpPr/>
            <p:nvPr/>
          </p:nvSpPr>
          <p:spPr>
            <a:xfrm>
              <a:off x="10391827" y="6149136"/>
              <a:ext cx="2319" cy="6872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2" name="rc2652"/>
            <p:cNvSpPr/>
            <p:nvPr/>
          </p:nvSpPr>
          <p:spPr>
            <a:xfrm>
              <a:off x="10394405" y="5941149"/>
              <a:ext cx="2319" cy="8952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3" name="rc2653"/>
            <p:cNvSpPr/>
            <p:nvPr/>
          </p:nvSpPr>
          <p:spPr>
            <a:xfrm>
              <a:off x="10396982" y="5928780"/>
              <a:ext cx="2319" cy="9075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4" name="rc2654"/>
            <p:cNvSpPr/>
            <p:nvPr/>
          </p:nvSpPr>
          <p:spPr>
            <a:xfrm>
              <a:off x="10399560" y="5658109"/>
              <a:ext cx="2319" cy="11782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5" name="rc2655"/>
            <p:cNvSpPr/>
            <p:nvPr/>
          </p:nvSpPr>
          <p:spPr>
            <a:xfrm>
              <a:off x="10402138" y="5682436"/>
              <a:ext cx="2319" cy="11539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6" name="rc2656"/>
            <p:cNvSpPr/>
            <p:nvPr/>
          </p:nvSpPr>
          <p:spPr>
            <a:xfrm>
              <a:off x="10404716" y="6219319"/>
              <a:ext cx="2319" cy="6170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7" name="rc2657"/>
            <p:cNvSpPr/>
            <p:nvPr/>
          </p:nvSpPr>
          <p:spPr>
            <a:xfrm>
              <a:off x="10407293" y="6109241"/>
              <a:ext cx="2319" cy="7271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8" name="rc2658"/>
            <p:cNvSpPr/>
            <p:nvPr/>
          </p:nvSpPr>
          <p:spPr>
            <a:xfrm>
              <a:off x="10409871" y="6424921"/>
              <a:ext cx="2319" cy="4114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9" name="rc2659"/>
            <p:cNvSpPr/>
            <p:nvPr/>
          </p:nvSpPr>
          <p:spPr>
            <a:xfrm>
              <a:off x="10412449" y="5642959"/>
              <a:ext cx="2319" cy="11934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0" name="rc2660"/>
            <p:cNvSpPr/>
            <p:nvPr/>
          </p:nvSpPr>
          <p:spPr>
            <a:xfrm>
              <a:off x="10415027" y="6172395"/>
              <a:ext cx="2319" cy="6639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1" name="rc2661"/>
            <p:cNvSpPr/>
            <p:nvPr/>
          </p:nvSpPr>
          <p:spPr>
            <a:xfrm>
              <a:off x="10417605" y="6652371"/>
              <a:ext cx="2319" cy="1839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2" name="rc2662"/>
            <p:cNvSpPr/>
            <p:nvPr/>
          </p:nvSpPr>
          <p:spPr>
            <a:xfrm>
              <a:off x="10420182" y="4508697"/>
              <a:ext cx="2319" cy="23276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3" name="rc2663"/>
            <p:cNvSpPr/>
            <p:nvPr/>
          </p:nvSpPr>
          <p:spPr>
            <a:xfrm>
              <a:off x="10422760" y="6188370"/>
              <a:ext cx="2319" cy="6479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4" name="rc2664"/>
            <p:cNvSpPr/>
            <p:nvPr/>
          </p:nvSpPr>
          <p:spPr>
            <a:xfrm>
              <a:off x="10425338" y="6629661"/>
              <a:ext cx="2319" cy="2067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5" name="rc2665"/>
            <p:cNvSpPr/>
            <p:nvPr/>
          </p:nvSpPr>
          <p:spPr>
            <a:xfrm>
              <a:off x="10427916" y="6515143"/>
              <a:ext cx="2319" cy="3212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6" name="rc2666"/>
            <p:cNvSpPr/>
            <p:nvPr/>
          </p:nvSpPr>
          <p:spPr>
            <a:xfrm>
              <a:off x="10430493" y="6182315"/>
              <a:ext cx="2319" cy="6540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7" name="rc2667"/>
            <p:cNvSpPr/>
            <p:nvPr/>
          </p:nvSpPr>
          <p:spPr>
            <a:xfrm>
              <a:off x="10433071" y="6253841"/>
              <a:ext cx="2319" cy="5825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8" name="rc2668"/>
            <p:cNvSpPr/>
            <p:nvPr/>
          </p:nvSpPr>
          <p:spPr>
            <a:xfrm>
              <a:off x="10435649" y="5945031"/>
              <a:ext cx="2319" cy="8913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9" name="rc2669"/>
            <p:cNvSpPr/>
            <p:nvPr/>
          </p:nvSpPr>
          <p:spPr>
            <a:xfrm>
              <a:off x="10438227" y="5956141"/>
              <a:ext cx="2319" cy="8802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0" name="rc2670"/>
            <p:cNvSpPr/>
            <p:nvPr/>
          </p:nvSpPr>
          <p:spPr>
            <a:xfrm>
              <a:off x="10440804" y="6497952"/>
              <a:ext cx="2319" cy="3384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1" name="rc2671"/>
            <p:cNvSpPr/>
            <p:nvPr/>
          </p:nvSpPr>
          <p:spPr>
            <a:xfrm>
              <a:off x="10443382" y="6349685"/>
              <a:ext cx="2319" cy="4866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2" name="rc2672"/>
            <p:cNvSpPr/>
            <p:nvPr/>
          </p:nvSpPr>
          <p:spPr>
            <a:xfrm>
              <a:off x="10445960" y="6696512"/>
              <a:ext cx="2319" cy="1398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3" name="rc2673"/>
            <p:cNvSpPr/>
            <p:nvPr/>
          </p:nvSpPr>
          <p:spPr>
            <a:xfrm>
              <a:off x="10448538" y="6491841"/>
              <a:ext cx="2319" cy="3445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4" name="rc2674"/>
            <p:cNvSpPr/>
            <p:nvPr/>
          </p:nvSpPr>
          <p:spPr>
            <a:xfrm>
              <a:off x="10451115" y="6500698"/>
              <a:ext cx="2319" cy="3356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5" name="rc2675"/>
            <p:cNvSpPr/>
            <p:nvPr/>
          </p:nvSpPr>
          <p:spPr>
            <a:xfrm>
              <a:off x="10453693" y="6304665"/>
              <a:ext cx="2319" cy="5316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6" name="rc2676"/>
            <p:cNvSpPr/>
            <p:nvPr/>
          </p:nvSpPr>
          <p:spPr>
            <a:xfrm>
              <a:off x="10456271" y="6397641"/>
              <a:ext cx="2319" cy="4387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7" name="rc2677"/>
            <p:cNvSpPr/>
            <p:nvPr/>
          </p:nvSpPr>
          <p:spPr>
            <a:xfrm>
              <a:off x="10458849" y="6756057"/>
              <a:ext cx="2319" cy="803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8" name="rc2678"/>
            <p:cNvSpPr/>
            <p:nvPr/>
          </p:nvSpPr>
          <p:spPr>
            <a:xfrm>
              <a:off x="10461426" y="5816652"/>
              <a:ext cx="2319" cy="10197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9" name="rc2679"/>
            <p:cNvSpPr/>
            <p:nvPr/>
          </p:nvSpPr>
          <p:spPr>
            <a:xfrm>
              <a:off x="10464004" y="6609833"/>
              <a:ext cx="2319" cy="2265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0" name="rc2680"/>
            <p:cNvSpPr/>
            <p:nvPr/>
          </p:nvSpPr>
          <p:spPr>
            <a:xfrm>
              <a:off x="10466582" y="6626197"/>
              <a:ext cx="2319" cy="2101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1" name="rc2681"/>
            <p:cNvSpPr/>
            <p:nvPr/>
          </p:nvSpPr>
          <p:spPr>
            <a:xfrm>
              <a:off x="10469160" y="6131324"/>
              <a:ext cx="2319" cy="7050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2" name="rc2682"/>
            <p:cNvSpPr/>
            <p:nvPr/>
          </p:nvSpPr>
          <p:spPr>
            <a:xfrm>
              <a:off x="10471737" y="6751478"/>
              <a:ext cx="2319" cy="848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3" name="rc2683"/>
            <p:cNvSpPr/>
            <p:nvPr/>
          </p:nvSpPr>
          <p:spPr>
            <a:xfrm>
              <a:off x="10474315" y="6597963"/>
              <a:ext cx="2319" cy="2383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4" name="rc2684"/>
            <p:cNvSpPr/>
            <p:nvPr/>
          </p:nvSpPr>
          <p:spPr>
            <a:xfrm>
              <a:off x="10476893" y="6756259"/>
              <a:ext cx="2319" cy="801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5" name="rc2685"/>
            <p:cNvSpPr/>
            <p:nvPr/>
          </p:nvSpPr>
          <p:spPr>
            <a:xfrm>
              <a:off x="10479471" y="6622946"/>
              <a:ext cx="2319" cy="2134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6" name="rc2686"/>
            <p:cNvSpPr/>
            <p:nvPr/>
          </p:nvSpPr>
          <p:spPr>
            <a:xfrm>
              <a:off x="10482048" y="6585062"/>
              <a:ext cx="2319" cy="2513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7" name="rc2687"/>
            <p:cNvSpPr/>
            <p:nvPr/>
          </p:nvSpPr>
          <p:spPr>
            <a:xfrm>
              <a:off x="10484626" y="6586462"/>
              <a:ext cx="2319" cy="2499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8" name="rc2688"/>
            <p:cNvSpPr/>
            <p:nvPr/>
          </p:nvSpPr>
          <p:spPr>
            <a:xfrm>
              <a:off x="10487204" y="6586280"/>
              <a:ext cx="2319" cy="2500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9" name="rc2689"/>
            <p:cNvSpPr/>
            <p:nvPr/>
          </p:nvSpPr>
          <p:spPr>
            <a:xfrm>
              <a:off x="10489782" y="6602624"/>
              <a:ext cx="2319" cy="2337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0" name="rc2690"/>
            <p:cNvSpPr/>
            <p:nvPr/>
          </p:nvSpPr>
          <p:spPr>
            <a:xfrm>
              <a:off x="10492359" y="6607133"/>
              <a:ext cx="2319" cy="2292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1" name="rc2691"/>
            <p:cNvSpPr/>
            <p:nvPr/>
          </p:nvSpPr>
          <p:spPr>
            <a:xfrm>
              <a:off x="10494937" y="6401564"/>
              <a:ext cx="2319" cy="4347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" name="rc2692"/>
            <p:cNvSpPr/>
            <p:nvPr/>
          </p:nvSpPr>
          <p:spPr>
            <a:xfrm>
              <a:off x="10497515" y="6761447"/>
              <a:ext cx="2319" cy="749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3" name="rc2693"/>
            <p:cNvSpPr/>
            <p:nvPr/>
          </p:nvSpPr>
          <p:spPr>
            <a:xfrm>
              <a:off x="10500093" y="6374002"/>
              <a:ext cx="2319" cy="4623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4" name="rc2694"/>
            <p:cNvSpPr/>
            <p:nvPr/>
          </p:nvSpPr>
          <p:spPr>
            <a:xfrm>
              <a:off x="10502671" y="6772252"/>
              <a:ext cx="2319" cy="641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5" name="rc2695"/>
            <p:cNvSpPr/>
            <p:nvPr/>
          </p:nvSpPr>
          <p:spPr>
            <a:xfrm>
              <a:off x="10505248" y="4984216"/>
              <a:ext cx="2319" cy="18521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6" name="rc2696"/>
            <p:cNvSpPr/>
            <p:nvPr/>
          </p:nvSpPr>
          <p:spPr>
            <a:xfrm>
              <a:off x="10507826" y="6493287"/>
              <a:ext cx="2319" cy="3430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7" name="rc2697"/>
            <p:cNvSpPr/>
            <p:nvPr/>
          </p:nvSpPr>
          <p:spPr>
            <a:xfrm>
              <a:off x="10510404" y="6479582"/>
              <a:ext cx="2319" cy="3567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8" name="rc2698"/>
            <p:cNvSpPr/>
            <p:nvPr/>
          </p:nvSpPr>
          <p:spPr>
            <a:xfrm>
              <a:off x="10512982" y="6224333"/>
              <a:ext cx="2319" cy="6120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9" name="rc2699"/>
            <p:cNvSpPr/>
            <p:nvPr/>
          </p:nvSpPr>
          <p:spPr>
            <a:xfrm>
              <a:off x="10515559" y="6425003"/>
              <a:ext cx="2319" cy="4113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0" name="rc2700"/>
            <p:cNvSpPr/>
            <p:nvPr/>
          </p:nvSpPr>
          <p:spPr>
            <a:xfrm>
              <a:off x="10518137" y="6508255"/>
              <a:ext cx="2319" cy="3281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1" name="rc2701"/>
            <p:cNvSpPr/>
            <p:nvPr/>
          </p:nvSpPr>
          <p:spPr>
            <a:xfrm>
              <a:off x="10520715" y="5891444"/>
              <a:ext cx="2319" cy="9449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2" name="rc2702"/>
            <p:cNvSpPr/>
            <p:nvPr/>
          </p:nvSpPr>
          <p:spPr>
            <a:xfrm>
              <a:off x="10523293" y="6089884"/>
              <a:ext cx="2319" cy="7464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3" name="rc2703"/>
            <p:cNvSpPr/>
            <p:nvPr/>
          </p:nvSpPr>
          <p:spPr>
            <a:xfrm>
              <a:off x="10525870" y="6304871"/>
              <a:ext cx="2319" cy="5314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4" name="rc2704"/>
            <p:cNvSpPr/>
            <p:nvPr/>
          </p:nvSpPr>
          <p:spPr>
            <a:xfrm>
              <a:off x="10528448" y="6279836"/>
              <a:ext cx="2319" cy="5565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5" name="rc2705"/>
            <p:cNvSpPr/>
            <p:nvPr/>
          </p:nvSpPr>
          <p:spPr>
            <a:xfrm>
              <a:off x="10531026" y="6360486"/>
              <a:ext cx="2319" cy="4758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6" name="rc2706"/>
            <p:cNvSpPr/>
            <p:nvPr/>
          </p:nvSpPr>
          <p:spPr>
            <a:xfrm>
              <a:off x="10533604" y="6378588"/>
              <a:ext cx="2319" cy="4577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7" name="rc2707"/>
            <p:cNvSpPr/>
            <p:nvPr/>
          </p:nvSpPr>
          <p:spPr>
            <a:xfrm>
              <a:off x="10536181" y="5729511"/>
              <a:ext cx="2319" cy="11068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8" name="rc2708"/>
            <p:cNvSpPr/>
            <p:nvPr/>
          </p:nvSpPr>
          <p:spPr>
            <a:xfrm>
              <a:off x="10538759" y="6550400"/>
              <a:ext cx="2319" cy="2859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9" name="rc2709"/>
            <p:cNvSpPr/>
            <p:nvPr/>
          </p:nvSpPr>
          <p:spPr>
            <a:xfrm>
              <a:off x="10541337" y="6568234"/>
              <a:ext cx="2319" cy="2681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0" name="rc2710"/>
            <p:cNvSpPr/>
            <p:nvPr/>
          </p:nvSpPr>
          <p:spPr>
            <a:xfrm>
              <a:off x="10543915" y="6596484"/>
              <a:ext cx="2319" cy="2398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1" name="rc2711"/>
            <p:cNvSpPr/>
            <p:nvPr/>
          </p:nvSpPr>
          <p:spPr>
            <a:xfrm>
              <a:off x="10546492" y="6179148"/>
              <a:ext cx="2319" cy="6572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2" name="rc2712"/>
            <p:cNvSpPr/>
            <p:nvPr/>
          </p:nvSpPr>
          <p:spPr>
            <a:xfrm>
              <a:off x="10549070" y="6304647"/>
              <a:ext cx="2319" cy="5317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3" name="rc2713"/>
            <p:cNvSpPr/>
            <p:nvPr/>
          </p:nvSpPr>
          <p:spPr>
            <a:xfrm>
              <a:off x="10551648" y="5297844"/>
              <a:ext cx="2319" cy="15385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4" name="rc2714"/>
            <p:cNvSpPr/>
            <p:nvPr/>
          </p:nvSpPr>
          <p:spPr>
            <a:xfrm>
              <a:off x="10554226" y="6531414"/>
              <a:ext cx="2319" cy="3049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5" name="rc2715"/>
            <p:cNvSpPr/>
            <p:nvPr/>
          </p:nvSpPr>
          <p:spPr>
            <a:xfrm>
              <a:off x="10556803" y="6284294"/>
              <a:ext cx="2319" cy="5520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6" name="rc2716"/>
            <p:cNvSpPr/>
            <p:nvPr/>
          </p:nvSpPr>
          <p:spPr>
            <a:xfrm>
              <a:off x="10559381" y="6224439"/>
              <a:ext cx="2319" cy="6119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7" name="rc2717"/>
            <p:cNvSpPr/>
            <p:nvPr/>
          </p:nvSpPr>
          <p:spPr>
            <a:xfrm>
              <a:off x="10561959" y="6371900"/>
              <a:ext cx="2319" cy="4644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8" name="rc2718"/>
            <p:cNvSpPr/>
            <p:nvPr/>
          </p:nvSpPr>
          <p:spPr>
            <a:xfrm>
              <a:off x="10564537" y="6186703"/>
              <a:ext cx="2319" cy="6496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9" name="rc2719"/>
            <p:cNvSpPr/>
            <p:nvPr/>
          </p:nvSpPr>
          <p:spPr>
            <a:xfrm>
              <a:off x="10567114" y="5267199"/>
              <a:ext cx="2319" cy="15691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0" name="rc2720"/>
            <p:cNvSpPr/>
            <p:nvPr/>
          </p:nvSpPr>
          <p:spPr>
            <a:xfrm>
              <a:off x="10569692" y="6129568"/>
              <a:ext cx="2319" cy="7067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1" name="rc2721"/>
            <p:cNvSpPr/>
            <p:nvPr/>
          </p:nvSpPr>
          <p:spPr>
            <a:xfrm>
              <a:off x="10572270" y="6378658"/>
              <a:ext cx="2319" cy="4577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2" name="rc2722"/>
            <p:cNvSpPr/>
            <p:nvPr/>
          </p:nvSpPr>
          <p:spPr>
            <a:xfrm>
              <a:off x="10574848" y="5849230"/>
              <a:ext cx="2319" cy="9871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3" name="rc2723"/>
            <p:cNvSpPr/>
            <p:nvPr/>
          </p:nvSpPr>
          <p:spPr>
            <a:xfrm>
              <a:off x="10577425" y="6596977"/>
              <a:ext cx="2319" cy="2393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4" name="rc2724"/>
            <p:cNvSpPr/>
            <p:nvPr/>
          </p:nvSpPr>
          <p:spPr>
            <a:xfrm>
              <a:off x="10580003" y="5932816"/>
              <a:ext cx="2319" cy="9035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5" name="rc2725"/>
            <p:cNvSpPr/>
            <p:nvPr/>
          </p:nvSpPr>
          <p:spPr>
            <a:xfrm>
              <a:off x="10582581" y="6333617"/>
              <a:ext cx="2319" cy="5027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6" name="rc2726"/>
            <p:cNvSpPr/>
            <p:nvPr/>
          </p:nvSpPr>
          <p:spPr>
            <a:xfrm>
              <a:off x="10585159" y="6368988"/>
              <a:ext cx="2319" cy="4673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7" name="rc2727"/>
            <p:cNvSpPr/>
            <p:nvPr/>
          </p:nvSpPr>
          <p:spPr>
            <a:xfrm>
              <a:off x="10587737" y="6760279"/>
              <a:ext cx="2319" cy="760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8" name="rc2728"/>
            <p:cNvSpPr/>
            <p:nvPr/>
          </p:nvSpPr>
          <p:spPr>
            <a:xfrm>
              <a:off x="10590314" y="6177964"/>
              <a:ext cx="2319" cy="6583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9" name="rc2729"/>
            <p:cNvSpPr/>
            <p:nvPr/>
          </p:nvSpPr>
          <p:spPr>
            <a:xfrm>
              <a:off x="10592892" y="6379648"/>
              <a:ext cx="2319" cy="4567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0" name="rc2730"/>
            <p:cNvSpPr/>
            <p:nvPr/>
          </p:nvSpPr>
          <p:spPr>
            <a:xfrm>
              <a:off x="10595470" y="6539373"/>
              <a:ext cx="2319" cy="2969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1" name="rc2731"/>
            <p:cNvSpPr/>
            <p:nvPr/>
          </p:nvSpPr>
          <p:spPr>
            <a:xfrm>
              <a:off x="10598048" y="6436804"/>
              <a:ext cx="2319" cy="3995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2" name="rc2732"/>
            <p:cNvSpPr/>
            <p:nvPr/>
          </p:nvSpPr>
          <p:spPr>
            <a:xfrm>
              <a:off x="10600625" y="6565284"/>
              <a:ext cx="2319" cy="2710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3" name="rc2733"/>
            <p:cNvSpPr/>
            <p:nvPr/>
          </p:nvSpPr>
          <p:spPr>
            <a:xfrm>
              <a:off x="10603203" y="6147304"/>
              <a:ext cx="2319" cy="6890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4" name="rc2734"/>
            <p:cNvSpPr/>
            <p:nvPr/>
          </p:nvSpPr>
          <p:spPr>
            <a:xfrm>
              <a:off x="10605781" y="6342820"/>
              <a:ext cx="2319" cy="4935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5" name="rc2735"/>
            <p:cNvSpPr/>
            <p:nvPr/>
          </p:nvSpPr>
          <p:spPr>
            <a:xfrm>
              <a:off x="10608359" y="6461018"/>
              <a:ext cx="2319" cy="3753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6" name="rc2736"/>
            <p:cNvSpPr/>
            <p:nvPr/>
          </p:nvSpPr>
          <p:spPr>
            <a:xfrm>
              <a:off x="10610936" y="5961129"/>
              <a:ext cx="2319" cy="8752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7" name="rc2737"/>
            <p:cNvSpPr/>
            <p:nvPr/>
          </p:nvSpPr>
          <p:spPr>
            <a:xfrm>
              <a:off x="10613514" y="6514280"/>
              <a:ext cx="2319" cy="3220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8" name="rc2738"/>
            <p:cNvSpPr/>
            <p:nvPr/>
          </p:nvSpPr>
          <p:spPr>
            <a:xfrm>
              <a:off x="10616092" y="6279403"/>
              <a:ext cx="2319" cy="5569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9" name="rc2739"/>
            <p:cNvSpPr/>
            <p:nvPr/>
          </p:nvSpPr>
          <p:spPr>
            <a:xfrm>
              <a:off x="10618670" y="6103590"/>
              <a:ext cx="2319" cy="7327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0" name="rc2740"/>
            <p:cNvSpPr/>
            <p:nvPr/>
          </p:nvSpPr>
          <p:spPr>
            <a:xfrm>
              <a:off x="10621247" y="5973650"/>
              <a:ext cx="2319" cy="8627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1" name="rc2741"/>
            <p:cNvSpPr/>
            <p:nvPr/>
          </p:nvSpPr>
          <p:spPr>
            <a:xfrm>
              <a:off x="10623825" y="6272053"/>
              <a:ext cx="2319" cy="5643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2" name="rc2742"/>
            <p:cNvSpPr/>
            <p:nvPr/>
          </p:nvSpPr>
          <p:spPr>
            <a:xfrm>
              <a:off x="10626403" y="6356958"/>
              <a:ext cx="2319" cy="4794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3" name="rc2743"/>
            <p:cNvSpPr/>
            <p:nvPr/>
          </p:nvSpPr>
          <p:spPr>
            <a:xfrm>
              <a:off x="10628981" y="5252042"/>
              <a:ext cx="2319" cy="15843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4" name="rc2744"/>
            <p:cNvSpPr/>
            <p:nvPr/>
          </p:nvSpPr>
          <p:spPr>
            <a:xfrm>
              <a:off x="10631558" y="6257423"/>
              <a:ext cx="2319" cy="5789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5" name="rc2745"/>
            <p:cNvSpPr/>
            <p:nvPr/>
          </p:nvSpPr>
          <p:spPr>
            <a:xfrm>
              <a:off x="10634136" y="6227209"/>
              <a:ext cx="2319" cy="6091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6" name="rc2746"/>
            <p:cNvSpPr/>
            <p:nvPr/>
          </p:nvSpPr>
          <p:spPr>
            <a:xfrm>
              <a:off x="10636714" y="6585407"/>
              <a:ext cx="2319" cy="2509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" name="rc2747"/>
            <p:cNvSpPr/>
            <p:nvPr/>
          </p:nvSpPr>
          <p:spPr>
            <a:xfrm>
              <a:off x="10639292" y="5094605"/>
              <a:ext cx="2319" cy="17417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8" name="rc2748"/>
            <p:cNvSpPr/>
            <p:nvPr/>
          </p:nvSpPr>
          <p:spPr>
            <a:xfrm>
              <a:off x="10641869" y="6214986"/>
              <a:ext cx="2319" cy="6213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9" name="rc2749"/>
            <p:cNvSpPr/>
            <p:nvPr/>
          </p:nvSpPr>
          <p:spPr>
            <a:xfrm>
              <a:off x="10644447" y="5923092"/>
              <a:ext cx="2319" cy="9132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0" name="rc2750"/>
            <p:cNvSpPr/>
            <p:nvPr/>
          </p:nvSpPr>
          <p:spPr>
            <a:xfrm>
              <a:off x="10647025" y="6214020"/>
              <a:ext cx="2319" cy="6223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1" name="rc2751"/>
            <p:cNvSpPr/>
            <p:nvPr/>
          </p:nvSpPr>
          <p:spPr>
            <a:xfrm>
              <a:off x="10649603" y="6217353"/>
              <a:ext cx="2319" cy="6190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2" name="rc2752"/>
            <p:cNvSpPr/>
            <p:nvPr/>
          </p:nvSpPr>
          <p:spPr>
            <a:xfrm>
              <a:off x="10652180" y="6615431"/>
              <a:ext cx="2319" cy="2209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3" name="rc2753"/>
            <p:cNvSpPr/>
            <p:nvPr/>
          </p:nvSpPr>
          <p:spPr>
            <a:xfrm>
              <a:off x="10654758" y="6460432"/>
              <a:ext cx="2319" cy="3759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4" name="rc2754"/>
            <p:cNvSpPr/>
            <p:nvPr/>
          </p:nvSpPr>
          <p:spPr>
            <a:xfrm>
              <a:off x="10657336" y="6592739"/>
              <a:ext cx="2319" cy="2436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5" name="rc2755"/>
            <p:cNvSpPr/>
            <p:nvPr/>
          </p:nvSpPr>
          <p:spPr>
            <a:xfrm>
              <a:off x="10659914" y="6372380"/>
              <a:ext cx="2319" cy="4639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6" name="rc2756"/>
            <p:cNvSpPr/>
            <p:nvPr/>
          </p:nvSpPr>
          <p:spPr>
            <a:xfrm>
              <a:off x="10662491" y="6300684"/>
              <a:ext cx="2319" cy="5356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7" name="rc2757"/>
            <p:cNvSpPr/>
            <p:nvPr/>
          </p:nvSpPr>
          <p:spPr>
            <a:xfrm>
              <a:off x="10665069" y="6341225"/>
              <a:ext cx="2319" cy="4951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8" name="rc2758"/>
            <p:cNvSpPr/>
            <p:nvPr/>
          </p:nvSpPr>
          <p:spPr>
            <a:xfrm>
              <a:off x="10667647" y="6137351"/>
              <a:ext cx="2319" cy="6990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9" name="rc2759"/>
            <p:cNvSpPr/>
            <p:nvPr/>
          </p:nvSpPr>
          <p:spPr>
            <a:xfrm>
              <a:off x="10670225" y="6552275"/>
              <a:ext cx="2319" cy="2840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0" name="rc2760"/>
            <p:cNvSpPr/>
            <p:nvPr/>
          </p:nvSpPr>
          <p:spPr>
            <a:xfrm>
              <a:off x="10672803" y="6583330"/>
              <a:ext cx="2319" cy="2530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1" name="rc2761"/>
            <p:cNvSpPr/>
            <p:nvPr/>
          </p:nvSpPr>
          <p:spPr>
            <a:xfrm>
              <a:off x="10675380" y="6071774"/>
              <a:ext cx="2319" cy="7645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2" name="rc2762"/>
            <p:cNvSpPr/>
            <p:nvPr/>
          </p:nvSpPr>
          <p:spPr>
            <a:xfrm>
              <a:off x="10677958" y="6281888"/>
              <a:ext cx="2319" cy="5544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3" name="rc2763"/>
            <p:cNvSpPr/>
            <p:nvPr/>
          </p:nvSpPr>
          <p:spPr>
            <a:xfrm>
              <a:off x="10680536" y="6207823"/>
              <a:ext cx="2319" cy="6285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4" name="rc2764"/>
            <p:cNvSpPr/>
            <p:nvPr/>
          </p:nvSpPr>
          <p:spPr>
            <a:xfrm>
              <a:off x="10683114" y="6292197"/>
              <a:ext cx="2319" cy="54416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5" name="rc2765"/>
            <p:cNvSpPr/>
            <p:nvPr/>
          </p:nvSpPr>
          <p:spPr>
            <a:xfrm>
              <a:off x="10685691" y="5698844"/>
              <a:ext cx="2319" cy="11375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6" name="rc2766"/>
            <p:cNvSpPr/>
            <p:nvPr/>
          </p:nvSpPr>
          <p:spPr>
            <a:xfrm>
              <a:off x="10688269" y="5752004"/>
              <a:ext cx="2319" cy="10843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7" name="rc2767"/>
            <p:cNvSpPr/>
            <p:nvPr/>
          </p:nvSpPr>
          <p:spPr>
            <a:xfrm>
              <a:off x="10690847" y="6554191"/>
              <a:ext cx="2319" cy="2821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8" name="rc2768"/>
            <p:cNvSpPr/>
            <p:nvPr/>
          </p:nvSpPr>
          <p:spPr>
            <a:xfrm>
              <a:off x="10693425" y="5559617"/>
              <a:ext cx="2319" cy="12767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9" name="rc2769"/>
            <p:cNvSpPr/>
            <p:nvPr/>
          </p:nvSpPr>
          <p:spPr>
            <a:xfrm>
              <a:off x="10696002" y="5424182"/>
              <a:ext cx="2319" cy="14121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0" name="rc2770"/>
            <p:cNvSpPr/>
            <p:nvPr/>
          </p:nvSpPr>
          <p:spPr>
            <a:xfrm>
              <a:off x="10698580" y="5614484"/>
              <a:ext cx="2319" cy="12218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1" name="rc2771"/>
            <p:cNvSpPr/>
            <p:nvPr/>
          </p:nvSpPr>
          <p:spPr>
            <a:xfrm>
              <a:off x="10701158" y="5225515"/>
              <a:ext cx="2319" cy="16108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2" name="rc2772"/>
            <p:cNvSpPr/>
            <p:nvPr/>
          </p:nvSpPr>
          <p:spPr>
            <a:xfrm>
              <a:off x="10703736" y="6192463"/>
              <a:ext cx="2319" cy="6438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3" name="rc2773"/>
            <p:cNvSpPr/>
            <p:nvPr/>
          </p:nvSpPr>
          <p:spPr>
            <a:xfrm>
              <a:off x="10706313" y="5833860"/>
              <a:ext cx="2319" cy="10025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4" name="rc2774"/>
            <p:cNvSpPr/>
            <p:nvPr/>
          </p:nvSpPr>
          <p:spPr>
            <a:xfrm>
              <a:off x="10708891" y="6594652"/>
              <a:ext cx="2319" cy="2417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5" name="rc2775"/>
            <p:cNvSpPr/>
            <p:nvPr/>
          </p:nvSpPr>
          <p:spPr>
            <a:xfrm>
              <a:off x="10711469" y="6500639"/>
              <a:ext cx="2319" cy="3357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6" name="rc2776"/>
            <p:cNvSpPr/>
            <p:nvPr/>
          </p:nvSpPr>
          <p:spPr>
            <a:xfrm>
              <a:off x="10714047" y="6530392"/>
              <a:ext cx="2319" cy="3059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7" name="rc2777"/>
            <p:cNvSpPr/>
            <p:nvPr/>
          </p:nvSpPr>
          <p:spPr>
            <a:xfrm>
              <a:off x="10716624" y="6585234"/>
              <a:ext cx="2319" cy="2511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8" name="rc2778"/>
            <p:cNvSpPr/>
            <p:nvPr/>
          </p:nvSpPr>
          <p:spPr>
            <a:xfrm>
              <a:off x="10719202" y="6594739"/>
              <a:ext cx="2319" cy="2416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9" name="rc2779"/>
            <p:cNvSpPr/>
            <p:nvPr/>
          </p:nvSpPr>
          <p:spPr>
            <a:xfrm>
              <a:off x="10721780" y="4277433"/>
              <a:ext cx="2319" cy="25589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0" name="rc2780"/>
            <p:cNvSpPr/>
            <p:nvPr/>
          </p:nvSpPr>
          <p:spPr>
            <a:xfrm>
              <a:off x="10724358" y="6518826"/>
              <a:ext cx="2319" cy="3175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1" name="rc2781"/>
            <p:cNvSpPr/>
            <p:nvPr/>
          </p:nvSpPr>
          <p:spPr>
            <a:xfrm>
              <a:off x="10726935" y="6208691"/>
              <a:ext cx="2319" cy="6276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2" name="rc2782"/>
            <p:cNvSpPr/>
            <p:nvPr/>
          </p:nvSpPr>
          <p:spPr>
            <a:xfrm>
              <a:off x="10729513" y="6236058"/>
              <a:ext cx="2319" cy="6003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3" name="rc2783"/>
            <p:cNvSpPr/>
            <p:nvPr/>
          </p:nvSpPr>
          <p:spPr>
            <a:xfrm>
              <a:off x="10732091" y="5718736"/>
              <a:ext cx="2319" cy="11176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4" name="rc2784"/>
            <p:cNvSpPr/>
            <p:nvPr/>
          </p:nvSpPr>
          <p:spPr>
            <a:xfrm>
              <a:off x="10734669" y="6308031"/>
              <a:ext cx="2319" cy="5283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5" name="rc2785"/>
            <p:cNvSpPr/>
            <p:nvPr/>
          </p:nvSpPr>
          <p:spPr>
            <a:xfrm>
              <a:off x="10737246" y="5787547"/>
              <a:ext cx="2319" cy="10488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6" name="rc2786"/>
            <p:cNvSpPr/>
            <p:nvPr/>
          </p:nvSpPr>
          <p:spPr>
            <a:xfrm>
              <a:off x="10739824" y="6306991"/>
              <a:ext cx="2319" cy="5293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7" name="rc2787"/>
            <p:cNvSpPr/>
            <p:nvPr/>
          </p:nvSpPr>
          <p:spPr>
            <a:xfrm>
              <a:off x="10742402" y="6205630"/>
              <a:ext cx="2319" cy="6307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8" name="rc2788"/>
            <p:cNvSpPr/>
            <p:nvPr/>
          </p:nvSpPr>
          <p:spPr>
            <a:xfrm>
              <a:off x="10744980" y="6481356"/>
              <a:ext cx="2319" cy="3550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9" name="rc2789"/>
            <p:cNvSpPr/>
            <p:nvPr/>
          </p:nvSpPr>
          <p:spPr>
            <a:xfrm>
              <a:off x="10747557" y="6308024"/>
              <a:ext cx="2319" cy="5283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0" name="rc2790"/>
            <p:cNvSpPr/>
            <p:nvPr/>
          </p:nvSpPr>
          <p:spPr>
            <a:xfrm>
              <a:off x="10750135" y="5225749"/>
              <a:ext cx="2319" cy="16106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1" name="rc2791"/>
            <p:cNvSpPr/>
            <p:nvPr/>
          </p:nvSpPr>
          <p:spPr>
            <a:xfrm>
              <a:off x="10752713" y="5483771"/>
              <a:ext cx="2319" cy="13525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2" name="rc2792"/>
            <p:cNvSpPr/>
            <p:nvPr/>
          </p:nvSpPr>
          <p:spPr>
            <a:xfrm>
              <a:off x="10755291" y="5485637"/>
              <a:ext cx="2319" cy="13507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3" name="rc2793"/>
            <p:cNvSpPr/>
            <p:nvPr/>
          </p:nvSpPr>
          <p:spPr>
            <a:xfrm>
              <a:off x="10757869" y="5719119"/>
              <a:ext cx="2319" cy="11172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4" name="rc2794"/>
            <p:cNvSpPr/>
            <p:nvPr/>
          </p:nvSpPr>
          <p:spPr>
            <a:xfrm>
              <a:off x="10760446" y="6627953"/>
              <a:ext cx="2319" cy="2084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5" name="rc2795"/>
            <p:cNvSpPr/>
            <p:nvPr/>
          </p:nvSpPr>
          <p:spPr>
            <a:xfrm>
              <a:off x="10763024" y="4601147"/>
              <a:ext cx="2319" cy="22352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6" name="rc2796"/>
            <p:cNvSpPr/>
            <p:nvPr/>
          </p:nvSpPr>
          <p:spPr>
            <a:xfrm>
              <a:off x="10765602" y="5836987"/>
              <a:ext cx="2319" cy="9993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7" name="rc2797"/>
            <p:cNvSpPr/>
            <p:nvPr/>
          </p:nvSpPr>
          <p:spPr>
            <a:xfrm>
              <a:off x="10768180" y="6581005"/>
              <a:ext cx="2319" cy="2553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8" name="rc2798"/>
            <p:cNvSpPr/>
            <p:nvPr/>
          </p:nvSpPr>
          <p:spPr>
            <a:xfrm>
              <a:off x="10770757" y="6511207"/>
              <a:ext cx="2319" cy="3251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9" name="rc2799"/>
            <p:cNvSpPr/>
            <p:nvPr/>
          </p:nvSpPr>
          <p:spPr>
            <a:xfrm>
              <a:off x="10773335" y="6574593"/>
              <a:ext cx="2319" cy="2617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0" name="rc2800"/>
            <p:cNvSpPr/>
            <p:nvPr/>
          </p:nvSpPr>
          <p:spPr>
            <a:xfrm>
              <a:off x="10775913" y="6580884"/>
              <a:ext cx="2319" cy="2554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1" name="rc2801"/>
            <p:cNvSpPr/>
            <p:nvPr/>
          </p:nvSpPr>
          <p:spPr>
            <a:xfrm>
              <a:off x="10778491" y="6258637"/>
              <a:ext cx="2319" cy="5777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" name="rc2802"/>
            <p:cNvSpPr/>
            <p:nvPr/>
          </p:nvSpPr>
          <p:spPr>
            <a:xfrm>
              <a:off x="10781068" y="6577472"/>
              <a:ext cx="2319" cy="2588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3" name="rc2803"/>
            <p:cNvSpPr/>
            <p:nvPr/>
          </p:nvSpPr>
          <p:spPr>
            <a:xfrm>
              <a:off x="10783646" y="6299706"/>
              <a:ext cx="2319" cy="5366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4" name="rc2804"/>
            <p:cNvSpPr/>
            <p:nvPr/>
          </p:nvSpPr>
          <p:spPr>
            <a:xfrm>
              <a:off x="10786224" y="6207433"/>
              <a:ext cx="2319" cy="6289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5" name="rc2805"/>
            <p:cNvSpPr/>
            <p:nvPr/>
          </p:nvSpPr>
          <p:spPr>
            <a:xfrm>
              <a:off x="10788802" y="6302531"/>
              <a:ext cx="2319" cy="5338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6" name="rc2806"/>
            <p:cNvSpPr/>
            <p:nvPr/>
          </p:nvSpPr>
          <p:spPr>
            <a:xfrm>
              <a:off x="10791379" y="5656128"/>
              <a:ext cx="2319" cy="11802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7" name="rc2807"/>
            <p:cNvSpPr/>
            <p:nvPr/>
          </p:nvSpPr>
          <p:spPr>
            <a:xfrm>
              <a:off x="10793957" y="6577712"/>
              <a:ext cx="2319" cy="2586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8" name="rc2808"/>
            <p:cNvSpPr/>
            <p:nvPr/>
          </p:nvSpPr>
          <p:spPr>
            <a:xfrm>
              <a:off x="10796535" y="6292432"/>
              <a:ext cx="2319" cy="5439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9" name="rc2809"/>
            <p:cNvSpPr/>
            <p:nvPr/>
          </p:nvSpPr>
          <p:spPr>
            <a:xfrm>
              <a:off x="10799113" y="6306158"/>
              <a:ext cx="2319" cy="5302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0" name="rc2810"/>
            <p:cNvSpPr/>
            <p:nvPr/>
          </p:nvSpPr>
          <p:spPr>
            <a:xfrm>
              <a:off x="10801690" y="6567800"/>
              <a:ext cx="2319" cy="2685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1" name="rc2811"/>
            <p:cNvSpPr/>
            <p:nvPr/>
          </p:nvSpPr>
          <p:spPr>
            <a:xfrm>
              <a:off x="10804268" y="6406352"/>
              <a:ext cx="2319" cy="4300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2" name="rc2812"/>
            <p:cNvSpPr/>
            <p:nvPr/>
          </p:nvSpPr>
          <p:spPr>
            <a:xfrm>
              <a:off x="10806846" y="6307850"/>
              <a:ext cx="2319" cy="5285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3" name="rc2813"/>
            <p:cNvSpPr/>
            <p:nvPr/>
          </p:nvSpPr>
          <p:spPr>
            <a:xfrm>
              <a:off x="10809424" y="6223051"/>
              <a:ext cx="2319" cy="6133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4" name="rc2814"/>
            <p:cNvSpPr/>
            <p:nvPr/>
          </p:nvSpPr>
          <p:spPr>
            <a:xfrm>
              <a:off x="10812001" y="6297604"/>
              <a:ext cx="2319" cy="5387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5" name="rc2815"/>
            <p:cNvSpPr/>
            <p:nvPr/>
          </p:nvSpPr>
          <p:spPr>
            <a:xfrm>
              <a:off x="10814579" y="6373921"/>
              <a:ext cx="2319" cy="4624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6" name="rc2816"/>
            <p:cNvSpPr/>
            <p:nvPr/>
          </p:nvSpPr>
          <p:spPr>
            <a:xfrm>
              <a:off x="10817157" y="6501692"/>
              <a:ext cx="2319" cy="3346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7" name="rc2817"/>
            <p:cNvSpPr/>
            <p:nvPr/>
          </p:nvSpPr>
          <p:spPr>
            <a:xfrm>
              <a:off x="10819735" y="6773454"/>
              <a:ext cx="2319" cy="629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8" name="rc2818"/>
            <p:cNvSpPr/>
            <p:nvPr/>
          </p:nvSpPr>
          <p:spPr>
            <a:xfrm>
              <a:off x="10822312" y="6497171"/>
              <a:ext cx="2319" cy="3391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9" name="rc2819"/>
            <p:cNvSpPr/>
            <p:nvPr/>
          </p:nvSpPr>
          <p:spPr>
            <a:xfrm>
              <a:off x="10824890" y="5815324"/>
              <a:ext cx="2319" cy="10210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0" name="rc2820"/>
            <p:cNvSpPr/>
            <p:nvPr/>
          </p:nvSpPr>
          <p:spPr>
            <a:xfrm>
              <a:off x="10827468" y="5633903"/>
              <a:ext cx="2319" cy="12024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1" name="rc2821"/>
            <p:cNvSpPr/>
            <p:nvPr/>
          </p:nvSpPr>
          <p:spPr>
            <a:xfrm>
              <a:off x="10830046" y="6263660"/>
              <a:ext cx="2319" cy="5727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2" name="rc2822"/>
            <p:cNvSpPr/>
            <p:nvPr/>
          </p:nvSpPr>
          <p:spPr>
            <a:xfrm>
              <a:off x="10832623" y="3613887"/>
              <a:ext cx="2319" cy="32224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3" name="rc2823"/>
            <p:cNvSpPr/>
            <p:nvPr/>
          </p:nvSpPr>
          <p:spPr>
            <a:xfrm>
              <a:off x="10835201" y="6312152"/>
              <a:ext cx="2319" cy="5242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4" name="rc2824"/>
            <p:cNvSpPr/>
            <p:nvPr/>
          </p:nvSpPr>
          <p:spPr>
            <a:xfrm>
              <a:off x="10837779" y="4149584"/>
              <a:ext cx="2319" cy="26867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5" name="rc2825"/>
            <p:cNvSpPr/>
            <p:nvPr/>
          </p:nvSpPr>
          <p:spPr>
            <a:xfrm>
              <a:off x="10840357" y="5788142"/>
              <a:ext cx="2319" cy="10482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6" name="rc2826"/>
            <p:cNvSpPr/>
            <p:nvPr/>
          </p:nvSpPr>
          <p:spPr>
            <a:xfrm>
              <a:off x="10842935" y="6461056"/>
              <a:ext cx="2319" cy="3753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7" name="rc2827"/>
            <p:cNvSpPr/>
            <p:nvPr/>
          </p:nvSpPr>
          <p:spPr>
            <a:xfrm>
              <a:off x="10845512" y="6224384"/>
              <a:ext cx="2319" cy="6119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8" name="rc2828"/>
            <p:cNvSpPr/>
            <p:nvPr/>
          </p:nvSpPr>
          <p:spPr>
            <a:xfrm>
              <a:off x="10848090" y="6741463"/>
              <a:ext cx="2319" cy="948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9" name="rc2829"/>
            <p:cNvSpPr/>
            <p:nvPr/>
          </p:nvSpPr>
          <p:spPr>
            <a:xfrm>
              <a:off x="10850668" y="6733078"/>
              <a:ext cx="2319" cy="1032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0" name="rc2830"/>
            <p:cNvSpPr/>
            <p:nvPr/>
          </p:nvSpPr>
          <p:spPr>
            <a:xfrm>
              <a:off x="10853246" y="6743474"/>
              <a:ext cx="2319" cy="928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1" name="rc2831"/>
            <p:cNvSpPr/>
            <p:nvPr/>
          </p:nvSpPr>
          <p:spPr>
            <a:xfrm>
              <a:off x="10855823" y="6735569"/>
              <a:ext cx="2319" cy="1007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2" name="rc2832"/>
            <p:cNvSpPr/>
            <p:nvPr/>
          </p:nvSpPr>
          <p:spPr>
            <a:xfrm>
              <a:off x="10858401" y="6214881"/>
              <a:ext cx="2319" cy="6214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3" name="rc2833"/>
            <p:cNvSpPr/>
            <p:nvPr/>
          </p:nvSpPr>
          <p:spPr>
            <a:xfrm>
              <a:off x="10860979" y="6724809"/>
              <a:ext cx="2319" cy="1115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4" name="rc2834"/>
            <p:cNvSpPr/>
            <p:nvPr/>
          </p:nvSpPr>
          <p:spPr>
            <a:xfrm>
              <a:off x="10863557" y="6739759"/>
              <a:ext cx="2319" cy="966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5" name="rc2835"/>
            <p:cNvSpPr/>
            <p:nvPr/>
          </p:nvSpPr>
          <p:spPr>
            <a:xfrm>
              <a:off x="10866134" y="6538905"/>
              <a:ext cx="2319" cy="2974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6" name="rc2836"/>
            <p:cNvSpPr/>
            <p:nvPr/>
          </p:nvSpPr>
          <p:spPr>
            <a:xfrm>
              <a:off x="10868712" y="6660687"/>
              <a:ext cx="2319" cy="1756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7" name="rc2837"/>
            <p:cNvSpPr/>
            <p:nvPr/>
          </p:nvSpPr>
          <p:spPr>
            <a:xfrm>
              <a:off x="10871290" y="6337139"/>
              <a:ext cx="2319" cy="4992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8" name="rc2838"/>
            <p:cNvSpPr/>
            <p:nvPr/>
          </p:nvSpPr>
          <p:spPr>
            <a:xfrm>
              <a:off x="10873868" y="6724584"/>
              <a:ext cx="2319" cy="1117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9" name="rc2839"/>
            <p:cNvSpPr/>
            <p:nvPr/>
          </p:nvSpPr>
          <p:spPr>
            <a:xfrm>
              <a:off x="10876445" y="6769307"/>
              <a:ext cx="2319" cy="670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0" name="rc2840"/>
            <p:cNvSpPr/>
            <p:nvPr/>
          </p:nvSpPr>
          <p:spPr>
            <a:xfrm>
              <a:off x="10879023" y="6756645"/>
              <a:ext cx="2319" cy="797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1" name="rc2841"/>
            <p:cNvSpPr/>
            <p:nvPr/>
          </p:nvSpPr>
          <p:spPr>
            <a:xfrm>
              <a:off x="10881601" y="6445121"/>
              <a:ext cx="2319" cy="3912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2" name="rc2842"/>
            <p:cNvSpPr/>
            <p:nvPr/>
          </p:nvSpPr>
          <p:spPr>
            <a:xfrm>
              <a:off x="10884179" y="6394101"/>
              <a:ext cx="2319" cy="4422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3" name="rc2843"/>
            <p:cNvSpPr/>
            <p:nvPr/>
          </p:nvSpPr>
          <p:spPr>
            <a:xfrm>
              <a:off x="10886756" y="6279837"/>
              <a:ext cx="2319" cy="5565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4" name="rc2844"/>
            <p:cNvSpPr/>
            <p:nvPr/>
          </p:nvSpPr>
          <p:spPr>
            <a:xfrm>
              <a:off x="10889334" y="6406835"/>
              <a:ext cx="2319" cy="4295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5" name="rc2845"/>
            <p:cNvSpPr/>
            <p:nvPr/>
          </p:nvSpPr>
          <p:spPr>
            <a:xfrm>
              <a:off x="10891912" y="6191934"/>
              <a:ext cx="2319" cy="6444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6" name="rc2846"/>
            <p:cNvSpPr/>
            <p:nvPr/>
          </p:nvSpPr>
          <p:spPr>
            <a:xfrm>
              <a:off x="10894490" y="6752638"/>
              <a:ext cx="2319" cy="837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7" name="rc2847"/>
            <p:cNvSpPr/>
            <p:nvPr/>
          </p:nvSpPr>
          <p:spPr>
            <a:xfrm>
              <a:off x="10897067" y="6757753"/>
              <a:ext cx="2319" cy="786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8" name="rc2848"/>
            <p:cNvSpPr/>
            <p:nvPr/>
          </p:nvSpPr>
          <p:spPr>
            <a:xfrm>
              <a:off x="10899645" y="6390447"/>
              <a:ext cx="2319" cy="4459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9" name="rc2849"/>
            <p:cNvSpPr/>
            <p:nvPr/>
          </p:nvSpPr>
          <p:spPr>
            <a:xfrm>
              <a:off x="10902223" y="6377708"/>
              <a:ext cx="2319" cy="4586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0" name="rc2850"/>
            <p:cNvSpPr/>
            <p:nvPr/>
          </p:nvSpPr>
          <p:spPr>
            <a:xfrm>
              <a:off x="10904801" y="6749520"/>
              <a:ext cx="2319" cy="868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1" name="rc2851"/>
            <p:cNvSpPr/>
            <p:nvPr/>
          </p:nvSpPr>
          <p:spPr>
            <a:xfrm>
              <a:off x="10907378" y="6309482"/>
              <a:ext cx="2319" cy="5268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2" name="rc2852"/>
            <p:cNvSpPr/>
            <p:nvPr/>
          </p:nvSpPr>
          <p:spPr>
            <a:xfrm>
              <a:off x="10909956" y="6161798"/>
              <a:ext cx="2319" cy="6745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3" name="rc2853"/>
            <p:cNvSpPr/>
            <p:nvPr/>
          </p:nvSpPr>
          <p:spPr>
            <a:xfrm>
              <a:off x="10912534" y="6342443"/>
              <a:ext cx="2319" cy="4939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4" name="rc2854"/>
            <p:cNvSpPr/>
            <p:nvPr/>
          </p:nvSpPr>
          <p:spPr>
            <a:xfrm>
              <a:off x="10915112" y="4099422"/>
              <a:ext cx="2319" cy="27369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5" name="rc2855"/>
            <p:cNvSpPr/>
            <p:nvPr/>
          </p:nvSpPr>
          <p:spPr>
            <a:xfrm>
              <a:off x="10917689" y="6767571"/>
              <a:ext cx="2319" cy="687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6" name="rc2856"/>
            <p:cNvSpPr/>
            <p:nvPr/>
          </p:nvSpPr>
          <p:spPr>
            <a:xfrm>
              <a:off x="10920267" y="6469719"/>
              <a:ext cx="2319" cy="3666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7" name="rc2857"/>
            <p:cNvSpPr/>
            <p:nvPr/>
          </p:nvSpPr>
          <p:spPr>
            <a:xfrm>
              <a:off x="10922845" y="6281400"/>
              <a:ext cx="2319" cy="5549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8" name="rc2858"/>
            <p:cNvSpPr/>
            <p:nvPr/>
          </p:nvSpPr>
          <p:spPr>
            <a:xfrm>
              <a:off x="10925423" y="6573121"/>
              <a:ext cx="2319" cy="2632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9" name="rc2859"/>
            <p:cNvSpPr/>
            <p:nvPr/>
          </p:nvSpPr>
          <p:spPr>
            <a:xfrm>
              <a:off x="10928001" y="5178911"/>
              <a:ext cx="2319" cy="16574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0" name="rc2860"/>
            <p:cNvSpPr/>
            <p:nvPr/>
          </p:nvSpPr>
          <p:spPr>
            <a:xfrm>
              <a:off x="10930578" y="6383295"/>
              <a:ext cx="2319" cy="4530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1" name="rc2861"/>
            <p:cNvSpPr/>
            <p:nvPr/>
          </p:nvSpPr>
          <p:spPr>
            <a:xfrm>
              <a:off x="10933156" y="6221912"/>
              <a:ext cx="2319" cy="6144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2" name="rc2862"/>
            <p:cNvSpPr/>
            <p:nvPr/>
          </p:nvSpPr>
          <p:spPr>
            <a:xfrm>
              <a:off x="10935734" y="6585716"/>
              <a:ext cx="2319" cy="2506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3" name="rc2863"/>
            <p:cNvSpPr/>
            <p:nvPr/>
          </p:nvSpPr>
          <p:spPr>
            <a:xfrm>
              <a:off x="10938312" y="6443500"/>
              <a:ext cx="2319" cy="3928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4" name="rc2864"/>
            <p:cNvSpPr/>
            <p:nvPr/>
          </p:nvSpPr>
          <p:spPr>
            <a:xfrm>
              <a:off x="10940889" y="6221434"/>
              <a:ext cx="2319" cy="6149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5" name="rc2865"/>
            <p:cNvSpPr/>
            <p:nvPr/>
          </p:nvSpPr>
          <p:spPr>
            <a:xfrm>
              <a:off x="10943467" y="6403327"/>
              <a:ext cx="2319" cy="4330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6" name="rc2866"/>
            <p:cNvSpPr/>
            <p:nvPr/>
          </p:nvSpPr>
          <p:spPr>
            <a:xfrm>
              <a:off x="10946045" y="6590817"/>
              <a:ext cx="2319" cy="2455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7" name="rc2867"/>
            <p:cNvSpPr/>
            <p:nvPr/>
          </p:nvSpPr>
          <p:spPr>
            <a:xfrm>
              <a:off x="10948623" y="6762576"/>
              <a:ext cx="2319" cy="737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8" name="rc2868"/>
            <p:cNvSpPr/>
            <p:nvPr/>
          </p:nvSpPr>
          <p:spPr>
            <a:xfrm>
              <a:off x="10951200" y="6589792"/>
              <a:ext cx="2319" cy="2465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9" name="rc2869"/>
            <p:cNvSpPr/>
            <p:nvPr/>
          </p:nvSpPr>
          <p:spPr>
            <a:xfrm>
              <a:off x="10953778" y="6591786"/>
              <a:ext cx="2319" cy="2445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0" name="rc2870"/>
            <p:cNvSpPr/>
            <p:nvPr/>
          </p:nvSpPr>
          <p:spPr>
            <a:xfrm>
              <a:off x="10956356" y="6457421"/>
              <a:ext cx="2319" cy="3789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1" name="rc2871"/>
            <p:cNvSpPr/>
            <p:nvPr/>
          </p:nvSpPr>
          <p:spPr>
            <a:xfrm>
              <a:off x="10958934" y="6759454"/>
              <a:ext cx="2319" cy="769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2" name="rc2872"/>
            <p:cNvSpPr/>
            <p:nvPr/>
          </p:nvSpPr>
          <p:spPr>
            <a:xfrm>
              <a:off x="10961511" y="6770484"/>
              <a:ext cx="2319" cy="658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3" name="rc2873"/>
            <p:cNvSpPr/>
            <p:nvPr/>
          </p:nvSpPr>
          <p:spPr>
            <a:xfrm>
              <a:off x="10964089" y="6770373"/>
              <a:ext cx="2319" cy="659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4" name="rc2874"/>
            <p:cNvSpPr/>
            <p:nvPr/>
          </p:nvSpPr>
          <p:spPr>
            <a:xfrm>
              <a:off x="10966667" y="6443927"/>
              <a:ext cx="2319" cy="3924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5" name="rc2875"/>
            <p:cNvSpPr/>
            <p:nvPr/>
          </p:nvSpPr>
          <p:spPr>
            <a:xfrm>
              <a:off x="10969245" y="6772604"/>
              <a:ext cx="2319" cy="637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6" name="rc2876"/>
            <p:cNvSpPr/>
            <p:nvPr/>
          </p:nvSpPr>
          <p:spPr>
            <a:xfrm>
              <a:off x="10971822" y="6407978"/>
              <a:ext cx="2319" cy="4283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7" name="rc2877"/>
            <p:cNvSpPr/>
            <p:nvPr/>
          </p:nvSpPr>
          <p:spPr>
            <a:xfrm>
              <a:off x="10974400" y="6719061"/>
              <a:ext cx="2319" cy="1173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8" name="rc2878"/>
            <p:cNvSpPr/>
            <p:nvPr/>
          </p:nvSpPr>
          <p:spPr>
            <a:xfrm>
              <a:off x="10976978" y="6763145"/>
              <a:ext cx="2319" cy="732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9" name="rc2879"/>
            <p:cNvSpPr/>
            <p:nvPr/>
          </p:nvSpPr>
          <p:spPr>
            <a:xfrm>
              <a:off x="10979556" y="6768649"/>
              <a:ext cx="2319" cy="677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0" name="rc2880"/>
            <p:cNvSpPr/>
            <p:nvPr/>
          </p:nvSpPr>
          <p:spPr>
            <a:xfrm>
              <a:off x="10982133" y="6598959"/>
              <a:ext cx="2319" cy="2374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1" name="rc2881"/>
            <p:cNvSpPr/>
            <p:nvPr/>
          </p:nvSpPr>
          <p:spPr>
            <a:xfrm>
              <a:off x="10984711" y="6344687"/>
              <a:ext cx="2319" cy="4916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2" name="rc2882"/>
            <p:cNvSpPr/>
            <p:nvPr/>
          </p:nvSpPr>
          <p:spPr>
            <a:xfrm>
              <a:off x="10987289" y="6472786"/>
              <a:ext cx="2319" cy="3635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3" name="rc2883"/>
            <p:cNvSpPr/>
            <p:nvPr/>
          </p:nvSpPr>
          <p:spPr>
            <a:xfrm>
              <a:off x="10989867" y="6397135"/>
              <a:ext cx="2319" cy="4392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4" name="rc2884"/>
            <p:cNvSpPr/>
            <p:nvPr/>
          </p:nvSpPr>
          <p:spPr>
            <a:xfrm>
              <a:off x="10992444" y="6564601"/>
              <a:ext cx="2319" cy="2717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5" name="rc2885"/>
            <p:cNvSpPr/>
            <p:nvPr/>
          </p:nvSpPr>
          <p:spPr>
            <a:xfrm>
              <a:off x="10995022" y="6354082"/>
              <a:ext cx="2319" cy="4822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" name="rc2886"/>
            <p:cNvSpPr/>
            <p:nvPr/>
          </p:nvSpPr>
          <p:spPr>
            <a:xfrm>
              <a:off x="10997600" y="6752468"/>
              <a:ext cx="2319" cy="838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7" name="rc2887"/>
            <p:cNvSpPr/>
            <p:nvPr/>
          </p:nvSpPr>
          <p:spPr>
            <a:xfrm>
              <a:off x="11000178" y="6447583"/>
              <a:ext cx="2319" cy="3887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8" name="rc2888"/>
            <p:cNvSpPr/>
            <p:nvPr/>
          </p:nvSpPr>
          <p:spPr>
            <a:xfrm>
              <a:off x="11002755" y="6766562"/>
              <a:ext cx="2319" cy="698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9" name="rc2889"/>
            <p:cNvSpPr/>
            <p:nvPr/>
          </p:nvSpPr>
          <p:spPr>
            <a:xfrm>
              <a:off x="11005333" y="6766125"/>
              <a:ext cx="2319" cy="702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0" name="rc2890"/>
            <p:cNvSpPr/>
            <p:nvPr/>
          </p:nvSpPr>
          <p:spPr>
            <a:xfrm>
              <a:off x="11007911" y="6727402"/>
              <a:ext cx="2319" cy="1089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1" name="rc2891"/>
            <p:cNvSpPr/>
            <p:nvPr/>
          </p:nvSpPr>
          <p:spPr>
            <a:xfrm>
              <a:off x="11010489" y="6339447"/>
              <a:ext cx="2319" cy="4969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2" name="rc2892"/>
            <p:cNvSpPr/>
            <p:nvPr/>
          </p:nvSpPr>
          <p:spPr>
            <a:xfrm>
              <a:off x="11013067" y="5655650"/>
              <a:ext cx="2319" cy="11807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3" name="rc2893"/>
            <p:cNvSpPr/>
            <p:nvPr/>
          </p:nvSpPr>
          <p:spPr>
            <a:xfrm>
              <a:off x="11015644" y="6445176"/>
              <a:ext cx="2319" cy="3911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4" name="rc2894"/>
            <p:cNvSpPr/>
            <p:nvPr/>
          </p:nvSpPr>
          <p:spPr>
            <a:xfrm>
              <a:off x="11018222" y="6600335"/>
              <a:ext cx="2319" cy="2360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5" name="rc2895"/>
            <p:cNvSpPr/>
            <p:nvPr/>
          </p:nvSpPr>
          <p:spPr>
            <a:xfrm>
              <a:off x="11020800" y="6011273"/>
              <a:ext cx="2319" cy="8250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6" name="rc2896"/>
            <p:cNvSpPr/>
            <p:nvPr/>
          </p:nvSpPr>
          <p:spPr>
            <a:xfrm>
              <a:off x="11023378" y="6398135"/>
              <a:ext cx="2319" cy="4382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7" name="rc2897"/>
            <p:cNvSpPr/>
            <p:nvPr/>
          </p:nvSpPr>
          <p:spPr>
            <a:xfrm>
              <a:off x="11025955" y="6268807"/>
              <a:ext cx="2319" cy="5675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8" name="rc2898"/>
            <p:cNvSpPr/>
            <p:nvPr/>
          </p:nvSpPr>
          <p:spPr>
            <a:xfrm>
              <a:off x="11028533" y="6322584"/>
              <a:ext cx="2319" cy="5137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9" name="rc2899"/>
            <p:cNvSpPr/>
            <p:nvPr/>
          </p:nvSpPr>
          <p:spPr>
            <a:xfrm>
              <a:off x="11031111" y="6293426"/>
              <a:ext cx="2319" cy="5429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0" name="rc2900"/>
            <p:cNvSpPr/>
            <p:nvPr/>
          </p:nvSpPr>
          <p:spPr>
            <a:xfrm>
              <a:off x="11033689" y="6230466"/>
              <a:ext cx="2319" cy="6058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1" name="rc2901"/>
            <p:cNvSpPr/>
            <p:nvPr/>
          </p:nvSpPr>
          <p:spPr>
            <a:xfrm>
              <a:off x="11036266" y="6772278"/>
              <a:ext cx="2319" cy="640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2" name="rc2902"/>
            <p:cNvSpPr/>
            <p:nvPr/>
          </p:nvSpPr>
          <p:spPr>
            <a:xfrm>
              <a:off x="11038844" y="6692703"/>
              <a:ext cx="2319" cy="1436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3" name="rc2903"/>
            <p:cNvSpPr/>
            <p:nvPr/>
          </p:nvSpPr>
          <p:spPr>
            <a:xfrm>
              <a:off x="11041422" y="6720485"/>
              <a:ext cx="2319" cy="1158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4" name="rc2904"/>
            <p:cNvSpPr/>
            <p:nvPr/>
          </p:nvSpPr>
          <p:spPr>
            <a:xfrm>
              <a:off x="11044000" y="6550519"/>
              <a:ext cx="2319" cy="2858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5" name="rc2905"/>
            <p:cNvSpPr/>
            <p:nvPr/>
          </p:nvSpPr>
          <p:spPr>
            <a:xfrm>
              <a:off x="11046577" y="6749250"/>
              <a:ext cx="2319" cy="871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6" name="rc2906"/>
            <p:cNvSpPr/>
            <p:nvPr/>
          </p:nvSpPr>
          <p:spPr>
            <a:xfrm>
              <a:off x="11049155" y="6743906"/>
              <a:ext cx="2319" cy="924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7" name="rc2907"/>
            <p:cNvSpPr/>
            <p:nvPr/>
          </p:nvSpPr>
          <p:spPr>
            <a:xfrm>
              <a:off x="11051733" y="6747019"/>
              <a:ext cx="2319" cy="893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8" name="rc2908"/>
            <p:cNvSpPr/>
            <p:nvPr/>
          </p:nvSpPr>
          <p:spPr>
            <a:xfrm>
              <a:off x="11054311" y="6301804"/>
              <a:ext cx="2319" cy="5345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9" name="rc2909"/>
            <p:cNvSpPr/>
            <p:nvPr/>
          </p:nvSpPr>
          <p:spPr>
            <a:xfrm>
              <a:off x="11056888" y="6375702"/>
              <a:ext cx="2319" cy="4606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0" name="rc2910"/>
            <p:cNvSpPr/>
            <p:nvPr/>
          </p:nvSpPr>
          <p:spPr>
            <a:xfrm>
              <a:off x="11059466" y="6539722"/>
              <a:ext cx="2319" cy="2966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1" name="rc2911"/>
            <p:cNvSpPr/>
            <p:nvPr/>
          </p:nvSpPr>
          <p:spPr>
            <a:xfrm>
              <a:off x="11062044" y="6738160"/>
              <a:ext cx="2319" cy="982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2" name="rc2912"/>
            <p:cNvSpPr/>
            <p:nvPr/>
          </p:nvSpPr>
          <p:spPr>
            <a:xfrm>
              <a:off x="11064622" y="6738160"/>
              <a:ext cx="2319" cy="982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3" name="rc2913"/>
            <p:cNvSpPr/>
            <p:nvPr/>
          </p:nvSpPr>
          <p:spPr>
            <a:xfrm>
              <a:off x="11067199" y="6741354"/>
              <a:ext cx="2319" cy="950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4" name="rc2914"/>
            <p:cNvSpPr/>
            <p:nvPr/>
          </p:nvSpPr>
          <p:spPr>
            <a:xfrm>
              <a:off x="11069777" y="6746120"/>
              <a:ext cx="2319" cy="902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5" name="rc2915"/>
            <p:cNvSpPr/>
            <p:nvPr/>
          </p:nvSpPr>
          <p:spPr>
            <a:xfrm>
              <a:off x="11072355" y="6700160"/>
              <a:ext cx="2319" cy="1362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6" name="rc2916"/>
            <p:cNvSpPr/>
            <p:nvPr/>
          </p:nvSpPr>
          <p:spPr>
            <a:xfrm>
              <a:off x="11074933" y="6704405"/>
              <a:ext cx="2319" cy="1319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7" name="rc2917"/>
            <p:cNvSpPr/>
            <p:nvPr/>
          </p:nvSpPr>
          <p:spPr>
            <a:xfrm>
              <a:off x="11077510" y="6248359"/>
              <a:ext cx="2319" cy="5880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8" name="rc2918"/>
            <p:cNvSpPr/>
            <p:nvPr/>
          </p:nvSpPr>
          <p:spPr>
            <a:xfrm>
              <a:off x="11080088" y="6587620"/>
              <a:ext cx="2319" cy="2487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9" name="rc2919"/>
            <p:cNvSpPr/>
            <p:nvPr/>
          </p:nvSpPr>
          <p:spPr>
            <a:xfrm>
              <a:off x="11082666" y="4638481"/>
              <a:ext cx="2319" cy="21978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0" name="rc2920"/>
            <p:cNvSpPr/>
            <p:nvPr/>
          </p:nvSpPr>
          <p:spPr>
            <a:xfrm>
              <a:off x="11085244" y="6651753"/>
              <a:ext cx="2319" cy="1846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1" name="rc2921"/>
            <p:cNvSpPr/>
            <p:nvPr/>
          </p:nvSpPr>
          <p:spPr>
            <a:xfrm>
              <a:off x="11087821" y="6643332"/>
              <a:ext cx="2319" cy="1930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2" name="rc2922"/>
            <p:cNvSpPr/>
            <p:nvPr/>
          </p:nvSpPr>
          <p:spPr>
            <a:xfrm>
              <a:off x="11090399" y="6649597"/>
              <a:ext cx="2319" cy="1867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3" name="rc2923"/>
            <p:cNvSpPr/>
            <p:nvPr/>
          </p:nvSpPr>
          <p:spPr>
            <a:xfrm>
              <a:off x="11092977" y="5705131"/>
              <a:ext cx="2319" cy="11312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4" name="rc2924"/>
            <p:cNvSpPr/>
            <p:nvPr/>
          </p:nvSpPr>
          <p:spPr>
            <a:xfrm>
              <a:off x="11095555" y="6358839"/>
              <a:ext cx="2319" cy="4775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5" name="rc2925"/>
            <p:cNvSpPr/>
            <p:nvPr/>
          </p:nvSpPr>
          <p:spPr>
            <a:xfrm>
              <a:off x="11098133" y="6729225"/>
              <a:ext cx="2319" cy="1071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6" name="rc2926"/>
            <p:cNvSpPr/>
            <p:nvPr/>
          </p:nvSpPr>
          <p:spPr>
            <a:xfrm>
              <a:off x="11100710" y="6704342"/>
              <a:ext cx="2319" cy="1320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7" name="rc2927"/>
            <p:cNvSpPr/>
            <p:nvPr/>
          </p:nvSpPr>
          <p:spPr>
            <a:xfrm>
              <a:off x="11103288" y="6718616"/>
              <a:ext cx="2319" cy="1177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8" name="rc2928"/>
            <p:cNvSpPr/>
            <p:nvPr/>
          </p:nvSpPr>
          <p:spPr>
            <a:xfrm>
              <a:off x="11105866" y="6718786"/>
              <a:ext cx="2319" cy="1175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9" name="rc2929"/>
            <p:cNvSpPr/>
            <p:nvPr/>
          </p:nvSpPr>
          <p:spPr>
            <a:xfrm>
              <a:off x="11108444" y="6721224"/>
              <a:ext cx="2319" cy="1151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0" name="rc2930"/>
            <p:cNvSpPr/>
            <p:nvPr/>
          </p:nvSpPr>
          <p:spPr>
            <a:xfrm>
              <a:off x="11111021" y="6717807"/>
              <a:ext cx="2319" cy="1185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1" name="rc2931"/>
            <p:cNvSpPr/>
            <p:nvPr/>
          </p:nvSpPr>
          <p:spPr>
            <a:xfrm>
              <a:off x="11113599" y="6648100"/>
              <a:ext cx="2319" cy="1882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2" name="rc2932"/>
            <p:cNvSpPr/>
            <p:nvPr/>
          </p:nvSpPr>
          <p:spPr>
            <a:xfrm>
              <a:off x="11116177" y="6457798"/>
              <a:ext cx="2319" cy="3785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3" name="rc2933"/>
            <p:cNvSpPr/>
            <p:nvPr/>
          </p:nvSpPr>
          <p:spPr>
            <a:xfrm>
              <a:off x="11118755" y="6635167"/>
              <a:ext cx="2319" cy="2011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4" name="rc2934"/>
            <p:cNvSpPr/>
            <p:nvPr/>
          </p:nvSpPr>
          <p:spPr>
            <a:xfrm>
              <a:off x="11121332" y="5915942"/>
              <a:ext cx="2319" cy="9204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5" name="rc2935"/>
            <p:cNvSpPr/>
            <p:nvPr/>
          </p:nvSpPr>
          <p:spPr>
            <a:xfrm>
              <a:off x="11123910" y="6025805"/>
              <a:ext cx="2319" cy="8105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6" name="rc2936"/>
            <p:cNvSpPr/>
            <p:nvPr/>
          </p:nvSpPr>
          <p:spPr>
            <a:xfrm>
              <a:off x="11126488" y="6344054"/>
              <a:ext cx="2319" cy="4923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7" name="rc2937"/>
            <p:cNvSpPr/>
            <p:nvPr/>
          </p:nvSpPr>
          <p:spPr>
            <a:xfrm>
              <a:off x="11129066" y="6681588"/>
              <a:ext cx="2319" cy="1547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8" name="rc2938"/>
            <p:cNvSpPr/>
            <p:nvPr/>
          </p:nvSpPr>
          <p:spPr>
            <a:xfrm>
              <a:off x="11131643" y="6500844"/>
              <a:ext cx="2319" cy="3355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9" name="rc2939"/>
            <p:cNvSpPr/>
            <p:nvPr/>
          </p:nvSpPr>
          <p:spPr>
            <a:xfrm>
              <a:off x="11134221" y="6726753"/>
              <a:ext cx="2319" cy="1096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0" name="rc2940"/>
            <p:cNvSpPr/>
            <p:nvPr/>
          </p:nvSpPr>
          <p:spPr>
            <a:xfrm>
              <a:off x="11136799" y="6122511"/>
              <a:ext cx="2319" cy="7138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1" name="rc2941"/>
            <p:cNvSpPr/>
            <p:nvPr/>
          </p:nvSpPr>
          <p:spPr>
            <a:xfrm>
              <a:off x="11139377" y="6732057"/>
              <a:ext cx="2319" cy="1043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2" name="rc2942"/>
            <p:cNvSpPr/>
            <p:nvPr/>
          </p:nvSpPr>
          <p:spPr>
            <a:xfrm>
              <a:off x="11141954" y="5950094"/>
              <a:ext cx="2319" cy="8862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3" name="rc2943"/>
            <p:cNvSpPr/>
            <p:nvPr/>
          </p:nvSpPr>
          <p:spPr>
            <a:xfrm>
              <a:off x="11144532" y="6726632"/>
              <a:ext cx="2319" cy="1097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4" name="rc2944"/>
            <p:cNvSpPr/>
            <p:nvPr/>
          </p:nvSpPr>
          <p:spPr>
            <a:xfrm>
              <a:off x="11147110" y="6546316"/>
              <a:ext cx="2319" cy="2900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5" name="rc2945"/>
            <p:cNvSpPr/>
            <p:nvPr/>
          </p:nvSpPr>
          <p:spPr>
            <a:xfrm>
              <a:off x="11149688" y="6573261"/>
              <a:ext cx="2319" cy="2631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6" name="rc2946"/>
            <p:cNvSpPr/>
            <p:nvPr/>
          </p:nvSpPr>
          <p:spPr>
            <a:xfrm>
              <a:off x="11152265" y="6770980"/>
              <a:ext cx="2319" cy="653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7" name="rc2947"/>
            <p:cNvSpPr/>
            <p:nvPr/>
          </p:nvSpPr>
          <p:spPr>
            <a:xfrm>
              <a:off x="11154843" y="6672313"/>
              <a:ext cx="2319" cy="1640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8" name="rc2948"/>
            <p:cNvSpPr/>
            <p:nvPr/>
          </p:nvSpPr>
          <p:spPr>
            <a:xfrm>
              <a:off x="11157421" y="4469866"/>
              <a:ext cx="2319" cy="23664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9" name="rc2949"/>
            <p:cNvSpPr/>
            <p:nvPr/>
          </p:nvSpPr>
          <p:spPr>
            <a:xfrm>
              <a:off x="11159999" y="6684744"/>
              <a:ext cx="2319" cy="1516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0" name="rc2950"/>
            <p:cNvSpPr/>
            <p:nvPr/>
          </p:nvSpPr>
          <p:spPr>
            <a:xfrm>
              <a:off x="11162576" y="4626378"/>
              <a:ext cx="2319" cy="22099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1" name="rc2951"/>
            <p:cNvSpPr/>
            <p:nvPr/>
          </p:nvSpPr>
          <p:spPr>
            <a:xfrm>
              <a:off x="11165154" y="6625797"/>
              <a:ext cx="2319" cy="2105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2" name="rc2952"/>
            <p:cNvSpPr/>
            <p:nvPr/>
          </p:nvSpPr>
          <p:spPr>
            <a:xfrm>
              <a:off x="11167732" y="6631572"/>
              <a:ext cx="2319" cy="2047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3" name="rc2953"/>
            <p:cNvSpPr/>
            <p:nvPr/>
          </p:nvSpPr>
          <p:spPr>
            <a:xfrm>
              <a:off x="11170310" y="6630461"/>
              <a:ext cx="2319" cy="2059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4" name="rc2954"/>
            <p:cNvSpPr/>
            <p:nvPr/>
          </p:nvSpPr>
          <p:spPr>
            <a:xfrm>
              <a:off x="11172887" y="6632142"/>
              <a:ext cx="2319" cy="2042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5" name="rc2955"/>
            <p:cNvSpPr/>
            <p:nvPr/>
          </p:nvSpPr>
          <p:spPr>
            <a:xfrm>
              <a:off x="11175465" y="6660613"/>
              <a:ext cx="2319" cy="1757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6" name="rc2956"/>
            <p:cNvSpPr/>
            <p:nvPr/>
          </p:nvSpPr>
          <p:spPr>
            <a:xfrm>
              <a:off x="11178043" y="6698748"/>
              <a:ext cx="2319" cy="1376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7" name="rc2957"/>
            <p:cNvSpPr/>
            <p:nvPr/>
          </p:nvSpPr>
          <p:spPr>
            <a:xfrm>
              <a:off x="11180621" y="6686261"/>
              <a:ext cx="2319" cy="1501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8" name="rc2958"/>
            <p:cNvSpPr/>
            <p:nvPr/>
          </p:nvSpPr>
          <p:spPr>
            <a:xfrm>
              <a:off x="11183198" y="6505556"/>
              <a:ext cx="2319" cy="3308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9" name="rc2959"/>
            <p:cNvSpPr/>
            <p:nvPr/>
          </p:nvSpPr>
          <p:spPr>
            <a:xfrm>
              <a:off x="11185776" y="4533308"/>
              <a:ext cx="2319" cy="23030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0" name="rc2960"/>
            <p:cNvSpPr/>
            <p:nvPr/>
          </p:nvSpPr>
          <p:spPr>
            <a:xfrm>
              <a:off x="11188354" y="6520095"/>
              <a:ext cx="2319" cy="3162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1" name="rc2961"/>
            <p:cNvSpPr/>
            <p:nvPr/>
          </p:nvSpPr>
          <p:spPr>
            <a:xfrm>
              <a:off x="11190932" y="6672963"/>
              <a:ext cx="2319" cy="1634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2" name="rc2962"/>
            <p:cNvSpPr/>
            <p:nvPr/>
          </p:nvSpPr>
          <p:spPr>
            <a:xfrm>
              <a:off x="11193510" y="4460712"/>
              <a:ext cx="2319" cy="23756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3" name="rc2963"/>
            <p:cNvSpPr/>
            <p:nvPr/>
          </p:nvSpPr>
          <p:spPr>
            <a:xfrm>
              <a:off x="11196087" y="6089699"/>
              <a:ext cx="2319" cy="7466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4" name="rc2964"/>
            <p:cNvSpPr/>
            <p:nvPr/>
          </p:nvSpPr>
          <p:spPr>
            <a:xfrm>
              <a:off x="11198665" y="5864517"/>
              <a:ext cx="2319" cy="9718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5" name="rc2965"/>
            <p:cNvSpPr/>
            <p:nvPr/>
          </p:nvSpPr>
          <p:spPr>
            <a:xfrm>
              <a:off x="11201243" y="6277614"/>
              <a:ext cx="2319" cy="5587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6" name="rc2966"/>
            <p:cNvSpPr/>
            <p:nvPr/>
          </p:nvSpPr>
          <p:spPr>
            <a:xfrm>
              <a:off x="11203821" y="5701135"/>
              <a:ext cx="2319" cy="11352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7" name="rc2967"/>
            <p:cNvSpPr/>
            <p:nvPr/>
          </p:nvSpPr>
          <p:spPr>
            <a:xfrm>
              <a:off x="11206398" y="5302917"/>
              <a:ext cx="2319" cy="15334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8" name="rc2968"/>
            <p:cNvSpPr/>
            <p:nvPr/>
          </p:nvSpPr>
          <p:spPr>
            <a:xfrm>
              <a:off x="11208976" y="5573606"/>
              <a:ext cx="2319" cy="12627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9" name="rc2969"/>
            <p:cNvSpPr/>
            <p:nvPr/>
          </p:nvSpPr>
          <p:spPr>
            <a:xfrm>
              <a:off x="11211554" y="4610636"/>
              <a:ext cx="2319" cy="22257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0" name="rc2970"/>
            <p:cNvSpPr/>
            <p:nvPr/>
          </p:nvSpPr>
          <p:spPr>
            <a:xfrm>
              <a:off x="11214132" y="6464501"/>
              <a:ext cx="2319" cy="3718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1" name="rc2971"/>
            <p:cNvSpPr/>
            <p:nvPr/>
          </p:nvSpPr>
          <p:spPr>
            <a:xfrm>
              <a:off x="11216709" y="6160872"/>
              <a:ext cx="2319" cy="6754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2" name="rc2972"/>
            <p:cNvSpPr/>
            <p:nvPr/>
          </p:nvSpPr>
          <p:spPr>
            <a:xfrm>
              <a:off x="11219287" y="6448419"/>
              <a:ext cx="2319" cy="3879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3" name="rc2973"/>
            <p:cNvSpPr/>
            <p:nvPr/>
          </p:nvSpPr>
          <p:spPr>
            <a:xfrm>
              <a:off x="11221865" y="6257016"/>
              <a:ext cx="2319" cy="5793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4" name="rc2974"/>
            <p:cNvSpPr/>
            <p:nvPr/>
          </p:nvSpPr>
          <p:spPr>
            <a:xfrm>
              <a:off x="11224443" y="6282338"/>
              <a:ext cx="2319" cy="5540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5" name="rc2975"/>
            <p:cNvSpPr/>
            <p:nvPr/>
          </p:nvSpPr>
          <p:spPr>
            <a:xfrm>
              <a:off x="11227020" y="6296169"/>
              <a:ext cx="2319" cy="5401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6" name="rc2976"/>
            <p:cNvSpPr/>
            <p:nvPr/>
          </p:nvSpPr>
          <p:spPr>
            <a:xfrm>
              <a:off x="11229598" y="6335921"/>
              <a:ext cx="2319" cy="5004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7" name="rc2977"/>
            <p:cNvSpPr/>
            <p:nvPr/>
          </p:nvSpPr>
          <p:spPr>
            <a:xfrm>
              <a:off x="11232176" y="6722324"/>
              <a:ext cx="2319" cy="1140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8" name="rc2978"/>
            <p:cNvSpPr/>
            <p:nvPr/>
          </p:nvSpPr>
          <p:spPr>
            <a:xfrm>
              <a:off x="11234754" y="6590157"/>
              <a:ext cx="2319" cy="2462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9" name="rc2979"/>
            <p:cNvSpPr/>
            <p:nvPr/>
          </p:nvSpPr>
          <p:spPr>
            <a:xfrm>
              <a:off x="11237331" y="6474560"/>
              <a:ext cx="2319" cy="3618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0" name="rc2980"/>
            <p:cNvSpPr/>
            <p:nvPr/>
          </p:nvSpPr>
          <p:spPr>
            <a:xfrm>
              <a:off x="11239909" y="6347451"/>
              <a:ext cx="2319" cy="4889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1" name="rc2981"/>
            <p:cNvSpPr/>
            <p:nvPr/>
          </p:nvSpPr>
          <p:spPr>
            <a:xfrm>
              <a:off x="11242487" y="6182189"/>
              <a:ext cx="2319" cy="65417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2" name="rc2982"/>
            <p:cNvSpPr/>
            <p:nvPr/>
          </p:nvSpPr>
          <p:spPr>
            <a:xfrm>
              <a:off x="11245065" y="6207847"/>
              <a:ext cx="2319" cy="6285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3" name="rc2983"/>
            <p:cNvSpPr/>
            <p:nvPr/>
          </p:nvSpPr>
          <p:spPr>
            <a:xfrm>
              <a:off x="11247642" y="6549073"/>
              <a:ext cx="2319" cy="2872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4" name="rc2984"/>
            <p:cNvSpPr/>
            <p:nvPr/>
          </p:nvSpPr>
          <p:spPr>
            <a:xfrm>
              <a:off x="11250220" y="6463408"/>
              <a:ext cx="2319" cy="3729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5" name="rc2985"/>
            <p:cNvSpPr/>
            <p:nvPr/>
          </p:nvSpPr>
          <p:spPr>
            <a:xfrm>
              <a:off x="11252798" y="6233646"/>
              <a:ext cx="2319" cy="6027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6" name="rc2986"/>
            <p:cNvSpPr/>
            <p:nvPr/>
          </p:nvSpPr>
          <p:spPr>
            <a:xfrm>
              <a:off x="11255376" y="6591747"/>
              <a:ext cx="2319" cy="2446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7" name="rc2987"/>
            <p:cNvSpPr/>
            <p:nvPr/>
          </p:nvSpPr>
          <p:spPr>
            <a:xfrm>
              <a:off x="11257953" y="6513647"/>
              <a:ext cx="2319" cy="3227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8" name="rc2988"/>
            <p:cNvSpPr/>
            <p:nvPr/>
          </p:nvSpPr>
          <p:spPr>
            <a:xfrm>
              <a:off x="11260531" y="5513433"/>
              <a:ext cx="2319" cy="13229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9" name="rc2989"/>
            <p:cNvSpPr/>
            <p:nvPr/>
          </p:nvSpPr>
          <p:spPr>
            <a:xfrm>
              <a:off x="11263109" y="4400873"/>
              <a:ext cx="2319" cy="24354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0" name="rc2990"/>
            <p:cNvSpPr/>
            <p:nvPr/>
          </p:nvSpPr>
          <p:spPr>
            <a:xfrm>
              <a:off x="11265687" y="6181534"/>
              <a:ext cx="2319" cy="6548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1" name="rc2991"/>
            <p:cNvSpPr/>
            <p:nvPr/>
          </p:nvSpPr>
          <p:spPr>
            <a:xfrm>
              <a:off x="11268264" y="6606304"/>
              <a:ext cx="2319" cy="2300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2" name="rc2992"/>
            <p:cNvSpPr/>
            <p:nvPr/>
          </p:nvSpPr>
          <p:spPr>
            <a:xfrm>
              <a:off x="11270842" y="6478464"/>
              <a:ext cx="2319" cy="3578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3" name="rc2993"/>
            <p:cNvSpPr/>
            <p:nvPr/>
          </p:nvSpPr>
          <p:spPr>
            <a:xfrm>
              <a:off x="11273420" y="6206330"/>
              <a:ext cx="2319" cy="6300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4" name="rc2994"/>
            <p:cNvSpPr/>
            <p:nvPr/>
          </p:nvSpPr>
          <p:spPr>
            <a:xfrm>
              <a:off x="11275998" y="6236536"/>
              <a:ext cx="2319" cy="5998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5" name="rc2995"/>
            <p:cNvSpPr/>
            <p:nvPr/>
          </p:nvSpPr>
          <p:spPr>
            <a:xfrm>
              <a:off x="11278576" y="6560832"/>
              <a:ext cx="2319" cy="2755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6" name="rc2996"/>
            <p:cNvSpPr/>
            <p:nvPr/>
          </p:nvSpPr>
          <p:spPr>
            <a:xfrm>
              <a:off x="11281153" y="6513911"/>
              <a:ext cx="2319" cy="3224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7" name="rc2997"/>
            <p:cNvSpPr/>
            <p:nvPr/>
          </p:nvSpPr>
          <p:spPr>
            <a:xfrm>
              <a:off x="11283731" y="6568719"/>
              <a:ext cx="2319" cy="2676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8" name="rc2998"/>
            <p:cNvSpPr/>
            <p:nvPr/>
          </p:nvSpPr>
          <p:spPr>
            <a:xfrm>
              <a:off x="11286309" y="6570446"/>
              <a:ext cx="2319" cy="2659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9" name="rc2999"/>
            <p:cNvSpPr/>
            <p:nvPr/>
          </p:nvSpPr>
          <p:spPr>
            <a:xfrm>
              <a:off x="11288887" y="5844445"/>
              <a:ext cx="2319" cy="9919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0" name="rc3000"/>
            <p:cNvSpPr/>
            <p:nvPr/>
          </p:nvSpPr>
          <p:spPr>
            <a:xfrm>
              <a:off x="11291464" y="6594087"/>
              <a:ext cx="2319" cy="2422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1" name="rc3001"/>
            <p:cNvSpPr/>
            <p:nvPr/>
          </p:nvSpPr>
          <p:spPr>
            <a:xfrm>
              <a:off x="11294042" y="5063209"/>
              <a:ext cx="2319" cy="17731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2" name="rc3002"/>
            <p:cNvSpPr/>
            <p:nvPr/>
          </p:nvSpPr>
          <p:spPr>
            <a:xfrm>
              <a:off x="11296620" y="6504029"/>
              <a:ext cx="2319" cy="3323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3" name="rc3003"/>
            <p:cNvSpPr/>
            <p:nvPr/>
          </p:nvSpPr>
          <p:spPr>
            <a:xfrm>
              <a:off x="11299198" y="6171840"/>
              <a:ext cx="2319" cy="6645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4" name="rc3004"/>
            <p:cNvSpPr/>
            <p:nvPr/>
          </p:nvSpPr>
          <p:spPr>
            <a:xfrm>
              <a:off x="11301775" y="6551462"/>
              <a:ext cx="2319" cy="2849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5" name="rc3005"/>
            <p:cNvSpPr/>
            <p:nvPr/>
          </p:nvSpPr>
          <p:spPr>
            <a:xfrm>
              <a:off x="11304353" y="6556897"/>
              <a:ext cx="2319" cy="2794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6" name="rc3006"/>
            <p:cNvSpPr/>
            <p:nvPr/>
          </p:nvSpPr>
          <p:spPr>
            <a:xfrm>
              <a:off x="11306931" y="6256031"/>
              <a:ext cx="2319" cy="5803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7" name="rc3007"/>
            <p:cNvSpPr/>
            <p:nvPr/>
          </p:nvSpPr>
          <p:spPr>
            <a:xfrm>
              <a:off x="11309509" y="6315991"/>
              <a:ext cx="2319" cy="5203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8" name="rc3008"/>
            <p:cNvSpPr/>
            <p:nvPr/>
          </p:nvSpPr>
          <p:spPr>
            <a:xfrm>
              <a:off x="11312086" y="6115571"/>
              <a:ext cx="2319" cy="7207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9" name="rc3009"/>
            <p:cNvSpPr/>
            <p:nvPr/>
          </p:nvSpPr>
          <p:spPr>
            <a:xfrm>
              <a:off x="11314664" y="6234121"/>
              <a:ext cx="2319" cy="6022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0" name="rc3010"/>
            <p:cNvSpPr/>
            <p:nvPr/>
          </p:nvSpPr>
          <p:spPr>
            <a:xfrm>
              <a:off x="11317242" y="6632099"/>
              <a:ext cx="2319" cy="2042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1" name="rc3011"/>
            <p:cNvSpPr/>
            <p:nvPr/>
          </p:nvSpPr>
          <p:spPr>
            <a:xfrm>
              <a:off x="11319820" y="6744804"/>
              <a:ext cx="2319" cy="915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2" name="rc3012"/>
            <p:cNvSpPr/>
            <p:nvPr/>
          </p:nvSpPr>
          <p:spPr>
            <a:xfrm>
              <a:off x="11322397" y="6247778"/>
              <a:ext cx="2319" cy="5885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3" name="rc3013"/>
            <p:cNvSpPr/>
            <p:nvPr/>
          </p:nvSpPr>
          <p:spPr>
            <a:xfrm>
              <a:off x="11324975" y="6737914"/>
              <a:ext cx="2319" cy="984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4" name="rc3014"/>
            <p:cNvSpPr/>
            <p:nvPr/>
          </p:nvSpPr>
          <p:spPr>
            <a:xfrm>
              <a:off x="11327553" y="6758525"/>
              <a:ext cx="2319" cy="778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5" name="rc3015"/>
            <p:cNvSpPr/>
            <p:nvPr/>
          </p:nvSpPr>
          <p:spPr>
            <a:xfrm>
              <a:off x="11330131" y="6757598"/>
              <a:ext cx="2319" cy="787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6" name="rc3016"/>
            <p:cNvSpPr/>
            <p:nvPr/>
          </p:nvSpPr>
          <p:spPr>
            <a:xfrm>
              <a:off x="11332708" y="6347861"/>
              <a:ext cx="2319" cy="4885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7" name="rc3017"/>
            <p:cNvSpPr/>
            <p:nvPr/>
          </p:nvSpPr>
          <p:spPr>
            <a:xfrm>
              <a:off x="11335286" y="6322154"/>
              <a:ext cx="2319" cy="5142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8" name="rc3018"/>
            <p:cNvSpPr/>
            <p:nvPr/>
          </p:nvSpPr>
          <p:spPr>
            <a:xfrm>
              <a:off x="11337864" y="6592065"/>
              <a:ext cx="2319" cy="2442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9" name="rc3019"/>
            <p:cNvSpPr/>
            <p:nvPr/>
          </p:nvSpPr>
          <p:spPr>
            <a:xfrm>
              <a:off x="11340442" y="6608178"/>
              <a:ext cx="2319" cy="2281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0" name="rc3020"/>
            <p:cNvSpPr/>
            <p:nvPr/>
          </p:nvSpPr>
          <p:spPr>
            <a:xfrm>
              <a:off x="11343019" y="6317278"/>
              <a:ext cx="2319" cy="5190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1" name="rc3021"/>
            <p:cNvSpPr/>
            <p:nvPr/>
          </p:nvSpPr>
          <p:spPr>
            <a:xfrm>
              <a:off x="11345597" y="6542779"/>
              <a:ext cx="2319" cy="2935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2" name="rc3022"/>
            <p:cNvSpPr/>
            <p:nvPr/>
          </p:nvSpPr>
          <p:spPr>
            <a:xfrm>
              <a:off x="11348175" y="6465482"/>
              <a:ext cx="2319" cy="3708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3" name="rc3023"/>
            <p:cNvSpPr/>
            <p:nvPr/>
          </p:nvSpPr>
          <p:spPr>
            <a:xfrm>
              <a:off x="11350753" y="6591205"/>
              <a:ext cx="2319" cy="2451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4" name="rc3024"/>
            <p:cNvSpPr/>
            <p:nvPr/>
          </p:nvSpPr>
          <p:spPr>
            <a:xfrm>
              <a:off x="11353330" y="6605582"/>
              <a:ext cx="2319" cy="2307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5" name="rc3025"/>
            <p:cNvSpPr/>
            <p:nvPr/>
          </p:nvSpPr>
          <p:spPr>
            <a:xfrm>
              <a:off x="11355908" y="6605747"/>
              <a:ext cx="2319" cy="2306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6" name="rc3026"/>
            <p:cNvSpPr/>
            <p:nvPr/>
          </p:nvSpPr>
          <p:spPr>
            <a:xfrm>
              <a:off x="11358486" y="6585064"/>
              <a:ext cx="2319" cy="2512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7" name="rc3027"/>
            <p:cNvSpPr/>
            <p:nvPr/>
          </p:nvSpPr>
          <p:spPr>
            <a:xfrm>
              <a:off x="11361064" y="6605667"/>
              <a:ext cx="2319" cy="2306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8" name="rc3028"/>
            <p:cNvSpPr/>
            <p:nvPr/>
          </p:nvSpPr>
          <p:spPr>
            <a:xfrm>
              <a:off x="11363642" y="6768821"/>
              <a:ext cx="2319" cy="675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9" name="rc3029"/>
            <p:cNvSpPr/>
            <p:nvPr/>
          </p:nvSpPr>
          <p:spPr>
            <a:xfrm>
              <a:off x="11366219" y="6288610"/>
              <a:ext cx="2319" cy="5477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0" name="rc3030"/>
            <p:cNvSpPr/>
            <p:nvPr/>
          </p:nvSpPr>
          <p:spPr>
            <a:xfrm>
              <a:off x="11368797" y="6763769"/>
              <a:ext cx="2319" cy="725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1" name="rc3031"/>
            <p:cNvSpPr/>
            <p:nvPr/>
          </p:nvSpPr>
          <p:spPr>
            <a:xfrm>
              <a:off x="11371375" y="6767740"/>
              <a:ext cx="2319" cy="686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2" name="rc3032"/>
            <p:cNvSpPr/>
            <p:nvPr/>
          </p:nvSpPr>
          <p:spPr>
            <a:xfrm>
              <a:off x="11373953" y="6462226"/>
              <a:ext cx="2319" cy="3741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3" name="rc3033"/>
            <p:cNvSpPr/>
            <p:nvPr/>
          </p:nvSpPr>
          <p:spPr>
            <a:xfrm>
              <a:off x="11376530" y="6576642"/>
              <a:ext cx="2319" cy="2597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4" name="rc3034"/>
            <p:cNvSpPr/>
            <p:nvPr/>
          </p:nvSpPr>
          <p:spPr>
            <a:xfrm>
              <a:off x="11379108" y="5037179"/>
              <a:ext cx="2319" cy="17991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5" name="rc3035"/>
            <p:cNvSpPr/>
            <p:nvPr/>
          </p:nvSpPr>
          <p:spPr>
            <a:xfrm>
              <a:off x="11381686" y="6589378"/>
              <a:ext cx="2319" cy="2469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6" name="rc3036"/>
            <p:cNvSpPr/>
            <p:nvPr/>
          </p:nvSpPr>
          <p:spPr>
            <a:xfrm>
              <a:off x="11384264" y="6438050"/>
              <a:ext cx="2319" cy="3983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7" name="rc3037"/>
            <p:cNvSpPr/>
            <p:nvPr/>
          </p:nvSpPr>
          <p:spPr>
            <a:xfrm>
              <a:off x="11386841" y="6477195"/>
              <a:ext cx="2319" cy="3591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8" name="rc3038"/>
            <p:cNvSpPr/>
            <p:nvPr/>
          </p:nvSpPr>
          <p:spPr>
            <a:xfrm>
              <a:off x="11389419" y="6305681"/>
              <a:ext cx="2319" cy="5306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9" name="rc3039"/>
            <p:cNvSpPr/>
            <p:nvPr/>
          </p:nvSpPr>
          <p:spPr>
            <a:xfrm>
              <a:off x="11391997" y="6770830"/>
              <a:ext cx="2319" cy="655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0" name="rc3040"/>
            <p:cNvSpPr/>
            <p:nvPr/>
          </p:nvSpPr>
          <p:spPr>
            <a:xfrm>
              <a:off x="11394575" y="6758891"/>
              <a:ext cx="2319" cy="774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1" name="rc3041"/>
            <p:cNvSpPr/>
            <p:nvPr/>
          </p:nvSpPr>
          <p:spPr>
            <a:xfrm>
              <a:off x="11397152" y="6541902"/>
              <a:ext cx="2319" cy="2944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2" name="rc3042"/>
            <p:cNvSpPr/>
            <p:nvPr/>
          </p:nvSpPr>
          <p:spPr>
            <a:xfrm>
              <a:off x="11399730" y="6569190"/>
              <a:ext cx="2319" cy="2671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3" name="rc3043"/>
            <p:cNvSpPr/>
            <p:nvPr/>
          </p:nvSpPr>
          <p:spPr>
            <a:xfrm>
              <a:off x="11402308" y="6550520"/>
              <a:ext cx="2319" cy="2858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4" name="rc3044"/>
            <p:cNvSpPr/>
            <p:nvPr/>
          </p:nvSpPr>
          <p:spPr>
            <a:xfrm>
              <a:off x="11404886" y="6756804"/>
              <a:ext cx="2319" cy="795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5" name="rc3045"/>
            <p:cNvSpPr/>
            <p:nvPr/>
          </p:nvSpPr>
          <p:spPr>
            <a:xfrm>
              <a:off x="11407463" y="6369627"/>
              <a:ext cx="2319" cy="4667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6" name="rc3046"/>
            <p:cNvSpPr/>
            <p:nvPr/>
          </p:nvSpPr>
          <p:spPr>
            <a:xfrm>
              <a:off x="11410041" y="6767916"/>
              <a:ext cx="2319" cy="684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7" name="rc3047"/>
            <p:cNvSpPr/>
            <p:nvPr/>
          </p:nvSpPr>
          <p:spPr>
            <a:xfrm>
              <a:off x="11412619" y="6755395"/>
              <a:ext cx="2319" cy="809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8" name="rc3048"/>
            <p:cNvSpPr/>
            <p:nvPr/>
          </p:nvSpPr>
          <p:spPr>
            <a:xfrm>
              <a:off x="11415197" y="6327280"/>
              <a:ext cx="2319" cy="5090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9" name="rc3049"/>
            <p:cNvSpPr/>
            <p:nvPr/>
          </p:nvSpPr>
          <p:spPr>
            <a:xfrm>
              <a:off x="11417774" y="6325582"/>
              <a:ext cx="2319" cy="5107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0" name="rc3050"/>
            <p:cNvSpPr/>
            <p:nvPr/>
          </p:nvSpPr>
          <p:spPr>
            <a:xfrm>
              <a:off x="11420352" y="6746875"/>
              <a:ext cx="2319" cy="894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1" name="rc3051"/>
            <p:cNvSpPr/>
            <p:nvPr/>
          </p:nvSpPr>
          <p:spPr>
            <a:xfrm>
              <a:off x="11422930" y="6755395"/>
              <a:ext cx="2319" cy="809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2" name="rc3052"/>
            <p:cNvSpPr/>
            <p:nvPr/>
          </p:nvSpPr>
          <p:spPr>
            <a:xfrm>
              <a:off x="11425508" y="6756474"/>
              <a:ext cx="2319" cy="798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3" name="rc3053"/>
            <p:cNvSpPr/>
            <p:nvPr/>
          </p:nvSpPr>
          <p:spPr>
            <a:xfrm>
              <a:off x="11428085" y="6258424"/>
              <a:ext cx="2319" cy="5779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4" name="rc3054"/>
            <p:cNvSpPr/>
            <p:nvPr/>
          </p:nvSpPr>
          <p:spPr>
            <a:xfrm>
              <a:off x="11430663" y="6772130"/>
              <a:ext cx="2319" cy="642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5" name="rc3055"/>
            <p:cNvSpPr/>
            <p:nvPr/>
          </p:nvSpPr>
          <p:spPr>
            <a:xfrm>
              <a:off x="11433241" y="6504887"/>
              <a:ext cx="2319" cy="3314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6" name="rc3056"/>
            <p:cNvSpPr/>
            <p:nvPr/>
          </p:nvSpPr>
          <p:spPr>
            <a:xfrm>
              <a:off x="11435819" y="6628572"/>
              <a:ext cx="2319" cy="2077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7" name="rc3057"/>
            <p:cNvSpPr/>
            <p:nvPr/>
          </p:nvSpPr>
          <p:spPr>
            <a:xfrm>
              <a:off x="11438396" y="6771187"/>
              <a:ext cx="2319" cy="651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8" name="rc3058"/>
            <p:cNvSpPr/>
            <p:nvPr/>
          </p:nvSpPr>
          <p:spPr>
            <a:xfrm>
              <a:off x="11440974" y="6405994"/>
              <a:ext cx="2319" cy="4303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9" name="rc3059"/>
            <p:cNvSpPr/>
            <p:nvPr/>
          </p:nvSpPr>
          <p:spPr>
            <a:xfrm>
              <a:off x="11443552" y="6264813"/>
              <a:ext cx="2319" cy="5715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0" name="rc3060"/>
            <p:cNvSpPr/>
            <p:nvPr/>
          </p:nvSpPr>
          <p:spPr>
            <a:xfrm>
              <a:off x="11446130" y="6443702"/>
              <a:ext cx="2319" cy="3926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1" name="rc3061"/>
            <p:cNvSpPr/>
            <p:nvPr/>
          </p:nvSpPr>
          <p:spPr>
            <a:xfrm>
              <a:off x="11448708" y="6746632"/>
              <a:ext cx="2319" cy="897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2" name="rc3062"/>
            <p:cNvSpPr/>
            <p:nvPr/>
          </p:nvSpPr>
          <p:spPr>
            <a:xfrm>
              <a:off x="11451285" y="6716599"/>
              <a:ext cx="2319" cy="1197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3" name="rc3063"/>
            <p:cNvSpPr/>
            <p:nvPr/>
          </p:nvSpPr>
          <p:spPr>
            <a:xfrm>
              <a:off x="11453863" y="6379365"/>
              <a:ext cx="2319" cy="4569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4" name="rc3064"/>
            <p:cNvSpPr/>
            <p:nvPr/>
          </p:nvSpPr>
          <p:spPr>
            <a:xfrm>
              <a:off x="11456441" y="6657650"/>
              <a:ext cx="2319" cy="1787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5" name="rc3065"/>
            <p:cNvSpPr/>
            <p:nvPr/>
          </p:nvSpPr>
          <p:spPr>
            <a:xfrm>
              <a:off x="11459019" y="6281064"/>
              <a:ext cx="2319" cy="5552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6" name="rc3066"/>
            <p:cNvSpPr/>
            <p:nvPr/>
          </p:nvSpPr>
          <p:spPr>
            <a:xfrm>
              <a:off x="11461596" y="6735139"/>
              <a:ext cx="2319" cy="1012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7" name="rc3067"/>
            <p:cNvSpPr/>
            <p:nvPr/>
          </p:nvSpPr>
          <p:spPr>
            <a:xfrm>
              <a:off x="11464174" y="6199513"/>
              <a:ext cx="2319" cy="6368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8" name="rc3068"/>
            <p:cNvSpPr/>
            <p:nvPr/>
          </p:nvSpPr>
          <p:spPr>
            <a:xfrm>
              <a:off x="11466752" y="6239131"/>
              <a:ext cx="2319" cy="5972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9" name="rc3069"/>
            <p:cNvSpPr/>
            <p:nvPr/>
          </p:nvSpPr>
          <p:spPr>
            <a:xfrm>
              <a:off x="11469330" y="6764672"/>
              <a:ext cx="2319" cy="716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0" name="rc3070"/>
            <p:cNvSpPr/>
            <p:nvPr/>
          </p:nvSpPr>
          <p:spPr>
            <a:xfrm>
              <a:off x="11471907" y="6764899"/>
              <a:ext cx="2319" cy="714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1" name="rc3071"/>
            <p:cNvSpPr/>
            <p:nvPr/>
          </p:nvSpPr>
          <p:spPr>
            <a:xfrm>
              <a:off x="11474485" y="6470710"/>
              <a:ext cx="2319" cy="3656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2" name="rc3072"/>
            <p:cNvSpPr/>
            <p:nvPr/>
          </p:nvSpPr>
          <p:spPr>
            <a:xfrm>
              <a:off x="11477063" y="6510513"/>
              <a:ext cx="2319" cy="3258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3" name="rc3073"/>
            <p:cNvSpPr/>
            <p:nvPr/>
          </p:nvSpPr>
          <p:spPr>
            <a:xfrm>
              <a:off x="11479641" y="6112879"/>
              <a:ext cx="2319" cy="7234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4" name="rc3074"/>
            <p:cNvSpPr/>
            <p:nvPr/>
          </p:nvSpPr>
          <p:spPr>
            <a:xfrm>
              <a:off x="11482218" y="6477042"/>
              <a:ext cx="2319" cy="3593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5" name="rc3075"/>
            <p:cNvSpPr/>
            <p:nvPr/>
          </p:nvSpPr>
          <p:spPr>
            <a:xfrm>
              <a:off x="11484796" y="6309403"/>
              <a:ext cx="2319" cy="5269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6" name="rc3076"/>
            <p:cNvSpPr/>
            <p:nvPr/>
          </p:nvSpPr>
          <p:spPr>
            <a:xfrm>
              <a:off x="11487374" y="6574561"/>
              <a:ext cx="2319" cy="2618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7" name="rc3077"/>
            <p:cNvSpPr/>
            <p:nvPr/>
          </p:nvSpPr>
          <p:spPr>
            <a:xfrm>
              <a:off x="11489952" y="6017235"/>
              <a:ext cx="2319" cy="8191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8" name="rc3078"/>
            <p:cNvSpPr/>
            <p:nvPr/>
          </p:nvSpPr>
          <p:spPr>
            <a:xfrm>
              <a:off x="11492529" y="6743695"/>
              <a:ext cx="2319" cy="926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9" name="rc3079"/>
            <p:cNvSpPr/>
            <p:nvPr/>
          </p:nvSpPr>
          <p:spPr>
            <a:xfrm>
              <a:off x="11495107" y="6619249"/>
              <a:ext cx="2319" cy="2171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0" name="rc3080"/>
            <p:cNvSpPr/>
            <p:nvPr/>
          </p:nvSpPr>
          <p:spPr>
            <a:xfrm>
              <a:off x="11497685" y="6471271"/>
              <a:ext cx="2319" cy="3650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1" name="rc3081"/>
            <p:cNvSpPr/>
            <p:nvPr/>
          </p:nvSpPr>
          <p:spPr>
            <a:xfrm>
              <a:off x="11500263" y="6767784"/>
              <a:ext cx="2319" cy="685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2" name="rc3082"/>
            <p:cNvSpPr/>
            <p:nvPr/>
          </p:nvSpPr>
          <p:spPr>
            <a:xfrm>
              <a:off x="11502840" y="6766964"/>
              <a:ext cx="2319" cy="693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3" name="rc3083"/>
            <p:cNvSpPr/>
            <p:nvPr/>
          </p:nvSpPr>
          <p:spPr>
            <a:xfrm>
              <a:off x="11505418" y="6277174"/>
              <a:ext cx="2319" cy="5591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4" name="rc3084"/>
            <p:cNvSpPr/>
            <p:nvPr/>
          </p:nvSpPr>
          <p:spPr>
            <a:xfrm>
              <a:off x="11507996" y="6517290"/>
              <a:ext cx="2319" cy="3190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5" name="rc3085"/>
            <p:cNvSpPr/>
            <p:nvPr/>
          </p:nvSpPr>
          <p:spPr>
            <a:xfrm>
              <a:off x="11510574" y="6770352"/>
              <a:ext cx="2319" cy="660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6" name="rc3086"/>
            <p:cNvSpPr/>
            <p:nvPr/>
          </p:nvSpPr>
          <p:spPr>
            <a:xfrm>
              <a:off x="11513151" y="6332282"/>
              <a:ext cx="2319" cy="5040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7" name="rc3087"/>
            <p:cNvSpPr/>
            <p:nvPr/>
          </p:nvSpPr>
          <p:spPr>
            <a:xfrm>
              <a:off x="11515729" y="4344218"/>
              <a:ext cx="2319" cy="24921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8" name="rc3088"/>
            <p:cNvSpPr/>
            <p:nvPr/>
          </p:nvSpPr>
          <p:spPr>
            <a:xfrm>
              <a:off x="11518307" y="6599560"/>
              <a:ext cx="2319" cy="2368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9" name="rc3089"/>
            <p:cNvSpPr/>
            <p:nvPr/>
          </p:nvSpPr>
          <p:spPr>
            <a:xfrm>
              <a:off x="11520885" y="6578604"/>
              <a:ext cx="2319" cy="2577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0" name="rc3090"/>
            <p:cNvSpPr/>
            <p:nvPr/>
          </p:nvSpPr>
          <p:spPr>
            <a:xfrm>
              <a:off x="11523462" y="6520807"/>
              <a:ext cx="2319" cy="3155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1" name="rc3091"/>
            <p:cNvSpPr/>
            <p:nvPr/>
          </p:nvSpPr>
          <p:spPr>
            <a:xfrm>
              <a:off x="11526040" y="6340081"/>
              <a:ext cx="2319" cy="4962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2" name="rc3092"/>
            <p:cNvSpPr/>
            <p:nvPr/>
          </p:nvSpPr>
          <p:spPr>
            <a:xfrm>
              <a:off x="11528618" y="6746995"/>
              <a:ext cx="2319" cy="893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3" name="rc3093"/>
            <p:cNvSpPr/>
            <p:nvPr/>
          </p:nvSpPr>
          <p:spPr>
            <a:xfrm>
              <a:off x="11531196" y="6571699"/>
              <a:ext cx="2319" cy="2646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4" name="rc3094"/>
            <p:cNvSpPr/>
            <p:nvPr/>
          </p:nvSpPr>
          <p:spPr>
            <a:xfrm>
              <a:off x="11533774" y="6761063"/>
              <a:ext cx="2319" cy="752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5" name="rc3095"/>
            <p:cNvSpPr/>
            <p:nvPr/>
          </p:nvSpPr>
          <p:spPr>
            <a:xfrm>
              <a:off x="11536351" y="6523845"/>
              <a:ext cx="2319" cy="3125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6" name="rc3096"/>
            <p:cNvSpPr/>
            <p:nvPr/>
          </p:nvSpPr>
          <p:spPr>
            <a:xfrm>
              <a:off x="11538929" y="6751150"/>
              <a:ext cx="2319" cy="852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7" name="rc3097"/>
            <p:cNvSpPr/>
            <p:nvPr/>
          </p:nvSpPr>
          <p:spPr>
            <a:xfrm>
              <a:off x="11541507" y="6751150"/>
              <a:ext cx="2319" cy="852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8" name="rc3098"/>
            <p:cNvSpPr/>
            <p:nvPr/>
          </p:nvSpPr>
          <p:spPr>
            <a:xfrm>
              <a:off x="11544085" y="6232019"/>
              <a:ext cx="2319" cy="6043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9" name="rc3099"/>
            <p:cNvSpPr/>
            <p:nvPr/>
          </p:nvSpPr>
          <p:spPr>
            <a:xfrm>
              <a:off x="11546662" y="6171637"/>
              <a:ext cx="2319" cy="6647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0" name="rc3100"/>
            <p:cNvSpPr/>
            <p:nvPr/>
          </p:nvSpPr>
          <p:spPr>
            <a:xfrm>
              <a:off x="11549240" y="6746833"/>
              <a:ext cx="2319" cy="895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1" name="rc3101"/>
            <p:cNvSpPr/>
            <p:nvPr/>
          </p:nvSpPr>
          <p:spPr>
            <a:xfrm>
              <a:off x="11551818" y="6764974"/>
              <a:ext cx="2319" cy="713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2" name="rc3102"/>
            <p:cNvSpPr/>
            <p:nvPr/>
          </p:nvSpPr>
          <p:spPr>
            <a:xfrm>
              <a:off x="11554396" y="6176069"/>
              <a:ext cx="2319" cy="6602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3" name="rc3103"/>
            <p:cNvSpPr/>
            <p:nvPr/>
          </p:nvSpPr>
          <p:spPr>
            <a:xfrm>
              <a:off x="11556973" y="6610783"/>
              <a:ext cx="2319" cy="2255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4" name="rc3104"/>
            <p:cNvSpPr/>
            <p:nvPr/>
          </p:nvSpPr>
          <p:spPr>
            <a:xfrm>
              <a:off x="11559551" y="6397455"/>
              <a:ext cx="2319" cy="4389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5" name="rc3105"/>
            <p:cNvSpPr/>
            <p:nvPr/>
          </p:nvSpPr>
          <p:spPr>
            <a:xfrm>
              <a:off x="11562129" y="6769634"/>
              <a:ext cx="2319" cy="667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6" name="rc3106"/>
            <p:cNvSpPr/>
            <p:nvPr/>
          </p:nvSpPr>
          <p:spPr>
            <a:xfrm>
              <a:off x="11564707" y="6409092"/>
              <a:ext cx="2319" cy="4272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7" name="rc3107"/>
            <p:cNvSpPr/>
            <p:nvPr/>
          </p:nvSpPr>
          <p:spPr>
            <a:xfrm>
              <a:off x="11567284" y="6164247"/>
              <a:ext cx="2319" cy="6721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8" name="rc3108"/>
            <p:cNvSpPr/>
            <p:nvPr/>
          </p:nvSpPr>
          <p:spPr>
            <a:xfrm>
              <a:off x="11569862" y="5028163"/>
              <a:ext cx="2319" cy="18081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9" name="rc3109"/>
            <p:cNvSpPr/>
            <p:nvPr/>
          </p:nvSpPr>
          <p:spPr>
            <a:xfrm>
              <a:off x="11572440" y="6587126"/>
              <a:ext cx="2319" cy="2492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0" name="rc3110"/>
            <p:cNvSpPr/>
            <p:nvPr/>
          </p:nvSpPr>
          <p:spPr>
            <a:xfrm>
              <a:off x="11575018" y="6215060"/>
              <a:ext cx="2319" cy="6213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1" name="rc3111"/>
            <p:cNvSpPr/>
            <p:nvPr/>
          </p:nvSpPr>
          <p:spPr>
            <a:xfrm>
              <a:off x="11577595" y="6605600"/>
              <a:ext cx="2319" cy="2307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2" name="rc3112"/>
            <p:cNvSpPr/>
            <p:nvPr/>
          </p:nvSpPr>
          <p:spPr>
            <a:xfrm>
              <a:off x="11580173" y="6536722"/>
              <a:ext cx="2319" cy="2996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3" name="rc3113"/>
            <p:cNvSpPr/>
            <p:nvPr/>
          </p:nvSpPr>
          <p:spPr>
            <a:xfrm>
              <a:off x="11582751" y="6595773"/>
              <a:ext cx="2319" cy="2405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4" name="rc3114"/>
            <p:cNvSpPr/>
            <p:nvPr/>
          </p:nvSpPr>
          <p:spPr>
            <a:xfrm>
              <a:off x="11585329" y="6204457"/>
              <a:ext cx="2319" cy="6319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5" name="rc3115"/>
            <p:cNvSpPr/>
            <p:nvPr/>
          </p:nvSpPr>
          <p:spPr>
            <a:xfrm>
              <a:off x="11587906" y="6176983"/>
              <a:ext cx="2319" cy="6593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6" name="rc3116"/>
            <p:cNvSpPr/>
            <p:nvPr/>
          </p:nvSpPr>
          <p:spPr>
            <a:xfrm>
              <a:off x="11590484" y="6236303"/>
              <a:ext cx="2319" cy="6000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7" name="rc3117"/>
            <p:cNvSpPr/>
            <p:nvPr/>
          </p:nvSpPr>
          <p:spPr>
            <a:xfrm>
              <a:off x="11593062" y="6299229"/>
              <a:ext cx="2319" cy="5371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8" name="rc3118"/>
            <p:cNvSpPr/>
            <p:nvPr/>
          </p:nvSpPr>
          <p:spPr>
            <a:xfrm>
              <a:off x="11595640" y="6307529"/>
              <a:ext cx="2319" cy="5288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9" name="rc3119"/>
            <p:cNvSpPr/>
            <p:nvPr/>
          </p:nvSpPr>
          <p:spPr>
            <a:xfrm>
              <a:off x="11598217" y="6211118"/>
              <a:ext cx="2319" cy="6252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0" name="rc3120"/>
            <p:cNvSpPr/>
            <p:nvPr/>
          </p:nvSpPr>
          <p:spPr>
            <a:xfrm>
              <a:off x="11600795" y="6038101"/>
              <a:ext cx="2319" cy="7982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1" name="rc3121"/>
            <p:cNvSpPr/>
            <p:nvPr/>
          </p:nvSpPr>
          <p:spPr>
            <a:xfrm>
              <a:off x="11603373" y="6597092"/>
              <a:ext cx="2319" cy="2392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2" name="rc3122"/>
            <p:cNvSpPr/>
            <p:nvPr/>
          </p:nvSpPr>
          <p:spPr>
            <a:xfrm>
              <a:off x="11605951" y="6575235"/>
              <a:ext cx="2319" cy="2611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3" name="rc3123"/>
            <p:cNvSpPr/>
            <p:nvPr/>
          </p:nvSpPr>
          <p:spPr>
            <a:xfrm>
              <a:off x="11608528" y="6371977"/>
              <a:ext cx="2319" cy="4643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4" name="rc3124"/>
            <p:cNvSpPr/>
            <p:nvPr/>
          </p:nvSpPr>
          <p:spPr>
            <a:xfrm>
              <a:off x="11611106" y="6525254"/>
              <a:ext cx="2319" cy="3111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5" name="rc3125"/>
            <p:cNvSpPr/>
            <p:nvPr/>
          </p:nvSpPr>
          <p:spPr>
            <a:xfrm>
              <a:off x="11613684" y="6473837"/>
              <a:ext cx="2319" cy="3625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6" name="rc3126"/>
            <p:cNvSpPr/>
            <p:nvPr/>
          </p:nvSpPr>
          <p:spPr>
            <a:xfrm>
              <a:off x="11616262" y="5604096"/>
              <a:ext cx="2319" cy="123226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7" name="rc3127"/>
            <p:cNvSpPr/>
            <p:nvPr/>
          </p:nvSpPr>
          <p:spPr>
            <a:xfrm>
              <a:off x="11618840" y="6321515"/>
              <a:ext cx="2319" cy="5148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8" name="rc3128"/>
            <p:cNvSpPr/>
            <p:nvPr/>
          </p:nvSpPr>
          <p:spPr>
            <a:xfrm>
              <a:off x="11621417" y="6326608"/>
              <a:ext cx="2319" cy="5097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9" name="rc3129"/>
            <p:cNvSpPr/>
            <p:nvPr/>
          </p:nvSpPr>
          <p:spPr>
            <a:xfrm>
              <a:off x="11623995" y="6526755"/>
              <a:ext cx="2319" cy="3096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0" name="rc3130"/>
            <p:cNvSpPr/>
            <p:nvPr/>
          </p:nvSpPr>
          <p:spPr>
            <a:xfrm>
              <a:off x="11626573" y="6253030"/>
              <a:ext cx="2319" cy="5833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1" name="rc3131"/>
            <p:cNvSpPr/>
            <p:nvPr/>
          </p:nvSpPr>
          <p:spPr>
            <a:xfrm>
              <a:off x="11629151" y="6194788"/>
              <a:ext cx="2319" cy="6415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2" name="rc3132"/>
            <p:cNvSpPr/>
            <p:nvPr/>
          </p:nvSpPr>
          <p:spPr>
            <a:xfrm>
              <a:off x="11631728" y="6448002"/>
              <a:ext cx="2319" cy="3883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3" name="rc3133"/>
            <p:cNvSpPr/>
            <p:nvPr/>
          </p:nvSpPr>
          <p:spPr>
            <a:xfrm>
              <a:off x="11634306" y="6388216"/>
              <a:ext cx="2319" cy="4481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4" name="rc3134"/>
            <p:cNvSpPr/>
            <p:nvPr/>
          </p:nvSpPr>
          <p:spPr>
            <a:xfrm>
              <a:off x="11636884" y="6606124"/>
              <a:ext cx="2319" cy="2302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5" name="rc3135"/>
            <p:cNvSpPr/>
            <p:nvPr/>
          </p:nvSpPr>
          <p:spPr>
            <a:xfrm>
              <a:off x="11639462" y="5117788"/>
              <a:ext cx="2319" cy="17185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6" name="rc3136"/>
            <p:cNvSpPr/>
            <p:nvPr/>
          </p:nvSpPr>
          <p:spPr>
            <a:xfrm>
              <a:off x="11642039" y="6750030"/>
              <a:ext cx="2319" cy="863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7" name="rc3137"/>
            <p:cNvSpPr/>
            <p:nvPr/>
          </p:nvSpPr>
          <p:spPr>
            <a:xfrm>
              <a:off x="11644617" y="6762564"/>
              <a:ext cx="2319" cy="737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8" name="rc3138"/>
            <p:cNvSpPr/>
            <p:nvPr/>
          </p:nvSpPr>
          <p:spPr>
            <a:xfrm>
              <a:off x="11647195" y="6747214"/>
              <a:ext cx="2319" cy="891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9" name="rc3139"/>
            <p:cNvSpPr/>
            <p:nvPr/>
          </p:nvSpPr>
          <p:spPr>
            <a:xfrm>
              <a:off x="11649773" y="6758596"/>
              <a:ext cx="2319" cy="777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0" name="rc3140"/>
            <p:cNvSpPr/>
            <p:nvPr/>
          </p:nvSpPr>
          <p:spPr>
            <a:xfrm>
              <a:off x="11652350" y="6754081"/>
              <a:ext cx="2319" cy="822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1" name="rc3141"/>
            <p:cNvSpPr/>
            <p:nvPr/>
          </p:nvSpPr>
          <p:spPr>
            <a:xfrm>
              <a:off x="11654928" y="6670714"/>
              <a:ext cx="2319" cy="1656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2" name="rc3142"/>
            <p:cNvSpPr/>
            <p:nvPr/>
          </p:nvSpPr>
          <p:spPr>
            <a:xfrm>
              <a:off x="11657506" y="6223881"/>
              <a:ext cx="2319" cy="6124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3" name="rc3143"/>
            <p:cNvSpPr/>
            <p:nvPr/>
          </p:nvSpPr>
          <p:spPr>
            <a:xfrm>
              <a:off x="11660084" y="6443006"/>
              <a:ext cx="2319" cy="3933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4" name="rc3144"/>
            <p:cNvSpPr/>
            <p:nvPr/>
          </p:nvSpPr>
          <p:spPr>
            <a:xfrm>
              <a:off x="11662661" y="6772542"/>
              <a:ext cx="2319" cy="638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5" name="rc3145"/>
            <p:cNvSpPr/>
            <p:nvPr/>
          </p:nvSpPr>
          <p:spPr>
            <a:xfrm>
              <a:off x="11665239" y="6265818"/>
              <a:ext cx="2319" cy="5705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6" name="rc3146"/>
            <p:cNvSpPr/>
            <p:nvPr/>
          </p:nvSpPr>
          <p:spPr>
            <a:xfrm>
              <a:off x="11667817" y="6763698"/>
              <a:ext cx="2319" cy="726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7" name="rc3147"/>
            <p:cNvSpPr/>
            <p:nvPr/>
          </p:nvSpPr>
          <p:spPr>
            <a:xfrm>
              <a:off x="11670395" y="6258835"/>
              <a:ext cx="2319" cy="5775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8" name="rc3148"/>
            <p:cNvSpPr/>
            <p:nvPr/>
          </p:nvSpPr>
          <p:spPr>
            <a:xfrm>
              <a:off x="11672972" y="6383337"/>
              <a:ext cx="2319" cy="4530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9" name="rc3149"/>
            <p:cNvSpPr/>
            <p:nvPr/>
          </p:nvSpPr>
          <p:spPr>
            <a:xfrm>
              <a:off x="11675550" y="6365724"/>
              <a:ext cx="2319" cy="4706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0" name="rc3150"/>
            <p:cNvSpPr/>
            <p:nvPr/>
          </p:nvSpPr>
          <p:spPr>
            <a:xfrm>
              <a:off x="11678128" y="6596405"/>
              <a:ext cx="2319" cy="2399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1" name="rc3151"/>
            <p:cNvSpPr/>
            <p:nvPr/>
          </p:nvSpPr>
          <p:spPr>
            <a:xfrm>
              <a:off x="11680706" y="6594747"/>
              <a:ext cx="2319" cy="2416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2" name="rc3152"/>
            <p:cNvSpPr/>
            <p:nvPr/>
          </p:nvSpPr>
          <p:spPr>
            <a:xfrm>
              <a:off x="11683283" y="6318230"/>
              <a:ext cx="2319" cy="5181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3" name="rc3153"/>
            <p:cNvSpPr/>
            <p:nvPr/>
          </p:nvSpPr>
          <p:spPr>
            <a:xfrm>
              <a:off x="11685861" y="6768503"/>
              <a:ext cx="2319" cy="678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4" name="rc3154"/>
            <p:cNvSpPr/>
            <p:nvPr/>
          </p:nvSpPr>
          <p:spPr>
            <a:xfrm>
              <a:off x="11688439" y="6581127"/>
              <a:ext cx="2319" cy="2552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5" name="rc3155"/>
            <p:cNvSpPr/>
            <p:nvPr/>
          </p:nvSpPr>
          <p:spPr>
            <a:xfrm>
              <a:off x="11691017" y="6603353"/>
              <a:ext cx="2319" cy="2330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6" name="rc3156"/>
            <p:cNvSpPr/>
            <p:nvPr/>
          </p:nvSpPr>
          <p:spPr>
            <a:xfrm>
              <a:off x="11693594" y="6602388"/>
              <a:ext cx="2319" cy="2339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7" name="rc3157"/>
            <p:cNvSpPr/>
            <p:nvPr/>
          </p:nvSpPr>
          <p:spPr>
            <a:xfrm>
              <a:off x="11696172" y="6403644"/>
              <a:ext cx="2319" cy="4327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8" name="rc3158"/>
            <p:cNvSpPr/>
            <p:nvPr/>
          </p:nvSpPr>
          <p:spPr>
            <a:xfrm>
              <a:off x="11698750" y="6587721"/>
              <a:ext cx="2319" cy="2486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9" name="rc3159"/>
            <p:cNvSpPr/>
            <p:nvPr/>
          </p:nvSpPr>
          <p:spPr>
            <a:xfrm>
              <a:off x="11701328" y="6595229"/>
              <a:ext cx="2319" cy="2411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0" name="rc3160"/>
            <p:cNvSpPr/>
            <p:nvPr/>
          </p:nvSpPr>
          <p:spPr>
            <a:xfrm>
              <a:off x="11703906" y="6590650"/>
              <a:ext cx="2319" cy="2457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1" name="rc3161"/>
            <p:cNvSpPr/>
            <p:nvPr/>
          </p:nvSpPr>
          <p:spPr>
            <a:xfrm>
              <a:off x="11706483" y="6773468"/>
              <a:ext cx="2319" cy="628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2" name="rc3162"/>
            <p:cNvSpPr/>
            <p:nvPr/>
          </p:nvSpPr>
          <p:spPr>
            <a:xfrm>
              <a:off x="11709061" y="6771145"/>
              <a:ext cx="2319" cy="652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3" name="rc3163"/>
            <p:cNvSpPr/>
            <p:nvPr/>
          </p:nvSpPr>
          <p:spPr>
            <a:xfrm>
              <a:off x="11711639" y="6492730"/>
              <a:ext cx="2319" cy="3436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4" name="rc3164"/>
            <p:cNvSpPr/>
            <p:nvPr/>
          </p:nvSpPr>
          <p:spPr>
            <a:xfrm>
              <a:off x="11714217" y="6135143"/>
              <a:ext cx="2319" cy="7012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5" name="rc3165"/>
            <p:cNvSpPr/>
            <p:nvPr/>
          </p:nvSpPr>
          <p:spPr>
            <a:xfrm>
              <a:off x="11716794" y="6772931"/>
              <a:ext cx="2319" cy="634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6" name="rc3166"/>
            <p:cNvSpPr/>
            <p:nvPr/>
          </p:nvSpPr>
          <p:spPr>
            <a:xfrm>
              <a:off x="11719372" y="6767886"/>
              <a:ext cx="2319" cy="684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7" name="rc3167"/>
            <p:cNvSpPr/>
            <p:nvPr/>
          </p:nvSpPr>
          <p:spPr>
            <a:xfrm>
              <a:off x="11721950" y="6601267"/>
              <a:ext cx="2319" cy="2350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8" name="rc3168"/>
            <p:cNvSpPr/>
            <p:nvPr/>
          </p:nvSpPr>
          <p:spPr>
            <a:xfrm>
              <a:off x="11724528" y="6771381"/>
              <a:ext cx="2319" cy="649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9" name="rc3169"/>
            <p:cNvSpPr/>
            <p:nvPr/>
          </p:nvSpPr>
          <p:spPr>
            <a:xfrm>
              <a:off x="11727105" y="6595299"/>
              <a:ext cx="2319" cy="2410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0" name="rc3170"/>
            <p:cNvSpPr/>
            <p:nvPr/>
          </p:nvSpPr>
          <p:spPr>
            <a:xfrm>
              <a:off x="11729683" y="6459074"/>
              <a:ext cx="2319" cy="3772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1" name="rc3171"/>
            <p:cNvSpPr/>
            <p:nvPr/>
          </p:nvSpPr>
          <p:spPr>
            <a:xfrm>
              <a:off x="11732261" y="6598281"/>
              <a:ext cx="2319" cy="2380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2" name="rc3172"/>
            <p:cNvSpPr/>
            <p:nvPr/>
          </p:nvSpPr>
          <p:spPr>
            <a:xfrm>
              <a:off x="11734839" y="6402311"/>
              <a:ext cx="2319" cy="4340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3" name="rc3173"/>
            <p:cNvSpPr/>
            <p:nvPr/>
          </p:nvSpPr>
          <p:spPr>
            <a:xfrm>
              <a:off x="11737416" y="6367868"/>
              <a:ext cx="2319" cy="4684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4" name="rc3174"/>
            <p:cNvSpPr/>
            <p:nvPr/>
          </p:nvSpPr>
          <p:spPr>
            <a:xfrm>
              <a:off x="11739994" y="6082542"/>
              <a:ext cx="2319" cy="7538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5" name="rc3175"/>
            <p:cNvSpPr/>
            <p:nvPr/>
          </p:nvSpPr>
          <p:spPr>
            <a:xfrm>
              <a:off x="11742572" y="6766433"/>
              <a:ext cx="2319" cy="699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6" name="rc3176"/>
            <p:cNvSpPr/>
            <p:nvPr/>
          </p:nvSpPr>
          <p:spPr>
            <a:xfrm>
              <a:off x="11745150" y="6193717"/>
              <a:ext cx="2319" cy="6426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7" name="rc3177"/>
            <p:cNvSpPr/>
            <p:nvPr/>
          </p:nvSpPr>
          <p:spPr>
            <a:xfrm>
              <a:off x="11747727" y="6494520"/>
              <a:ext cx="2319" cy="3418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8" name="rc3178"/>
            <p:cNvSpPr/>
            <p:nvPr/>
          </p:nvSpPr>
          <p:spPr>
            <a:xfrm>
              <a:off x="11750305" y="6554983"/>
              <a:ext cx="2319" cy="2813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9" name="rc3179"/>
            <p:cNvSpPr/>
            <p:nvPr/>
          </p:nvSpPr>
          <p:spPr>
            <a:xfrm>
              <a:off x="11752883" y="6282117"/>
              <a:ext cx="2319" cy="5542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0" name="rc3180"/>
            <p:cNvSpPr/>
            <p:nvPr/>
          </p:nvSpPr>
          <p:spPr>
            <a:xfrm>
              <a:off x="11755461" y="6535501"/>
              <a:ext cx="2319" cy="3008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1" name="rc3181"/>
            <p:cNvSpPr/>
            <p:nvPr/>
          </p:nvSpPr>
          <p:spPr>
            <a:xfrm>
              <a:off x="11758038" y="6589443"/>
              <a:ext cx="2319" cy="2469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2" name="rc3182"/>
            <p:cNvSpPr/>
            <p:nvPr/>
          </p:nvSpPr>
          <p:spPr>
            <a:xfrm>
              <a:off x="11760616" y="6598222"/>
              <a:ext cx="2319" cy="2381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3" name="rc3183"/>
            <p:cNvSpPr/>
            <p:nvPr/>
          </p:nvSpPr>
          <p:spPr>
            <a:xfrm>
              <a:off x="11763194" y="6579284"/>
              <a:ext cx="2319" cy="2570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4" name="rc3184"/>
            <p:cNvSpPr/>
            <p:nvPr/>
          </p:nvSpPr>
          <p:spPr>
            <a:xfrm>
              <a:off x="11765772" y="6345262"/>
              <a:ext cx="2319" cy="4911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5" name="rc3185"/>
            <p:cNvSpPr/>
            <p:nvPr/>
          </p:nvSpPr>
          <p:spPr>
            <a:xfrm>
              <a:off x="11768349" y="6597266"/>
              <a:ext cx="2319" cy="2390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6" name="rc3186"/>
            <p:cNvSpPr/>
            <p:nvPr/>
          </p:nvSpPr>
          <p:spPr>
            <a:xfrm>
              <a:off x="11770927" y="6360670"/>
              <a:ext cx="2319" cy="4756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7" name="rc3187"/>
            <p:cNvSpPr/>
            <p:nvPr/>
          </p:nvSpPr>
          <p:spPr>
            <a:xfrm>
              <a:off x="11773505" y="6614462"/>
              <a:ext cx="2319" cy="2219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8" name="rc3188"/>
            <p:cNvSpPr/>
            <p:nvPr/>
          </p:nvSpPr>
          <p:spPr>
            <a:xfrm>
              <a:off x="11776083" y="6221907"/>
              <a:ext cx="2319" cy="6144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9" name="rc3189"/>
            <p:cNvSpPr/>
            <p:nvPr/>
          </p:nvSpPr>
          <p:spPr>
            <a:xfrm>
              <a:off x="11778660" y="6502275"/>
              <a:ext cx="2319" cy="3340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0" name="rc3190"/>
            <p:cNvSpPr/>
            <p:nvPr/>
          </p:nvSpPr>
          <p:spPr>
            <a:xfrm>
              <a:off x="11781238" y="6772914"/>
              <a:ext cx="2319" cy="634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1" name="rc3191"/>
            <p:cNvSpPr/>
            <p:nvPr/>
          </p:nvSpPr>
          <p:spPr>
            <a:xfrm>
              <a:off x="11783816" y="6607180"/>
              <a:ext cx="2319" cy="2291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2" name="rc3192"/>
            <p:cNvSpPr/>
            <p:nvPr/>
          </p:nvSpPr>
          <p:spPr>
            <a:xfrm>
              <a:off x="11786394" y="6591333"/>
              <a:ext cx="2319" cy="2450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3" name="rc3193"/>
            <p:cNvSpPr/>
            <p:nvPr/>
          </p:nvSpPr>
          <p:spPr>
            <a:xfrm>
              <a:off x="11788972" y="6766006"/>
              <a:ext cx="2319" cy="703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4" name="rc3194"/>
            <p:cNvSpPr/>
            <p:nvPr/>
          </p:nvSpPr>
          <p:spPr>
            <a:xfrm>
              <a:off x="11791549" y="6415334"/>
              <a:ext cx="2319" cy="4210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5" name="rc3195"/>
            <p:cNvSpPr/>
            <p:nvPr/>
          </p:nvSpPr>
          <p:spPr>
            <a:xfrm>
              <a:off x="11794127" y="6768604"/>
              <a:ext cx="2319" cy="677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6" name="rc3196"/>
            <p:cNvSpPr/>
            <p:nvPr/>
          </p:nvSpPr>
          <p:spPr>
            <a:xfrm>
              <a:off x="11796705" y="6468662"/>
              <a:ext cx="2319" cy="3677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7" name="rc3197"/>
            <p:cNvSpPr/>
            <p:nvPr/>
          </p:nvSpPr>
          <p:spPr>
            <a:xfrm>
              <a:off x="11799283" y="6457109"/>
              <a:ext cx="2319" cy="3792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8" name="rc3198"/>
            <p:cNvSpPr/>
            <p:nvPr/>
          </p:nvSpPr>
          <p:spPr>
            <a:xfrm>
              <a:off x="11801860" y="6603983"/>
              <a:ext cx="2319" cy="2323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9" name="rc3199"/>
            <p:cNvSpPr/>
            <p:nvPr/>
          </p:nvSpPr>
          <p:spPr>
            <a:xfrm>
              <a:off x="11804438" y="6216526"/>
              <a:ext cx="2319" cy="6198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0" name="rc3200"/>
            <p:cNvSpPr/>
            <p:nvPr/>
          </p:nvSpPr>
          <p:spPr>
            <a:xfrm>
              <a:off x="11807016" y="6570496"/>
              <a:ext cx="2319" cy="2658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1" name="rc3201"/>
            <p:cNvSpPr/>
            <p:nvPr/>
          </p:nvSpPr>
          <p:spPr>
            <a:xfrm>
              <a:off x="11809594" y="6011418"/>
              <a:ext cx="2319" cy="8249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2" name="rc3202"/>
            <p:cNvSpPr/>
            <p:nvPr/>
          </p:nvSpPr>
          <p:spPr>
            <a:xfrm>
              <a:off x="11812171" y="6561753"/>
              <a:ext cx="2319" cy="2746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3" name="rc3203"/>
            <p:cNvSpPr/>
            <p:nvPr/>
          </p:nvSpPr>
          <p:spPr>
            <a:xfrm>
              <a:off x="11814749" y="6510571"/>
              <a:ext cx="2319" cy="3257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4" name="rc3204"/>
            <p:cNvSpPr/>
            <p:nvPr/>
          </p:nvSpPr>
          <p:spPr>
            <a:xfrm>
              <a:off x="11817327" y="6548678"/>
              <a:ext cx="2319" cy="2876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5" name="rc3205"/>
            <p:cNvSpPr/>
            <p:nvPr/>
          </p:nvSpPr>
          <p:spPr>
            <a:xfrm>
              <a:off x="11819905" y="6578335"/>
              <a:ext cx="2319" cy="2580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6" name="rc3206"/>
            <p:cNvSpPr/>
            <p:nvPr/>
          </p:nvSpPr>
          <p:spPr>
            <a:xfrm>
              <a:off x="11822482" y="6519943"/>
              <a:ext cx="2319" cy="3164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7" name="rc3207"/>
            <p:cNvSpPr/>
            <p:nvPr/>
          </p:nvSpPr>
          <p:spPr>
            <a:xfrm>
              <a:off x="11825060" y="6488771"/>
              <a:ext cx="2319" cy="3475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8" name="rc3208"/>
            <p:cNvSpPr/>
            <p:nvPr/>
          </p:nvSpPr>
          <p:spPr>
            <a:xfrm>
              <a:off x="11827638" y="5996635"/>
              <a:ext cx="2319" cy="8397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9" name="rc3209"/>
            <p:cNvSpPr/>
            <p:nvPr/>
          </p:nvSpPr>
          <p:spPr>
            <a:xfrm>
              <a:off x="11830216" y="6588025"/>
              <a:ext cx="2319" cy="2483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0" name="rc3210"/>
            <p:cNvSpPr/>
            <p:nvPr/>
          </p:nvSpPr>
          <p:spPr>
            <a:xfrm>
              <a:off x="11832793" y="6563526"/>
              <a:ext cx="2319" cy="2728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1" name="rc3211"/>
            <p:cNvSpPr/>
            <p:nvPr/>
          </p:nvSpPr>
          <p:spPr>
            <a:xfrm>
              <a:off x="11835371" y="6574268"/>
              <a:ext cx="2319" cy="2620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2" name="rc3212"/>
            <p:cNvSpPr/>
            <p:nvPr/>
          </p:nvSpPr>
          <p:spPr>
            <a:xfrm>
              <a:off x="11837949" y="6299806"/>
              <a:ext cx="2319" cy="5365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3" name="rc3213"/>
            <p:cNvSpPr/>
            <p:nvPr/>
          </p:nvSpPr>
          <p:spPr>
            <a:xfrm>
              <a:off x="11840527" y="6584910"/>
              <a:ext cx="2319" cy="2514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4" name="rc3214"/>
            <p:cNvSpPr/>
            <p:nvPr/>
          </p:nvSpPr>
          <p:spPr>
            <a:xfrm>
              <a:off x="11843104" y="6491590"/>
              <a:ext cx="2319" cy="3447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5" name="rc3215"/>
            <p:cNvSpPr/>
            <p:nvPr/>
          </p:nvSpPr>
          <p:spPr>
            <a:xfrm>
              <a:off x="11845682" y="6772493"/>
              <a:ext cx="2319" cy="638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6" name="rc3216"/>
            <p:cNvSpPr/>
            <p:nvPr/>
          </p:nvSpPr>
          <p:spPr>
            <a:xfrm>
              <a:off x="11848260" y="6447408"/>
              <a:ext cx="2319" cy="3889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7" name="rc3217"/>
            <p:cNvSpPr/>
            <p:nvPr/>
          </p:nvSpPr>
          <p:spPr>
            <a:xfrm>
              <a:off x="11850838" y="6600375"/>
              <a:ext cx="2319" cy="2359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" name="rc3218"/>
            <p:cNvSpPr/>
            <p:nvPr/>
          </p:nvSpPr>
          <p:spPr>
            <a:xfrm>
              <a:off x="11853415" y="6194330"/>
              <a:ext cx="2319" cy="6420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9" name="rc3219"/>
            <p:cNvSpPr/>
            <p:nvPr/>
          </p:nvSpPr>
          <p:spPr>
            <a:xfrm>
              <a:off x="11855993" y="6376280"/>
              <a:ext cx="2319" cy="4600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0" name="rc3220"/>
            <p:cNvSpPr/>
            <p:nvPr/>
          </p:nvSpPr>
          <p:spPr>
            <a:xfrm>
              <a:off x="11858571" y="6635418"/>
              <a:ext cx="2319" cy="2009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1" name="rc3221"/>
            <p:cNvSpPr/>
            <p:nvPr/>
          </p:nvSpPr>
          <p:spPr>
            <a:xfrm>
              <a:off x="11861149" y="6395424"/>
              <a:ext cx="2319" cy="4409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2" name="rc3222"/>
            <p:cNvSpPr/>
            <p:nvPr/>
          </p:nvSpPr>
          <p:spPr>
            <a:xfrm>
              <a:off x="11863726" y="6592005"/>
              <a:ext cx="2319" cy="2443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3" name="rc3223"/>
            <p:cNvSpPr/>
            <p:nvPr/>
          </p:nvSpPr>
          <p:spPr>
            <a:xfrm>
              <a:off x="11866304" y="6594752"/>
              <a:ext cx="2319" cy="2416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4" name="rc3224"/>
            <p:cNvSpPr/>
            <p:nvPr/>
          </p:nvSpPr>
          <p:spPr>
            <a:xfrm>
              <a:off x="11868882" y="6339939"/>
              <a:ext cx="2319" cy="4964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5" name="rc3225"/>
            <p:cNvSpPr/>
            <p:nvPr/>
          </p:nvSpPr>
          <p:spPr>
            <a:xfrm>
              <a:off x="11871460" y="6353340"/>
              <a:ext cx="2319" cy="4830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6" name="rc3226"/>
            <p:cNvSpPr/>
            <p:nvPr/>
          </p:nvSpPr>
          <p:spPr>
            <a:xfrm>
              <a:off x="11874038" y="6572495"/>
              <a:ext cx="2319" cy="2638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7" name="rc3227"/>
            <p:cNvSpPr/>
            <p:nvPr/>
          </p:nvSpPr>
          <p:spPr>
            <a:xfrm>
              <a:off x="11876615" y="6371610"/>
              <a:ext cx="2319" cy="4647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8" name="rc3228"/>
            <p:cNvSpPr/>
            <p:nvPr/>
          </p:nvSpPr>
          <p:spPr>
            <a:xfrm>
              <a:off x="11879193" y="6772646"/>
              <a:ext cx="2319" cy="637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9" name="rc3229"/>
            <p:cNvSpPr/>
            <p:nvPr/>
          </p:nvSpPr>
          <p:spPr>
            <a:xfrm>
              <a:off x="11881771" y="6605007"/>
              <a:ext cx="2319" cy="2313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0" name="rc3230"/>
            <p:cNvSpPr/>
            <p:nvPr/>
          </p:nvSpPr>
          <p:spPr>
            <a:xfrm>
              <a:off x="11884349" y="6449128"/>
              <a:ext cx="2319" cy="3872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1" name="rc3231"/>
            <p:cNvSpPr/>
            <p:nvPr/>
          </p:nvSpPr>
          <p:spPr>
            <a:xfrm>
              <a:off x="11886926" y="6433997"/>
              <a:ext cx="2319" cy="4023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2" name="rc3232"/>
            <p:cNvSpPr/>
            <p:nvPr/>
          </p:nvSpPr>
          <p:spPr>
            <a:xfrm>
              <a:off x="11889504" y="6767298"/>
              <a:ext cx="2319" cy="690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3" name="rc3233"/>
            <p:cNvSpPr/>
            <p:nvPr/>
          </p:nvSpPr>
          <p:spPr>
            <a:xfrm>
              <a:off x="11892082" y="6764585"/>
              <a:ext cx="2319" cy="717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4" name="rc3234"/>
            <p:cNvSpPr/>
            <p:nvPr/>
          </p:nvSpPr>
          <p:spPr>
            <a:xfrm>
              <a:off x="11894660" y="6409015"/>
              <a:ext cx="2319" cy="4273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5" name="rc3235"/>
            <p:cNvSpPr/>
            <p:nvPr/>
          </p:nvSpPr>
          <p:spPr>
            <a:xfrm>
              <a:off x="11897237" y="6769684"/>
              <a:ext cx="2319" cy="666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6" name="rc3236"/>
            <p:cNvSpPr/>
            <p:nvPr/>
          </p:nvSpPr>
          <p:spPr>
            <a:xfrm>
              <a:off x="11899815" y="6494276"/>
              <a:ext cx="2319" cy="3420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7" name="rc3237"/>
            <p:cNvSpPr/>
            <p:nvPr/>
          </p:nvSpPr>
          <p:spPr>
            <a:xfrm>
              <a:off x="11902393" y="6762686"/>
              <a:ext cx="2319" cy="736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8" name="rc3238"/>
            <p:cNvSpPr/>
            <p:nvPr/>
          </p:nvSpPr>
          <p:spPr>
            <a:xfrm>
              <a:off x="11904971" y="6369358"/>
              <a:ext cx="2319" cy="4670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9" name="rc3239"/>
            <p:cNvSpPr/>
            <p:nvPr/>
          </p:nvSpPr>
          <p:spPr>
            <a:xfrm>
              <a:off x="11907548" y="6769386"/>
              <a:ext cx="2319" cy="669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0" name="rc3240"/>
            <p:cNvSpPr/>
            <p:nvPr/>
          </p:nvSpPr>
          <p:spPr>
            <a:xfrm>
              <a:off x="11910126" y="6772395"/>
              <a:ext cx="2319" cy="639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1" name="rc3241"/>
            <p:cNvSpPr/>
            <p:nvPr/>
          </p:nvSpPr>
          <p:spPr>
            <a:xfrm>
              <a:off x="11912704" y="6772925"/>
              <a:ext cx="2319" cy="634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2" name="rc3242"/>
            <p:cNvSpPr/>
            <p:nvPr/>
          </p:nvSpPr>
          <p:spPr>
            <a:xfrm>
              <a:off x="11915282" y="6473631"/>
              <a:ext cx="2319" cy="3627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3" name="rc3243"/>
            <p:cNvSpPr/>
            <p:nvPr/>
          </p:nvSpPr>
          <p:spPr>
            <a:xfrm>
              <a:off x="11917859" y="6772221"/>
              <a:ext cx="2319" cy="641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4" name="rc3244"/>
            <p:cNvSpPr/>
            <p:nvPr/>
          </p:nvSpPr>
          <p:spPr>
            <a:xfrm>
              <a:off x="11920437" y="6773052"/>
              <a:ext cx="2319" cy="633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5" name="rc3245"/>
            <p:cNvSpPr/>
            <p:nvPr/>
          </p:nvSpPr>
          <p:spPr>
            <a:xfrm>
              <a:off x="11923015" y="6772986"/>
              <a:ext cx="2319" cy="633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6" name="rc3246"/>
            <p:cNvSpPr/>
            <p:nvPr/>
          </p:nvSpPr>
          <p:spPr>
            <a:xfrm>
              <a:off x="11925593" y="6769934"/>
              <a:ext cx="2319" cy="664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7" name="rc3247"/>
            <p:cNvSpPr/>
            <p:nvPr/>
          </p:nvSpPr>
          <p:spPr>
            <a:xfrm>
              <a:off x="11928170" y="6771169"/>
              <a:ext cx="2319" cy="651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8" name="rc3248"/>
            <p:cNvSpPr/>
            <p:nvPr/>
          </p:nvSpPr>
          <p:spPr>
            <a:xfrm>
              <a:off x="11930748" y="6700026"/>
              <a:ext cx="2319" cy="1363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9" name="rc3249"/>
            <p:cNvSpPr/>
            <p:nvPr/>
          </p:nvSpPr>
          <p:spPr>
            <a:xfrm>
              <a:off x="11933326" y="6529539"/>
              <a:ext cx="2319" cy="3068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0" name="rc3250"/>
            <p:cNvSpPr/>
            <p:nvPr/>
          </p:nvSpPr>
          <p:spPr>
            <a:xfrm>
              <a:off x="11935904" y="6154324"/>
              <a:ext cx="2319" cy="6820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1" name="rc3251"/>
            <p:cNvSpPr/>
            <p:nvPr/>
          </p:nvSpPr>
          <p:spPr>
            <a:xfrm>
              <a:off x="11938481" y="6772332"/>
              <a:ext cx="2319" cy="640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2" name="rc3252"/>
            <p:cNvSpPr/>
            <p:nvPr/>
          </p:nvSpPr>
          <p:spPr>
            <a:xfrm>
              <a:off x="11941059" y="6772332"/>
              <a:ext cx="2319" cy="640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3" name="rc3253"/>
            <p:cNvSpPr/>
            <p:nvPr/>
          </p:nvSpPr>
          <p:spPr>
            <a:xfrm>
              <a:off x="11943637" y="6771467"/>
              <a:ext cx="2319" cy="648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4" name="rc3254"/>
            <p:cNvSpPr/>
            <p:nvPr/>
          </p:nvSpPr>
          <p:spPr>
            <a:xfrm>
              <a:off x="11946215" y="6752808"/>
              <a:ext cx="2319" cy="835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5" name="rc3255"/>
            <p:cNvSpPr/>
            <p:nvPr/>
          </p:nvSpPr>
          <p:spPr>
            <a:xfrm>
              <a:off x="11948792" y="6771786"/>
              <a:ext cx="2319" cy="645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6" name="rc3256"/>
            <p:cNvSpPr/>
            <p:nvPr/>
          </p:nvSpPr>
          <p:spPr>
            <a:xfrm>
              <a:off x="11951370" y="6761480"/>
              <a:ext cx="2319" cy="748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7" name="rc3257"/>
            <p:cNvSpPr/>
            <p:nvPr/>
          </p:nvSpPr>
          <p:spPr>
            <a:xfrm>
              <a:off x="11953948" y="6771303"/>
              <a:ext cx="2319" cy="650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8" name="rc3258"/>
            <p:cNvSpPr/>
            <p:nvPr/>
          </p:nvSpPr>
          <p:spPr>
            <a:xfrm>
              <a:off x="11956526" y="6768515"/>
              <a:ext cx="2319" cy="678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9" name="rc3259"/>
            <p:cNvSpPr/>
            <p:nvPr/>
          </p:nvSpPr>
          <p:spPr>
            <a:xfrm>
              <a:off x="11959104" y="6771202"/>
              <a:ext cx="2319" cy="651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0" name="rc3260"/>
            <p:cNvSpPr/>
            <p:nvPr/>
          </p:nvSpPr>
          <p:spPr>
            <a:xfrm>
              <a:off x="11961681" y="6772365"/>
              <a:ext cx="2319" cy="639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1" name="rc3261"/>
            <p:cNvSpPr/>
            <p:nvPr/>
          </p:nvSpPr>
          <p:spPr>
            <a:xfrm>
              <a:off x="11964259" y="6768185"/>
              <a:ext cx="2319" cy="681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2" name="rc3262"/>
            <p:cNvSpPr/>
            <p:nvPr/>
          </p:nvSpPr>
          <p:spPr>
            <a:xfrm>
              <a:off x="11966837" y="6770348"/>
              <a:ext cx="2319" cy="660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3" name="rc3263"/>
            <p:cNvSpPr/>
            <p:nvPr/>
          </p:nvSpPr>
          <p:spPr>
            <a:xfrm>
              <a:off x="11969415" y="6769047"/>
              <a:ext cx="2319" cy="673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4" name="rc3264"/>
            <p:cNvSpPr/>
            <p:nvPr/>
          </p:nvSpPr>
          <p:spPr>
            <a:xfrm>
              <a:off x="11971992" y="6771895"/>
              <a:ext cx="2319" cy="644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5" name="rc3265"/>
            <p:cNvSpPr/>
            <p:nvPr/>
          </p:nvSpPr>
          <p:spPr>
            <a:xfrm>
              <a:off x="11974570" y="6754459"/>
              <a:ext cx="2319" cy="819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6" name="rc3266"/>
            <p:cNvSpPr/>
            <p:nvPr/>
          </p:nvSpPr>
          <p:spPr>
            <a:xfrm>
              <a:off x="11977148" y="6552399"/>
              <a:ext cx="2319" cy="2839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7" name="rc3267"/>
            <p:cNvSpPr/>
            <p:nvPr/>
          </p:nvSpPr>
          <p:spPr>
            <a:xfrm>
              <a:off x="11979726" y="6406815"/>
              <a:ext cx="2319" cy="4295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8" name="rc3268"/>
            <p:cNvSpPr/>
            <p:nvPr/>
          </p:nvSpPr>
          <p:spPr>
            <a:xfrm>
              <a:off x="11982303" y="6489108"/>
              <a:ext cx="2319" cy="3472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9" name="rc3269"/>
            <p:cNvSpPr/>
            <p:nvPr/>
          </p:nvSpPr>
          <p:spPr>
            <a:xfrm>
              <a:off x="11984881" y="6575500"/>
              <a:ext cx="2319" cy="2608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0" name="rc3270"/>
            <p:cNvSpPr/>
            <p:nvPr/>
          </p:nvSpPr>
          <p:spPr>
            <a:xfrm>
              <a:off x="11987459" y="6438728"/>
              <a:ext cx="2319" cy="3976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1" name="rc3271"/>
            <p:cNvSpPr/>
            <p:nvPr/>
          </p:nvSpPr>
          <p:spPr>
            <a:xfrm>
              <a:off x="11990037" y="5794881"/>
              <a:ext cx="2319" cy="10414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2" name="rc3272"/>
            <p:cNvSpPr/>
            <p:nvPr/>
          </p:nvSpPr>
          <p:spPr>
            <a:xfrm>
              <a:off x="11992614" y="6211093"/>
              <a:ext cx="2319" cy="6252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3" name="rc3273"/>
            <p:cNvSpPr/>
            <p:nvPr/>
          </p:nvSpPr>
          <p:spPr>
            <a:xfrm>
              <a:off x="11995192" y="6573753"/>
              <a:ext cx="2319" cy="2626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4" name="rc3274"/>
            <p:cNvSpPr/>
            <p:nvPr/>
          </p:nvSpPr>
          <p:spPr>
            <a:xfrm>
              <a:off x="11997770" y="6588928"/>
              <a:ext cx="2319" cy="2474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5" name="rc3275"/>
            <p:cNvSpPr/>
            <p:nvPr/>
          </p:nvSpPr>
          <p:spPr>
            <a:xfrm>
              <a:off x="12000348" y="6731557"/>
              <a:ext cx="2319" cy="1048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6" name="rc3276"/>
            <p:cNvSpPr/>
            <p:nvPr/>
          </p:nvSpPr>
          <p:spPr>
            <a:xfrm>
              <a:off x="12002925" y="6606310"/>
              <a:ext cx="2319" cy="2300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7" name="rc3277"/>
            <p:cNvSpPr/>
            <p:nvPr/>
          </p:nvSpPr>
          <p:spPr>
            <a:xfrm>
              <a:off x="12005503" y="6364164"/>
              <a:ext cx="2319" cy="4721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8" name="rc3278"/>
            <p:cNvSpPr/>
            <p:nvPr/>
          </p:nvSpPr>
          <p:spPr>
            <a:xfrm>
              <a:off x="12008081" y="6590194"/>
              <a:ext cx="2319" cy="2461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9" name="rc3279"/>
            <p:cNvSpPr/>
            <p:nvPr/>
          </p:nvSpPr>
          <p:spPr>
            <a:xfrm>
              <a:off x="12010659" y="6598063"/>
              <a:ext cx="2319" cy="2382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0" name="rc3280"/>
            <p:cNvSpPr/>
            <p:nvPr/>
          </p:nvSpPr>
          <p:spPr>
            <a:xfrm>
              <a:off x="12013236" y="6155695"/>
              <a:ext cx="2319" cy="6806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1" name="rc3281"/>
            <p:cNvSpPr/>
            <p:nvPr/>
          </p:nvSpPr>
          <p:spPr>
            <a:xfrm>
              <a:off x="12015814" y="6590194"/>
              <a:ext cx="2319" cy="2461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2" name="rc3282"/>
            <p:cNvSpPr/>
            <p:nvPr/>
          </p:nvSpPr>
          <p:spPr>
            <a:xfrm>
              <a:off x="12018392" y="6591051"/>
              <a:ext cx="2319" cy="2453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3" name="rc3283"/>
            <p:cNvSpPr/>
            <p:nvPr/>
          </p:nvSpPr>
          <p:spPr>
            <a:xfrm>
              <a:off x="12020970" y="6340101"/>
              <a:ext cx="2319" cy="4962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4" name="rc3284"/>
            <p:cNvSpPr/>
            <p:nvPr/>
          </p:nvSpPr>
          <p:spPr>
            <a:xfrm>
              <a:off x="12023547" y="6564479"/>
              <a:ext cx="2319" cy="2718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5" name="rc3285"/>
            <p:cNvSpPr/>
            <p:nvPr/>
          </p:nvSpPr>
          <p:spPr>
            <a:xfrm>
              <a:off x="12026125" y="6556815"/>
              <a:ext cx="2319" cy="2795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6" name="rc3286"/>
            <p:cNvSpPr/>
            <p:nvPr/>
          </p:nvSpPr>
          <p:spPr>
            <a:xfrm>
              <a:off x="12028703" y="6227929"/>
              <a:ext cx="2319" cy="6084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7" name="rc3287"/>
            <p:cNvSpPr/>
            <p:nvPr/>
          </p:nvSpPr>
          <p:spPr>
            <a:xfrm>
              <a:off x="12031281" y="6163969"/>
              <a:ext cx="2319" cy="6723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8" name="rc3288"/>
            <p:cNvSpPr/>
            <p:nvPr/>
          </p:nvSpPr>
          <p:spPr>
            <a:xfrm>
              <a:off x="12033858" y="6529921"/>
              <a:ext cx="2319" cy="3064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9" name="rc3289"/>
            <p:cNvSpPr/>
            <p:nvPr/>
          </p:nvSpPr>
          <p:spPr>
            <a:xfrm>
              <a:off x="12036436" y="6369135"/>
              <a:ext cx="2319" cy="4672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0" name="rc3290"/>
            <p:cNvSpPr/>
            <p:nvPr/>
          </p:nvSpPr>
          <p:spPr>
            <a:xfrm>
              <a:off x="12039014" y="6339054"/>
              <a:ext cx="2319" cy="4973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1" name="rc3291"/>
            <p:cNvSpPr/>
            <p:nvPr/>
          </p:nvSpPr>
          <p:spPr>
            <a:xfrm>
              <a:off x="12041592" y="6767160"/>
              <a:ext cx="2319" cy="692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2" name="rc3292"/>
            <p:cNvSpPr/>
            <p:nvPr/>
          </p:nvSpPr>
          <p:spPr>
            <a:xfrm>
              <a:off x="12044170" y="6526933"/>
              <a:ext cx="2319" cy="3094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3" name="rc3293"/>
            <p:cNvSpPr/>
            <p:nvPr/>
          </p:nvSpPr>
          <p:spPr>
            <a:xfrm>
              <a:off x="12046747" y="6728225"/>
              <a:ext cx="2319" cy="1081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4" name="rc3294"/>
            <p:cNvSpPr/>
            <p:nvPr/>
          </p:nvSpPr>
          <p:spPr>
            <a:xfrm>
              <a:off x="12049325" y="6391330"/>
              <a:ext cx="2319" cy="4450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5" name="rc3295"/>
            <p:cNvSpPr/>
            <p:nvPr/>
          </p:nvSpPr>
          <p:spPr>
            <a:xfrm>
              <a:off x="12051903" y="6277996"/>
              <a:ext cx="2319" cy="55836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6" name="rc3296"/>
            <p:cNvSpPr/>
            <p:nvPr/>
          </p:nvSpPr>
          <p:spPr>
            <a:xfrm>
              <a:off x="12054481" y="6240086"/>
              <a:ext cx="2319" cy="5962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7" name="rc3297"/>
            <p:cNvSpPr/>
            <p:nvPr/>
          </p:nvSpPr>
          <p:spPr>
            <a:xfrm>
              <a:off x="12057058" y="5952370"/>
              <a:ext cx="2319" cy="8839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8" name="rc3298"/>
            <p:cNvSpPr/>
            <p:nvPr/>
          </p:nvSpPr>
          <p:spPr>
            <a:xfrm>
              <a:off x="12059636" y="6529716"/>
              <a:ext cx="2319" cy="3066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9" name="rc3299"/>
            <p:cNvSpPr/>
            <p:nvPr/>
          </p:nvSpPr>
          <p:spPr>
            <a:xfrm>
              <a:off x="12062214" y="6484851"/>
              <a:ext cx="2319" cy="3515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0" name="rc3300"/>
            <p:cNvSpPr/>
            <p:nvPr/>
          </p:nvSpPr>
          <p:spPr>
            <a:xfrm>
              <a:off x="12064792" y="6771692"/>
              <a:ext cx="2319" cy="646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1" name="rc3301"/>
            <p:cNvSpPr/>
            <p:nvPr/>
          </p:nvSpPr>
          <p:spPr>
            <a:xfrm>
              <a:off x="12067369" y="6390965"/>
              <a:ext cx="2319" cy="4453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2" name="rc3302"/>
            <p:cNvSpPr/>
            <p:nvPr/>
          </p:nvSpPr>
          <p:spPr>
            <a:xfrm>
              <a:off x="12069947" y="6756689"/>
              <a:ext cx="2319" cy="7967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3" name="rc3303"/>
            <p:cNvSpPr/>
            <p:nvPr/>
          </p:nvSpPr>
          <p:spPr>
            <a:xfrm>
              <a:off x="12072525" y="5810162"/>
              <a:ext cx="2319" cy="10262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4" name="rc3304"/>
            <p:cNvSpPr/>
            <p:nvPr/>
          </p:nvSpPr>
          <p:spPr>
            <a:xfrm>
              <a:off x="12075103" y="6568521"/>
              <a:ext cx="2319" cy="2678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5" name="rc3305"/>
            <p:cNvSpPr/>
            <p:nvPr/>
          </p:nvSpPr>
          <p:spPr>
            <a:xfrm>
              <a:off x="12077680" y="6253341"/>
              <a:ext cx="2319" cy="5830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6" name="rc3306"/>
            <p:cNvSpPr/>
            <p:nvPr/>
          </p:nvSpPr>
          <p:spPr>
            <a:xfrm>
              <a:off x="12080258" y="4337310"/>
              <a:ext cx="2319" cy="24990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7" name="rc3307"/>
            <p:cNvSpPr/>
            <p:nvPr/>
          </p:nvSpPr>
          <p:spPr>
            <a:xfrm>
              <a:off x="12082836" y="5656323"/>
              <a:ext cx="2319" cy="11800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8" name="rc3308"/>
            <p:cNvSpPr/>
            <p:nvPr/>
          </p:nvSpPr>
          <p:spPr>
            <a:xfrm>
              <a:off x="12085414" y="6595599"/>
              <a:ext cx="2319" cy="2407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9" name="rc3309"/>
            <p:cNvSpPr/>
            <p:nvPr/>
          </p:nvSpPr>
          <p:spPr>
            <a:xfrm>
              <a:off x="12087991" y="6590891"/>
              <a:ext cx="2319" cy="2454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0" name="rc3310"/>
            <p:cNvSpPr/>
            <p:nvPr/>
          </p:nvSpPr>
          <p:spPr>
            <a:xfrm>
              <a:off x="12090569" y="6582801"/>
              <a:ext cx="2319" cy="2535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1" name="rc3311"/>
            <p:cNvSpPr/>
            <p:nvPr/>
          </p:nvSpPr>
          <p:spPr>
            <a:xfrm>
              <a:off x="12093147" y="6597726"/>
              <a:ext cx="2319" cy="2386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2" name="rc3312"/>
            <p:cNvSpPr/>
            <p:nvPr/>
          </p:nvSpPr>
          <p:spPr>
            <a:xfrm>
              <a:off x="12095725" y="6380158"/>
              <a:ext cx="2319" cy="4562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3" name="rc3313"/>
            <p:cNvSpPr/>
            <p:nvPr/>
          </p:nvSpPr>
          <p:spPr>
            <a:xfrm>
              <a:off x="12098302" y="5324402"/>
              <a:ext cx="2319" cy="15119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4" name="rc3314"/>
            <p:cNvSpPr/>
            <p:nvPr/>
          </p:nvSpPr>
          <p:spPr>
            <a:xfrm>
              <a:off x="12100880" y="6612297"/>
              <a:ext cx="2319" cy="2240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5" name="rc3315"/>
            <p:cNvSpPr/>
            <p:nvPr/>
          </p:nvSpPr>
          <p:spPr>
            <a:xfrm>
              <a:off x="12103458" y="5872468"/>
              <a:ext cx="2319" cy="9638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6" name="rc3316"/>
            <p:cNvSpPr/>
            <p:nvPr/>
          </p:nvSpPr>
          <p:spPr>
            <a:xfrm>
              <a:off x="12106036" y="6596719"/>
              <a:ext cx="2319" cy="2396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7" name="rc3317"/>
            <p:cNvSpPr/>
            <p:nvPr/>
          </p:nvSpPr>
          <p:spPr>
            <a:xfrm>
              <a:off x="12108613" y="6407450"/>
              <a:ext cx="2319" cy="4289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8" name="rc3318"/>
            <p:cNvSpPr/>
            <p:nvPr/>
          </p:nvSpPr>
          <p:spPr>
            <a:xfrm>
              <a:off x="12111191" y="6199530"/>
              <a:ext cx="2319" cy="6368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9" name="rc3319"/>
            <p:cNvSpPr/>
            <p:nvPr/>
          </p:nvSpPr>
          <p:spPr>
            <a:xfrm>
              <a:off x="12113769" y="6383684"/>
              <a:ext cx="2319" cy="4526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0" name="rc3320"/>
            <p:cNvSpPr/>
            <p:nvPr/>
          </p:nvSpPr>
          <p:spPr>
            <a:xfrm>
              <a:off x="12116347" y="6331242"/>
              <a:ext cx="2319" cy="5051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1" name="rc3321"/>
            <p:cNvSpPr/>
            <p:nvPr/>
          </p:nvSpPr>
          <p:spPr>
            <a:xfrm>
              <a:off x="12118924" y="6767562"/>
              <a:ext cx="2319" cy="688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2" name="rc3322"/>
            <p:cNvSpPr/>
            <p:nvPr/>
          </p:nvSpPr>
          <p:spPr>
            <a:xfrm>
              <a:off x="12121502" y="6597816"/>
              <a:ext cx="2319" cy="2385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3" name="rc3323"/>
            <p:cNvSpPr/>
            <p:nvPr/>
          </p:nvSpPr>
          <p:spPr>
            <a:xfrm>
              <a:off x="12124080" y="6356538"/>
              <a:ext cx="2319" cy="4798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4" name="rc3324"/>
            <p:cNvSpPr/>
            <p:nvPr/>
          </p:nvSpPr>
          <p:spPr>
            <a:xfrm>
              <a:off x="12126658" y="6491118"/>
              <a:ext cx="2319" cy="3452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5" name="rc3325"/>
            <p:cNvSpPr/>
            <p:nvPr/>
          </p:nvSpPr>
          <p:spPr>
            <a:xfrm>
              <a:off x="12129236" y="6475863"/>
              <a:ext cx="2319" cy="3604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6" name="rc3326"/>
            <p:cNvSpPr/>
            <p:nvPr/>
          </p:nvSpPr>
          <p:spPr>
            <a:xfrm>
              <a:off x="12131813" y="6722330"/>
              <a:ext cx="2319" cy="1140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7" name="rc3327"/>
            <p:cNvSpPr/>
            <p:nvPr/>
          </p:nvSpPr>
          <p:spPr>
            <a:xfrm>
              <a:off x="12134391" y="6279498"/>
              <a:ext cx="2319" cy="5568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8" name="rc3328"/>
            <p:cNvSpPr/>
            <p:nvPr/>
          </p:nvSpPr>
          <p:spPr>
            <a:xfrm>
              <a:off x="12136969" y="6354323"/>
              <a:ext cx="2319" cy="4820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9" name="rc3329"/>
            <p:cNvSpPr/>
            <p:nvPr/>
          </p:nvSpPr>
          <p:spPr>
            <a:xfrm>
              <a:off x="12139547" y="6449068"/>
              <a:ext cx="2319" cy="3872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0" name="rc3330"/>
            <p:cNvSpPr/>
            <p:nvPr/>
          </p:nvSpPr>
          <p:spPr>
            <a:xfrm>
              <a:off x="12142124" y="6452778"/>
              <a:ext cx="2319" cy="3835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1" name="rc3331"/>
            <p:cNvSpPr/>
            <p:nvPr/>
          </p:nvSpPr>
          <p:spPr>
            <a:xfrm>
              <a:off x="12144702" y="6753917"/>
              <a:ext cx="2319" cy="824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2" name="rc3332"/>
            <p:cNvSpPr/>
            <p:nvPr/>
          </p:nvSpPr>
          <p:spPr>
            <a:xfrm>
              <a:off x="12147280" y="6315172"/>
              <a:ext cx="2319" cy="5211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3" name="rc3333"/>
            <p:cNvSpPr/>
            <p:nvPr/>
          </p:nvSpPr>
          <p:spPr>
            <a:xfrm>
              <a:off x="12149858" y="6181754"/>
              <a:ext cx="2319" cy="6546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4" name="rc3334"/>
            <p:cNvSpPr/>
            <p:nvPr/>
          </p:nvSpPr>
          <p:spPr>
            <a:xfrm>
              <a:off x="12152435" y="6505601"/>
              <a:ext cx="2319" cy="3307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5" name="rc3335"/>
            <p:cNvSpPr/>
            <p:nvPr/>
          </p:nvSpPr>
          <p:spPr>
            <a:xfrm>
              <a:off x="12155013" y="6500890"/>
              <a:ext cx="2319" cy="3354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6" name="rc3336"/>
            <p:cNvSpPr/>
            <p:nvPr/>
          </p:nvSpPr>
          <p:spPr>
            <a:xfrm>
              <a:off x="12157591" y="6253130"/>
              <a:ext cx="2319" cy="5832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7" name="rc3337"/>
            <p:cNvSpPr/>
            <p:nvPr/>
          </p:nvSpPr>
          <p:spPr>
            <a:xfrm>
              <a:off x="12160169" y="6375395"/>
              <a:ext cx="2319" cy="4609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8" name="rc3338"/>
            <p:cNvSpPr/>
            <p:nvPr/>
          </p:nvSpPr>
          <p:spPr>
            <a:xfrm>
              <a:off x="12162746" y="6178255"/>
              <a:ext cx="2319" cy="6581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9" name="rc3339"/>
            <p:cNvSpPr/>
            <p:nvPr/>
          </p:nvSpPr>
          <p:spPr>
            <a:xfrm>
              <a:off x="12165324" y="6549964"/>
              <a:ext cx="2319" cy="2863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0" name="rc3340"/>
            <p:cNvSpPr/>
            <p:nvPr/>
          </p:nvSpPr>
          <p:spPr>
            <a:xfrm>
              <a:off x="12167902" y="6373261"/>
              <a:ext cx="2319" cy="4631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1" name="rc3341"/>
            <p:cNvSpPr/>
            <p:nvPr/>
          </p:nvSpPr>
          <p:spPr>
            <a:xfrm>
              <a:off x="12170480" y="6022457"/>
              <a:ext cx="2319" cy="8139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2" name="rc3342"/>
            <p:cNvSpPr/>
            <p:nvPr/>
          </p:nvSpPr>
          <p:spPr>
            <a:xfrm>
              <a:off x="12173057" y="6314820"/>
              <a:ext cx="2319" cy="5215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3" name="rc3343"/>
            <p:cNvSpPr/>
            <p:nvPr/>
          </p:nvSpPr>
          <p:spPr>
            <a:xfrm>
              <a:off x="12175635" y="6744260"/>
              <a:ext cx="2319" cy="921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4" name="rc3344"/>
            <p:cNvSpPr/>
            <p:nvPr/>
          </p:nvSpPr>
          <p:spPr>
            <a:xfrm>
              <a:off x="12178213" y="6276081"/>
              <a:ext cx="2319" cy="5602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5" name="rc3345"/>
            <p:cNvSpPr/>
            <p:nvPr/>
          </p:nvSpPr>
          <p:spPr>
            <a:xfrm>
              <a:off x="12180791" y="6098342"/>
              <a:ext cx="2319" cy="7380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6" name="rc3346"/>
            <p:cNvSpPr/>
            <p:nvPr/>
          </p:nvSpPr>
          <p:spPr>
            <a:xfrm>
              <a:off x="12183368" y="6425506"/>
              <a:ext cx="2319" cy="4108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7" name="rc3347"/>
            <p:cNvSpPr/>
            <p:nvPr/>
          </p:nvSpPr>
          <p:spPr>
            <a:xfrm>
              <a:off x="12185946" y="6343657"/>
              <a:ext cx="2319" cy="4927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8" name="rc3348"/>
            <p:cNvSpPr/>
            <p:nvPr/>
          </p:nvSpPr>
          <p:spPr>
            <a:xfrm>
              <a:off x="12188524" y="6490404"/>
              <a:ext cx="2319" cy="3459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9" name="rc3349"/>
            <p:cNvSpPr/>
            <p:nvPr/>
          </p:nvSpPr>
          <p:spPr>
            <a:xfrm>
              <a:off x="12191102" y="6343452"/>
              <a:ext cx="2319" cy="4929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0" name="rc3350"/>
            <p:cNvSpPr/>
            <p:nvPr/>
          </p:nvSpPr>
          <p:spPr>
            <a:xfrm>
              <a:off x="12193679" y="6111384"/>
              <a:ext cx="2319" cy="7249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1" name="rc3351"/>
            <p:cNvSpPr/>
            <p:nvPr/>
          </p:nvSpPr>
          <p:spPr>
            <a:xfrm>
              <a:off x="12196257" y="6458274"/>
              <a:ext cx="2319" cy="3780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2" name="rc3352"/>
            <p:cNvSpPr/>
            <p:nvPr/>
          </p:nvSpPr>
          <p:spPr>
            <a:xfrm>
              <a:off x="12198835" y="6581905"/>
              <a:ext cx="2319" cy="2544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3" name="rc3353"/>
            <p:cNvSpPr/>
            <p:nvPr/>
          </p:nvSpPr>
          <p:spPr>
            <a:xfrm>
              <a:off x="12201413" y="6591612"/>
              <a:ext cx="2319" cy="2447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4" name="rc3354"/>
            <p:cNvSpPr/>
            <p:nvPr/>
          </p:nvSpPr>
          <p:spPr>
            <a:xfrm>
              <a:off x="12203990" y="6582637"/>
              <a:ext cx="2319" cy="2537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5" name="rc3355"/>
            <p:cNvSpPr/>
            <p:nvPr/>
          </p:nvSpPr>
          <p:spPr>
            <a:xfrm>
              <a:off x="12206568" y="6459802"/>
              <a:ext cx="2319" cy="3765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6" name="rc3356"/>
            <p:cNvSpPr/>
            <p:nvPr/>
          </p:nvSpPr>
          <p:spPr>
            <a:xfrm>
              <a:off x="12209146" y="6633828"/>
              <a:ext cx="2319" cy="2025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7" name="rc3357"/>
            <p:cNvSpPr/>
            <p:nvPr/>
          </p:nvSpPr>
          <p:spPr>
            <a:xfrm>
              <a:off x="12211724" y="6296100"/>
              <a:ext cx="2319" cy="5402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8" name="rc3358"/>
            <p:cNvSpPr/>
            <p:nvPr/>
          </p:nvSpPr>
          <p:spPr>
            <a:xfrm>
              <a:off x="12214302" y="6461477"/>
              <a:ext cx="2319" cy="3748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9" name="rc3359"/>
            <p:cNvSpPr/>
            <p:nvPr/>
          </p:nvSpPr>
          <p:spPr>
            <a:xfrm>
              <a:off x="12216879" y="6353033"/>
              <a:ext cx="2319" cy="4833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0" name="rc3360"/>
            <p:cNvSpPr/>
            <p:nvPr/>
          </p:nvSpPr>
          <p:spPr>
            <a:xfrm>
              <a:off x="12219457" y="6527960"/>
              <a:ext cx="2319" cy="3084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1" name="rc3361"/>
            <p:cNvSpPr/>
            <p:nvPr/>
          </p:nvSpPr>
          <p:spPr>
            <a:xfrm>
              <a:off x="12222035" y="6458749"/>
              <a:ext cx="2319" cy="3776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2" name="rc3362"/>
            <p:cNvSpPr/>
            <p:nvPr/>
          </p:nvSpPr>
          <p:spPr>
            <a:xfrm>
              <a:off x="12224613" y="6382879"/>
              <a:ext cx="2319" cy="4534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3" name="rc3363"/>
            <p:cNvSpPr/>
            <p:nvPr/>
          </p:nvSpPr>
          <p:spPr>
            <a:xfrm>
              <a:off x="12227190" y="6585013"/>
              <a:ext cx="2319" cy="2513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4" name="rc3364"/>
            <p:cNvSpPr/>
            <p:nvPr/>
          </p:nvSpPr>
          <p:spPr>
            <a:xfrm>
              <a:off x="12229768" y="6281635"/>
              <a:ext cx="2319" cy="5547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" name="rc3365"/>
            <p:cNvSpPr/>
            <p:nvPr/>
          </p:nvSpPr>
          <p:spPr>
            <a:xfrm>
              <a:off x="12232346" y="6764662"/>
              <a:ext cx="2319" cy="717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" name="rc3366"/>
            <p:cNvSpPr/>
            <p:nvPr/>
          </p:nvSpPr>
          <p:spPr>
            <a:xfrm>
              <a:off x="12234924" y="6538869"/>
              <a:ext cx="2319" cy="2974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7" name="rc3367"/>
            <p:cNvSpPr/>
            <p:nvPr/>
          </p:nvSpPr>
          <p:spPr>
            <a:xfrm>
              <a:off x="12237501" y="6437386"/>
              <a:ext cx="2319" cy="3989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8" name="rc3368"/>
            <p:cNvSpPr/>
            <p:nvPr/>
          </p:nvSpPr>
          <p:spPr>
            <a:xfrm>
              <a:off x="12240079" y="6206316"/>
              <a:ext cx="2319" cy="6300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9" name="rc3369"/>
            <p:cNvSpPr/>
            <p:nvPr/>
          </p:nvSpPr>
          <p:spPr>
            <a:xfrm>
              <a:off x="12242657" y="6519396"/>
              <a:ext cx="2319" cy="3169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0" name="rc3370"/>
            <p:cNvSpPr/>
            <p:nvPr/>
          </p:nvSpPr>
          <p:spPr>
            <a:xfrm>
              <a:off x="12245235" y="6616885"/>
              <a:ext cx="2319" cy="2194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1" name="rc3371"/>
            <p:cNvSpPr/>
            <p:nvPr/>
          </p:nvSpPr>
          <p:spPr>
            <a:xfrm>
              <a:off x="12247812" y="6251289"/>
              <a:ext cx="2319" cy="5850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2" name="rc3372"/>
            <p:cNvSpPr/>
            <p:nvPr/>
          </p:nvSpPr>
          <p:spPr>
            <a:xfrm>
              <a:off x="12250390" y="6627836"/>
              <a:ext cx="2319" cy="2085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3" name="rc3373"/>
            <p:cNvSpPr/>
            <p:nvPr/>
          </p:nvSpPr>
          <p:spPr>
            <a:xfrm>
              <a:off x="12252968" y="6445556"/>
              <a:ext cx="2319" cy="3908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4" name="rc3374"/>
            <p:cNvSpPr/>
            <p:nvPr/>
          </p:nvSpPr>
          <p:spPr>
            <a:xfrm>
              <a:off x="12255546" y="6584274"/>
              <a:ext cx="2319" cy="2520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5" name="rc3375"/>
            <p:cNvSpPr/>
            <p:nvPr/>
          </p:nvSpPr>
          <p:spPr>
            <a:xfrm>
              <a:off x="12258123" y="6610577"/>
              <a:ext cx="2319" cy="2257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6" name="rc3376"/>
            <p:cNvSpPr/>
            <p:nvPr/>
          </p:nvSpPr>
          <p:spPr>
            <a:xfrm>
              <a:off x="12260701" y="5594467"/>
              <a:ext cx="2319" cy="12418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7" name="rc3377"/>
            <p:cNvSpPr/>
            <p:nvPr/>
          </p:nvSpPr>
          <p:spPr>
            <a:xfrm>
              <a:off x="12263279" y="6237463"/>
              <a:ext cx="2319" cy="5988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8" name="rc3378"/>
            <p:cNvSpPr/>
            <p:nvPr/>
          </p:nvSpPr>
          <p:spPr>
            <a:xfrm>
              <a:off x="12265857" y="6547748"/>
              <a:ext cx="2319" cy="2886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9" name="rc3379"/>
            <p:cNvSpPr/>
            <p:nvPr/>
          </p:nvSpPr>
          <p:spPr>
            <a:xfrm>
              <a:off x="12268434" y="6606227"/>
              <a:ext cx="2319" cy="2301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0" name="rc3380"/>
            <p:cNvSpPr/>
            <p:nvPr/>
          </p:nvSpPr>
          <p:spPr>
            <a:xfrm>
              <a:off x="12271012" y="6297044"/>
              <a:ext cx="2319" cy="5393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1" name="rc3381"/>
            <p:cNvSpPr/>
            <p:nvPr/>
          </p:nvSpPr>
          <p:spPr>
            <a:xfrm>
              <a:off x="12273590" y="6572741"/>
              <a:ext cx="2319" cy="2636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2" name="rc3382"/>
            <p:cNvSpPr/>
            <p:nvPr/>
          </p:nvSpPr>
          <p:spPr>
            <a:xfrm>
              <a:off x="12276168" y="6583327"/>
              <a:ext cx="2319" cy="2530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3" name="rc3383"/>
            <p:cNvSpPr/>
            <p:nvPr/>
          </p:nvSpPr>
          <p:spPr>
            <a:xfrm>
              <a:off x="12278745" y="6270999"/>
              <a:ext cx="2319" cy="5653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4" name="rc3384"/>
            <p:cNvSpPr/>
            <p:nvPr/>
          </p:nvSpPr>
          <p:spPr>
            <a:xfrm>
              <a:off x="12281323" y="6033491"/>
              <a:ext cx="2319" cy="8028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5" name="rc3385"/>
            <p:cNvSpPr/>
            <p:nvPr/>
          </p:nvSpPr>
          <p:spPr>
            <a:xfrm>
              <a:off x="12283901" y="6763233"/>
              <a:ext cx="2319" cy="731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6" name="rc3386"/>
            <p:cNvSpPr/>
            <p:nvPr/>
          </p:nvSpPr>
          <p:spPr>
            <a:xfrm>
              <a:off x="12286479" y="6194221"/>
              <a:ext cx="2319" cy="6421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7" name="rc3387"/>
            <p:cNvSpPr/>
            <p:nvPr/>
          </p:nvSpPr>
          <p:spPr>
            <a:xfrm>
              <a:off x="12289056" y="6212887"/>
              <a:ext cx="2319" cy="6234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8" name="rc3388"/>
            <p:cNvSpPr/>
            <p:nvPr/>
          </p:nvSpPr>
          <p:spPr>
            <a:xfrm>
              <a:off x="12291634" y="6572273"/>
              <a:ext cx="2319" cy="2640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9" name="rc3389"/>
            <p:cNvSpPr/>
            <p:nvPr/>
          </p:nvSpPr>
          <p:spPr>
            <a:xfrm>
              <a:off x="12294212" y="6383855"/>
              <a:ext cx="2319" cy="4525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0" name="rc3390"/>
            <p:cNvSpPr/>
            <p:nvPr/>
          </p:nvSpPr>
          <p:spPr>
            <a:xfrm>
              <a:off x="12296790" y="6755597"/>
              <a:ext cx="2319" cy="807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1" name="rc3391"/>
            <p:cNvSpPr/>
            <p:nvPr/>
          </p:nvSpPr>
          <p:spPr>
            <a:xfrm>
              <a:off x="12299368" y="6589722"/>
              <a:ext cx="2319" cy="2466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2" name="rc3392"/>
            <p:cNvSpPr/>
            <p:nvPr/>
          </p:nvSpPr>
          <p:spPr>
            <a:xfrm>
              <a:off x="12301945" y="6187376"/>
              <a:ext cx="2319" cy="6489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3" name="rc3393"/>
            <p:cNvSpPr/>
            <p:nvPr/>
          </p:nvSpPr>
          <p:spPr>
            <a:xfrm>
              <a:off x="12304523" y="6092267"/>
              <a:ext cx="2319" cy="7440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4" name="rc3394"/>
            <p:cNvSpPr/>
            <p:nvPr/>
          </p:nvSpPr>
          <p:spPr>
            <a:xfrm>
              <a:off x="12307101" y="6748549"/>
              <a:ext cx="2319" cy="878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5" name="rc3395"/>
            <p:cNvSpPr/>
            <p:nvPr/>
          </p:nvSpPr>
          <p:spPr>
            <a:xfrm>
              <a:off x="12309679" y="6741948"/>
              <a:ext cx="2319" cy="944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6" name="rc3396"/>
            <p:cNvSpPr/>
            <p:nvPr/>
          </p:nvSpPr>
          <p:spPr>
            <a:xfrm>
              <a:off x="12312256" y="6730394"/>
              <a:ext cx="2319" cy="1059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7" name="rc3397"/>
            <p:cNvSpPr/>
            <p:nvPr/>
          </p:nvSpPr>
          <p:spPr>
            <a:xfrm>
              <a:off x="12314834" y="6740967"/>
              <a:ext cx="2319" cy="953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8" name="rc3398"/>
            <p:cNvSpPr/>
            <p:nvPr/>
          </p:nvSpPr>
          <p:spPr>
            <a:xfrm>
              <a:off x="12317412" y="6276067"/>
              <a:ext cx="2319" cy="5602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9" name="rc3399"/>
            <p:cNvSpPr/>
            <p:nvPr/>
          </p:nvSpPr>
          <p:spPr>
            <a:xfrm>
              <a:off x="12319990" y="6759093"/>
              <a:ext cx="2319" cy="772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0" name="rc3400"/>
            <p:cNvSpPr/>
            <p:nvPr/>
          </p:nvSpPr>
          <p:spPr>
            <a:xfrm>
              <a:off x="12322567" y="6771835"/>
              <a:ext cx="2319" cy="645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1" name="rc3401"/>
            <p:cNvSpPr/>
            <p:nvPr/>
          </p:nvSpPr>
          <p:spPr>
            <a:xfrm>
              <a:off x="12325145" y="6749343"/>
              <a:ext cx="2319" cy="870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2" name="rc3402"/>
            <p:cNvSpPr/>
            <p:nvPr/>
          </p:nvSpPr>
          <p:spPr>
            <a:xfrm>
              <a:off x="12327723" y="6749005"/>
              <a:ext cx="2319" cy="873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3" name="rc3403"/>
            <p:cNvSpPr/>
            <p:nvPr/>
          </p:nvSpPr>
          <p:spPr>
            <a:xfrm>
              <a:off x="12330301" y="6741716"/>
              <a:ext cx="2319" cy="946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4" name="rc3404"/>
            <p:cNvSpPr/>
            <p:nvPr/>
          </p:nvSpPr>
          <p:spPr>
            <a:xfrm>
              <a:off x="12332878" y="6205138"/>
              <a:ext cx="2319" cy="6312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5" name="rc3405"/>
            <p:cNvSpPr/>
            <p:nvPr/>
          </p:nvSpPr>
          <p:spPr>
            <a:xfrm>
              <a:off x="12335456" y="6595457"/>
              <a:ext cx="2319" cy="2409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6" name="rc3406"/>
            <p:cNvSpPr/>
            <p:nvPr/>
          </p:nvSpPr>
          <p:spPr>
            <a:xfrm>
              <a:off x="12338034" y="6171228"/>
              <a:ext cx="2319" cy="6651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7" name="rc3407"/>
            <p:cNvSpPr/>
            <p:nvPr/>
          </p:nvSpPr>
          <p:spPr>
            <a:xfrm>
              <a:off x="12340612" y="6222389"/>
              <a:ext cx="2319" cy="61397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8" name="rc3408"/>
            <p:cNvSpPr/>
            <p:nvPr/>
          </p:nvSpPr>
          <p:spPr>
            <a:xfrm>
              <a:off x="12343189" y="6770185"/>
              <a:ext cx="2319" cy="661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9" name="rc3409"/>
            <p:cNvSpPr/>
            <p:nvPr/>
          </p:nvSpPr>
          <p:spPr>
            <a:xfrm>
              <a:off x="12345767" y="6771156"/>
              <a:ext cx="2319" cy="652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0" name="rc3410"/>
            <p:cNvSpPr/>
            <p:nvPr/>
          </p:nvSpPr>
          <p:spPr>
            <a:xfrm>
              <a:off x="12348345" y="6772687"/>
              <a:ext cx="2319" cy="636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1" name="rc3411"/>
            <p:cNvSpPr/>
            <p:nvPr/>
          </p:nvSpPr>
          <p:spPr>
            <a:xfrm>
              <a:off x="12350923" y="6237849"/>
              <a:ext cx="2319" cy="5985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2" name="rc3412"/>
            <p:cNvSpPr/>
            <p:nvPr/>
          </p:nvSpPr>
          <p:spPr>
            <a:xfrm>
              <a:off x="12353500" y="6764238"/>
              <a:ext cx="2319" cy="721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3" name="rc3413"/>
            <p:cNvSpPr/>
            <p:nvPr/>
          </p:nvSpPr>
          <p:spPr>
            <a:xfrm>
              <a:off x="12356078" y="6699944"/>
              <a:ext cx="2319" cy="1364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4" name="rc3414"/>
            <p:cNvSpPr/>
            <p:nvPr/>
          </p:nvSpPr>
          <p:spPr>
            <a:xfrm>
              <a:off x="12358656" y="6567318"/>
              <a:ext cx="2319" cy="2690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5" name="rc3415"/>
            <p:cNvSpPr/>
            <p:nvPr/>
          </p:nvSpPr>
          <p:spPr>
            <a:xfrm>
              <a:off x="12361234" y="6741754"/>
              <a:ext cx="2319" cy="946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6" name="rc3416"/>
            <p:cNvSpPr/>
            <p:nvPr/>
          </p:nvSpPr>
          <p:spPr>
            <a:xfrm>
              <a:off x="12363811" y="6757418"/>
              <a:ext cx="2319" cy="789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7" name="rc3417"/>
            <p:cNvSpPr/>
            <p:nvPr/>
          </p:nvSpPr>
          <p:spPr>
            <a:xfrm>
              <a:off x="12366389" y="6757499"/>
              <a:ext cx="2319" cy="788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8" name="rc3418"/>
            <p:cNvSpPr/>
            <p:nvPr/>
          </p:nvSpPr>
          <p:spPr>
            <a:xfrm>
              <a:off x="12368967" y="6713372"/>
              <a:ext cx="2319" cy="1229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9" name="rc3419"/>
            <p:cNvSpPr/>
            <p:nvPr/>
          </p:nvSpPr>
          <p:spPr>
            <a:xfrm>
              <a:off x="12371545" y="6363716"/>
              <a:ext cx="2319" cy="4726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0" name="rc3420"/>
            <p:cNvSpPr/>
            <p:nvPr/>
          </p:nvSpPr>
          <p:spPr>
            <a:xfrm>
              <a:off x="12374122" y="6757401"/>
              <a:ext cx="2319" cy="789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1" name="rc3421"/>
            <p:cNvSpPr/>
            <p:nvPr/>
          </p:nvSpPr>
          <p:spPr>
            <a:xfrm>
              <a:off x="12376700" y="6517234"/>
              <a:ext cx="2319" cy="3191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2" name="rc3422"/>
            <p:cNvSpPr/>
            <p:nvPr/>
          </p:nvSpPr>
          <p:spPr>
            <a:xfrm>
              <a:off x="12379278" y="6289116"/>
              <a:ext cx="2319" cy="5472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3" name="rc3423"/>
            <p:cNvSpPr/>
            <p:nvPr/>
          </p:nvSpPr>
          <p:spPr>
            <a:xfrm>
              <a:off x="12381856" y="4667026"/>
              <a:ext cx="2319" cy="21693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4" name="rc3424"/>
            <p:cNvSpPr/>
            <p:nvPr/>
          </p:nvSpPr>
          <p:spPr>
            <a:xfrm>
              <a:off x="12384434" y="6730217"/>
              <a:ext cx="2319" cy="1061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5" name="rc3425"/>
            <p:cNvSpPr/>
            <p:nvPr/>
          </p:nvSpPr>
          <p:spPr>
            <a:xfrm>
              <a:off x="12387011" y="6223205"/>
              <a:ext cx="2319" cy="6131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6" name="rc3426"/>
            <p:cNvSpPr/>
            <p:nvPr/>
          </p:nvSpPr>
          <p:spPr>
            <a:xfrm>
              <a:off x="12389589" y="6733794"/>
              <a:ext cx="2319" cy="1025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7" name="rc3427"/>
            <p:cNvSpPr/>
            <p:nvPr/>
          </p:nvSpPr>
          <p:spPr>
            <a:xfrm>
              <a:off x="12392167" y="6699077"/>
              <a:ext cx="2319" cy="1372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8" name="rc3428"/>
            <p:cNvSpPr/>
            <p:nvPr/>
          </p:nvSpPr>
          <p:spPr>
            <a:xfrm>
              <a:off x="12394745" y="6089542"/>
              <a:ext cx="2319" cy="7468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9" name="rc3429"/>
            <p:cNvSpPr/>
            <p:nvPr/>
          </p:nvSpPr>
          <p:spPr>
            <a:xfrm>
              <a:off x="12397322" y="6138116"/>
              <a:ext cx="2319" cy="6982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0" name="rc3430"/>
            <p:cNvSpPr/>
            <p:nvPr/>
          </p:nvSpPr>
          <p:spPr>
            <a:xfrm>
              <a:off x="12399900" y="6394670"/>
              <a:ext cx="2319" cy="4416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1" name="rc3431"/>
            <p:cNvSpPr/>
            <p:nvPr/>
          </p:nvSpPr>
          <p:spPr>
            <a:xfrm>
              <a:off x="12402478" y="6764706"/>
              <a:ext cx="2319" cy="716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2" name="rc3432"/>
            <p:cNvSpPr/>
            <p:nvPr/>
          </p:nvSpPr>
          <p:spPr>
            <a:xfrm>
              <a:off x="12405056" y="6748590"/>
              <a:ext cx="2319" cy="877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3" name="rc3433"/>
            <p:cNvSpPr/>
            <p:nvPr/>
          </p:nvSpPr>
          <p:spPr>
            <a:xfrm>
              <a:off x="12407633" y="6019162"/>
              <a:ext cx="2319" cy="8172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4" name="rc3434"/>
            <p:cNvSpPr/>
            <p:nvPr/>
          </p:nvSpPr>
          <p:spPr>
            <a:xfrm>
              <a:off x="12410211" y="6460732"/>
              <a:ext cx="2319" cy="3756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5" name="rc3435"/>
            <p:cNvSpPr/>
            <p:nvPr/>
          </p:nvSpPr>
          <p:spPr>
            <a:xfrm>
              <a:off x="12412789" y="6131682"/>
              <a:ext cx="2319" cy="7046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6" name="rc3436"/>
            <p:cNvSpPr/>
            <p:nvPr/>
          </p:nvSpPr>
          <p:spPr>
            <a:xfrm>
              <a:off x="12415367" y="6764260"/>
              <a:ext cx="2319" cy="721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7" name="rc3437"/>
            <p:cNvSpPr/>
            <p:nvPr/>
          </p:nvSpPr>
          <p:spPr>
            <a:xfrm>
              <a:off x="12417944" y="6399318"/>
              <a:ext cx="2319" cy="4370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8" name="rc3438"/>
            <p:cNvSpPr/>
            <p:nvPr/>
          </p:nvSpPr>
          <p:spPr>
            <a:xfrm>
              <a:off x="12420522" y="6584450"/>
              <a:ext cx="2319" cy="2519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9" name="rc3439"/>
            <p:cNvSpPr/>
            <p:nvPr/>
          </p:nvSpPr>
          <p:spPr>
            <a:xfrm>
              <a:off x="12423100" y="6363863"/>
              <a:ext cx="2319" cy="4724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0" name="rc3440"/>
            <p:cNvSpPr/>
            <p:nvPr/>
          </p:nvSpPr>
          <p:spPr>
            <a:xfrm>
              <a:off x="12425678" y="6759402"/>
              <a:ext cx="2319" cy="769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1" name="rc3441"/>
            <p:cNvSpPr/>
            <p:nvPr/>
          </p:nvSpPr>
          <p:spPr>
            <a:xfrm>
              <a:off x="12428255" y="6752577"/>
              <a:ext cx="2319" cy="837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2" name="rc3442"/>
            <p:cNvSpPr/>
            <p:nvPr/>
          </p:nvSpPr>
          <p:spPr>
            <a:xfrm>
              <a:off x="12430833" y="6726840"/>
              <a:ext cx="2319" cy="1095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3" name="rc3443"/>
            <p:cNvSpPr/>
            <p:nvPr/>
          </p:nvSpPr>
          <p:spPr>
            <a:xfrm>
              <a:off x="12433411" y="6631726"/>
              <a:ext cx="2319" cy="2046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4" name="rc3444"/>
            <p:cNvSpPr/>
            <p:nvPr/>
          </p:nvSpPr>
          <p:spPr>
            <a:xfrm>
              <a:off x="12435989" y="6753608"/>
              <a:ext cx="2319" cy="827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5" name="rc3445"/>
            <p:cNvSpPr/>
            <p:nvPr/>
          </p:nvSpPr>
          <p:spPr>
            <a:xfrm>
              <a:off x="12438566" y="6754578"/>
              <a:ext cx="2319" cy="817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6" name="rc3446"/>
            <p:cNvSpPr/>
            <p:nvPr/>
          </p:nvSpPr>
          <p:spPr>
            <a:xfrm>
              <a:off x="12441144" y="6246119"/>
              <a:ext cx="2319" cy="5902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7" name="rc3447"/>
            <p:cNvSpPr/>
            <p:nvPr/>
          </p:nvSpPr>
          <p:spPr>
            <a:xfrm>
              <a:off x="12443722" y="6764995"/>
              <a:ext cx="2319" cy="713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8" name="rc3448"/>
            <p:cNvSpPr/>
            <p:nvPr/>
          </p:nvSpPr>
          <p:spPr>
            <a:xfrm>
              <a:off x="12446300" y="6427233"/>
              <a:ext cx="2319" cy="4091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9" name="rc3449"/>
            <p:cNvSpPr/>
            <p:nvPr/>
          </p:nvSpPr>
          <p:spPr>
            <a:xfrm>
              <a:off x="12448877" y="6283662"/>
              <a:ext cx="2319" cy="5527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0" name="rc3450"/>
            <p:cNvSpPr/>
            <p:nvPr/>
          </p:nvSpPr>
          <p:spPr>
            <a:xfrm>
              <a:off x="12451455" y="6589096"/>
              <a:ext cx="2319" cy="24726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1" name="rc3451"/>
            <p:cNvSpPr/>
            <p:nvPr/>
          </p:nvSpPr>
          <p:spPr>
            <a:xfrm>
              <a:off x="12454033" y="6600472"/>
              <a:ext cx="2319" cy="2358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2" name="rc3452"/>
            <p:cNvSpPr/>
            <p:nvPr/>
          </p:nvSpPr>
          <p:spPr>
            <a:xfrm>
              <a:off x="12456611" y="6605167"/>
              <a:ext cx="2319" cy="2311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3" name="rc3453"/>
            <p:cNvSpPr/>
            <p:nvPr/>
          </p:nvSpPr>
          <p:spPr>
            <a:xfrm>
              <a:off x="12459188" y="6604284"/>
              <a:ext cx="2319" cy="2320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4" name="rc3454"/>
            <p:cNvSpPr/>
            <p:nvPr/>
          </p:nvSpPr>
          <p:spPr>
            <a:xfrm>
              <a:off x="12461766" y="6601229"/>
              <a:ext cx="2319" cy="2351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5" name="rc3455"/>
            <p:cNvSpPr/>
            <p:nvPr/>
          </p:nvSpPr>
          <p:spPr>
            <a:xfrm>
              <a:off x="12464344" y="6771340"/>
              <a:ext cx="2319" cy="650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6" name="rc3456"/>
            <p:cNvSpPr/>
            <p:nvPr/>
          </p:nvSpPr>
          <p:spPr>
            <a:xfrm>
              <a:off x="12466922" y="6185683"/>
              <a:ext cx="2319" cy="6506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7" name="rc3457"/>
            <p:cNvSpPr/>
            <p:nvPr/>
          </p:nvSpPr>
          <p:spPr>
            <a:xfrm>
              <a:off x="12469500" y="6473445"/>
              <a:ext cx="2319" cy="3629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8" name="rc3458"/>
            <p:cNvSpPr/>
            <p:nvPr/>
          </p:nvSpPr>
          <p:spPr>
            <a:xfrm>
              <a:off x="12472077" y="6386171"/>
              <a:ext cx="2319" cy="4501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9" name="rc3459"/>
            <p:cNvSpPr/>
            <p:nvPr/>
          </p:nvSpPr>
          <p:spPr>
            <a:xfrm>
              <a:off x="12474655" y="6320903"/>
              <a:ext cx="2319" cy="5154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0" name="rc3460"/>
            <p:cNvSpPr/>
            <p:nvPr/>
          </p:nvSpPr>
          <p:spPr>
            <a:xfrm>
              <a:off x="12477233" y="6766882"/>
              <a:ext cx="2319" cy="694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1" name="rc3461"/>
            <p:cNvSpPr/>
            <p:nvPr/>
          </p:nvSpPr>
          <p:spPr>
            <a:xfrm>
              <a:off x="12479811" y="6595720"/>
              <a:ext cx="2319" cy="2406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2" name="rc3462"/>
            <p:cNvSpPr/>
            <p:nvPr/>
          </p:nvSpPr>
          <p:spPr>
            <a:xfrm>
              <a:off x="12482388" y="6589984"/>
              <a:ext cx="2319" cy="2463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3" name="rc3463"/>
            <p:cNvSpPr/>
            <p:nvPr/>
          </p:nvSpPr>
          <p:spPr>
            <a:xfrm>
              <a:off x="12484966" y="6592308"/>
              <a:ext cx="2319" cy="2440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4" name="rc3464"/>
            <p:cNvSpPr/>
            <p:nvPr/>
          </p:nvSpPr>
          <p:spPr>
            <a:xfrm>
              <a:off x="12487544" y="6772164"/>
              <a:ext cx="2319" cy="641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5" name="rc3465"/>
            <p:cNvSpPr/>
            <p:nvPr/>
          </p:nvSpPr>
          <p:spPr>
            <a:xfrm>
              <a:off x="12490122" y="6252658"/>
              <a:ext cx="2319" cy="5837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6" name="rc3466"/>
            <p:cNvSpPr/>
            <p:nvPr/>
          </p:nvSpPr>
          <p:spPr>
            <a:xfrm>
              <a:off x="12492699" y="6762915"/>
              <a:ext cx="2319" cy="734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7" name="rc3467"/>
            <p:cNvSpPr/>
            <p:nvPr/>
          </p:nvSpPr>
          <p:spPr>
            <a:xfrm>
              <a:off x="12495277" y="6376785"/>
              <a:ext cx="2319" cy="4595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8" name="rc3468"/>
            <p:cNvSpPr/>
            <p:nvPr/>
          </p:nvSpPr>
          <p:spPr>
            <a:xfrm>
              <a:off x="12497855" y="6770131"/>
              <a:ext cx="2319" cy="662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9" name="rc3469"/>
            <p:cNvSpPr/>
            <p:nvPr/>
          </p:nvSpPr>
          <p:spPr>
            <a:xfrm>
              <a:off x="12500433" y="6713165"/>
              <a:ext cx="2319" cy="1231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0" name="rc3470"/>
            <p:cNvSpPr/>
            <p:nvPr/>
          </p:nvSpPr>
          <p:spPr>
            <a:xfrm>
              <a:off x="12503010" y="6756260"/>
              <a:ext cx="2319" cy="801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1" name="rc3471"/>
            <p:cNvSpPr/>
            <p:nvPr/>
          </p:nvSpPr>
          <p:spPr>
            <a:xfrm>
              <a:off x="12505588" y="6760772"/>
              <a:ext cx="2319" cy="755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2" name="rc3472"/>
            <p:cNvSpPr/>
            <p:nvPr/>
          </p:nvSpPr>
          <p:spPr>
            <a:xfrm>
              <a:off x="12508166" y="6760483"/>
              <a:ext cx="2319" cy="758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3" name="rc3473"/>
            <p:cNvSpPr/>
            <p:nvPr/>
          </p:nvSpPr>
          <p:spPr>
            <a:xfrm>
              <a:off x="12510744" y="6760253"/>
              <a:ext cx="2319" cy="761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4" name="rc3474"/>
            <p:cNvSpPr/>
            <p:nvPr/>
          </p:nvSpPr>
          <p:spPr>
            <a:xfrm>
              <a:off x="12513321" y="6097206"/>
              <a:ext cx="2319" cy="7391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5" name="rc3475"/>
            <p:cNvSpPr/>
            <p:nvPr/>
          </p:nvSpPr>
          <p:spPr>
            <a:xfrm>
              <a:off x="12515899" y="6637454"/>
              <a:ext cx="2319" cy="1989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6" name="rc3476"/>
            <p:cNvSpPr/>
            <p:nvPr/>
          </p:nvSpPr>
          <p:spPr>
            <a:xfrm>
              <a:off x="12518477" y="6182424"/>
              <a:ext cx="2319" cy="6539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7" name="rc3477"/>
            <p:cNvSpPr/>
            <p:nvPr/>
          </p:nvSpPr>
          <p:spPr>
            <a:xfrm>
              <a:off x="12521055" y="6285913"/>
              <a:ext cx="2319" cy="5504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8" name="rc3478"/>
            <p:cNvSpPr/>
            <p:nvPr/>
          </p:nvSpPr>
          <p:spPr>
            <a:xfrm>
              <a:off x="12523632" y="6738758"/>
              <a:ext cx="2319" cy="976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9" name="rc3479"/>
            <p:cNvSpPr/>
            <p:nvPr/>
          </p:nvSpPr>
          <p:spPr>
            <a:xfrm>
              <a:off x="12526210" y="6192474"/>
              <a:ext cx="2319" cy="6438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0" name="rc3480"/>
            <p:cNvSpPr/>
            <p:nvPr/>
          </p:nvSpPr>
          <p:spPr>
            <a:xfrm>
              <a:off x="12528788" y="6515699"/>
              <a:ext cx="2319" cy="3206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1" name="rc3481"/>
            <p:cNvSpPr/>
            <p:nvPr/>
          </p:nvSpPr>
          <p:spPr>
            <a:xfrm>
              <a:off x="12531366" y="6293232"/>
              <a:ext cx="2319" cy="5431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2" name="rc3482"/>
            <p:cNvSpPr/>
            <p:nvPr/>
          </p:nvSpPr>
          <p:spPr>
            <a:xfrm>
              <a:off x="12533943" y="6464375"/>
              <a:ext cx="2319" cy="3719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3" name="rc3483"/>
            <p:cNvSpPr/>
            <p:nvPr/>
          </p:nvSpPr>
          <p:spPr>
            <a:xfrm>
              <a:off x="12536521" y="6038583"/>
              <a:ext cx="2319" cy="7977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4" name="rc3484"/>
            <p:cNvSpPr/>
            <p:nvPr/>
          </p:nvSpPr>
          <p:spPr>
            <a:xfrm>
              <a:off x="12539099" y="6509577"/>
              <a:ext cx="2319" cy="3267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5" name="rc3485"/>
            <p:cNvSpPr/>
            <p:nvPr/>
          </p:nvSpPr>
          <p:spPr>
            <a:xfrm>
              <a:off x="12541677" y="6552184"/>
              <a:ext cx="2319" cy="2841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6" name="rc3486"/>
            <p:cNvSpPr/>
            <p:nvPr/>
          </p:nvSpPr>
          <p:spPr>
            <a:xfrm>
              <a:off x="12544254" y="6102135"/>
              <a:ext cx="2319" cy="7342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7" name="rc3487"/>
            <p:cNvSpPr/>
            <p:nvPr/>
          </p:nvSpPr>
          <p:spPr>
            <a:xfrm>
              <a:off x="12546832" y="6551846"/>
              <a:ext cx="2319" cy="2845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8" name="rc3488"/>
            <p:cNvSpPr/>
            <p:nvPr/>
          </p:nvSpPr>
          <p:spPr>
            <a:xfrm>
              <a:off x="12549410" y="6548347"/>
              <a:ext cx="2319" cy="2880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9" name="rc3489"/>
            <p:cNvSpPr/>
            <p:nvPr/>
          </p:nvSpPr>
          <p:spPr>
            <a:xfrm>
              <a:off x="12551988" y="6477300"/>
              <a:ext cx="2319" cy="3590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0" name="rc3490"/>
            <p:cNvSpPr/>
            <p:nvPr/>
          </p:nvSpPr>
          <p:spPr>
            <a:xfrm>
              <a:off x="12554566" y="6370700"/>
              <a:ext cx="2319" cy="4656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1" name="rc3491"/>
            <p:cNvSpPr/>
            <p:nvPr/>
          </p:nvSpPr>
          <p:spPr>
            <a:xfrm>
              <a:off x="12557143" y="6473351"/>
              <a:ext cx="2319" cy="3630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2" name="rc3492"/>
            <p:cNvSpPr/>
            <p:nvPr/>
          </p:nvSpPr>
          <p:spPr>
            <a:xfrm>
              <a:off x="12559721" y="6096568"/>
              <a:ext cx="2319" cy="7397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3" name="rc3493"/>
            <p:cNvSpPr/>
            <p:nvPr/>
          </p:nvSpPr>
          <p:spPr>
            <a:xfrm>
              <a:off x="12562299" y="6742017"/>
              <a:ext cx="2319" cy="943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4" name="rc3494"/>
            <p:cNvSpPr/>
            <p:nvPr/>
          </p:nvSpPr>
          <p:spPr>
            <a:xfrm>
              <a:off x="12564877" y="6153182"/>
              <a:ext cx="2319" cy="6831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5" name="rc3495"/>
            <p:cNvSpPr/>
            <p:nvPr/>
          </p:nvSpPr>
          <p:spPr>
            <a:xfrm>
              <a:off x="12567454" y="6468148"/>
              <a:ext cx="2319" cy="3682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6" name="rc3496"/>
            <p:cNvSpPr/>
            <p:nvPr/>
          </p:nvSpPr>
          <p:spPr>
            <a:xfrm>
              <a:off x="12570032" y="6090145"/>
              <a:ext cx="2319" cy="7462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7" name="rc3497"/>
            <p:cNvSpPr/>
            <p:nvPr/>
          </p:nvSpPr>
          <p:spPr>
            <a:xfrm>
              <a:off x="12572610" y="6225472"/>
              <a:ext cx="2319" cy="6108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8" name="rc3498"/>
            <p:cNvSpPr/>
            <p:nvPr/>
          </p:nvSpPr>
          <p:spPr>
            <a:xfrm>
              <a:off x="12575188" y="6389680"/>
              <a:ext cx="2319" cy="4466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9" name="rc3499"/>
            <p:cNvSpPr/>
            <p:nvPr/>
          </p:nvSpPr>
          <p:spPr>
            <a:xfrm>
              <a:off x="12577765" y="6267948"/>
              <a:ext cx="2319" cy="5684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0" name="rc3500"/>
            <p:cNvSpPr/>
            <p:nvPr/>
          </p:nvSpPr>
          <p:spPr>
            <a:xfrm>
              <a:off x="12580343" y="6548594"/>
              <a:ext cx="2319" cy="2877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1" name="rc3501"/>
            <p:cNvSpPr/>
            <p:nvPr/>
          </p:nvSpPr>
          <p:spPr>
            <a:xfrm>
              <a:off x="12582921" y="6220184"/>
              <a:ext cx="2319" cy="6161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2" name="rc3502"/>
            <p:cNvSpPr/>
            <p:nvPr/>
          </p:nvSpPr>
          <p:spPr>
            <a:xfrm>
              <a:off x="12585499" y="6267734"/>
              <a:ext cx="2319" cy="5686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3" name="rc3503"/>
            <p:cNvSpPr/>
            <p:nvPr/>
          </p:nvSpPr>
          <p:spPr>
            <a:xfrm>
              <a:off x="12588076" y="6212921"/>
              <a:ext cx="2319" cy="6234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4" name="rc3504"/>
            <p:cNvSpPr/>
            <p:nvPr/>
          </p:nvSpPr>
          <p:spPr>
            <a:xfrm>
              <a:off x="12590654" y="6544725"/>
              <a:ext cx="2319" cy="2916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5" name="rc3505"/>
            <p:cNvSpPr/>
            <p:nvPr/>
          </p:nvSpPr>
          <p:spPr>
            <a:xfrm>
              <a:off x="12593232" y="6173811"/>
              <a:ext cx="2319" cy="6625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6" name="rc3506"/>
            <p:cNvSpPr/>
            <p:nvPr/>
          </p:nvSpPr>
          <p:spPr>
            <a:xfrm>
              <a:off x="12595810" y="6514945"/>
              <a:ext cx="2319" cy="3214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7" name="rc3507"/>
            <p:cNvSpPr/>
            <p:nvPr/>
          </p:nvSpPr>
          <p:spPr>
            <a:xfrm>
              <a:off x="12598387" y="6553500"/>
              <a:ext cx="2319" cy="2828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8" name="rc3508"/>
            <p:cNvSpPr/>
            <p:nvPr/>
          </p:nvSpPr>
          <p:spPr>
            <a:xfrm>
              <a:off x="12600965" y="6556500"/>
              <a:ext cx="2319" cy="2798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9" name="rc3509"/>
            <p:cNvSpPr/>
            <p:nvPr/>
          </p:nvSpPr>
          <p:spPr>
            <a:xfrm>
              <a:off x="12603543" y="6579052"/>
              <a:ext cx="2319" cy="2573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0" name="rc3510"/>
            <p:cNvSpPr/>
            <p:nvPr/>
          </p:nvSpPr>
          <p:spPr>
            <a:xfrm>
              <a:off x="12606121" y="6545533"/>
              <a:ext cx="2319" cy="2908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1" name="rc3511"/>
            <p:cNvSpPr/>
            <p:nvPr/>
          </p:nvSpPr>
          <p:spPr>
            <a:xfrm>
              <a:off x="12608698" y="6141962"/>
              <a:ext cx="2319" cy="6944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2" name="rc3512"/>
            <p:cNvSpPr/>
            <p:nvPr/>
          </p:nvSpPr>
          <p:spPr>
            <a:xfrm>
              <a:off x="12611276" y="6405266"/>
              <a:ext cx="2319" cy="4310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3" name="rc3513"/>
            <p:cNvSpPr/>
            <p:nvPr/>
          </p:nvSpPr>
          <p:spPr>
            <a:xfrm>
              <a:off x="12613854" y="5699295"/>
              <a:ext cx="2319" cy="11370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4" name="rc3514"/>
            <p:cNvSpPr/>
            <p:nvPr/>
          </p:nvSpPr>
          <p:spPr>
            <a:xfrm>
              <a:off x="12616432" y="6310922"/>
              <a:ext cx="2319" cy="5254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5" name="rc3515"/>
            <p:cNvSpPr/>
            <p:nvPr/>
          </p:nvSpPr>
          <p:spPr>
            <a:xfrm>
              <a:off x="12619009" y="6765352"/>
              <a:ext cx="2319" cy="710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6" name="rc3516"/>
            <p:cNvSpPr/>
            <p:nvPr/>
          </p:nvSpPr>
          <p:spPr>
            <a:xfrm>
              <a:off x="12621587" y="6770779"/>
              <a:ext cx="2319" cy="655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7" name="rc3517"/>
            <p:cNvSpPr/>
            <p:nvPr/>
          </p:nvSpPr>
          <p:spPr>
            <a:xfrm>
              <a:off x="12624165" y="6767952"/>
              <a:ext cx="2319" cy="684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8" name="rc3518"/>
            <p:cNvSpPr/>
            <p:nvPr/>
          </p:nvSpPr>
          <p:spPr>
            <a:xfrm>
              <a:off x="12626743" y="6767858"/>
              <a:ext cx="2319" cy="685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9" name="rc3519"/>
            <p:cNvSpPr/>
            <p:nvPr/>
          </p:nvSpPr>
          <p:spPr>
            <a:xfrm>
              <a:off x="12629320" y="6349757"/>
              <a:ext cx="2319" cy="4866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0" name="rc3520"/>
            <p:cNvSpPr/>
            <p:nvPr/>
          </p:nvSpPr>
          <p:spPr>
            <a:xfrm>
              <a:off x="12631898" y="6707932"/>
              <a:ext cx="2319" cy="1284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1" name="rc3521"/>
            <p:cNvSpPr/>
            <p:nvPr/>
          </p:nvSpPr>
          <p:spPr>
            <a:xfrm>
              <a:off x="12634476" y="6594550"/>
              <a:ext cx="2319" cy="2418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2" name="rc3522"/>
            <p:cNvSpPr/>
            <p:nvPr/>
          </p:nvSpPr>
          <p:spPr>
            <a:xfrm>
              <a:off x="12637054" y="6365470"/>
              <a:ext cx="2319" cy="4708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3" name="rc3523"/>
            <p:cNvSpPr/>
            <p:nvPr/>
          </p:nvSpPr>
          <p:spPr>
            <a:xfrm>
              <a:off x="12639632" y="6566570"/>
              <a:ext cx="2319" cy="2697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4" name="rc3524"/>
            <p:cNvSpPr/>
            <p:nvPr/>
          </p:nvSpPr>
          <p:spPr>
            <a:xfrm>
              <a:off x="12642209" y="6072361"/>
              <a:ext cx="2319" cy="7640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5" name="rc3525"/>
            <p:cNvSpPr/>
            <p:nvPr/>
          </p:nvSpPr>
          <p:spPr>
            <a:xfrm>
              <a:off x="12644787" y="6220059"/>
              <a:ext cx="2319" cy="6163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6" name="rc3526"/>
            <p:cNvSpPr/>
            <p:nvPr/>
          </p:nvSpPr>
          <p:spPr>
            <a:xfrm>
              <a:off x="12647365" y="6584967"/>
              <a:ext cx="2319" cy="2513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7" name="rc3527"/>
            <p:cNvSpPr/>
            <p:nvPr/>
          </p:nvSpPr>
          <p:spPr>
            <a:xfrm>
              <a:off x="12649943" y="6545467"/>
              <a:ext cx="2319" cy="2908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8" name="rc3528"/>
            <p:cNvSpPr/>
            <p:nvPr/>
          </p:nvSpPr>
          <p:spPr>
            <a:xfrm>
              <a:off x="12652520" y="6591742"/>
              <a:ext cx="2319" cy="2446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9" name="rc3529"/>
            <p:cNvSpPr/>
            <p:nvPr/>
          </p:nvSpPr>
          <p:spPr>
            <a:xfrm>
              <a:off x="12655098" y="6268686"/>
              <a:ext cx="2319" cy="5676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0" name="rc3530"/>
            <p:cNvSpPr/>
            <p:nvPr/>
          </p:nvSpPr>
          <p:spPr>
            <a:xfrm>
              <a:off x="12657676" y="6773461"/>
              <a:ext cx="2319" cy="629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1" name="rc3531"/>
            <p:cNvSpPr/>
            <p:nvPr/>
          </p:nvSpPr>
          <p:spPr>
            <a:xfrm>
              <a:off x="12660254" y="6773540"/>
              <a:ext cx="2319" cy="628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2" name="rc3532"/>
            <p:cNvSpPr/>
            <p:nvPr/>
          </p:nvSpPr>
          <p:spPr>
            <a:xfrm>
              <a:off x="12662831" y="6769960"/>
              <a:ext cx="2319" cy="664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3" name="rc3533"/>
            <p:cNvSpPr/>
            <p:nvPr/>
          </p:nvSpPr>
          <p:spPr>
            <a:xfrm>
              <a:off x="12665409" y="6353378"/>
              <a:ext cx="2319" cy="4829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4" name="rc3534"/>
            <p:cNvSpPr/>
            <p:nvPr/>
          </p:nvSpPr>
          <p:spPr>
            <a:xfrm>
              <a:off x="12667987" y="6602587"/>
              <a:ext cx="2319" cy="2337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5" name="rc3535"/>
            <p:cNvSpPr/>
            <p:nvPr/>
          </p:nvSpPr>
          <p:spPr>
            <a:xfrm>
              <a:off x="12670565" y="6599876"/>
              <a:ext cx="2319" cy="2364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6" name="rc3536"/>
            <p:cNvSpPr/>
            <p:nvPr/>
          </p:nvSpPr>
          <p:spPr>
            <a:xfrm>
              <a:off x="12673142" y="6601080"/>
              <a:ext cx="2319" cy="2352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7" name="rc3537"/>
            <p:cNvSpPr/>
            <p:nvPr/>
          </p:nvSpPr>
          <p:spPr>
            <a:xfrm>
              <a:off x="12675720" y="6770464"/>
              <a:ext cx="2319" cy="658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8" name="rc3538"/>
            <p:cNvSpPr/>
            <p:nvPr/>
          </p:nvSpPr>
          <p:spPr>
            <a:xfrm>
              <a:off x="12678298" y="6424813"/>
              <a:ext cx="2319" cy="4115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9" name="rc3539"/>
            <p:cNvSpPr/>
            <p:nvPr/>
          </p:nvSpPr>
          <p:spPr>
            <a:xfrm>
              <a:off x="12680876" y="6497131"/>
              <a:ext cx="2319" cy="3392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0" name="rc3540"/>
            <p:cNvSpPr/>
            <p:nvPr/>
          </p:nvSpPr>
          <p:spPr>
            <a:xfrm>
              <a:off x="12683453" y="6773421"/>
              <a:ext cx="2319" cy="629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1" name="rc3541"/>
            <p:cNvSpPr/>
            <p:nvPr/>
          </p:nvSpPr>
          <p:spPr>
            <a:xfrm>
              <a:off x="12686031" y="6770606"/>
              <a:ext cx="2319" cy="657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2" name="rc3542"/>
            <p:cNvSpPr/>
            <p:nvPr/>
          </p:nvSpPr>
          <p:spPr>
            <a:xfrm>
              <a:off x="12688609" y="6771393"/>
              <a:ext cx="2319" cy="649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3" name="rc3543"/>
            <p:cNvSpPr/>
            <p:nvPr/>
          </p:nvSpPr>
          <p:spPr>
            <a:xfrm>
              <a:off x="12691187" y="6455964"/>
              <a:ext cx="2319" cy="3803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4" name="rc3544"/>
            <p:cNvSpPr/>
            <p:nvPr/>
          </p:nvSpPr>
          <p:spPr>
            <a:xfrm>
              <a:off x="12693764" y="6567845"/>
              <a:ext cx="2319" cy="2685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5" name="rc3545"/>
            <p:cNvSpPr/>
            <p:nvPr/>
          </p:nvSpPr>
          <p:spPr>
            <a:xfrm>
              <a:off x="12696342" y="6517368"/>
              <a:ext cx="2319" cy="3189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6" name="rc3546"/>
            <p:cNvSpPr/>
            <p:nvPr/>
          </p:nvSpPr>
          <p:spPr>
            <a:xfrm>
              <a:off x="12698920" y="6394764"/>
              <a:ext cx="2319" cy="4415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7" name="rc3547"/>
            <p:cNvSpPr/>
            <p:nvPr/>
          </p:nvSpPr>
          <p:spPr>
            <a:xfrm>
              <a:off x="12701498" y="6773451"/>
              <a:ext cx="2319" cy="629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8" name="rc3548"/>
            <p:cNvSpPr/>
            <p:nvPr/>
          </p:nvSpPr>
          <p:spPr>
            <a:xfrm>
              <a:off x="12704075" y="6435358"/>
              <a:ext cx="2319" cy="4010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9" name="rc3549"/>
            <p:cNvSpPr/>
            <p:nvPr/>
          </p:nvSpPr>
          <p:spPr>
            <a:xfrm>
              <a:off x="12706653" y="6510783"/>
              <a:ext cx="2319" cy="3255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0" name="rc3550"/>
            <p:cNvSpPr/>
            <p:nvPr/>
          </p:nvSpPr>
          <p:spPr>
            <a:xfrm>
              <a:off x="12709231" y="6421280"/>
              <a:ext cx="2319" cy="4150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1" name="rc3551"/>
            <p:cNvSpPr/>
            <p:nvPr/>
          </p:nvSpPr>
          <p:spPr>
            <a:xfrm>
              <a:off x="12711809" y="6483747"/>
              <a:ext cx="2319" cy="3526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2" name="rc3552"/>
            <p:cNvSpPr/>
            <p:nvPr/>
          </p:nvSpPr>
          <p:spPr>
            <a:xfrm>
              <a:off x="12714386" y="6135805"/>
              <a:ext cx="2319" cy="7005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3" name="rc3553"/>
            <p:cNvSpPr/>
            <p:nvPr/>
          </p:nvSpPr>
          <p:spPr>
            <a:xfrm>
              <a:off x="12716964" y="6752815"/>
              <a:ext cx="2319" cy="835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4" name="rc3554"/>
            <p:cNvSpPr/>
            <p:nvPr/>
          </p:nvSpPr>
          <p:spPr>
            <a:xfrm>
              <a:off x="12719542" y="6757094"/>
              <a:ext cx="2319" cy="792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5" name="rc3555"/>
            <p:cNvSpPr/>
            <p:nvPr/>
          </p:nvSpPr>
          <p:spPr>
            <a:xfrm>
              <a:off x="12722120" y="6117166"/>
              <a:ext cx="2319" cy="7191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6" name="rc3556"/>
            <p:cNvSpPr/>
            <p:nvPr/>
          </p:nvSpPr>
          <p:spPr>
            <a:xfrm>
              <a:off x="12724697" y="6725536"/>
              <a:ext cx="2319" cy="1108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7" name="rc3557"/>
            <p:cNvSpPr/>
            <p:nvPr/>
          </p:nvSpPr>
          <p:spPr>
            <a:xfrm>
              <a:off x="12727275" y="6737942"/>
              <a:ext cx="2319" cy="984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8" name="rc3558"/>
            <p:cNvSpPr/>
            <p:nvPr/>
          </p:nvSpPr>
          <p:spPr>
            <a:xfrm>
              <a:off x="12729853" y="5978079"/>
              <a:ext cx="2319" cy="8582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9" name="rc3559"/>
            <p:cNvSpPr/>
            <p:nvPr/>
          </p:nvSpPr>
          <p:spPr>
            <a:xfrm>
              <a:off x="12732431" y="6305212"/>
              <a:ext cx="2319" cy="5311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0" name="rc3560"/>
            <p:cNvSpPr/>
            <p:nvPr/>
          </p:nvSpPr>
          <p:spPr>
            <a:xfrm>
              <a:off x="12735009" y="6760573"/>
              <a:ext cx="2319" cy="757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1" name="rc3561"/>
            <p:cNvSpPr/>
            <p:nvPr/>
          </p:nvSpPr>
          <p:spPr>
            <a:xfrm>
              <a:off x="12737586" y="6752209"/>
              <a:ext cx="2319" cy="841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2" name="rc3562"/>
            <p:cNvSpPr/>
            <p:nvPr/>
          </p:nvSpPr>
          <p:spPr>
            <a:xfrm>
              <a:off x="12740164" y="6312357"/>
              <a:ext cx="2319" cy="5240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3" name="rc3563"/>
            <p:cNvSpPr/>
            <p:nvPr/>
          </p:nvSpPr>
          <p:spPr>
            <a:xfrm>
              <a:off x="12742742" y="6444912"/>
              <a:ext cx="2319" cy="3914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4" name="rc3564"/>
            <p:cNvSpPr/>
            <p:nvPr/>
          </p:nvSpPr>
          <p:spPr>
            <a:xfrm>
              <a:off x="12745320" y="6528971"/>
              <a:ext cx="2319" cy="3073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5" name="rc3565"/>
            <p:cNvSpPr/>
            <p:nvPr/>
          </p:nvSpPr>
          <p:spPr>
            <a:xfrm>
              <a:off x="12747897" y="6246851"/>
              <a:ext cx="2319" cy="5895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6" name="rc3566"/>
            <p:cNvSpPr/>
            <p:nvPr/>
          </p:nvSpPr>
          <p:spPr>
            <a:xfrm>
              <a:off x="12750475" y="6669717"/>
              <a:ext cx="2319" cy="1666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7" name="rc3567"/>
            <p:cNvSpPr/>
            <p:nvPr/>
          </p:nvSpPr>
          <p:spPr>
            <a:xfrm>
              <a:off x="12753053" y="6533285"/>
              <a:ext cx="2319" cy="3030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8" name="rc3568"/>
            <p:cNvSpPr/>
            <p:nvPr/>
          </p:nvSpPr>
          <p:spPr>
            <a:xfrm>
              <a:off x="12755631" y="6342256"/>
              <a:ext cx="2319" cy="4941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9" name="rc3569"/>
            <p:cNvSpPr/>
            <p:nvPr/>
          </p:nvSpPr>
          <p:spPr>
            <a:xfrm>
              <a:off x="12758208" y="6228164"/>
              <a:ext cx="2319" cy="6081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0" name="rc3570"/>
            <p:cNvSpPr/>
            <p:nvPr/>
          </p:nvSpPr>
          <p:spPr>
            <a:xfrm>
              <a:off x="12760786" y="6752209"/>
              <a:ext cx="2319" cy="841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1" name="rc3571"/>
            <p:cNvSpPr/>
            <p:nvPr/>
          </p:nvSpPr>
          <p:spPr>
            <a:xfrm>
              <a:off x="12763364" y="6738433"/>
              <a:ext cx="2319" cy="979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2" name="rc3572"/>
            <p:cNvSpPr/>
            <p:nvPr/>
          </p:nvSpPr>
          <p:spPr>
            <a:xfrm>
              <a:off x="12765942" y="6510230"/>
              <a:ext cx="2319" cy="3261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3" name="rc3573"/>
            <p:cNvSpPr/>
            <p:nvPr/>
          </p:nvSpPr>
          <p:spPr>
            <a:xfrm>
              <a:off x="12768519" y="6488695"/>
              <a:ext cx="2319" cy="3476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4" name="rc3574"/>
            <p:cNvSpPr/>
            <p:nvPr/>
          </p:nvSpPr>
          <p:spPr>
            <a:xfrm>
              <a:off x="12771097" y="6567241"/>
              <a:ext cx="2319" cy="2691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5" name="rc3575"/>
            <p:cNvSpPr/>
            <p:nvPr/>
          </p:nvSpPr>
          <p:spPr>
            <a:xfrm>
              <a:off x="12773675" y="4144969"/>
              <a:ext cx="2319" cy="26913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6" name="rc3576"/>
            <p:cNvSpPr/>
            <p:nvPr/>
          </p:nvSpPr>
          <p:spPr>
            <a:xfrm>
              <a:off x="12776253" y="6760904"/>
              <a:ext cx="2319" cy="754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7" name="rc3577"/>
            <p:cNvSpPr/>
            <p:nvPr/>
          </p:nvSpPr>
          <p:spPr>
            <a:xfrm>
              <a:off x="12778830" y="6761893"/>
              <a:ext cx="2319" cy="744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8" name="rc3578"/>
            <p:cNvSpPr/>
            <p:nvPr/>
          </p:nvSpPr>
          <p:spPr>
            <a:xfrm>
              <a:off x="12781408" y="6499153"/>
              <a:ext cx="2319" cy="3372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9" name="rc3579"/>
            <p:cNvSpPr/>
            <p:nvPr/>
          </p:nvSpPr>
          <p:spPr>
            <a:xfrm>
              <a:off x="12783986" y="6756196"/>
              <a:ext cx="2319" cy="801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0" name="rc3580"/>
            <p:cNvSpPr/>
            <p:nvPr/>
          </p:nvSpPr>
          <p:spPr>
            <a:xfrm>
              <a:off x="12786564" y="6324633"/>
              <a:ext cx="2319" cy="5117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1" name="rc3581"/>
            <p:cNvSpPr/>
            <p:nvPr/>
          </p:nvSpPr>
          <p:spPr>
            <a:xfrm>
              <a:off x="12789141" y="6338846"/>
              <a:ext cx="2319" cy="4975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2" name="rc3582"/>
            <p:cNvSpPr/>
            <p:nvPr/>
          </p:nvSpPr>
          <p:spPr>
            <a:xfrm>
              <a:off x="12791719" y="6751391"/>
              <a:ext cx="2319" cy="849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3" name="rc3583"/>
            <p:cNvSpPr/>
            <p:nvPr/>
          </p:nvSpPr>
          <p:spPr>
            <a:xfrm>
              <a:off x="12794297" y="6322613"/>
              <a:ext cx="2319" cy="5137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4" name="rc3584"/>
            <p:cNvSpPr/>
            <p:nvPr/>
          </p:nvSpPr>
          <p:spPr>
            <a:xfrm>
              <a:off x="12796875" y="6737153"/>
              <a:ext cx="2319" cy="992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5" name="rc3585"/>
            <p:cNvSpPr/>
            <p:nvPr/>
          </p:nvSpPr>
          <p:spPr>
            <a:xfrm>
              <a:off x="12799452" y="6625119"/>
              <a:ext cx="2319" cy="2112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6" name="rc3586"/>
            <p:cNvSpPr/>
            <p:nvPr/>
          </p:nvSpPr>
          <p:spPr>
            <a:xfrm>
              <a:off x="12802030" y="6767111"/>
              <a:ext cx="2319" cy="692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7" name="rc3587"/>
            <p:cNvSpPr/>
            <p:nvPr/>
          </p:nvSpPr>
          <p:spPr>
            <a:xfrm>
              <a:off x="12804608" y="6602378"/>
              <a:ext cx="2319" cy="2339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8" name="rc3588"/>
            <p:cNvSpPr/>
            <p:nvPr/>
          </p:nvSpPr>
          <p:spPr>
            <a:xfrm>
              <a:off x="12807186" y="6375904"/>
              <a:ext cx="2319" cy="4604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9" name="rc3589"/>
            <p:cNvSpPr/>
            <p:nvPr/>
          </p:nvSpPr>
          <p:spPr>
            <a:xfrm>
              <a:off x="12809763" y="6768475"/>
              <a:ext cx="2319" cy="678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0" name="rc3590"/>
            <p:cNvSpPr/>
            <p:nvPr/>
          </p:nvSpPr>
          <p:spPr>
            <a:xfrm>
              <a:off x="12812341" y="6545620"/>
              <a:ext cx="2319" cy="2907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1" name="rc3591"/>
            <p:cNvSpPr/>
            <p:nvPr/>
          </p:nvSpPr>
          <p:spPr>
            <a:xfrm>
              <a:off x="12814919" y="6315951"/>
              <a:ext cx="2319" cy="5204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2" name="rc3592"/>
            <p:cNvSpPr/>
            <p:nvPr/>
          </p:nvSpPr>
          <p:spPr>
            <a:xfrm>
              <a:off x="12817497" y="6491939"/>
              <a:ext cx="2319" cy="3444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3" name="rc3593"/>
            <p:cNvSpPr/>
            <p:nvPr/>
          </p:nvSpPr>
          <p:spPr>
            <a:xfrm>
              <a:off x="12820075" y="6560488"/>
              <a:ext cx="2319" cy="2758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4" name="rc3594"/>
            <p:cNvSpPr/>
            <p:nvPr/>
          </p:nvSpPr>
          <p:spPr>
            <a:xfrm>
              <a:off x="12822652" y="6769375"/>
              <a:ext cx="2319" cy="669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5" name="rc3595"/>
            <p:cNvSpPr/>
            <p:nvPr/>
          </p:nvSpPr>
          <p:spPr>
            <a:xfrm>
              <a:off x="12825230" y="6771947"/>
              <a:ext cx="2319" cy="644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6" name="rc3596"/>
            <p:cNvSpPr/>
            <p:nvPr/>
          </p:nvSpPr>
          <p:spPr>
            <a:xfrm>
              <a:off x="12827808" y="6755736"/>
              <a:ext cx="2319" cy="806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7" name="rc3597"/>
            <p:cNvSpPr/>
            <p:nvPr/>
          </p:nvSpPr>
          <p:spPr>
            <a:xfrm>
              <a:off x="12830386" y="6769047"/>
              <a:ext cx="2319" cy="673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8" name="rc3598"/>
            <p:cNvSpPr/>
            <p:nvPr/>
          </p:nvSpPr>
          <p:spPr>
            <a:xfrm>
              <a:off x="12832963" y="6404259"/>
              <a:ext cx="2319" cy="4321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9" name="rc3599"/>
            <p:cNvSpPr/>
            <p:nvPr/>
          </p:nvSpPr>
          <p:spPr>
            <a:xfrm>
              <a:off x="12835541" y="6502722"/>
              <a:ext cx="2319" cy="3336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0" name="rc3600"/>
            <p:cNvSpPr/>
            <p:nvPr/>
          </p:nvSpPr>
          <p:spPr>
            <a:xfrm>
              <a:off x="12838119" y="6124210"/>
              <a:ext cx="2319" cy="7121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1" name="rc3601"/>
            <p:cNvSpPr/>
            <p:nvPr/>
          </p:nvSpPr>
          <p:spPr>
            <a:xfrm>
              <a:off x="12840697" y="6354953"/>
              <a:ext cx="2319" cy="4814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2" name="rc3602"/>
            <p:cNvSpPr/>
            <p:nvPr/>
          </p:nvSpPr>
          <p:spPr>
            <a:xfrm>
              <a:off x="12843274" y="6598628"/>
              <a:ext cx="2319" cy="2377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3" name="rc3603"/>
            <p:cNvSpPr/>
            <p:nvPr/>
          </p:nvSpPr>
          <p:spPr>
            <a:xfrm>
              <a:off x="12845852" y="6409052"/>
              <a:ext cx="2319" cy="4273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4" name="rc3604"/>
            <p:cNvSpPr/>
            <p:nvPr/>
          </p:nvSpPr>
          <p:spPr>
            <a:xfrm>
              <a:off x="12848430" y="6564749"/>
              <a:ext cx="2319" cy="2716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5" name="rc3605"/>
            <p:cNvSpPr/>
            <p:nvPr/>
          </p:nvSpPr>
          <p:spPr>
            <a:xfrm>
              <a:off x="12851008" y="6358484"/>
              <a:ext cx="2319" cy="4778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6" name="rc3606"/>
            <p:cNvSpPr/>
            <p:nvPr/>
          </p:nvSpPr>
          <p:spPr>
            <a:xfrm>
              <a:off x="12853585" y="6198471"/>
              <a:ext cx="2319" cy="6378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7" name="rc3607"/>
            <p:cNvSpPr/>
            <p:nvPr/>
          </p:nvSpPr>
          <p:spPr>
            <a:xfrm>
              <a:off x="12856163" y="6751150"/>
              <a:ext cx="2319" cy="852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8" name="rc3608"/>
            <p:cNvSpPr/>
            <p:nvPr/>
          </p:nvSpPr>
          <p:spPr>
            <a:xfrm>
              <a:off x="12858741" y="6247994"/>
              <a:ext cx="2319" cy="5883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9" name="rc3609"/>
            <p:cNvSpPr/>
            <p:nvPr/>
          </p:nvSpPr>
          <p:spPr>
            <a:xfrm>
              <a:off x="12861319" y="6681336"/>
              <a:ext cx="2319" cy="1550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0" name="rc3610"/>
            <p:cNvSpPr/>
            <p:nvPr/>
          </p:nvSpPr>
          <p:spPr>
            <a:xfrm>
              <a:off x="12863896" y="6771803"/>
              <a:ext cx="2319" cy="645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1" name="rc3611"/>
            <p:cNvSpPr/>
            <p:nvPr/>
          </p:nvSpPr>
          <p:spPr>
            <a:xfrm>
              <a:off x="12866474" y="6765238"/>
              <a:ext cx="2319" cy="711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2" name="rc3612"/>
            <p:cNvSpPr/>
            <p:nvPr/>
          </p:nvSpPr>
          <p:spPr>
            <a:xfrm>
              <a:off x="12869052" y="6417914"/>
              <a:ext cx="2319" cy="4184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3" name="rc3613"/>
            <p:cNvSpPr/>
            <p:nvPr/>
          </p:nvSpPr>
          <p:spPr>
            <a:xfrm>
              <a:off x="12871630" y="6771360"/>
              <a:ext cx="2319" cy="650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4" name="rc3614"/>
            <p:cNvSpPr/>
            <p:nvPr/>
          </p:nvSpPr>
          <p:spPr>
            <a:xfrm>
              <a:off x="12874207" y="6304950"/>
              <a:ext cx="2319" cy="5314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5" name="rc3615"/>
            <p:cNvSpPr/>
            <p:nvPr/>
          </p:nvSpPr>
          <p:spPr>
            <a:xfrm>
              <a:off x="12876785" y="6772959"/>
              <a:ext cx="2319" cy="634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6" name="rc3616"/>
            <p:cNvSpPr/>
            <p:nvPr/>
          </p:nvSpPr>
          <p:spPr>
            <a:xfrm>
              <a:off x="12879363" y="6771507"/>
              <a:ext cx="2319" cy="648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7" name="rc3617"/>
            <p:cNvSpPr/>
            <p:nvPr/>
          </p:nvSpPr>
          <p:spPr>
            <a:xfrm>
              <a:off x="12881941" y="6771861"/>
              <a:ext cx="2319" cy="645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8" name="rc3618"/>
            <p:cNvSpPr/>
            <p:nvPr/>
          </p:nvSpPr>
          <p:spPr>
            <a:xfrm>
              <a:off x="12884518" y="6710173"/>
              <a:ext cx="2319" cy="1261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9" name="rc3619"/>
            <p:cNvSpPr/>
            <p:nvPr/>
          </p:nvSpPr>
          <p:spPr>
            <a:xfrm>
              <a:off x="12887096" y="6384701"/>
              <a:ext cx="2319" cy="4516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0" name="rc3620"/>
            <p:cNvSpPr/>
            <p:nvPr/>
          </p:nvSpPr>
          <p:spPr>
            <a:xfrm>
              <a:off x="12889674" y="6372181"/>
              <a:ext cx="2319" cy="4641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1" name="rc3621"/>
            <p:cNvSpPr/>
            <p:nvPr/>
          </p:nvSpPr>
          <p:spPr>
            <a:xfrm>
              <a:off x="12892252" y="6276119"/>
              <a:ext cx="2319" cy="5602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2" name="rc3622"/>
            <p:cNvSpPr/>
            <p:nvPr/>
          </p:nvSpPr>
          <p:spPr>
            <a:xfrm>
              <a:off x="12894829" y="6756689"/>
              <a:ext cx="2319" cy="7967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3" name="rc3623"/>
            <p:cNvSpPr/>
            <p:nvPr/>
          </p:nvSpPr>
          <p:spPr>
            <a:xfrm>
              <a:off x="12897407" y="6475837"/>
              <a:ext cx="2319" cy="3605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4" name="rc3624"/>
            <p:cNvSpPr/>
            <p:nvPr/>
          </p:nvSpPr>
          <p:spPr>
            <a:xfrm>
              <a:off x="12899985" y="6487503"/>
              <a:ext cx="2319" cy="3488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5" name="rc3625"/>
            <p:cNvSpPr/>
            <p:nvPr/>
          </p:nvSpPr>
          <p:spPr>
            <a:xfrm>
              <a:off x="12902563" y="6724313"/>
              <a:ext cx="2319" cy="1120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6" name="rc3626"/>
            <p:cNvSpPr/>
            <p:nvPr/>
          </p:nvSpPr>
          <p:spPr>
            <a:xfrm>
              <a:off x="12905141" y="3807819"/>
              <a:ext cx="2319" cy="30285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7" name="rc3627"/>
            <p:cNvSpPr/>
            <p:nvPr/>
          </p:nvSpPr>
          <p:spPr>
            <a:xfrm>
              <a:off x="12907718" y="6763399"/>
              <a:ext cx="2319" cy="729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8" name="rc3628"/>
            <p:cNvSpPr/>
            <p:nvPr/>
          </p:nvSpPr>
          <p:spPr>
            <a:xfrm>
              <a:off x="12910296" y="4234283"/>
              <a:ext cx="2319" cy="26020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9" name="rc3629"/>
            <p:cNvSpPr/>
            <p:nvPr/>
          </p:nvSpPr>
          <p:spPr>
            <a:xfrm>
              <a:off x="12912874" y="6355001"/>
              <a:ext cx="2319" cy="4813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0" name="rc3630"/>
            <p:cNvSpPr/>
            <p:nvPr/>
          </p:nvSpPr>
          <p:spPr>
            <a:xfrm>
              <a:off x="12915452" y="6771036"/>
              <a:ext cx="2319" cy="653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1" name="rc3631"/>
            <p:cNvSpPr/>
            <p:nvPr/>
          </p:nvSpPr>
          <p:spPr>
            <a:xfrm>
              <a:off x="12918029" y="6395595"/>
              <a:ext cx="2319" cy="4407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2" name="rc3632"/>
            <p:cNvSpPr/>
            <p:nvPr/>
          </p:nvSpPr>
          <p:spPr>
            <a:xfrm>
              <a:off x="12920607" y="6372264"/>
              <a:ext cx="2319" cy="4640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3" name="rc3633"/>
            <p:cNvSpPr/>
            <p:nvPr/>
          </p:nvSpPr>
          <p:spPr>
            <a:xfrm>
              <a:off x="12923185" y="6768162"/>
              <a:ext cx="2319" cy="682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4" name="rc3634"/>
            <p:cNvSpPr/>
            <p:nvPr/>
          </p:nvSpPr>
          <p:spPr>
            <a:xfrm>
              <a:off x="12925763" y="6765592"/>
              <a:ext cx="2319" cy="707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5" name="rc3635"/>
            <p:cNvSpPr/>
            <p:nvPr/>
          </p:nvSpPr>
          <p:spPr>
            <a:xfrm>
              <a:off x="12928340" y="6582529"/>
              <a:ext cx="2319" cy="2538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6" name="rc3636"/>
            <p:cNvSpPr/>
            <p:nvPr/>
          </p:nvSpPr>
          <p:spPr>
            <a:xfrm>
              <a:off x="12930918" y="6439401"/>
              <a:ext cx="2319" cy="3969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7" name="rc3637"/>
            <p:cNvSpPr/>
            <p:nvPr/>
          </p:nvSpPr>
          <p:spPr>
            <a:xfrm>
              <a:off x="12933496" y="6246238"/>
              <a:ext cx="2319" cy="5901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8" name="rc3638"/>
            <p:cNvSpPr/>
            <p:nvPr/>
          </p:nvSpPr>
          <p:spPr>
            <a:xfrm>
              <a:off x="12936074" y="6603275"/>
              <a:ext cx="2319" cy="2330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9" name="rc3639"/>
            <p:cNvSpPr/>
            <p:nvPr/>
          </p:nvSpPr>
          <p:spPr>
            <a:xfrm>
              <a:off x="12938651" y="6626431"/>
              <a:ext cx="2319" cy="2099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0" name="rc3640"/>
            <p:cNvSpPr/>
            <p:nvPr/>
          </p:nvSpPr>
          <p:spPr>
            <a:xfrm>
              <a:off x="12941229" y="6305600"/>
              <a:ext cx="2319" cy="5307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1" name="rc3641"/>
            <p:cNvSpPr/>
            <p:nvPr/>
          </p:nvSpPr>
          <p:spPr>
            <a:xfrm>
              <a:off x="12943807" y="6601571"/>
              <a:ext cx="2319" cy="2347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2" name="rc3642"/>
            <p:cNvSpPr/>
            <p:nvPr/>
          </p:nvSpPr>
          <p:spPr>
            <a:xfrm>
              <a:off x="12946385" y="6636582"/>
              <a:ext cx="2319" cy="1997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3" name="rc3643"/>
            <p:cNvSpPr/>
            <p:nvPr/>
          </p:nvSpPr>
          <p:spPr>
            <a:xfrm>
              <a:off x="12948962" y="6771678"/>
              <a:ext cx="2319" cy="646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4" name="rc3644"/>
            <p:cNvSpPr/>
            <p:nvPr/>
          </p:nvSpPr>
          <p:spPr>
            <a:xfrm>
              <a:off x="12951540" y="6343871"/>
              <a:ext cx="2319" cy="4924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5" name="rc3645"/>
            <p:cNvSpPr/>
            <p:nvPr/>
          </p:nvSpPr>
          <p:spPr>
            <a:xfrm>
              <a:off x="12954118" y="5336673"/>
              <a:ext cx="2319" cy="14996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6" name="rc3646"/>
            <p:cNvSpPr/>
            <p:nvPr/>
          </p:nvSpPr>
          <p:spPr>
            <a:xfrm>
              <a:off x="12956696" y="6408484"/>
              <a:ext cx="2319" cy="4278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7" name="rc3647"/>
            <p:cNvSpPr/>
            <p:nvPr/>
          </p:nvSpPr>
          <p:spPr>
            <a:xfrm>
              <a:off x="12959273" y="5836385"/>
              <a:ext cx="2319" cy="9999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8" name="rc3648"/>
            <p:cNvSpPr/>
            <p:nvPr/>
          </p:nvSpPr>
          <p:spPr>
            <a:xfrm>
              <a:off x="12961851" y="6610628"/>
              <a:ext cx="2319" cy="2257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9" name="rc3649"/>
            <p:cNvSpPr/>
            <p:nvPr/>
          </p:nvSpPr>
          <p:spPr>
            <a:xfrm>
              <a:off x="12964429" y="6296777"/>
              <a:ext cx="2319" cy="5395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0" name="rc3650"/>
            <p:cNvSpPr/>
            <p:nvPr/>
          </p:nvSpPr>
          <p:spPr>
            <a:xfrm>
              <a:off x="12967007" y="6768347"/>
              <a:ext cx="2319" cy="680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1" name="rc3651"/>
            <p:cNvSpPr/>
            <p:nvPr/>
          </p:nvSpPr>
          <p:spPr>
            <a:xfrm>
              <a:off x="12969584" y="6767417"/>
              <a:ext cx="2319" cy="689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2" name="rc3652"/>
            <p:cNvSpPr/>
            <p:nvPr/>
          </p:nvSpPr>
          <p:spPr>
            <a:xfrm>
              <a:off x="12972162" y="6560139"/>
              <a:ext cx="2319" cy="2762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3" name="rc3653"/>
            <p:cNvSpPr/>
            <p:nvPr/>
          </p:nvSpPr>
          <p:spPr>
            <a:xfrm>
              <a:off x="12974740" y="6771517"/>
              <a:ext cx="2319" cy="648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4" name="rc3654"/>
            <p:cNvSpPr/>
            <p:nvPr/>
          </p:nvSpPr>
          <p:spPr>
            <a:xfrm>
              <a:off x="12977318" y="6340366"/>
              <a:ext cx="2319" cy="4959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5" name="rc3655"/>
            <p:cNvSpPr/>
            <p:nvPr/>
          </p:nvSpPr>
          <p:spPr>
            <a:xfrm>
              <a:off x="12979895" y="6306357"/>
              <a:ext cx="2319" cy="5300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6" name="rc3656"/>
            <p:cNvSpPr/>
            <p:nvPr/>
          </p:nvSpPr>
          <p:spPr>
            <a:xfrm>
              <a:off x="12982473" y="6588600"/>
              <a:ext cx="2319" cy="2477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7" name="rc3657"/>
            <p:cNvSpPr/>
            <p:nvPr/>
          </p:nvSpPr>
          <p:spPr>
            <a:xfrm>
              <a:off x="12985051" y="6324857"/>
              <a:ext cx="2319" cy="5115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8" name="rc3658"/>
            <p:cNvSpPr/>
            <p:nvPr/>
          </p:nvSpPr>
          <p:spPr>
            <a:xfrm>
              <a:off x="12987629" y="6487533"/>
              <a:ext cx="2319" cy="3488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9" name="rc3659"/>
            <p:cNvSpPr/>
            <p:nvPr/>
          </p:nvSpPr>
          <p:spPr>
            <a:xfrm>
              <a:off x="12990207" y="6601586"/>
              <a:ext cx="2319" cy="2347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0" name="rc3660"/>
            <p:cNvSpPr/>
            <p:nvPr/>
          </p:nvSpPr>
          <p:spPr>
            <a:xfrm>
              <a:off x="12992784" y="6771280"/>
              <a:ext cx="2319" cy="650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1" name="rc3661"/>
            <p:cNvSpPr/>
            <p:nvPr/>
          </p:nvSpPr>
          <p:spPr>
            <a:xfrm>
              <a:off x="12995362" y="6331121"/>
              <a:ext cx="2319" cy="5052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2" name="rc3662"/>
            <p:cNvSpPr/>
            <p:nvPr/>
          </p:nvSpPr>
          <p:spPr>
            <a:xfrm>
              <a:off x="12997940" y="6304792"/>
              <a:ext cx="2319" cy="5315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3" name="rc3663"/>
            <p:cNvSpPr/>
            <p:nvPr/>
          </p:nvSpPr>
          <p:spPr>
            <a:xfrm>
              <a:off x="13000518" y="6599886"/>
              <a:ext cx="2319" cy="2364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4" name="rc3664"/>
            <p:cNvSpPr/>
            <p:nvPr/>
          </p:nvSpPr>
          <p:spPr>
            <a:xfrm>
              <a:off x="13003095" y="6471017"/>
              <a:ext cx="2319" cy="3653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5" name="rc3665"/>
            <p:cNvSpPr/>
            <p:nvPr/>
          </p:nvSpPr>
          <p:spPr>
            <a:xfrm>
              <a:off x="13005673" y="6768571"/>
              <a:ext cx="2319" cy="677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6" name="rc3666"/>
            <p:cNvSpPr/>
            <p:nvPr/>
          </p:nvSpPr>
          <p:spPr>
            <a:xfrm>
              <a:off x="13008251" y="6603566"/>
              <a:ext cx="2319" cy="2327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7" name="rc3667"/>
            <p:cNvSpPr/>
            <p:nvPr/>
          </p:nvSpPr>
          <p:spPr>
            <a:xfrm>
              <a:off x="13010829" y="6453415"/>
              <a:ext cx="2319" cy="3829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8" name="rc3668"/>
            <p:cNvSpPr/>
            <p:nvPr/>
          </p:nvSpPr>
          <p:spPr>
            <a:xfrm>
              <a:off x="13013406" y="6322942"/>
              <a:ext cx="2319" cy="5134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9" name="rc3669"/>
            <p:cNvSpPr/>
            <p:nvPr/>
          </p:nvSpPr>
          <p:spPr>
            <a:xfrm>
              <a:off x="13015984" y="6767206"/>
              <a:ext cx="2319" cy="691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0" name="rc3670"/>
            <p:cNvSpPr/>
            <p:nvPr/>
          </p:nvSpPr>
          <p:spPr>
            <a:xfrm>
              <a:off x="13018562" y="6771240"/>
              <a:ext cx="2319" cy="651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1" name="rc3671"/>
            <p:cNvSpPr/>
            <p:nvPr/>
          </p:nvSpPr>
          <p:spPr>
            <a:xfrm>
              <a:off x="13021140" y="6746806"/>
              <a:ext cx="2319" cy="895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2" name="rc3672"/>
            <p:cNvSpPr/>
            <p:nvPr/>
          </p:nvSpPr>
          <p:spPr>
            <a:xfrm>
              <a:off x="13023717" y="6379365"/>
              <a:ext cx="2319" cy="4569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3" name="rc3673"/>
            <p:cNvSpPr/>
            <p:nvPr/>
          </p:nvSpPr>
          <p:spPr>
            <a:xfrm>
              <a:off x="13026295" y="6760360"/>
              <a:ext cx="2319" cy="760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4" name="rc3674"/>
            <p:cNvSpPr/>
            <p:nvPr/>
          </p:nvSpPr>
          <p:spPr>
            <a:xfrm>
              <a:off x="13028873" y="6759920"/>
              <a:ext cx="2319" cy="764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5" name="rc3675"/>
            <p:cNvSpPr/>
            <p:nvPr/>
          </p:nvSpPr>
          <p:spPr>
            <a:xfrm>
              <a:off x="13031451" y="6384701"/>
              <a:ext cx="2319" cy="4516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6" name="rc3676"/>
            <p:cNvSpPr/>
            <p:nvPr/>
          </p:nvSpPr>
          <p:spPr>
            <a:xfrm>
              <a:off x="13034028" y="6404988"/>
              <a:ext cx="2319" cy="4313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7" name="rc3677"/>
            <p:cNvSpPr/>
            <p:nvPr/>
          </p:nvSpPr>
          <p:spPr>
            <a:xfrm>
              <a:off x="13036606" y="6759431"/>
              <a:ext cx="2319" cy="769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8" name="rc3678"/>
            <p:cNvSpPr/>
            <p:nvPr/>
          </p:nvSpPr>
          <p:spPr>
            <a:xfrm>
              <a:off x="13039184" y="6764932"/>
              <a:ext cx="2319" cy="714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9" name="rc3679"/>
            <p:cNvSpPr/>
            <p:nvPr/>
          </p:nvSpPr>
          <p:spPr>
            <a:xfrm>
              <a:off x="13041762" y="6767407"/>
              <a:ext cx="2319" cy="689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0" name="rc3680"/>
            <p:cNvSpPr/>
            <p:nvPr/>
          </p:nvSpPr>
          <p:spPr>
            <a:xfrm>
              <a:off x="13044339" y="6334553"/>
              <a:ext cx="2319" cy="5018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1" name="rc3681"/>
            <p:cNvSpPr/>
            <p:nvPr/>
          </p:nvSpPr>
          <p:spPr>
            <a:xfrm>
              <a:off x="13046917" y="6759421"/>
              <a:ext cx="2319" cy="769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2" name="rc3682"/>
            <p:cNvSpPr/>
            <p:nvPr/>
          </p:nvSpPr>
          <p:spPr>
            <a:xfrm>
              <a:off x="13049495" y="6478862"/>
              <a:ext cx="2319" cy="3575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3" name="rc3683"/>
            <p:cNvSpPr/>
            <p:nvPr/>
          </p:nvSpPr>
          <p:spPr>
            <a:xfrm>
              <a:off x="13052073" y="6480503"/>
              <a:ext cx="2319" cy="3558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4" name="rc3684"/>
            <p:cNvSpPr/>
            <p:nvPr/>
          </p:nvSpPr>
          <p:spPr>
            <a:xfrm>
              <a:off x="13054650" y="6255347"/>
              <a:ext cx="2319" cy="5810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5" name="rc3685"/>
            <p:cNvSpPr/>
            <p:nvPr/>
          </p:nvSpPr>
          <p:spPr>
            <a:xfrm>
              <a:off x="13057228" y="6745435"/>
              <a:ext cx="2319" cy="909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6" name="rc3686"/>
            <p:cNvSpPr/>
            <p:nvPr/>
          </p:nvSpPr>
          <p:spPr>
            <a:xfrm>
              <a:off x="13059806" y="5994182"/>
              <a:ext cx="2319" cy="8421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7" name="rc3687"/>
            <p:cNvSpPr/>
            <p:nvPr/>
          </p:nvSpPr>
          <p:spPr>
            <a:xfrm>
              <a:off x="13062384" y="6209573"/>
              <a:ext cx="2319" cy="6267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8" name="rc3688"/>
            <p:cNvSpPr/>
            <p:nvPr/>
          </p:nvSpPr>
          <p:spPr>
            <a:xfrm>
              <a:off x="13064961" y="6503911"/>
              <a:ext cx="2319" cy="3324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9" name="rc3689"/>
            <p:cNvSpPr/>
            <p:nvPr/>
          </p:nvSpPr>
          <p:spPr>
            <a:xfrm>
              <a:off x="13067539" y="6297477"/>
              <a:ext cx="2319" cy="5388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0" name="rc3690"/>
            <p:cNvSpPr/>
            <p:nvPr/>
          </p:nvSpPr>
          <p:spPr>
            <a:xfrm>
              <a:off x="13070117" y="6437014"/>
              <a:ext cx="2319" cy="3993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1" name="rc3691"/>
            <p:cNvSpPr/>
            <p:nvPr/>
          </p:nvSpPr>
          <p:spPr>
            <a:xfrm>
              <a:off x="13072695" y="6281759"/>
              <a:ext cx="2319" cy="5546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2" name="rc3692"/>
            <p:cNvSpPr/>
            <p:nvPr/>
          </p:nvSpPr>
          <p:spPr>
            <a:xfrm>
              <a:off x="13075273" y="6036854"/>
              <a:ext cx="2319" cy="7995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3" name="rc3693"/>
            <p:cNvSpPr/>
            <p:nvPr/>
          </p:nvSpPr>
          <p:spPr>
            <a:xfrm>
              <a:off x="13077850" y="5996228"/>
              <a:ext cx="2319" cy="8401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4" name="rc3694"/>
            <p:cNvSpPr/>
            <p:nvPr/>
          </p:nvSpPr>
          <p:spPr>
            <a:xfrm>
              <a:off x="13080428" y="5979083"/>
              <a:ext cx="2319" cy="8572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5" name="rc3695"/>
            <p:cNvSpPr/>
            <p:nvPr/>
          </p:nvSpPr>
          <p:spPr>
            <a:xfrm>
              <a:off x="13083006" y="6585195"/>
              <a:ext cx="2319" cy="2511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6" name="rc3696"/>
            <p:cNvSpPr/>
            <p:nvPr/>
          </p:nvSpPr>
          <p:spPr>
            <a:xfrm>
              <a:off x="13085584" y="5758505"/>
              <a:ext cx="2319" cy="10778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7" name="rc3697"/>
            <p:cNvSpPr/>
            <p:nvPr/>
          </p:nvSpPr>
          <p:spPr>
            <a:xfrm>
              <a:off x="13088161" y="6288607"/>
              <a:ext cx="2319" cy="5477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8" name="rc3698"/>
            <p:cNvSpPr/>
            <p:nvPr/>
          </p:nvSpPr>
          <p:spPr>
            <a:xfrm>
              <a:off x="13090739" y="6719416"/>
              <a:ext cx="2319" cy="1169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9" name="rc3699"/>
            <p:cNvSpPr/>
            <p:nvPr/>
          </p:nvSpPr>
          <p:spPr>
            <a:xfrm>
              <a:off x="13093317" y="6206968"/>
              <a:ext cx="2319" cy="6293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0" name="rc3700"/>
            <p:cNvSpPr/>
            <p:nvPr/>
          </p:nvSpPr>
          <p:spPr>
            <a:xfrm>
              <a:off x="13095895" y="6526831"/>
              <a:ext cx="2319" cy="3095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1" name="rc3701"/>
            <p:cNvSpPr/>
            <p:nvPr/>
          </p:nvSpPr>
          <p:spPr>
            <a:xfrm>
              <a:off x="13098472" y="5530314"/>
              <a:ext cx="2319" cy="13060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2" name="rc3702"/>
            <p:cNvSpPr/>
            <p:nvPr/>
          </p:nvSpPr>
          <p:spPr>
            <a:xfrm>
              <a:off x="13101050" y="6103521"/>
              <a:ext cx="2319" cy="7328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3" name="rc3703"/>
            <p:cNvSpPr/>
            <p:nvPr/>
          </p:nvSpPr>
          <p:spPr>
            <a:xfrm>
              <a:off x="13103628" y="6312668"/>
              <a:ext cx="2319" cy="5236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4" name="rc3704"/>
            <p:cNvSpPr/>
            <p:nvPr/>
          </p:nvSpPr>
          <p:spPr>
            <a:xfrm>
              <a:off x="13106206" y="6564257"/>
              <a:ext cx="2319" cy="2721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5" name="rc3705"/>
            <p:cNvSpPr/>
            <p:nvPr/>
          </p:nvSpPr>
          <p:spPr>
            <a:xfrm>
              <a:off x="13108783" y="6649474"/>
              <a:ext cx="2319" cy="1868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6" name="rc3706"/>
            <p:cNvSpPr/>
            <p:nvPr/>
          </p:nvSpPr>
          <p:spPr>
            <a:xfrm>
              <a:off x="13111361" y="6251996"/>
              <a:ext cx="2319" cy="5843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7" name="rc3707"/>
            <p:cNvSpPr/>
            <p:nvPr/>
          </p:nvSpPr>
          <p:spPr>
            <a:xfrm>
              <a:off x="13113939" y="6411073"/>
              <a:ext cx="2319" cy="4252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8" name="rc3708"/>
            <p:cNvSpPr/>
            <p:nvPr/>
          </p:nvSpPr>
          <p:spPr>
            <a:xfrm>
              <a:off x="13116517" y="6497023"/>
              <a:ext cx="2319" cy="3393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9" name="rc3709"/>
            <p:cNvSpPr/>
            <p:nvPr/>
          </p:nvSpPr>
          <p:spPr>
            <a:xfrm>
              <a:off x="13119094" y="6456240"/>
              <a:ext cx="2319" cy="3801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0" name="rc3710"/>
            <p:cNvSpPr/>
            <p:nvPr/>
          </p:nvSpPr>
          <p:spPr>
            <a:xfrm>
              <a:off x="13121672" y="4888752"/>
              <a:ext cx="2319" cy="19476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1" name="rc3711"/>
            <p:cNvSpPr/>
            <p:nvPr/>
          </p:nvSpPr>
          <p:spPr>
            <a:xfrm>
              <a:off x="13124250" y="5344928"/>
              <a:ext cx="2319" cy="14914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2" name="rc3712"/>
            <p:cNvSpPr/>
            <p:nvPr/>
          </p:nvSpPr>
          <p:spPr>
            <a:xfrm>
              <a:off x="13126828" y="6073429"/>
              <a:ext cx="2319" cy="7629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3" name="rc3713"/>
            <p:cNvSpPr/>
            <p:nvPr/>
          </p:nvSpPr>
          <p:spPr>
            <a:xfrm>
              <a:off x="13129405" y="4219974"/>
              <a:ext cx="2319" cy="26163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4" name="rc3714"/>
            <p:cNvSpPr/>
            <p:nvPr/>
          </p:nvSpPr>
          <p:spPr>
            <a:xfrm>
              <a:off x="13131983" y="5828419"/>
              <a:ext cx="2319" cy="10079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5" name="rc3715"/>
            <p:cNvSpPr/>
            <p:nvPr/>
          </p:nvSpPr>
          <p:spPr>
            <a:xfrm>
              <a:off x="13134561" y="5115274"/>
              <a:ext cx="2319" cy="17210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6" name="rc3716"/>
            <p:cNvSpPr/>
            <p:nvPr/>
          </p:nvSpPr>
          <p:spPr>
            <a:xfrm>
              <a:off x="13137139" y="6243834"/>
              <a:ext cx="2319" cy="5925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7" name="rc3717"/>
            <p:cNvSpPr/>
            <p:nvPr/>
          </p:nvSpPr>
          <p:spPr>
            <a:xfrm>
              <a:off x="13139716" y="6520576"/>
              <a:ext cx="2319" cy="3157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8" name="rc3718"/>
            <p:cNvSpPr/>
            <p:nvPr/>
          </p:nvSpPr>
          <p:spPr>
            <a:xfrm>
              <a:off x="13142294" y="6554682"/>
              <a:ext cx="2319" cy="2816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9" name="rc3719"/>
            <p:cNvSpPr/>
            <p:nvPr/>
          </p:nvSpPr>
          <p:spPr>
            <a:xfrm>
              <a:off x="13144872" y="6453634"/>
              <a:ext cx="2319" cy="3827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0" name="rc3720"/>
            <p:cNvSpPr/>
            <p:nvPr/>
          </p:nvSpPr>
          <p:spPr>
            <a:xfrm>
              <a:off x="13147450" y="6522364"/>
              <a:ext cx="2319" cy="3139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1" name="rc3721"/>
            <p:cNvSpPr/>
            <p:nvPr/>
          </p:nvSpPr>
          <p:spPr>
            <a:xfrm>
              <a:off x="13150027" y="6464146"/>
              <a:ext cx="2319" cy="3722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2" name="rc3722"/>
            <p:cNvSpPr/>
            <p:nvPr/>
          </p:nvSpPr>
          <p:spPr>
            <a:xfrm>
              <a:off x="13152605" y="6399733"/>
              <a:ext cx="2319" cy="4366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3" name="rc3723"/>
            <p:cNvSpPr/>
            <p:nvPr/>
          </p:nvSpPr>
          <p:spPr>
            <a:xfrm>
              <a:off x="13155183" y="6768217"/>
              <a:ext cx="2319" cy="681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4" name="rc3724"/>
            <p:cNvSpPr/>
            <p:nvPr/>
          </p:nvSpPr>
          <p:spPr>
            <a:xfrm>
              <a:off x="13157761" y="6460864"/>
              <a:ext cx="2319" cy="3754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5" name="rc3725"/>
            <p:cNvSpPr/>
            <p:nvPr/>
          </p:nvSpPr>
          <p:spPr>
            <a:xfrm>
              <a:off x="13160339" y="6404443"/>
              <a:ext cx="2319" cy="4319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6" name="rc3726"/>
            <p:cNvSpPr/>
            <p:nvPr/>
          </p:nvSpPr>
          <p:spPr>
            <a:xfrm>
              <a:off x="13162916" y="6772616"/>
              <a:ext cx="2319" cy="637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7" name="rc3727"/>
            <p:cNvSpPr/>
            <p:nvPr/>
          </p:nvSpPr>
          <p:spPr>
            <a:xfrm>
              <a:off x="13165494" y="6772420"/>
              <a:ext cx="2319" cy="639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8" name="rc3728"/>
            <p:cNvSpPr/>
            <p:nvPr/>
          </p:nvSpPr>
          <p:spPr>
            <a:xfrm>
              <a:off x="13168072" y="6760329"/>
              <a:ext cx="2319" cy="760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9" name="rc3729"/>
            <p:cNvSpPr/>
            <p:nvPr/>
          </p:nvSpPr>
          <p:spPr>
            <a:xfrm>
              <a:off x="13170650" y="6768579"/>
              <a:ext cx="2319" cy="677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0" name="rc3730"/>
            <p:cNvSpPr/>
            <p:nvPr/>
          </p:nvSpPr>
          <p:spPr>
            <a:xfrm>
              <a:off x="13173227" y="6403815"/>
              <a:ext cx="2319" cy="4325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1" name="rc3731"/>
            <p:cNvSpPr/>
            <p:nvPr/>
          </p:nvSpPr>
          <p:spPr>
            <a:xfrm>
              <a:off x="13175805" y="6745804"/>
              <a:ext cx="2319" cy="905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2" name="rc3732"/>
            <p:cNvSpPr/>
            <p:nvPr/>
          </p:nvSpPr>
          <p:spPr>
            <a:xfrm>
              <a:off x="13178383" y="6772394"/>
              <a:ext cx="2319" cy="639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3" name="rc3733"/>
            <p:cNvSpPr/>
            <p:nvPr/>
          </p:nvSpPr>
          <p:spPr>
            <a:xfrm>
              <a:off x="13180961" y="6771932"/>
              <a:ext cx="2319" cy="644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4" name="rc3734"/>
            <p:cNvSpPr/>
            <p:nvPr/>
          </p:nvSpPr>
          <p:spPr>
            <a:xfrm>
              <a:off x="13183538" y="6309352"/>
              <a:ext cx="2319" cy="5270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5" name="rc3735"/>
            <p:cNvSpPr/>
            <p:nvPr/>
          </p:nvSpPr>
          <p:spPr>
            <a:xfrm>
              <a:off x="13186116" y="6771004"/>
              <a:ext cx="2319" cy="653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6" name="rc3736"/>
            <p:cNvSpPr/>
            <p:nvPr/>
          </p:nvSpPr>
          <p:spPr>
            <a:xfrm>
              <a:off x="13188694" y="6747980"/>
              <a:ext cx="2319" cy="883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7" name="rc3737"/>
            <p:cNvSpPr/>
            <p:nvPr/>
          </p:nvSpPr>
          <p:spPr>
            <a:xfrm>
              <a:off x="13191272" y="6772418"/>
              <a:ext cx="2319" cy="639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8" name="rc3738"/>
            <p:cNvSpPr/>
            <p:nvPr/>
          </p:nvSpPr>
          <p:spPr>
            <a:xfrm>
              <a:off x="13193849" y="6638169"/>
              <a:ext cx="2319" cy="1981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9" name="rc3739"/>
            <p:cNvSpPr/>
            <p:nvPr/>
          </p:nvSpPr>
          <p:spPr>
            <a:xfrm>
              <a:off x="13196427" y="6766964"/>
              <a:ext cx="2319" cy="693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0" name="rc3740"/>
            <p:cNvSpPr/>
            <p:nvPr/>
          </p:nvSpPr>
          <p:spPr>
            <a:xfrm>
              <a:off x="13199005" y="6771188"/>
              <a:ext cx="2319" cy="651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1" name="rc3741"/>
            <p:cNvSpPr/>
            <p:nvPr/>
          </p:nvSpPr>
          <p:spPr>
            <a:xfrm>
              <a:off x="13201583" y="6766831"/>
              <a:ext cx="2319" cy="695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2" name="rc3742"/>
            <p:cNvSpPr/>
            <p:nvPr/>
          </p:nvSpPr>
          <p:spPr>
            <a:xfrm>
              <a:off x="13204160" y="6746118"/>
              <a:ext cx="2319" cy="902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3" name="rc3743"/>
            <p:cNvSpPr/>
            <p:nvPr/>
          </p:nvSpPr>
          <p:spPr>
            <a:xfrm>
              <a:off x="13206738" y="6719175"/>
              <a:ext cx="2319" cy="1171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4" name="rc3744"/>
            <p:cNvSpPr/>
            <p:nvPr/>
          </p:nvSpPr>
          <p:spPr>
            <a:xfrm>
              <a:off x="13209316" y="6771431"/>
              <a:ext cx="2319" cy="649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5" name="rc3745"/>
            <p:cNvSpPr/>
            <p:nvPr/>
          </p:nvSpPr>
          <p:spPr>
            <a:xfrm>
              <a:off x="13211894" y="6272832"/>
              <a:ext cx="2319" cy="5635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6" name="rc3746"/>
            <p:cNvSpPr/>
            <p:nvPr/>
          </p:nvSpPr>
          <p:spPr>
            <a:xfrm>
              <a:off x="13214471" y="6756299"/>
              <a:ext cx="2319" cy="800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7" name="rc3747"/>
            <p:cNvSpPr/>
            <p:nvPr/>
          </p:nvSpPr>
          <p:spPr>
            <a:xfrm>
              <a:off x="13217049" y="6538517"/>
              <a:ext cx="2319" cy="2978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8" name="rc3748"/>
            <p:cNvSpPr/>
            <p:nvPr/>
          </p:nvSpPr>
          <p:spPr>
            <a:xfrm>
              <a:off x="13219627" y="6767479"/>
              <a:ext cx="2319" cy="688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9" name="rc3749"/>
            <p:cNvSpPr/>
            <p:nvPr/>
          </p:nvSpPr>
          <p:spPr>
            <a:xfrm>
              <a:off x="13222205" y="6234472"/>
              <a:ext cx="2319" cy="6018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0" name="rc3750"/>
            <p:cNvSpPr/>
            <p:nvPr/>
          </p:nvSpPr>
          <p:spPr>
            <a:xfrm>
              <a:off x="13224782" y="6469265"/>
              <a:ext cx="2319" cy="3670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1" name="rc3751"/>
            <p:cNvSpPr/>
            <p:nvPr/>
          </p:nvSpPr>
          <p:spPr>
            <a:xfrm>
              <a:off x="13227360" y="6460242"/>
              <a:ext cx="2319" cy="3761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2" name="rc3752"/>
            <p:cNvSpPr/>
            <p:nvPr/>
          </p:nvSpPr>
          <p:spPr>
            <a:xfrm>
              <a:off x="13229938" y="6376546"/>
              <a:ext cx="2319" cy="4598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3" name="rc3753"/>
            <p:cNvSpPr/>
            <p:nvPr/>
          </p:nvSpPr>
          <p:spPr>
            <a:xfrm>
              <a:off x="13232516" y="6757551"/>
              <a:ext cx="2319" cy="788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4" name="rc3754"/>
            <p:cNvSpPr/>
            <p:nvPr/>
          </p:nvSpPr>
          <p:spPr>
            <a:xfrm>
              <a:off x="13235093" y="6765877"/>
              <a:ext cx="2319" cy="704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5" name="rc3755"/>
            <p:cNvSpPr/>
            <p:nvPr/>
          </p:nvSpPr>
          <p:spPr>
            <a:xfrm>
              <a:off x="13237671" y="6767006"/>
              <a:ext cx="2319" cy="693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6" name="rc3756"/>
            <p:cNvSpPr/>
            <p:nvPr/>
          </p:nvSpPr>
          <p:spPr>
            <a:xfrm>
              <a:off x="13240249" y="6320139"/>
              <a:ext cx="2319" cy="5162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7" name="rc3757"/>
            <p:cNvSpPr/>
            <p:nvPr/>
          </p:nvSpPr>
          <p:spPr>
            <a:xfrm>
              <a:off x="13242827" y="5669174"/>
              <a:ext cx="2319" cy="11671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8" name="rc3758"/>
            <p:cNvSpPr/>
            <p:nvPr/>
          </p:nvSpPr>
          <p:spPr>
            <a:xfrm>
              <a:off x="13245405" y="6317509"/>
              <a:ext cx="2319" cy="5188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9" name="rc3759"/>
            <p:cNvSpPr/>
            <p:nvPr/>
          </p:nvSpPr>
          <p:spPr>
            <a:xfrm>
              <a:off x="13247982" y="6308120"/>
              <a:ext cx="2319" cy="5282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0" name="rc3760"/>
            <p:cNvSpPr/>
            <p:nvPr/>
          </p:nvSpPr>
          <p:spPr>
            <a:xfrm>
              <a:off x="13250560" y="6509557"/>
              <a:ext cx="2319" cy="3268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1" name="rc3761"/>
            <p:cNvSpPr/>
            <p:nvPr/>
          </p:nvSpPr>
          <p:spPr>
            <a:xfrm>
              <a:off x="13253138" y="6363603"/>
              <a:ext cx="2319" cy="4727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2" name="rc3762"/>
            <p:cNvSpPr/>
            <p:nvPr/>
          </p:nvSpPr>
          <p:spPr>
            <a:xfrm>
              <a:off x="13255716" y="6081508"/>
              <a:ext cx="2319" cy="7548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3" name="rc3763"/>
            <p:cNvSpPr/>
            <p:nvPr/>
          </p:nvSpPr>
          <p:spPr>
            <a:xfrm>
              <a:off x="13258293" y="4047577"/>
              <a:ext cx="2319" cy="27887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4" name="rc3764"/>
            <p:cNvSpPr/>
            <p:nvPr/>
          </p:nvSpPr>
          <p:spPr>
            <a:xfrm>
              <a:off x="13260871" y="5728350"/>
              <a:ext cx="2319" cy="11080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5" name="rc3765"/>
            <p:cNvSpPr/>
            <p:nvPr/>
          </p:nvSpPr>
          <p:spPr>
            <a:xfrm>
              <a:off x="13263449" y="6173646"/>
              <a:ext cx="2319" cy="6627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6" name="rc3766"/>
            <p:cNvSpPr/>
            <p:nvPr/>
          </p:nvSpPr>
          <p:spPr>
            <a:xfrm>
              <a:off x="13266027" y="5647832"/>
              <a:ext cx="2319" cy="11885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7" name="rc3767"/>
            <p:cNvSpPr/>
            <p:nvPr/>
          </p:nvSpPr>
          <p:spPr>
            <a:xfrm>
              <a:off x="13268604" y="6583144"/>
              <a:ext cx="2319" cy="2532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8" name="rc3768"/>
            <p:cNvSpPr/>
            <p:nvPr/>
          </p:nvSpPr>
          <p:spPr>
            <a:xfrm>
              <a:off x="13271182" y="6231227"/>
              <a:ext cx="2319" cy="6051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9" name="rc3769"/>
            <p:cNvSpPr/>
            <p:nvPr/>
          </p:nvSpPr>
          <p:spPr>
            <a:xfrm>
              <a:off x="13273760" y="5805595"/>
              <a:ext cx="2319" cy="10307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0" name="rc3770"/>
            <p:cNvSpPr/>
            <p:nvPr/>
          </p:nvSpPr>
          <p:spPr>
            <a:xfrm>
              <a:off x="13276338" y="5791240"/>
              <a:ext cx="2319" cy="10451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1" name="rc3771"/>
            <p:cNvSpPr/>
            <p:nvPr/>
          </p:nvSpPr>
          <p:spPr>
            <a:xfrm>
              <a:off x="13278915" y="6191923"/>
              <a:ext cx="2319" cy="6444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2" name="rc3772"/>
            <p:cNvSpPr/>
            <p:nvPr/>
          </p:nvSpPr>
          <p:spPr>
            <a:xfrm>
              <a:off x="13281493" y="6265436"/>
              <a:ext cx="2319" cy="5709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3" name="rc3773"/>
            <p:cNvSpPr/>
            <p:nvPr/>
          </p:nvSpPr>
          <p:spPr>
            <a:xfrm>
              <a:off x="13284071" y="5216745"/>
              <a:ext cx="2319" cy="16196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4" name="rc3774"/>
            <p:cNvSpPr/>
            <p:nvPr/>
          </p:nvSpPr>
          <p:spPr>
            <a:xfrm>
              <a:off x="13286649" y="6472743"/>
              <a:ext cx="2319" cy="3636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5" name="rc3775"/>
            <p:cNvSpPr/>
            <p:nvPr/>
          </p:nvSpPr>
          <p:spPr>
            <a:xfrm>
              <a:off x="13289226" y="5932620"/>
              <a:ext cx="2319" cy="9037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6" name="rc3776"/>
            <p:cNvSpPr/>
            <p:nvPr/>
          </p:nvSpPr>
          <p:spPr>
            <a:xfrm>
              <a:off x="13291804" y="6587504"/>
              <a:ext cx="2319" cy="2488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7" name="rc3777"/>
            <p:cNvSpPr/>
            <p:nvPr/>
          </p:nvSpPr>
          <p:spPr>
            <a:xfrm>
              <a:off x="13294382" y="6772613"/>
              <a:ext cx="2319" cy="637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8" name="rc3778"/>
            <p:cNvSpPr/>
            <p:nvPr/>
          </p:nvSpPr>
          <p:spPr>
            <a:xfrm>
              <a:off x="13296960" y="6335028"/>
              <a:ext cx="2319" cy="5013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9" name="rc3779"/>
            <p:cNvSpPr/>
            <p:nvPr/>
          </p:nvSpPr>
          <p:spPr>
            <a:xfrm>
              <a:off x="13299537" y="6748531"/>
              <a:ext cx="2319" cy="878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0" name="rc3780"/>
            <p:cNvSpPr/>
            <p:nvPr/>
          </p:nvSpPr>
          <p:spPr>
            <a:xfrm>
              <a:off x="13302115" y="6368685"/>
              <a:ext cx="2319" cy="4676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1" name="rc3781"/>
            <p:cNvSpPr/>
            <p:nvPr/>
          </p:nvSpPr>
          <p:spPr>
            <a:xfrm>
              <a:off x="13304693" y="6548334"/>
              <a:ext cx="2319" cy="2880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2" name="rc3782"/>
            <p:cNvSpPr/>
            <p:nvPr/>
          </p:nvSpPr>
          <p:spPr>
            <a:xfrm>
              <a:off x="13307271" y="6316619"/>
              <a:ext cx="2319" cy="5197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3" name="rc3783"/>
            <p:cNvSpPr/>
            <p:nvPr/>
          </p:nvSpPr>
          <p:spPr>
            <a:xfrm>
              <a:off x="13309848" y="6559031"/>
              <a:ext cx="2319" cy="2773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4" name="rc3784"/>
            <p:cNvSpPr/>
            <p:nvPr/>
          </p:nvSpPr>
          <p:spPr>
            <a:xfrm>
              <a:off x="13312426" y="6590566"/>
              <a:ext cx="2319" cy="2457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5" name="rc3785"/>
            <p:cNvSpPr/>
            <p:nvPr/>
          </p:nvSpPr>
          <p:spPr>
            <a:xfrm>
              <a:off x="13315004" y="6517371"/>
              <a:ext cx="2319" cy="3189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6" name="rc3786"/>
            <p:cNvSpPr/>
            <p:nvPr/>
          </p:nvSpPr>
          <p:spPr>
            <a:xfrm>
              <a:off x="13317582" y="6095851"/>
              <a:ext cx="2319" cy="7405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7" name="rc3787"/>
            <p:cNvSpPr/>
            <p:nvPr/>
          </p:nvSpPr>
          <p:spPr>
            <a:xfrm>
              <a:off x="13320159" y="6765343"/>
              <a:ext cx="2319" cy="710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8" name="rc3788"/>
            <p:cNvSpPr/>
            <p:nvPr/>
          </p:nvSpPr>
          <p:spPr>
            <a:xfrm>
              <a:off x="13322737" y="6354124"/>
              <a:ext cx="2319" cy="4822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9" name="rc3789"/>
            <p:cNvSpPr/>
            <p:nvPr/>
          </p:nvSpPr>
          <p:spPr>
            <a:xfrm>
              <a:off x="13325315" y="6468090"/>
              <a:ext cx="2319" cy="3682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0" name="rc3790"/>
            <p:cNvSpPr/>
            <p:nvPr/>
          </p:nvSpPr>
          <p:spPr>
            <a:xfrm>
              <a:off x="13327893" y="6204033"/>
              <a:ext cx="2319" cy="6323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1" name="rc3791"/>
            <p:cNvSpPr/>
            <p:nvPr/>
          </p:nvSpPr>
          <p:spPr>
            <a:xfrm>
              <a:off x="13330471" y="5850613"/>
              <a:ext cx="2319" cy="9857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2" name="rc3792"/>
            <p:cNvSpPr/>
            <p:nvPr/>
          </p:nvSpPr>
          <p:spPr>
            <a:xfrm>
              <a:off x="13333048" y="6104230"/>
              <a:ext cx="2319" cy="7321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3" name="rc3793"/>
            <p:cNvSpPr/>
            <p:nvPr/>
          </p:nvSpPr>
          <p:spPr>
            <a:xfrm>
              <a:off x="13335626" y="6683379"/>
              <a:ext cx="2319" cy="1529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4" name="rc3794"/>
            <p:cNvSpPr/>
            <p:nvPr/>
          </p:nvSpPr>
          <p:spPr>
            <a:xfrm>
              <a:off x="13338204" y="6324978"/>
              <a:ext cx="2319" cy="5113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5" name="rc3795"/>
            <p:cNvSpPr/>
            <p:nvPr/>
          </p:nvSpPr>
          <p:spPr>
            <a:xfrm>
              <a:off x="13340782" y="6606311"/>
              <a:ext cx="2319" cy="2300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6" name="rc3796"/>
            <p:cNvSpPr/>
            <p:nvPr/>
          </p:nvSpPr>
          <p:spPr>
            <a:xfrm>
              <a:off x="13343359" y="5869725"/>
              <a:ext cx="2319" cy="9666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7" name="rc3797"/>
            <p:cNvSpPr/>
            <p:nvPr/>
          </p:nvSpPr>
          <p:spPr>
            <a:xfrm>
              <a:off x="13345937" y="6676990"/>
              <a:ext cx="2319" cy="1593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8" name="rc3798"/>
            <p:cNvSpPr/>
            <p:nvPr/>
          </p:nvSpPr>
          <p:spPr>
            <a:xfrm>
              <a:off x="13348515" y="6522129"/>
              <a:ext cx="2319" cy="3142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9" name="rc3799"/>
            <p:cNvSpPr/>
            <p:nvPr/>
          </p:nvSpPr>
          <p:spPr>
            <a:xfrm>
              <a:off x="13351093" y="6603743"/>
              <a:ext cx="2319" cy="2326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0" name="rc3800"/>
            <p:cNvSpPr/>
            <p:nvPr/>
          </p:nvSpPr>
          <p:spPr>
            <a:xfrm>
              <a:off x="13353670" y="6603086"/>
              <a:ext cx="2319" cy="2332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1" name="rc3801"/>
            <p:cNvSpPr/>
            <p:nvPr/>
          </p:nvSpPr>
          <p:spPr>
            <a:xfrm>
              <a:off x="13356248" y="6377212"/>
              <a:ext cx="2319" cy="4591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2" name="rc3802"/>
            <p:cNvSpPr/>
            <p:nvPr/>
          </p:nvSpPr>
          <p:spPr>
            <a:xfrm>
              <a:off x="13358826" y="6382938"/>
              <a:ext cx="2319" cy="4534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3" name="rc3803"/>
            <p:cNvSpPr/>
            <p:nvPr/>
          </p:nvSpPr>
          <p:spPr>
            <a:xfrm>
              <a:off x="13361404" y="6582326"/>
              <a:ext cx="2319" cy="2540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4" name="rc3804"/>
            <p:cNvSpPr/>
            <p:nvPr/>
          </p:nvSpPr>
          <p:spPr>
            <a:xfrm>
              <a:off x="13363981" y="6341724"/>
              <a:ext cx="2319" cy="4946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5" name="rc3805"/>
            <p:cNvSpPr/>
            <p:nvPr/>
          </p:nvSpPr>
          <p:spPr>
            <a:xfrm>
              <a:off x="13366559" y="6491788"/>
              <a:ext cx="2319" cy="3445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6" name="rc3806"/>
            <p:cNvSpPr/>
            <p:nvPr/>
          </p:nvSpPr>
          <p:spPr>
            <a:xfrm>
              <a:off x="13369137" y="6529493"/>
              <a:ext cx="2319" cy="3068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7" name="rc3807"/>
            <p:cNvSpPr/>
            <p:nvPr/>
          </p:nvSpPr>
          <p:spPr>
            <a:xfrm>
              <a:off x="13371715" y="6605906"/>
              <a:ext cx="2319" cy="2304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8" name="rc3808"/>
            <p:cNvSpPr/>
            <p:nvPr/>
          </p:nvSpPr>
          <p:spPr>
            <a:xfrm>
              <a:off x="13374292" y="6684069"/>
              <a:ext cx="2319" cy="1522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9" name="rc3809"/>
            <p:cNvSpPr/>
            <p:nvPr/>
          </p:nvSpPr>
          <p:spPr>
            <a:xfrm>
              <a:off x="13376870" y="6699416"/>
              <a:ext cx="2319" cy="1369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0" name="rc3810"/>
            <p:cNvSpPr/>
            <p:nvPr/>
          </p:nvSpPr>
          <p:spPr>
            <a:xfrm>
              <a:off x="13379448" y="6562900"/>
              <a:ext cx="2319" cy="2734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1" name="rc3811"/>
            <p:cNvSpPr/>
            <p:nvPr/>
          </p:nvSpPr>
          <p:spPr>
            <a:xfrm>
              <a:off x="13382026" y="6745161"/>
              <a:ext cx="2319" cy="912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2" name="rc3812"/>
            <p:cNvSpPr/>
            <p:nvPr/>
          </p:nvSpPr>
          <p:spPr>
            <a:xfrm>
              <a:off x="13384603" y="6277705"/>
              <a:ext cx="2319" cy="5586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3" name="rc3813"/>
            <p:cNvSpPr/>
            <p:nvPr/>
          </p:nvSpPr>
          <p:spPr>
            <a:xfrm>
              <a:off x="13387181" y="5185597"/>
              <a:ext cx="2319" cy="16507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4" name="rc3814"/>
            <p:cNvSpPr/>
            <p:nvPr/>
          </p:nvSpPr>
          <p:spPr>
            <a:xfrm>
              <a:off x="13389759" y="6281855"/>
              <a:ext cx="2319" cy="5545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5" name="rc3815"/>
            <p:cNvSpPr/>
            <p:nvPr/>
          </p:nvSpPr>
          <p:spPr>
            <a:xfrm>
              <a:off x="13392337" y="6418983"/>
              <a:ext cx="2319" cy="4173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6" name="rc3816"/>
            <p:cNvSpPr/>
            <p:nvPr/>
          </p:nvSpPr>
          <p:spPr>
            <a:xfrm>
              <a:off x="13394914" y="6545229"/>
              <a:ext cx="2319" cy="2911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7" name="rc3817"/>
            <p:cNvSpPr/>
            <p:nvPr/>
          </p:nvSpPr>
          <p:spPr>
            <a:xfrm>
              <a:off x="13397492" y="6605493"/>
              <a:ext cx="2319" cy="2308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8" name="rc3818"/>
            <p:cNvSpPr/>
            <p:nvPr/>
          </p:nvSpPr>
          <p:spPr>
            <a:xfrm>
              <a:off x="13400070" y="5770075"/>
              <a:ext cx="2319" cy="10662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9" name="rc3819"/>
            <p:cNvSpPr/>
            <p:nvPr/>
          </p:nvSpPr>
          <p:spPr>
            <a:xfrm>
              <a:off x="13402648" y="5614729"/>
              <a:ext cx="2319" cy="12216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0" name="rc3820"/>
            <p:cNvSpPr/>
            <p:nvPr/>
          </p:nvSpPr>
          <p:spPr>
            <a:xfrm>
              <a:off x="13405225" y="6442121"/>
              <a:ext cx="2319" cy="3942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1" name="rc3821"/>
            <p:cNvSpPr/>
            <p:nvPr/>
          </p:nvSpPr>
          <p:spPr>
            <a:xfrm>
              <a:off x="13407803" y="5888239"/>
              <a:ext cx="2319" cy="9481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2" name="rc3822"/>
            <p:cNvSpPr/>
            <p:nvPr/>
          </p:nvSpPr>
          <p:spPr>
            <a:xfrm>
              <a:off x="13410381" y="6766183"/>
              <a:ext cx="2319" cy="701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3" name="rc3823"/>
            <p:cNvSpPr/>
            <p:nvPr/>
          </p:nvSpPr>
          <p:spPr>
            <a:xfrm>
              <a:off x="13412959" y="6772619"/>
              <a:ext cx="2319" cy="637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4" name="rc3824"/>
            <p:cNvSpPr/>
            <p:nvPr/>
          </p:nvSpPr>
          <p:spPr>
            <a:xfrm>
              <a:off x="13415537" y="6329577"/>
              <a:ext cx="2319" cy="5067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10013167" y="4985650"/>
              <a:ext cx="3566817" cy="0"/>
            </a:xfrm>
            <a:custGeom>
              <a:avLst/>
              <a:pathLst>
                <a:path w="3566817" h="0">
                  <a:moveTo>
                    <a:pt x="0" y="0"/>
                  </a:moveTo>
                  <a:lnTo>
                    <a:pt x="3566817" y="0"/>
                  </a:lnTo>
                  <a:lnTo>
                    <a:pt x="3566817" y="0"/>
                  </a:lnTo>
                </a:path>
              </a:pathLst>
            </a:custGeom>
            <a:ln w="12934" cap="flat">
              <a:solidFill>
                <a:srgbClr val="B3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10013167" y="3381976"/>
              <a:ext cx="0" cy="3618881"/>
            </a:xfrm>
            <a:custGeom>
              <a:avLst/>
              <a:pathLst>
                <a:path w="0" h="3618881">
                  <a:moveTo>
                    <a:pt x="0" y="3618881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tx3827"/>
            <p:cNvSpPr/>
            <p:nvPr/>
          </p:nvSpPr>
          <p:spPr>
            <a:xfrm>
              <a:off x="9686423" y="6796566"/>
              <a:ext cx="26696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3828" name="tx3828"/>
            <p:cNvSpPr/>
            <p:nvPr/>
          </p:nvSpPr>
          <p:spPr>
            <a:xfrm>
              <a:off x="9686423" y="5632468"/>
              <a:ext cx="26696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0.002</a:t>
              </a:r>
            </a:p>
          </p:txBody>
        </p:sp>
        <p:sp>
          <p:nvSpPr>
            <p:cNvPr id="3829" name="tx3829"/>
            <p:cNvSpPr/>
            <p:nvPr/>
          </p:nvSpPr>
          <p:spPr>
            <a:xfrm>
              <a:off x="9686423" y="4468369"/>
              <a:ext cx="26696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0.004</a:t>
              </a:r>
            </a:p>
          </p:txBody>
        </p:sp>
        <p:sp>
          <p:nvSpPr>
            <p:cNvPr id="3830" name="pl3830"/>
            <p:cNvSpPr/>
            <p:nvPr/>
          </p:nvSpPr>
          <p:spPr>
            <a:xfrm>
              <a:off x="9979954" y="6836363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9979954" y="567226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9979954" y="450816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10013167" y="7000857"/>
              <a:ext cx="3566817" cy="0"/>
            </a:xfrm>
            <a:custGeom>
              <a:avLst/>
              <a:pathLst>
                <a:path w="3566817" h="0">
                  <a:moveTo>
                    <a:pt x="0" y="0"/>
                  </a:moveTo>
                  <a:lnTo>
                    <a:pt x="3566817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10173878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11204981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12236084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13267187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tx3838"/>
            <p:cNvSpPr/>
            <p:nvPr/>
          </p:nvSpPr>
          <p:spPr>
            <a:xfrm>
              <a:off x="10144212" y="7059026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39" name="tx3839"/>
            <p:cNvSpPr/>
            <p:nvPr/>
          </p:nvSpPr>
          <p:spPr>
            <a:xfrm>
              <a:off x="11115985" y="7059026"/>
              <a:ext cx="17799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3840" name="tx3840"/>
            <p:cNvSpPr/>
            <p:nvPr/>
          </p:nvSpPr>
          <p:spPr>
            <a:xfrm>
              <a:off x="12147088" y="7059026"/>
              <a:ext cx="17799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800</a:t>
              </a:r>
            </a:p>
          </p:txBody>
        </p:sp>
        <p:sp>
          <p:nvSpPr>
            <p:cNvPr id="3841" name="tx3841"/>
            <p:cNvSpPr/>
            <p:nvPr/>
          </p:nvSpPr>
          <p:spPr>
            <a:xfrm>
              <a:off x="13148526" y="7059026"/>
              <a:ext cx="237321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1200</a:t>
              </a:r>
            </a:p>
          </p:txBody>
        </p:sp>
        <p:sp>
          <p:nvSpPr>
            <p:cNvPr id="3842" name="tx3842"/>
            <p:cNvSpPr/>
            <p:nvPr/>
          </p:nvSpPr>
          <p:spPr>
            <a:xfrm>
              <a:off x="11351859" y="7164735"/>
              <a:ext cx="889434" cy="123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Species index</a:t>
              </a:r>
            </a:p>
          </p:txBody>
        </p:sp>
        <p:sp>
          <p:nvSpPr>
            <p:cNvPr id="3843" name="tx3843"/>
            <p:cNvSpPr/>
            <p:nvPr/>
          </p:nvSpPr>
          <p:spPr>
            <a:xfrm rot="-5400000">
              <a:off x="9067135" y="5142062"/>
              <a:ext cx="1017314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Cook's distance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2026-03-22T11:56:33Z</dcterms:modified>
</cp:coreProperties>
</file>