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640" y="1417162"/>
            <a:ext cx="11704320" cy="7863840"/>
            <a:chOff x="1691640" y="1417162"/>
            <a:chExt cx="11704320" cy="7863840"/>
          </a:xfrm>
        </p:grpSpPr>
        <p:sp>
          <p:nvSpPr>
            <p:cNvPr id="3" name="rc3"/>
            <p:cNvSpPr/>
            <p:nvPr/>
          </p:nvSpPr>
          <p:spPr>
            <a:xfrm>
              <a:off x="1691639" y="1417161"/>
              <a:ext cx="11704319" cy="78638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639" y="1417161"/>
              <a:ext cx="11704319" cy="78638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61229" y="1486750"/>
              <a:ext cx="5778577" cy="40329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7539806" y="1486750"/>
              <a:ext cx="5786564" cy="40329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303386" y="2378713"/>
              <a:ext cx="2432897" cy="11645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413972" y="2431648"/>
              <a:ext cx="122873" cy="1058695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536846" y="3269781"/>
              <a:ext cx="122873" cy="220561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659719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782593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905466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028340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151214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74087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396961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519834" y="3446231"/>
              <a:ext cx="122873" cy="44112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642708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765581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888455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011329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134202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257076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379949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502823" y="3446231"/>
              <a:ext cx="122873" cy="44112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303386" y="3973397"/>
              <a:ext cx="2432897" cy="11645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413972" y="5031422"/>
              <a:ext cx="122873" cy="53604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536846" y="4629386"/>
              <a:ext cx="122873" cy="455640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659719" y="4240751"/>
              <a:ext cx="122873" cy="844275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782593" y="4026332"/>
              <a:ext cx="122873" cy="1058695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905466" y="4100039"/>
              <a:ext cx="122873" cy="984988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028340" y="4361362"/>
              <a:ext cx="122873" cy="723665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151214" y="4287655"/>
              <a:ext cx="122873" cy="797371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274087" y="4287655"/>
              <a:ext cx="122873" cy="797371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396961" y="4535578"/>
              <a:ext cx="122873" cy="549449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519834" y="4636087"/>
              <a:ext cx="122873" cy="448940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642708" y="4756698"/>
              <a:ext cx="122873" cy="328329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765581" y="4689692"/>
              <a:ext cx="122873" cy="395335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888455" y="4723195"/>
              <a:ext cx="122873" cy="361832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4011329" y="4857207"/>
              <a:ext cx="122873" cy="227820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4134202" y="4857207"/>
              <a:ext cx="122873" cy="227820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4257076" y="5004620"/>
              <a:ext cx="122873" cy="80407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4379949" y="5038123"/>
              <a:ext cx="122873" cy="46904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502823" y="5038123"/>
              <a:ext cx="122873" cy="46904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5040483" y="2378713"/>
              <a:ext cx="2432897" cy="11645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5151069" y="3278604"/>
              <a:ext cx="122873" cy="211739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5273943" y="3278604"/>
              <a:ext cx="122873" cy="211739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5396816" y="3066865"/>
              <a:ext cx="122873" cy="423478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5519690" y="2643387"/>
              <a:ext cx="122873" cy="846956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5642564" y="3278604"/>
              <a:ext cx="122873" cy="211739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5765437" y="3066865"/>
              <a:ext cx="122873" cy="423478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888311" y="2431648"/>
              <a:ext cx="122873" cy="1058695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6011184" y="2431648"/>
              <a:ext cx="122873" cy="1058695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6134058" y="2855126"/>
              <a:ext cx="122873" cy="635217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6256932" y="3066865"/>
              <a:ext cx="122873" cy="423478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6379805" y="3278604"/>
              <a:ext cx="122873" cy="211739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6502679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6625552" y="3278604"/>
              <a:ext cx="122873" cy="211739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6748426" y="3278604"/>
              <a:ext cx="122873" cy="211739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871299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994173" y="3278604"/>
              <a:ext cx="122873" cy="211739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7117047" y="3490343"/>
              <a:ext cx="122873" cy="0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7239920" y="3278604"/>
              <a:ext cx="122873" cy="211739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5040483" y="3973397"/>
              <a:ext cx="2432897" cy="11645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5151069" y="4026332"/>
              <a:ext cx="122873" cy="1058695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5273943" y="4059269"/>
              <a:ext cx="122873" cy="1025757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5396816" y="4426283"/>
              <a:ext cx="122873" cy="658743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5519690" y="4689781"/>
              <a:ext cx="122873" cy="395246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5642564" y="4802708"/>
              <a:ext cx="122873" cy="282318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5765437" y="4830940"/>
              <a:ext cx="122873" cy="254086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5888311" y="4877993"/>
              <a:ext cx="122873" cy="207033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6011184" y="4915636"/>
              <a:ext cx="122873" cy="169391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6134058" y="4915636"/>
              <a:ext cx="122873" cy="169391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6256932" y="4901520"/>
              <a:ext cx="122873" cy="183507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6379805" y="4901520"/>
              <a:ext cx="122873" cy="183507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6502679" y="4967394"/>
              <a:ext cx="122873" cy="117632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6625552" y="4962689"/>
              <a:ext cx="122873" cy="122338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6748426" y="4915636"/>
              <a:ext cx="122873" cy="169391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6871299" y="4976805"/>
              <a:ext cx="122873" cy="108222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6994173" y="4873288"/>
              <a:ext cx="122873" cy="211739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7117047" y="4798003"/>
              <a:ext cx="122873" cy="287024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7239920" y="4769771"/>
              <a:ext cx="122873" cy="315255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2303386" y="3768301"/>
              <a:ext cx="2432897" cy="205095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3069283" y="3809904"/>
              <a:ext cx="901102" cy="99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Log10 body mass</a:t>
              </a:r>
            </a:p>
          </p:txBody>
        </p:sp>
        <p:sp>
          <p:nvSpPr>
            <p:cNvPr id="85" name="rc85"/>
            <p:cNvSpPr/>
            <p:nvPr/>
          </p:nvSpPr>
          <p:spPr>
            <a:xfrm>
              <a:off x="5040483" y="3768301"/>
              <a:ext cx="2432897" cy="205095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5675947" y="3808914"/>
              <a:ext cx="1161968" cy="10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Range size (provinces)</a:t>
              </a:r>
            </a:p>
          </p:txBody>
        </p:sp>
        <p:sp>
          <p:nvSpPr>
            <p:cNvPr id="87" name="pl87"/>
            <p:cNvSpPr/>
            <p:nvPr/>
          </p:nvSpPr>
          <p:spPr>
            <a:xfrm>
              <a:off x="2303386" y="3543278"/>
              <a:ext cx="2432897" cy="0"/>
            </a:xfrm>
            <a:custGeom>
              <a:avLst/>
              <a:pathLst>
                <a:path w="2432897" h="0">
                  <a:moveTo>
                    <a:pt x="0" y="0"/>
                  </a:moveTo>
                  <a:lnTo>
                    <a:pt x="2432897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474190" y="3543278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994843" y="3543278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515496" y="3543278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036150" y="3543278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556803" y="3543278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2444525" y="3601446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846517" y="3601446"/>
              <a:ext cx="296651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10000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367171" y="3601446"/>
              <a:ext cx="296651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20000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3887824" y="3601394"/>
              <a:ext cx="296651" cy="78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30000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4408477" y="3601446"/>
              <a:ext cx="296651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40000</a:t>
              </a:r>
            </a:p>
          </p:txBody>
        </p:sp>
        <p:sp>
          <p:nvSpPr>
            <p:cNvPr id="98" name="pl98"/>
            <p:cNvSpPr/>
            <p:nvPr/>
          </p:nvSpPr>
          <p:spPr>
            <a:xfrm>
              <a:off x="5040483" y="3543278"/>
              <a:ext cx="2432897" cy="0"/>
            </a:xfrm>
            <a:custGeom>
              <a:avLst/>
              <a:pathLst>
                <a:path w="2432897" h="0">
                  <a:moveTo>
                    <a:pt x="0" y="0"/>
                  </a:moveTo>
                  <a:lnTo>
                    <a:pt x="2432897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586493" y="3543278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48299" y="3543278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7310104" y="3543278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5556828" y="3602748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6418634" y="3603061"/>
              <a:ext cx="59330" cy="76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280439" y="3601446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5" name="pl105"/>
            <p:cNvSpPr/>
            <p:nvPr/>
          </p:nvSpPr>
          <p:spPr>
            <a:xfrm>
              <a:off x="5040483" y="2378713"/>
              <a:ext cx="0" cy="1164564"/>
            </a:xfrm>
            <a:custGeom>
              <a:avLst/>
              <a:pathLst>
                <a:path w="0" h="1164564">
                  <a:moveTo>
                    <a:pt x="0" y="1164564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tx106"/>
            <p:cNvSpPr/>
            <p:nvPr/>
          </p:nvSpPr>
          <p:spPr>
            <a:xfrm>
              <a:off x="4921369" y="3450546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921369" y="3240110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4921369" y="3028371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4921369" y="2815277"/>
              <a:ext cx="59330" cy="78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4921369" y="2605205"/>
              <a:ext cx="59330" cy="76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4921369" y="2393206"/>
              <a:ext cx="59330" cy="766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12" name="pl112"/>
            <p:cNvSpPr/>
            <p:nvPr/>
          </p:nvSpPr>
          <p:spPr>
            <a:xfrm>
              <a:off x="5007270" y="3490343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007270" y="3278604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007270" y="3066865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007270" y="2855126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007270" y="2643387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007270" y="2431648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040483" y="3973397"/>
              <a:ext cx="0" cy="1164564"/>
            </a:xfrm>
            <a:custGeom>
              <a:avLst/>
              <a:pathLst>
                <a:path w="0" h="1164564">
                  <a:moveTo>
                    <a:pt x="0" y="1164564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tx119"/>
            <p:cNvSpPr/>
            <p:nvPr/>
          </p:nvSpPr>
          <p:spPr>
            <a:xfrm>
              <a:off x="4921369" y="5045230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4862039" y="4809965"/>
              <a:ext cx="11866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4802709" y="4574699"/>
              <a:ext cx="17799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4802709" y="4339434"/>
              <a:ext cx="17799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4802709" y="4104168"/>
              <a:ext cx="17799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24" name="pl124"/>
            <p:cNvSpPr/>
            <p:nvPr/>
          </p:nvSpPr>
          <p:spPr>
            <a:xfrm>
              <a:off x="5007270" y="5085027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007270" y="4849762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007270" y="4614496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007270" y="4379230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007270" y="4143965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2303386" y="2173617"/>
              <a:ext cx="2432897" cy="205095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2956717" y="2214230"/>
              <a:ext cx="1126234" cy="10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Current report density</a:t>
              </a:r>
            </a:p>
          </p:txBody>
        </p:sp>
        <p:sp>
          <p:nvSpPr>
            <p:cNvPr id="131" name="rc131"/>
            <p:cNvSpPr/>
            <p:nvPr/>
          </p:nvSpPr>
          <p:spPr>
            <a:xfrm>
              <a:off x="5040483" y="2173617"/>
              <a:ext cx="2432897" cy="205095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260" cap="rnd">
              <a:solidFill>
                <a:srgbClr val="5A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tx132"/>
            <p:cNvSpPr/>
            <p:nvPr/>
          </p:nvSpPr>
          <p:spPr>
            <a:xfrm>
              <a:off x="5661154" y="2215533"/>
              <a:ext cx="1191555" cy="98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Log discovery intensity</a:t>
              </a:r>
            </a:p>
          </p:txBody>
        </p:sp>
        <p:sp>
          <p:nvSpPr>
            <p:cNvPr id="133" name="pl133"/>
            <p:cNvSpPr/>
            <p:nvPr/>
          </p:nvSpPr>
          <p:spPr>
            <a:xfrm>
              <a:off x="2303386" y="5137962"/>
              <a:ext cx="2432897" cy="0"/>
            </a:xfrm>
            <a:custGeom>
              <a:avLst/>
              <a:pathLst>
                <a:path w="2432897" h="0">
                  <a:moveTo>
                    <a:pt x="0" y="0"/>
                  </a:moveTo>
                  <a:lnTo>
                    <a:pt x="2432897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712197" y="513796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3323710" y="513796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3935224" y="513796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546737" y="513796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tx138"/>
            <p:cNvSpPr/>
            <p:nvPr/>
          </p:nvSpPr>
          <p:spPr>
            <a:xfrm>
              <a:off x="2682532" y="5197433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3294045" y="5197433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3905559" y="5196078"/>
              <a:ext cx="59330" cy="78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4517072" y="5197745"/>
              <a:ext cx="59330" cy="76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42" name="pl142"/>
            <p:cNvSpPr/>
            <p:nvPr/>
          </p:nvSpPr>
          <p:spPr>
            <a:xfrm>
              <a:off x="5040483" y="5137962"/>
              <a:ext cx="2432897" cy="0"/>
            </a:xfrm>
            <a:custGeom>
              <a:avLst/>
              <a:pathLst>
                <a:path w="2432897" h="0">
                  <a:moveTo>
                    <a:pt x="0" y="0"/>
                  </a:moveTo>
                  <a:lnTo>
                    <a:pt x="2432897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149208" y="513796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782193" y="513796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6415178" y="513796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048163" y="513796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5119542" y="5196130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722862" y="5196130"/>
              <a:ext cx="11866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355847" y="5196130"/>
              <a:ext cx="11866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988833" y="5196078"/>
              <a:ext cx="118660" cy="78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51" name="pl151"/>
            <p:cNvSpPr/>
            <p:nvPr/>
          </p:nvSpPr>
          <p:spPr>
            <a:xfrm>
              <a:off x="2303386" y="2378713"/>
              <a:ext cx="0" cy="1164564"/>
            </a:xfrm>
            <a:custGeom>
              <a:avLst/>
              <a:pathLst>
                <a:path w="0" h="1164564">
                  <a:moveTo>
                    <a:pt x="0" y="1164564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tx152"/>
            <p:cNvSpPr/>
            <p:nvPr/>
          </p:nvSpPr>
          <p:spPr>
            <a:xfrm>
              <a:off x="2184272" y="3450546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184272" y="3231339"/>
              <a:ext cx="59330" cy="766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2124942" y="3009423"/>
              <a:ext cx="11866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124942" y="2788862"/>
              <a:ext cx="11866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2124942" y="2568300"/>
              <a:ext cx="11866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2124942" y="2347739"/>
              <a:ext cx="11866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58" name="pl158"/>
            <p:cNvSpPr/>
            <p:nvPr/>
          </p:nvSpPr>
          <p:spPr>
            <a:xfrm>
              <a:off x="2270173" y="3490343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270173" y="3269781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2270173" y="3049220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270173" y="2828659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270173" y="2608097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270173" y="2387536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303386" y="3973397"/>
              <a:ext cx="0" cy="1164564"/>
            </a:xfrm>
            <a:custGeom>
              <a:avLst/>
              <a:pathLst>
                <a:path w="0" h="1164564">
                  <a:moveTo>
                    <a:pt x="0" y="1164564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5"/>
            <p:cNvSpPr/>
            <p:nvPr/>
          </p:nvSpPr>
          <p:spPr>
            <a:xfrm>
              <a:off x="2184272" y="5045230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2124942" y="4710200"/>
              <a:ext cx="11866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2065611" y="4375170"/>
              <a:ext cx="17799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2065611" y="4040140"/>
              <a:ext cx="17799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169" name="pl169"/>
            <p:cNvSpPr/>
            <p:nvPr/>
          </p:nvSpPr>
          <p:spPr>
            <a:xfrm>
              <a:off x="2270173" y="5085027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270173" y="4749997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2270173" y="4414967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2270173" y="4079937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tx173"/>
            <p:cNvSpPr/>
            <p:nvPr/>
          </p:nvSpPr>
          <p:spPr>
            <a:xfrm>
              <a:off x="4391771" y="5326517"/>
              <a:ext cx="993223" cy="987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Observed value</a:t>
              </a:r>
            </a:p>
          </p:txBody>
        </p:sp>
        <p:sp>
          <p:nvSpPr>
            <p:cNvPr id="174" name="tx174"/>
            <p:cNvSpPr/>
            <p:nvPr/>
          </p:nvSpPr>
          <p:spPr>
            <a:xfrm rot="-5400000">
              <a:off x="1605392" y="3696578"/>
              <a:ext cx="674368" cy="1235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Frequency</a:t>
              </a:r>
            </a:p>
          </p:txBody>
        </p:sp>
        <p:sp>
          <p:nvSpPr>
            <p:cNvPr id="175" name="rc175"/>
            <p:cNvSpPr/>
            <p:nvPr/>
          </p:nvSpPr>
          <p:spPr>
            <a:xfrm>
              <a:off x="4180590" y="1763474"/>
              <a:ext cx="202274" cy="202274"/>
            </a:xfrm>
            <a:prstGeom prst="rect">
              <a:avLst/>
            </a:prstGeom>
            <a:solidFill>
              <a:srgbClr val="FC8D59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4947949" y="1763474"/>
              <a:ext cx="202274" cy="202274"/>
            </a:xfrm>
            <a:prstGeom prst="rect">
              <a:avLst/>
            </a:prstGeom>
            <a:solidFill>
              <a:srgbClr val="74A9CF">
                <a:alpha val="80000"/>
              </a:srgbClr>
            </a:solidFill>
            <a:ln w="12934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tx177"/>
            <p:cNvSpPr/>
            <p:nvPr/>
          </p:nvSpPr>
          <p:spPr>
            <a:xfrm>
              <a:off x="4457881" y="1825180"/>
              <a:ext cx="415051" cy="77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Province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5225240" y="1803927"/>
              <a:ext cx="379526" cy="988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Species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827654" y="1593932"/>
              <a:ext cx="81226" cy="79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80" name="rc180"/>
            <p:cNvSpPr/>
            <p:nvPr/>
          </p:nvSpPr>
          <p:spPr>
            <a:xfrm>
              <a:off x="8089950" y="2378713"/>
              <a:ext cx="5169994" cy="27592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8653950" y="2504133"/>
              <a:ext cx="1691998" cy="2508407"/>
            </a:xfrm>
            <a:prstGeom prst="rect">
              <a:avLst/>
            </a:prstGeom>
            <a:solidFill>
              <a:srgbClr val="A1D9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11003947" y="4568958"/>
              <a:ext cx="1691998" cy="443583"/>
            </a:xfrm>
            <a:prstGeom prst="rect">
              <a:avLst/>
            </a:prstGeom>
            <a:solidFill>
              <a:srgbClr val="E34A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089950" y="2378713"/>
              <a:ext cx="0" cy="2759248"/>
            </a:xfrm>
            <a:custGeom>
              <a:avLst/>
              <a:pathLst>
                <a:path w="0" h="2759248">
                  <a:moveTo>
                    <a:pt x="0" y="2759248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7970837" y="4972745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7852176" y="4187641"/>
              <a:ext cx="17799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7852176" y="3402536"/>
              <a:ext cx="17799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7852176" y="2617432"/>
              <a:ext cx="17799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600</a:t>
              </a:r>
            </a:p>
          </p:txBody>
        </p:sp>
        <p:sp>
          <p:nvSpPr>
            <p:cNvPr id="188" name="pl188"/>
            <p:cNvSpPr/>
            <p:nvPr/>
          </p:nvSpPr>
          <p:spPr>
            <a:xfrm>
              <a:off x="8056737" y="5012541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8056737" y="4227437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8056737" y="3442333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8056737" y="2657229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8089950" y="5137962"/>
              <a:ext cx="5169994" cy="0"/>
            </a:xfrm>
            <a:custGeom>
              <a:avLst/>
              <a:pathLst>
                <a:path w="5169994" h="0">
                  <a:moveTo>
                    <a:pt x="0" y="0"/>
                  </a:moveTo>
                  <a:lnTo>
                    <a:pt x="5169994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9499949" y="513796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11849946" y="5137962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tx195"/>
            <p:cNvSpPr/>
            <p:nvPr/>
          </p:nvSpPr>
          <p:spPr>
            <a:xfrm>
              <a:off x="9330969" y="5195141"/>
              <a:ext cx="337958" cy="789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FALSE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1704746" y="5196443"/>
              <a:ext cx="290400" cy="776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TRUE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9897116" y="5300081"/>
              <a:ext cx="1555663" cy="1251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Report-count outlier flag</a:t>
              </a:r>
            </a:p>
          </p:txBody>
        </p:sp>
        <p:sp>
          <p:nvSpPr>
            <p:cNvPr id="198" name="tx198"/>
            <p:cNvSpPr/>
            <p:nvPr/>
          </p:nvSpPr>
          <p:spPr>
            <a:xfrm rot="-5400000">
              <a:off x="7121285" y="3696578"/>
              <a:ext cx="1215711" cy="1235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Province-year cells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7606232" y="1566832"/>
              <a:ext cx="89213" cy="106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200" name="rc200"/>
            <p:cNvSpPr/>
            <p:nvPr/>
          </p:nvSpPr>
          <p:spPr>
            <a:xfrm>
              <a:off x="1761229" y="5519717"/>
              <a:ext cx="5760814" cy="36916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7522043" y="5519717"/>
              <a:ext cx="5804327" cy="36916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2303386" y="5721424"/>
              <a:ext cx="5152231" cy="27592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2865447" y="5846844"/>
              <a:ext cx="1686184" cy="2508407"/>
            </a:xfrm>
            <a:prstGeom prst="rect">
              <a:avLst/>
            </a:prstGeom>
            <a:solidFill>
              <a:srgbClr val="A1D9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5207371" y="7934588"/>
              <a:ext cx="1686184" cy="420664"/>
            </a:xfrm>
            <a:prstGeom prst="rect">
              <a:avLst/>
            </a:prstGeom>
            <a:solidFill>
              <a:srgbClr val="E34A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2303386" y="5721424"/>
              <a:ext cx="0" cy="2759248"/>
            </a:xfrm>
            <a:custGeom>
              <a:avLst/>
              <a:pathLst>
                <a:path w="0" h="2759248">
                  <a:moveTo>
                    <a:pt x="0" y="2759248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tx206"/>
            <p:cNvSpPr/>
            <p:nvPr/>
          </p:nvSpPr>
          <p:spPr>
            <a:xfrm>
              <a:off x="2184272" y="8315456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2065611" y="7536447"/>
              <a:ext cx="17799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2065611" y="6757438"/>
              <a:ext cx="17799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2065611" y="5978430"/>
              <a:ext cx="17799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600</a:t>
              </a:r>
            </a:p>
          </p:txBody>
        </p:sp>
        <p:sp>
          <p:nvSpPr>
            <p:cNvPr id="210" name="pl210"/>
            <p:cNvSpPr/>
            <p:nvPr/>
          </p:nvSpPr>
          <p:spPr>
            <a:xfrm>
              <a:off x="2270173" y="8355252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2270173" y="7576244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2270173" y="6797235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2270173" y="6018226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2303386" y="8480673"/>
              <a:ext cx="5152231" cy="0"/>
            </a:xfrm>
            <a:custGeom>
              <a:avLst/>
              <a:pathLst>
                <a:path w="5152231" h="0">
                  <a:moveTo>
                    <a:pt x="0" y="0"/>
                  </a:moveTo>
                  <a:lnTo>
                    <a:pt x="5152231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708540" y="8480673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6050463" y="8480673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3539560" y="8537852"/>
              <a:ext cx="337958" cy="789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FALSE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5905263" y="8539154"/>
              <a:ext cx="290400" cy="776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TRUE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4168247" y="8991777"/>
              <a:ext cx="1422508" cy="1251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User-count outlier flag</a:t>
              </a:r>
            </a:p>
          </p:txBody>
        </p:sp>
        <p:sp>
          <p:nvSpPr>
            <p:cNvPr id="220" name="tx220"/>
            <p:cNvSpPr/>
            <p:nvPr/>
          </p:nvSpPr>
          <p:spPr>
            <a:xfrm rot="-5400000">
              <a:off x="1334720" y="7039289"/>
              <a:ext cx="1215711" cy="1235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Province-year cells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827654" y="5626898"/>
              <a:ext cx="81226" cy="79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222" name="rc222"/>
            <p:cNvSpPr/>
            <p:nvPr/>
          </p:nvSpPr>
          <p:spPr>
            <a:xfrm>
              <a:off x="8107713" y="5721424"/>
              <a:ext cx="5152231" cy="27592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9628848" y="6819492"/>
              <a:ext cx="883239" cy="1535759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8402126" y="5846844"/>
              <a:ext cx="883239" cy="2508407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10855570" y="6819492"/>
              <a:ext cx="883239" cy="1535759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12082292" y="7293018"/>
              <a:ext cx="883239" cy="1062233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8107713" y="5721424"/>
              <a:ext cx="0" cy="2759248"/>
            </a:xfrm>
            <a:custGeom>
              <a:avLst/>
              <a:pathLst>
                <a:path w="0" h="2759248">
                  <a:moveTo>
                    <a:pt x="0" y="2759248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7893744" y="8312956"/>
              <a:ext cx="154185" cy="80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7893744" y="7350546"/>
              <a:ext cx="154185" cy="80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5%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7834413" y="6388136"/>
              <a:ext cx="213516" cy="80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31" name="pl231"/>
            <p:cNvSpPr/>
            <p:nvPr/>
          </p:nvSpPr>
          <p:spPr>
            <a:xfrm>
              <a:off x="8074500" y="8355252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8074500" y="7392843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8074500" y="6430433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8107713" y="8480673"/>
              <a:ext cx="5152231" cy="0"/>
            </a:xfrm>
            <a:custGeom>
              <a:avLst/>
              <a:pathLst>
                <a:path w="5152231" h="0">
                  <a:moveTo>
                    <a:pt x="0" y="0"/>
                  </a:moveTo>
                  <a:lnTo>
                    <a:pt x="5152231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8843746" y="8480673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10070468" y="8480673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11297190" y="8480673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12523911" y="8480673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tx239"/>
            <p:cNvSpPr/>
            <p:nvPr/>
          </p:nvSpPr>
          <p:spPr>
            <a:xfrm rot="-1200000">
              <a:off x="7846473" y="8693852"/>
              <a:ext cx="1037785" cy="98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range_size_provinces</a:t>
              </a:r>
            </a:p>
          </p:txBody>
        </p:sp>
        <p:sp>
          <p:nvSpPr>
            <p:cNvPr id="240" name="tx240"/>
            <p:cNvSpPr/>
            <p:nvPr/>
          </p:nvSpPr>
          <p:spPr>
            <a:xfrm rot="-1200000">
              <a:off x="9636887" y="8594457"/>
              <a:ext cx="456567" cy="98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log_mass</a:t>
              </a:r>
            </a:p>
          </p:txBody>
        </p:sp>
        <p:sp>
          <p:nvSpPr>
            <p:cNvPr id="241" name="tx241"/>
            <p:cNvSpPr/>
            <p:nvPr/>
          </p:nvSpPr>
          <p:spPr>
            <a:xfrm rot="-1200000">
              <a:off x="10587623" y="8643121"/>
              <a:ext cx="741134" cy="98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migration_class</a:t>
              </a:r>
            </a:p>
          </p:txBody>
        </p:sp>
        <p:sp>
          <p:nvSpPr>
            <p:cNvPr id="242" name="tx242"/>
            <p:cNvSpPr/>
            <p:nvPr/>
          </p:nvSpPr>
          <p:spPr>
            <a:xfrm rot="-1200000">
              <a:off x="12050067" y="8601557"/>
              <a:ext cx="498083" cy="98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risk_group</a:t>
              </a:r>
            </a:p>
          </p:txBody>
        </p:sp>
        <p:sp>
          <p:nvSpPr>
            <p:cNvPr id="243" name="tx243"/>
            <p:cNvSpPr/>
            <p:nvPr/>
          </p:nvSpPr>
          <p:spPr>
            <a:xfrm rot="-5400000">
              <a:off x="7107657" y="7039289"/>
              <a:ext cx="1207442" cy="1235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Missing proportion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7588469" y="5599799"/>
              <a:ext cx="89213" cy="106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2026-03-22T11:56:52Z</dcterms:modified>
</cp:coreProperties>
</file>