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0" y="1462881"/>
            <a:ext cx="11430000" cy="7772400"/>
            <a:chOff x="1828800" y="1462881"/>
            <a:chExt cx="11430000" cy="7772400"/>
          </a:xfrm>
        </p:grpSpPr>
        <p:sp>
          <p:nvSpPr>
            <p:cNvPr id="3" name="rc3"/>
            <p:cNvSpPr/>
            <p:nvPr/>
          </p:nvSpPr>
          <p:spPr>
            <a:xfrm>
              <a:off x="1828800" y="1462881"/>
              <a:ext cx="11430000" cy="7772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0" y="1462881"/>
              <a:ext cx="11430000" cy="7772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898389" y="1532470"/>
              <a:ext cx="5682985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581374" y="1532470"/>
              <a:ext cx="5607836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440546" y="1734178"/>
              <a:ext cx="5074401" cy="32331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4727398" y="3357425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6317461" y="3997067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4817404" y="4208898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4954934" y="4567013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4166904" y="3599899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4808629" y="4783548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504511" y="3757837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4549934" y="3599108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4861809" y="2486878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4560332" y="4606702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191124" y="4529498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670127" y="3604471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692615" y="3818503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588144" y="3269710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335520" y="3886785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399767" y="4265279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17675" y="3744668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01152" y="3940239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92333" y="3595738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748978" y="3243332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941252" y="4339847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583837" y="3276149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0802" y="3892174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7247476" y="3728382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643091" y="4675831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138435" y="4094598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203197" y="1844322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217431" y="3188621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34383" y="3201453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54465" y="3453612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899766" y="3400469"/>
              <a:ext cx="73633" cy="73633"/>
            </a:xfrm>
            <a:prstGeom prst="ellipse">
              <a:avLst/>
            </a:prstGeom>
            <a:solidFill>
              <a:srgbClr val="333333">
                <a:alpha val="90196"/>
              </a:srgbClr>
            </a:solidFill>
            <a:ln w="8590" cap="rnd">
              <a:solidFill>
                <a:srgbClr val="333333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440546" y="3763767"/>
              <a:ext cx="5074401" cy="0"/>
            </a:xfrm>
            <a:custGeom>
              <a:avLst/>
              <a:pathLst>
                <a:path w="5074401" h="0">
                  <a:moveTo>
                    <a:pt x="0" y="0"/>
                  </a:moveTo>
                  <a:lnTo>
                    <a:pt x="5074401" y="0"/>
                  </a:lnTo>
                  <a:lnTo>
                    <a:pt x="5074401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440546" y="1734178"/>
              <a:ext cx="0" cy="3233148"/>
            </a:xfrm>
            <a:custGeom>
              <a:avLst/>
              <a:pathLst>
                <a:path w="0" h="3233148">
                  <a:moveTo>
                    <a:pt x="0" y="3233148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2285907" y="4361959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321432" y="3723970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321432" y="3088586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321432" y="2451900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321432" y="1813859"/>
              <a:ext cx="59330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2407333" y="4400453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407333" y="376376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407333" y="3127081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407333" y="249039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407333" y="1853708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40546" y="4967326"/>
              <a:ext cx="5074401" cy="0"/>
            </a:xfrm>
            <a:custGeom>
              <a:avLst/>
              <a:pathLst>
                <a:path w="5074401" h="0">
                  <a:moveTo>
                    <a:pt x="0" y="0"/>
                  </a:moveTo>
                  <a:lnTo>
                    <a:pt x="5074401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782075" y="4967326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541848" y="4967326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01621" y="4967326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3752410" y="5026797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512183" y="5027110"/>
              <a:ext cx="59330" cy="763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271955" y="5025495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4570176" y="5157574"/>
              <a:ext cx="815140" cy="97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Fitted values</a:t>
              </a:r>
            </a:p>
          </p:txBody>
        </p:sp>
        <p:sp>
          <p:nvSpPr>
            <p:cNvPr id="59" name="tx59"/>
            <p:cNvSpPr/>
            <p:nvPr/>
          </p:nvSpPr>
          <p:spPr>
            <a:xfrm rot="-5400000">
              <a:off x="1362166" y="3301364"/>
              <a:ext cx="1459882" cy="987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Standardized residuals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964814" y="1639652"/>
              <a:ext cx="81226" cy="79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61" name="rc61"/>
            <p:cNvSpPr/>
            <p:nvPr/>
          </p:nvSpPr>
          <p:spPr>
            <a:xfrm>
              <a:off x="8048383" y="1734178"/>
              <a:ext cx="5074401" cy="32331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8247641" y="4594327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8765246" y="4493744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9045273" y="4429192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9249421" y="4392132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9415117" y="4357101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9557493" y="4180009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9684286" y="4110379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9800034" y="4057731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9907661" y="3951000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0009184" y="3859929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0106076" y="3806864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0199467" y="3761982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0290261" y="3756949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0379214" y="3693189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0466989" y="3636540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0554187" y="3624244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0641385" y="3609036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0729159" y="3493331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0818113" y="3489061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0908907" y="3488323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1002298" y="3485176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1099190" y="3352462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11200713" y="3302838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1308340" y="3262644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1424088" y="3186751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1550881" y="3180739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1693257" y="3156108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1858953" y="3117001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2063101" y="3105020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2343127" y="2449747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2860733" y="1849742"/>
              <a:ext cx="62793" cy="62793"/>
            </a:xfrm>
            <a:prstGeom prst="ellipse">
              <a:avLst/>
            </a:prstGeom>
            <a:solidFill>
              <a:srgbClr val="333333">
                <a:alpha val="80000"/>
              </a:srgbClr>
            </a:solidFill>
            <a:ln w="8590" cap="rnd">
              <a:solidFill>
                <a:srgbClr val="333333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048383" y="2414994"/>
              <a:ext cx="5074401" cy="2519912"/>
            </a:xfrm>
            <a:custGeom>
              <a:avLst/>
              <a:pathLst>
                <a:path w="5074401" h="2519912">
                  <a:moveTo>
                    <a:pt x="0" y="2519912"/>
                  </a:moveTo>
                  <a:lnTo>
                    <a:pt x="5074401" y="0"/>
                  </a:lnTo>
                </a:path>
              </a:pathLst>
            </a:custGeom>
            <a:ln w="12934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048383" y="1734178"/>
              <a:ext cx="0" cy="3233148"/>
            </a:xfrm>
            <a:custGeom>
              <a:avLst/>
              <a:pathLst>
                <a:path w="0" h="3233148">
                  <a:moveTo>
                    <a:pt x="0" y="3233148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tx95"/>
            <p:cNvSpPr/>
            <p:nvPr/>
          </p:nvSpPr>
          <p:spPr>
            <a:xfrm>
              <a:off x="7893744" y="4789649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893744" y="4195125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929269" y="3599299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929269" y="3006078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7929269" y="2411554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7929269" y="1815676"/>
              <a:ext cx="59330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1" name="pl101"/>
            <p:cNvSpPr/>
            <p:nvPr/>
          </p:nvSpPr>
          <p:spPr>
            <a:xfrm>
              <a:off x="8015170" y="4828143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015170" y="4233620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015170" y="3639096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015170" y="3044572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015170" y="2450048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015170" y="1855525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048383" y="4967326"/>
              <a:ext cx="5074401" cy="0"/>
            </a:xfrm>
            <a:custGeom>
              <a:avLst/>
              <a:pathLst>
                <a:path w="5074401" h="0">
                  <a:moveTo>
                    <a:pt x="0" y="0"/>
                  </a:moveTo>
                  <a:lnTo>
                    <a:pt x="5074401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431139" y="4967326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9508361" y="4967326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0585584" y="4967326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1662806" y="4967326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2740028" y="4967326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>
              <a:off x="8383711" y="5026797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9460933" y="5026797"/>
              <a:ext cx="94855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10555918" y="5025495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1633141" y="5026797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2710363" y="5026797"/>
              <a:ext cx="59330" cy="766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9918671" y="5132832"/>
              <a:ext cx="1333825" cy="121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Theoretical quantiles</a:t>
              </a:r>
            </a:p>
          </p:txBody>
        </p:sp>
        <p:sp>
          <p:nvSpPr>
            <p:cNvPr id="119" name="tx119"/>
            <p:cNvSpPr/>
            <p:nvPr/>
          </p:nvSpPr>
          <p:spPr>
            <a:xfrm rot="-5400000">
              <a:off x="6766709" y="3289058"/>
              <a:ext cx="2008128" cy="1233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Standardized residual quantiles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7647800" y="1612552"/>
              <a:ext cx="89213" cy="106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1" name="rc121"/>
            <p:cNvSpPr/>
            <p:nvPr/>
          </p:nvSpPr>
          <p:spPr>
            <a:xfrm>
              <a:off x="1898389" y="5349081"/>
              <a:ext cx="5281160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7179549" y="5349081"/>
              <a:ext cx="6009661" cy="38166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3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440546" y="5550789"/>
              <a:ext cx="4672577" cy="32331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652936" y="8636880"/>
              <a:ext cx="123722" cy="9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790405" y="8636565"/>
              <a:ext cx="123722" cy="410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927874" y="8636822"/>
              <a:ext cx="123722" cy="153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3065343" y="8634847"/>
              <a:ext cx="123722" cy="2129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3202812" y="8636951"/>
              <a:ext cx="123722" cy="2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340282" y="8636180"/>
              <a:ext cx="123722" cy="79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477751" y="8636975"/>
              <a:ext cx="123722" cy="0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3615220" y="8636960"/>
              <a:ext cx="123722" cy="1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3752689" y="8635884"/>
              <a:ext cx="123722" cy="1091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3890158" y="8636417"/>
              <a:ext cx="123722" cy="559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4027627" y="8636326"/>
              <a:ext cx="123722" cy="649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4165097" y="8636957"/>
              <a:ext cx="123722" cy="19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4302566" y="8636970"/>
              <a:ext cx="123722" cy="6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4440035" y="8636868"/>
              <a:ext cx="123722" cy="107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577504" y="8636880"/>
              <a:ext cx="123722" cy="9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714973" y="5697750"/>
              <a:ext cx="123722" cy="2939226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852442" y="8636976"/>
              <a:ext cx="123722" cy="0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989912" y="8636920"/>
              <a:ext cx="123722" cy="5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5127381" y="8636963"/>
              <a:ext cx="123722" cy="12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5264850" y="8636813"/>
              <a:ext cx="123722" cy="162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5402319" y="8636087"/>
              <a:ext cx="123722" cy="889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5539788" y="8636797"/>
              <a:ext cx="123722" cy="178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5677257" y="8636905"/>
              <a:ext cx="123722" cy="70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5814727" y="8636976"/>
              <a:ext cx="123722" cy="0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5952196" y="8636509"/>
              <a:ext cx="123722" cy="466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6089665" y="8636735"/>
              <a:ext cx="123722" cy="240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6227134" y="8629631"/>
              <a:ext cx="123722" cy="734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6364603" y="8636120"/>
              <a:ext cx="123722" cy="855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6502073" y="8634817"/>
              <a:ext cx="123722" cy="2159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6639542" y="8636836"/>
              <a:ext cx="123722" cy="139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6777011" y="8636747"/>
              <a:ext cx="123722" cy="228"/>
            </a:xfrm>
            <a:prstGeom prst="rect">
              <a:avLst/>
            </a:prstGeom>
            <a:solidFill>
              <a:srgbClr val="7FCD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440546" y="8634021"/>
              <a:ext cx="4672577" cy="0"/>
            </a:xfrm>
            <a:custGeom>
              <a:avLst/>
              <a:pathLst>
                <a:path w="4672577" h="0">
                  <a:moveTo>
                    <a:pt x="0" y="0"/>
                  </a:moveTo>
                  <a:lnTo>
                    <a:pt x="4672577" y="0"/>
                  </a:lnTo>
                  <a:lnTo>
                    <a:pt x="4672577" y="0"/>
                  </a:lnTo>
                </a:path>
              </a:pathLst>
            </a:custGeom>
            <a:ln w="12934" cap="flat">
              <a:solidFill>
                <a:srgbClr val="B3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440546" y="5550789"/>
              <a:ext cx="0" cy="3233148"/>
            </a:xfrm>
            <a:custGeom>
              <a:avLst/>
              <a:pathLst>
                <a:path w="0" h="3233148">
                  <a:moveTo>
                    <a:pt x="0" y="3233148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tx157"/>
            <p:cNvSpPr/>
            <p:nvPr/>
          </p:nvSpPr>
          <p:spPr>
            <a:xfrm>
              <a:off x="2321432" y="8597179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2262102" y="7452030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2202771" y="6306881"/>
              <a:ext cx="17799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60" name="pl160"/>
            <p:cNvSpPr/>
            <p:nvPr/>
          </p:nvSpPr>
          <p:spPr>
            <a:xfrm>
              <a:off x="2407333" y="8636976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407333" y="749182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407333" y="6346678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440546" y="8783937"/>
              <a:ext cx="4672577" cy="0"/>
            </a:xfrm>
            <a:custGeom>
              <a:avLst/>
              <a:pathLst>
                <a:path w="4672577" h="0">
                  <a:moveTo>
                    <a:pt x="0" y="0"/>
                  </a:moveTo>
                  <a:lnTo>
                    <a:pt x="4672577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577328" y="8783937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952019" y="8783937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326711" y="8783937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701403" y="8783937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tx168"/>
            <p:cNvSpPr/>
            <p:nvPr/>
          </p:nvSpPr>
          <p:spPr>
            <a:xfrm>
              <a:off x="2547662" y="8842106"/>
              <a:ext cx="5933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3892689" y="8842106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267381" y="8842106"/>
              <a:ext cx="118660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6642073" y="8842054"/>
              <a:ext cx="118660" cy="78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4302524" y="8974185"/>
              <a:ext cx="948621" cy="97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Province index</a:t>
              </a:r>
            </a:p>
          </p:txBody>
        </p:sp>
        <p:sp>
          <p:nvSpPr>
            <p:cNvPr id="173" name="tx173"/>
            <p:cNvSpPr/>
            <p:nvPr/>
          </p:nvSpPr>
          <p:spPr>
            <a:xfrm rot="-5400000">
              <a:off x="1583483" y="7118008"/>
              <a:ext cx="1017314" cy="987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Cook's distance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964814" y="5456263"/>
              <a:ext cx="81226" cy="79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75" name="rc175"/>
            <p:cNvSpPr/>
            <p:nvPr/>
          </p:nvSpPr>
          <p:spPr>
            <a:xfrm>
              <a:off x="8450207" y="5550789"/>
              <a:ext cx="4672577" cy="32331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9928218" y="5550789"/>
              <a:ext cx="0" cy="3233148"/>
            </a:xfrm>
            <a:custGeom>
              <a:avLst/>
              <a:pathLst>
                <a:path w="0" h="3233148">
                  <a:moveTo>
                    <a:pt x="0" y="32331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10719082" y="6713183"/>
              <a:ext cx="0" cy="138563"/>
            </a:xfrm>
            <a:custGeom>
              <a:avLst/>
              <a:pathLst>
                <a:path w="0" h="138563">
                  <a:moveTo>
                    <a:pt x="0" y="138563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719761" y="6782464"/>
              <a:ext cx="1999320" cy="0"/>
            </a:xfrm>
            <a:custGeom>
              <a:avLst/>
              <a:pathLst>
                <a:path w="1999320" h="0">
                  <a:moveTo>
                    <a:pt x="1999320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719761" y="6713183"/>
              <a:ext cx="0" cy="138563"/>
            </a:xfrm>
            <a:custGeom>
              <a:avLst/>
              <a:pathLst>
                <a:path w="0" h="138563">
                  <a:moveTo>
                    <a:pt x="0" y="138563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12120595" y="8252777"/>
              <a:ext cx="0" cy="138563"/>
            </a:xfrm>
            <a:custGeom>
              <a:avLst/>
              <a:pathLst>
                <a:path w="0" h="138563">
                  <a:moveTo>
                    <a:pt x="0" y="138563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9267548" y="8322059"/>
              <a:ext cx="2853046" cy="0"/>
            </a:xfrm>
            <a:custGeom>
              <a:avLst/>
              <a:pathLst>
                <a:path w="2853046" h="0">
                  <a:moveTo>
                    <a:pt x="2853046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9267548" y="8252777"/>
              <a:ext cx="0" cy="138563"/>
            </a:xfrm>
            <a:custGeom>
              <a:avLst/>
              <a:pathLst>
                <a:path w="0" h="138563">
                  <a:moveTo>
                    <a:pt x="0" y="138563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12910395" y="5943385"/>
              <a:ext cx="0" cy="138563"/>
            </a:xfrm>
            <a:custGeom>
              <a:avLst/>
              <a:pathLst>
                <a:path w="0" h="138563">
                  <a:moveTo>
                    <a:pt x="0" y="138563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9986901" y="6012667"/>
              <a:ext cx="2923494" cy="0"/>
            </a:xfrm>
            <a:custGeom>
              <a:avLst/>
              <a:pathLst>
                <a:path w="2923494" h="0">
                  <a:moveTo>
                    <a:pt x="2923494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9986901" y="5943385"/>
              <a:ext cx="0" cy="138563"/>
            </a:xfrm>
            <a:custGeom>
              <a:avLst/>
              <a:pathLst>
                <a:path w="0" h="138563">
                  <a:moveTo>
                    <a:pt x="0" y="138563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0468695" y="7482980"/>
              <a:ext cx="0" cy="138563"/>
            </a:xfrm>
            <a:custGeom>
              <a:avLst/>
              <a:pathLst>
                <a:path w="0" h="138563">
                  <a:moveTo>
                    <a:pt x="0" y="138563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662597" y="7552262"/>
              <a:ext cx="1806098" cy="0"/>
            </a:xfrm>
            <a:custGeom>
              <a:avLst/>
              <a:pathLst>
                <a:path w="1806098" h="0">
                  <a:moveTo>
                    <a:pt x="1806098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8662597" y="7482980"/>
              <a:ext cx="0" cy="138563"/>
            </a:xfrm>
            <a:custGeom>
              <a:avLst/>
              <a:pathLst>
                <a:path w="0" h="138563">
                  <a:moveTo>
                    <a:pt x="0" y="138563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9671764" y="6734807"/>
              <a:ext cx="95314" cy="95314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59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0646414" y="8274401"/>
              <a:ext cx="95314" cy="95314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59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1400990" y="5965010"/>
              <a:ext cx="95314" cy="95314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59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9517989" y="7504604"/>
              <a:ext cx="95314" cy="95314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59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8450207" y="5550789"/>
              <a:ext cx="0" cy="3233148"/>
            </a:xfrm>
            <a:custGeom>
              <a:avLst/>
              <a:pathLst>
                <a:path w="0" h="3233148">
                  <a:moveTo>
                    <a:pt x="0" y="3233148"/>
                  </a:moveTo>
                  <a:lnTo>
                    <a:pt x="0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tx194"/>
            <p:cNvSpPr/>
            <p:nvPr/>
          </p:nvSpPr>
          <p:spPr>
            <a:xfrm>
              <a:off x="7418115" y="8260124"/>
              <a:ext cx="972309" cy="10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7376287" y="7491629"/>
              <a:ext cx="1014137" cy="98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7335188" y="6720529"/>
              <a:ext cx="1055236" cy="10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7649290" y="5951982"/>
              <a:ext cx="741134" cy="988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198" name="pl198"/>
            <p:cNvSpPr/>
            <p:nvPr/>
          </p:nvSpPr>
          <p:spPr>
            <a:xfrm>
              <a:off x="8416994" y="8322059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8416994" y="7552262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8416994" y="6782464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416994" y="6012667"/>
              <a:ext cx="33212" cy="0"/>
            </a:xfrm>
            <a:custGeom>
              <a:avLst/>
              <a:pathLst>
                <a:path w="33212" h="0">
                  <a:moveTo>
                    <a:pt x="0" y="0"/>
                  </a:moveTo>
                  <a:lnTo>
                    <a:pt x="33212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8450207" y="8783937"/>
              <a:ext cx="4672577" cy="0"/>
            </a:xfrm>
            <a:custGeom>
              <a:avLst/>
              <a:pathLst>
                <a:path w="4672577" h="0">
                  <a:moveTo>
                    <a:pt x="0" y="0"/>
                  </a:moveTo>
                  <a:lnTo>
                    <a:pt x="4672577" y="0"/>
                  </a:lnTo>
                </a:path>
              </a:pathLst>
            </a:custGeom>
            <a:ln w="1293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9928218" y="8783937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11411377" y="8783937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12894537" y="8783937"/>
              <a:ext cx="0" cy="33212"/>
            </a:xfrm>
            <a:custGeom>
              <a:avLst/>
              <a:pathLst>
                <a:path w="0" h="33212">
                  <a:moveTo>
                    <a:pt x="0" y="33212"/>
                  </a:moveTo>
                  <a:lnTo>
                    <a:pt x="0" y="0"/>
                  </a:lnTo>
                </a:path>
              </a:pathLst>
            </a:custGeom>
            <a:ln w="1293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tx206"/>
            <p:cNvSpPr/>
            <p:nvPr/>
          </p:nvSpPr>
          <p:spPr>
            <a:xfrm>
              <a:off x="9854068" y="8842106"/>
              <a:ext cx="148299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11337228" y="8842106"/>
              <a:ext cx="148299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12820387" y="8842106"/>
              <a:ext cx="148299" cy="77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9945375" y="8946057"/>
              <a:ext cx="1682241" cy="1251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Sensitivity-model estimate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7245975" y="5429163"/>
              <a:ext cx="89213" cy="106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2026-03-22T11:35:45Z</dcterms:modified>
</cp:coreProperties>
</file>