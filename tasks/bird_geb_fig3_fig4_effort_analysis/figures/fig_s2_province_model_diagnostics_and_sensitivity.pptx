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25721"/>
            <a:ext cx="12984480" cy="8046720"/>
            <a:chOff x="1051560" y="1325721"/>
            <a:chExt cx="12984480" cy="8046720"/>
          </a:xfrm>
        </p:grpSpPr>
        <p:sp>
          <p:nvSpPr>
            <p:cNvPr id="3" name="rc3"/>
            <p:cNvSpPr/>
            <p:nvPr/>
          </p:nvSpPr>
          <p:spPr>
            <a:xfrm>
              <a:off x="1051560" y="1325721"/>
              <a:ext cx="12984480" cy="8046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25721"/>
              <a:ext cx="12984480" cy="8046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121149" y="1395310"/>
              <a:ext cx="6459141" cy="37149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7580290" y="1395310"/>
              <a:ext cx="6386160" cy="37149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648017" y="1799635"/>
              <a:ext cx="5867744" cy="293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199285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34184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69083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300990" y="3275102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139647" y="3856712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405068" y="4049324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4100" y="4374948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652867" y="3495577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394921" y="4571838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043256" y="3639186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095780" y="3494858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56415" y="2483537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07804" y="4411036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80873" y="4340837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234765" y="3499735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260769" y="3694348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139964" y="3195346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691503" y="3756435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78479" y="4100589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74113" y="3627212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55006" y="3805039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260443" y="3491794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25944" y="3171361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391937" y="4168392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34984" y="3201200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74307" y="3761335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7215062" y="3612403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203502" y="4473894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19947" y="3945393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851176" y="1899279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54951" y="3121614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880749" y="3133281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54117" y="3362563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500307" y="3314241"/>
              <a:ext cx="67968" cy="67968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345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648017" y="3645086"/>
              <a:ext cx="5867744" cy="0"/>
            </a:xfrm>
            <a:custGeom>
              <a:avLst/>
              <a:pathLst>
                <a:path w="5867744" h="0">
                  <a:moveTo>
                    <a:pt x="0" y="0"/>
                  </a:moveTo>
                  <a:lnTo>
                    <a:pt x="5867744" y="0"/>
                  </a:lnTo>
                  <a:lnTo>
                    <a:pt x="586774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48017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1497797" y="4186613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532307" y="3606426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532307" y="3028769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532307" y="2449848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32307" y="1869611"/>
              <a:ext cx="5763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615753" y="422400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615753" y="364508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615753" y="306616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615753" y="2487242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615753" y="190832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648017" y="4739450"/>
              <a:ext cx="5867744" cy="0"/>
            </a:xfrm>
            <a:custGeom>
              <a:avLst/>
              <a:pathLst>
                <a:path w="5867744" h="0">
                  <a:moveTo>
                    <a:pt x="0" y="0"/>
                  </a:moveTo>
                  <a:lnTo>
                    <a:pt x="5867744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199285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34184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269083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3170467" y="4797221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05366" y="4797525"/>
              <a:ext cx="57635" cy="74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240265" y="4795956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185964" y="4924262"/>
              <a:ext cx="791851" cy="94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Fitted values</a:t>
              </a:r>
            </a:p>
          </p:txBody>
        </p:sp>
        <p:sp>
          <p:nvSpPr>
            <p:cNvPr id="62" name="tx62"/>
            <p:cNvSpPr/>
            <p:nvPr/>
          </p:nvSpPr>
          <p:spPr>
            <a:xfrm rot="-5400000">
              <a:off x="600448" y="3221566"/>
              <a:ext cx="1418172" cy="95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residuals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648017" y="1561026"/>
              <a:ext cx="2359203" cy="14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Province model residual pattern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185677" y="1499531"/>
              <a:ext cx="79107" cy="77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5" name="rc65"/>
            <p:cNvSpPr/>
            <p:nvPr/>
          </p:nvSpPr>
          <p:spPr>
            <a:xfrm>
              <a:off x="8034178" y="1799635"/>
              <a:ext cx="5867744" cy="293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476775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722413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0968050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213688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3459325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8272329" y="440027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8870859" y="4308818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9194666" y="4250123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9430730" y="4216425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9622331" y="4184572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9786967" y="402354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9933583" y="3960235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0067428" y="3912364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0191881" y="381531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0309276" y="373250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0421317" y="368425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0529309" y="364344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0634297" y="3638871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0737158" y="358089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0838655" y="352938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0939486" y="3518205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040317" y="350437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141814" y="3399170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244675" y="339528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349664" y="3394616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457655" y="3391754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569696" y="3271081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687091" y="3225960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811545" y="3189413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45390" y="3120405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2092006" y="3114938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2256641" y="3092542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2448242" y="3056983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2684307" y="3046089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3008113" y="2450267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3606643" y="1904699"/>
              <a:ext cx="57127" cy="57127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345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034178" y="2418683"/>
              <a:ext cx="5867744" cy="2291288"/>
            </a:xfrm>
            <a:custGeom>
              <a:avLst/>
              <a:pathLst>
                <a:path w="5867744" h="2291288">
                  <a:moveTo>
                    <a:pt x="0" y="2291288"/>
                  </a:moveTo>
                  <a:lnTo>
                    <a:pt x="5867744" y="0"/>
                  </a:lnTo>
                </a:path>
              </a:pathLst>
            </a:custGeom>
            <a:ln w="1256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034178" y="1799635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4"/>
            <p:cNvSpPr/>
            <p:nvPr/>
          </p:nvSpPr>
          <p:spPr>
            <a:xfrm>
              <a:off x="7883957" y="457550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883957" y="4034915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18467" y="3493066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18467" y="2953747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18467" y="2413162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18467" y="1871262"/>
              <a:ext cx="5763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10" name="pl110"/>
            <p:cNvSpPr/>
            <p:nvPr/>
          </p:nvSpPr>
          <p:spPr>
            <a:xfrm>
              <a:off x="8001914" y="461289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001914" y="4072310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001914" y="353172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001914" y="299114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001914" y="245055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001914" y="1909972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034178" y="4739450"/>
              <a:ext cx="5867744" cy="0"/>
            </a:xfrm>
            <a:custGeom>
              <a:avLst/>
              <a:pathLst>
                <a:path w="5867744" h="0">
                  <a:moveTo>
                    <a:pt x="0" y="0"/>
                  </a:moveTo>
                  <a:lnTo>
                    <a:pt x="5867744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476775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2413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0968050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2213688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3459325" y="4739450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430702" y="4797221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9676340" y="4797221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0939232" y="4795956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2184870" y="4797221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3430508" y="4797221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0320192" y="4900226"/>
              <a:ext cx="1295716" cy="1182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Theoretical quantiles</a:t>
              </a:r>
            </a:p>
          </p:txBody>
        </p:sp>
        <p:sp>
          <p:nvSpPr>
            <p:cNvPr id="128" name="tx128"/>
            <p:cNvSpPr/>
            <p:nvPr/>
          </p:nvSpPr>
          <p:spPr>
            <a:xfrm rot="-5400000">
              <a:off x="6789123" y="3209611"/>
              <a:ext cx="1950753" cy="1198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residual quantiles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8034178" y="1559135"/>
              <a:ext cx="619608" cy="1433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Q-Q plot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644818" y="1473138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31" name="rc131"/>
            <p:cNvSpPr/>
            <p:nvPr/>
          </p:nvSpPr>
          <p:spPr>
            <a:xfrm>
              <a:off x="1121149" y="5110297"/>
              <a:ext cx="5757648" cy="41925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878797" y="5110297"/>
              <a:ext cx="7087653" cy="41925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648017" y="5992190"/>
              <a:ext cx="5166251" cy="293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799251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3319184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839116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6359049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882847" y="8798289"/>
              <a:ext cx="136793" cy="8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034840" y="8798003"/>
              <a:ext cx="136793" cy="373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186834" y="8798237"/>
              <a:ext cx="136793" cy="13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338827" y="8796441"/>
              <a:ext cx="136793" cy="1936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490820" y="8798354"/>
              <a:ext cx="136793" cy="22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2642813" y="8797653"/>
              <a:ext cx="136793" cy="723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2794807" y="8798376"/>
              <a:ext cx="136793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2946800" y="8798362"/>
              <a:ext cx="136793" cy="14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098793" y="8797384"/>
              <a:ext cx="136793" cy="992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250787" y="8797868"/>
              <a:ext cx="136793" cy="50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3402780" y="8797786"/>
              <a:ext cx="136793" cy="59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3554773" y="8798359"/>
              <a:ext cx="136793" cy="1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3706766" y="8798371"/>
              <a:ext cx="136793" cy="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3858760" y="8798279"/>
              <a:ext cx="136793" cy="9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010753" y="8798290"/>
              <a:ext cx="136793" cy="8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162746" y="6125818"/>
              <a:ext cx="136793" cy="267255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314740" y="8798376"/>
              <a:ext cx="136793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466733" y="8798326"/>
              <a:ext cx="136793" cy="5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618726" y="8798365"/>
              <a:ext cx="136793" cy="11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770719" y="8798228"/>
              <a:ext cx="136793" cy="14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922713" y="8797568"/>
              <a:ext cx="136793" cy="80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074706" y="8798214"/>
              <a:ext cx="136793" cy="162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26699" y="8798312"/>
              <a:ext cx="136793" cy="64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78693" y="8798377"/>
              <a:ext cx="136793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530686" y="8797952"/>
              <a:ext cx="136793" cy="424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682679" y="8798158"/>
              <a:ext cx="136793" cy="21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834672" y="8791698"/>
              <a:ext cx="136793" cy="667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986666" y="8797598"/>
              <a:ext cx="136793" cy="77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138659" y="8796414"/>
              <a:ext cx="136793" cy="1963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6290652" y="8798250"/>
              <a:ext cx="136793" cy="126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442646" y="8798169"/>
              <a:ext cx="136793" cy="20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648017" y="8795690"/>
              <a:ext cx="5166251" cy="0"/>
            </a:xfrm>
            <a:custGeom>
              <a:avLst/>
              <a:pathLst>
                <a:path w="5166251" h="0">
                  <a:moveTo>
                    <a:pt x="0" y="0"/>
                  </a:moveTo>
                  <a:lnTo>
                    <a:pt x="5166251" y="0"/>
                  </a:lnTo>
                  <a:lnTo>
                    <a:pt x="5166251" y="0"/>
                  </a:lnTo>
                </a:path>
              </a:pathLst>
            </a:custGeom>
            <a:ln w="12565" cap="flat">
              <a:solidFill>
                <a:srgbClr val="B3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648017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1532307" y="8759717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474672" y="7718464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417037" y="6677211"/>
              <a:ext cx="17290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74" name="pl174"/>
            <p:cNvSpPr/>
            <p:nvPr/>
          </p:nvSpPr>
          <p:spPr>
            <a:xfrm>
              <a:off x="1615753" y="879837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615753" y="775712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615753" y="6715870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648017" y="8932005"/>
              <a:ext cx="5166251" cy="0"/>
            </a:xfrm>
            <a:custGeom>
              <a:avLst/>
              <a:pathLst>
                <a:path w="5166251" h="0">
                  <a:moveTo>
                    <a:pt x="0" y="0"/>
                  </a:moveTo>
                  <a:lnTo>
                    <a:pt x="5166251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799251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3319184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4839116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6359049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tx182"/>
            <p:cNvSpPr/>
            <p:nvPr/>
          </p:nvSpPr>
          <p:spPr>
            <a:xfrm>
              <a:off x="1770433" y="8988511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3261548" y="8988511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4781481" y="8988511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6301414" y="8988461"/>
              <a:ext cx="115270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770384" y="9116817"/>
              <a:ext cx="921517" cy="94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Province index</a:t>
              </a:r>
            </a:p>
          </p:txBody>
        </p:sp>
        <p:sp>
          <p:nvSpPr>
            <p:cNvPr id="187" name="tx187"/>
            <p:cNvSpPr/>
            <p:nvPr/>
          </p:nvSpPr>
          <p:spPr>
            <a:xfrm rot="-5400000">
              <a:off x="815442" y="7414152"/>
              <a:ext cx="988248" cy="958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Cook's distance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648017" y="5272079"/>
              <a:ext cx="1455134" cy="1454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Influence screening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85677" y="5214517"/>
              <a:ext cx="79107" cy="77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8735671" y="5992190"/>
              <a:ext cx="5166251" cy="293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970500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0505522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2040543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3575564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8970500" y="6860135"/>
              <a:ext cx="1048300" cy="503968"/>
            </a:xfrm>
            <a:prstGeom prst="rect">
              <a:avLst/>
            </a:prstGeom>
            <a:solidFill>
              <a:srgbClr val="80B1D3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8970500" y="7560091"/>
              <a:ext cx="1031338" cy="503968"/>
            </a:xfrm>
            <a:prstGeom prst="rect">
              <a:avLst/>
            </a:prstGeom>
            <a:solidFill>
              <a:srgbClr val="80B1D3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8970500" y="8260047"/>
              <a:ext cx="816671" cy="503968"/>
            </a:xfrm>
            <a:prstGeom prst="rect">
              <a:avLst/>
            </a:prstGeom>
            <a:solidFill>
              <a:srgbClr val="80B1D3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8970500" y="6160179"/>
              <a:ext cx="4696592" cy="503968"/>
            </a:xfrm>
            <a:prstGeom prst="rect">
              <a:avLst/>
            </a:prstGeom>
            <a:solidFill>
              <a:srgbClr val="FDB462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735671" y="5992190"/>
              <a:ext cx="0" cy="2939814"/>
            </a:xfrm>
            <a:custGeom>
              <a:avLst/>
              <a:pathLst>
                <a:path w="0" h="2939814">
                  <a:moveTo>
                    <a:pt x="0" y="2939814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7030211" y="8453080"/>
              <a:ext cx="1647384" cy="960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Influence-filtered report-effort model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7375870" y="7772505"/>
              <a:ext cx="1301725" cy="76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Alternative user-effort model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7439426" y="7051954"/>
              <a:ext cx="1238169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Primary report-effort model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7295161" y="6351998"/>
              <a:ext cx="1382434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Count-based sensitivity model</a:t>
              </a:r>
            </a:p>
          </p:txBody>
        </p:sp>
        <p:sp>
          <p:nvSpPr>
            <p:cNvPr id="204" name="pl204"/>
            <p:cNvSpPr/>
            <p:nvPr/>
          </p:nvSpPr>
          <p:spPr>
            <a:xfrm>
              <a:off x="8703407" y="851203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8703407" y="781207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703407" y="7112119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703407" y="641216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735671" y="8932005"/>
              <a:ext cx="5166251" cy="0"/>
            </a:xfrm>
            <a:custGeom>
              <a:avLst/>
              <a:pathLst>
                <a:path w="5166251" h="0">
                  <a:moveTo>
                    <a:pt x="0" y="0"/>
                  </a:moveTo>
                  <a:lnTo>
                    <a:pt x="5166251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970500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10505522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2040543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575564" y="893200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tx213"/>
            <p:cNvSpPr/>
            <p:nvPr/>
          </p:nvSpPr>
          <p:spPr>
            <a:xfrm>
              <a:off x="8941683" y="8988511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10419069" y="8988511"/>
              <a:ext cx="17290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1954090" y="8988511"/>
              <a:ext cx="17290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3489111" y="8988461"/>
              <a:ext cx="17290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1207252" y="9115172"/>
              <a:ext cx="223089" cy="958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AIC</a:t>
              </a:r>
            </a:p>
          </p:txBody>
        </p:sp>
        <p:sp>
          <p:nvSpPr>
            <p:cNvPr id="218" name="rc218"/>
            <p:cNvSpPr/>
            <p:nvPr/>
          </p:nvSpPr>
          <p:spPr>
            <a:xfrm>
              <a:off x="10293743" y="5587495"/>
              <a:ext cx="202765" cy="202765"/>
            </a:xfrm>
            <a:prstGeom prst="rect">
              <a:avLst/>
            </a:prstGeom>
            <a:solidFill>
              <a:srgbClr val="80B1D3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1252814" y="5587495"/>
              <a:ext cx="202765" cy="202765"/>
            </a:xfrm>
            <a:prstGeom prst="rect">
              <a:avLst/>
            </a:prstGeom>
            <a:solidFill>
              <a:srgbClr val="FDB462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10569382" y="5649257"/>
              <a:ext cx="610558" cy="767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Gaussian LM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528452" y="5629978"/>
              <a:ext cx="823742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Negative binomial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8735671" y="5274122"/>
              <a:ext cx="2178087" cy="1433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Candidate-model comparison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43325" y="5188125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2026-03-22T13:46:11Z</dcterms:modified>
</cp:coreProperties>
</file>