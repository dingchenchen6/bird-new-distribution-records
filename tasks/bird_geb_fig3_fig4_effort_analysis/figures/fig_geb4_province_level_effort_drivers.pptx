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21396325" cy="15087600"/>
  <p:notesSz cx="6858000" cy="9144000"/>
  <p:defaultTextStyle>
    <a:defPPr>
      <a:defRPr lang="en-US"/>
    </a:defPPr>
    <a:lvl1pPr marL="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4452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48904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3356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297808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72260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46712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21164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5956164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8" d="100"/>
          <a:sy n="38" d="100"/>
        </p:scale>
        <p:origin x="-1291" y="-62"/>
      </p:cViewPr>
      <p:guideLst>
        <p:guide orient="horz" pos="4753"/>
        <p:guide pos="67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686943"/>
            <a:ext cx="18186876" cy="32340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449" y="8549640"/>
            <a:ext cx="14977428" cy="38557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44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89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33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78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22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46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11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956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163" y="9695184"/>
            <a:ext cx="18186876" cy="2996565"/>
          </a:xfrm>
        </p:spPr>
        <p:txBody>
          <a:bodyPr anchor="t"/>
          <a:lstStyle>
            <a:lvl1pPr algn="l">
              <a:defRPr sz="65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163" y="6394774"/>
            <a:ext cx="18186876" cy="3300412"/>
          </a:xfrm>
        </p:spPr>
        <p:txBody>
          <a:bodyPr anchor="b"/>
          <a:lstStyle>
            <a:lvl1pPr marL="0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1pPr>
            <a:lvl2pPr marL="74452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48904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23356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4pPr>
            <a:lvl5pPr marL="297808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5pPr>
            <a:lvl6pPr marL="372260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6pPr>
            <a:lvl7pPr marL="446712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7pPr>
            <a:lvl8pPr marL="521164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8pPr>
            <a:lvl9pPr marL="595616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8974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7985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22" y="3377250"/>
            <a:ext cx="9453759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22" y="4784726"/>
            <a:ext cx="9453759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9041" y="3377250"/>
            <a:ext cx="9457475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9041" y="4784726"/>
            <a:ext cx="9457475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23" y="600711"/>
            <a:ext cx="7039244" cy="2556510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371" y="600717"/>
            <a:ext cx="11961138" cy="12876850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40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823" y="3157224"/>
            <a:ext cx="7039244" cy="10320338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3829" y="10561320"/>
            <a:ext cx="12837795" cy="1246825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3829" y="1348106"/>
            <a:ext cx="12837795" cy="9052560"/>
          </a:xfrm>
        </p:spPr>
        <p:txBody>
          <a:bodyPr/>
          <a:lstStyle>
            <a:lvl1pPr marL="0" indent="0">
              <a:buNone/>
              <a:defRPr sz="5200"/>
            </a:lvl1pPr>
            <a:lvl2pPr marL="744520" indent="0">
              <a:buNone/>
              <a:defRPr sz="4500"/>
            </a:lvl2pPr>
            <a:lvl3pPr marL="1489040" indent="0">
              <a:buNone/>
              <a:defRPr sz="4000"/>
            </a:lvl3pPr>
            <a:lvl4pPr marL="2233562" indent="0">
              <a:buNone/>
              <a:defRPr sz="3300"/>
            </a:lvl4pPr>
            <a:lvl5pPr marL="2978082" indent="0">
              <a:buNone/>
              <a:defRPr sz="3300"/>
            </a:lvl5pPr>
            <a:lvl6pPr marL="3722602" indent="0">
              <a:buNone/>
              <a:defRPr sz="3300"/>
            </a:lvl6pPr>
            <a:lvl7pPr marL="4467122" indent="0">
              <a:buNone/>
              <a:defRPr sz="3300"/>
            </a:lvl7pPr>
            <a:lvl8pPr marL="5211642" indent="0">
              <a:buNone/>
              <a:defRPr sz="3300"/>
            </a:lvl8pPr>
            <a:lvl9pPr marL="5956164" indent="0">
              <a:buNone/>
              <a:defRPr sz="3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3829" y="11808145"/>
            <a:ext cx="12837795" cy="1770696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805030" y="604210"/>
            <a:ext cx="5215356" cy="128733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8974" y="604210"/>
            <a:ext cx="15289459" cy="128733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  <a:prstGeom prst="rect">
            <a:avLst/>
          </a:prstGeom>
        </p:spPr>
        <p:txBody>
          <a:bodyPr vert="horz" lIns="148903" tIns="74452" rIns="148903" bIns="7445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16" y="3520444"/>
            <a:ext cx="19256693" cy="9957118"/>
          </a:xfrm>
          <a:prstGeom prst="rect">
            <a:avLst/>
          </a:prstGeom>
        </p:spPr>
        <p:txBody>
          <a:bodyPr vert="horz" lIns="148903" tIns="74452" rIns="148903" bIns="7445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816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10411" y="13983977"/>
            <a:ext cx="6775503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34033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89040" rtl="0" eaLnBrk="1" latinLnBrk="0" hangingPunct="1"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8390" indent="-558390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209845" indent="-465325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186130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0582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35034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»"/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09486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83938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58390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32842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452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8904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3356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97808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2260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6712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21164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956164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754563" y="914400"/>
            <a:ext cx="11887200" cy="13258800"/>
            <a:chOff x="4754563" y="914400"/>
            <a:chExt cx="11887200" cy="13258800"/>
          </a:xfrm>
        </p:grpSpPr>
        <p:sp>
          <p:nvSpPr>
            <p:cNvPr id="3" name="rc3"/>
            <p:cNvSpPr/>
            <p:nvPr/>
          </p:nvSpPr>
          <p:spPr>
            <a:xfrm>
              <a:off x="4754562" y="914400"/>
              <a:ext cx="11887200" cy="1325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754562" y="914400"/>
              <a:ext cx="11887200" cy="13258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824151" y="983989"/>
              <a:ext cx="3990257" cy="43550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8814409" y="983989"/>
              <a:ext cx="3881294" cy="43550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695703" y="983989"/>
              <a:ext cx="3876470" cy="43550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5400123" y="1185696"/>
              <a:ext cx="3347859" cy="3771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6077536" y="298192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5826528" y="374186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6004956" y="403926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516837" y="444239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6622229" y="321330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5954568" y="475039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6381329" y="343317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6465511" y="322910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6308308" y="188174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6384901" y="447509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333089" y="437363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6139119" y="328154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6074075" y="354891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6267961" y="284338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981439" y="362110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8560345" y="312503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329924" y="342402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248701" y="366878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137966" y="326701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279958" y="281447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064226" y="413582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6212179" y="286881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767327" y="366395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6478176" y="338326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232091" y="459231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468707" y="381330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651153" y="132167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359794" y="279995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6197406" y="292518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548972" y="305493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808487" y="309666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5552299" y="1820321"/>
              <a:ext cx="3043508" cy="2638584"/>
            </a:xfrm>
            <a:custGeom>
              <a:avLst/>
              <a:pathLst>
                <a:path w="3043508" h="2638584">
                  <a:moveTo>
                    <a:pt x="0" y="1233388"/>
                  </a:moveTo>
                  <a:lnTo>
                    <a:pt x="38525" y="1245869"/>
                  </a:lnTo>
                  <a:lnTo>
                    <a:pt x="77050" y="1258020"/>
                  </a:lnTo>
                  <a:lnTo>
                    <a:pt x="115576" y="1269802"/>
                  </a:lnTo>
                  <a:lnTo>
                    <a:pt x="154101" y="1281171"/>
                  </a:lnTo>
                  <a:lnTo>
                    <a:pt x="192627" y="1292077"/>
                  </a:lnTo>
                  <a:lnTo>
                    <a:pt x="231152" y="1302464"/>
                  </a:lnTo>
                  <a:lnTo>
                    <a:pt x="269677" y="1312266"/>
                  </a:lnTo>
                  <a:lnTo>
                    <a:pt x="308203" y="1321413"/>
                  </a:lnTo>
                  <a:lnTo>
                    <a:pt x="346728" y="1329823"/>
                  </a:lnTo>
                  <a:lnTo>
                    <a:pt x="385254" y="1337408"/>
                  </a:lnTo>
                  <a:lnTo>
                    <a:pt x="423779" y="1344071"/>
                  </a:lnTo>
                  <a:lnTo>
                    <a:pt x="462305" y="1349707"/>
                  </a:lnTo>
                  <a:lnTo>
                    <a:pt x="500830" y="1354210"/>
                  </a:lnTo>
                  <a:lnTo>
                    <a:pt x="539355" y="1357466"/>
                  </a:lnTo>
                  <a:lnTo>
                    <a:pt x="577881" y="1359368"/>
                  </a:lnTo>
                  <a:lnTo>
                    <a:pt x="616406" y="1359815"/>
                  </a:lnTo>
                  <a:lnTo>
                    <a:pt x="654932" y="1358720"/>
                  </a:lnTo>
                  <a:lnTo>
                    <a:pt x="693457" y="1356015"/>
                  </a:lnTo>
                  <a:lnTo>
                    <a:pt x="731983" y="1351657"/>
                  </a:lnTo>
                  <a:lnTo>
                    <a:pt x="770508" y="1345632"/>
                  </a:lnTo>
                  <a:lnTo>
                    <a:pt x="809033" y="1337956"/>
                  </a:lnTo>
                  <a:lnTo>
                    <a:pt x="847559" y="1328672"/>
                  </a:lnTo>
                  <a:lnTo>
                    <a:pt x="886084" y="1317850"/>
                  </a:lnTo>
                  <a:lnTo>
                    <a:pt x="924610" y="1305578"/>
                  </a:lnTo>
                  <a:lnTo>
                    <a:pt x="963135" y="1291957"/>
                  </a:lnTo>
                  <a:lnTo>
                    <a:pt x="1001661" y="1277095"/>
                  </a:lnTo>
                  <a:lnTo>
                    <a:pt x="1040186" y="1261104"/>
                  </a:lnTo>
                  <a:lnTo>
                    <a:pt x="1078711" y="1244093"/>
                  </a:lnTo>
                  <a:lnTo>
                    <a:pt x="1117237" y="1226164"/>
                  </a:lnTo>
                  <a:lnTo>
                    <a:pt x="1155762" y="1207415"/>
                  </a:lnTo>
                  <a:lnTo>
                    <a:pt x="1194288" y="1187934"/>
                  </a:lnTo>
                  <a:lnTo>
                    <a:pt x="1232813" y="1167800"/>
                  </a:lnTo>
                  <a:lnTo>
                    <a:pt x="1271338" y="1147086"/>
                  </a:lnTo>
                  <a:lnTo>
                    <a:pt x="1309864" y="1125856"/>
                  </a:lnTo>
                  <a:lnTo>
                    <a:pt x="1348389" y="1104164"/>
                  </a:lnTo>
                  <a:lnTo>
                    <a:pt x="1386915" y="1082063"/>
                  </a:lnTo>
                  <a:lnTo>
                    <a:pt x="1425440" y="1059594"/>
                  </a:lnTo>
                  <a:lnTo>
                    <a:pt x="1463966" y="1036797"/>
                  </a:lnTo>
                  <a:lnTo>
                    <a:pt x="1502491" y="1013707"/>
                  </a:lnTo>
                  <a:lnTo>
                    <a:pt x="1541016" y="990352"/>
                  </a:lnTo>
                  <a:lnTo>
                    <a:pt x="1579542" y="966759"/>
                  </a:lnTo>
                  <a:lnTo>
                    <a:pt x="1618067" y="942951"/>
                  </a:lnTo>
                  <a:lnTo>
                    <a:pt x="1656593" y="918949"/>
                  </a:lnTo>
                  <a:lnTo>
                    <a:pt x="1695118" y="894771"/>
                  </a:lnTo>
                  <a:lnTo>
                    <a:pt x="1733644" y="870433"/>
                  </a:lnTo>
                  <a:lnTo>
                    <a:pt x="1772169" y="845950"/>
                  </a:lnTo>
                  <a:lnTo>
                    <a:pt x="1810694" y="821333"/>
                  </a:lnTo>
                  <a:lnTo>
                    <a:pt x="1849220" y="796595"/>
                  </a:lnTo>
                  <a:lnTo>
                    <a:pt x="1887745" y="771746"/>
                  </a:lnTo>
                  <a:lnTo>
                    <a:pt x="1926271" y="746795"/>
                  </a:lnTo>
                  <a:lnTo>
                    <a:pt x="1964796" y="721749"/>
                  </a:lnTo>
                  <a:lnTo>
                    <a:pt x="2003322" y="696617"/>
                  </a:lnTo>
                  <a:lnTo>
                    <a:pt x="2041847" y="671405"/>
                  </a:lnTo>
                  <a:lnTo>
                    <a:pt x="2080372" y="646119"/>
                  </a:lnTo>
                  <a:lnTo>
                    <a:pt x="2118898" y="620764"/>
                  </a:lnTo>
                  <a:lnTo>
                    <a:pt x="2157423" y="595345"/>
                  </a:lnTo>
                  <a:lnTo>
                    <a:pt x="2195949" y="569868"/>
                  </a:lnTo>
                  <a:lnTo>
                    <a:pt x="2234474" y="544335"/>
                  </a:lnTo>
                  <a:lnTo>
                    <a:pt x="2272999" y="518751"/>
                  </a:lnTo>
                  <a:lnTo>
                    <a:pt x="2311525" y="493119"/>
                  </a:lnTo>
                  <a:lnTo>
                    <a:pt x="2350050" y="467442"/>
                  </a:lnTo>
                  <a:lnTo>
                    <a:pt x="2388576" y="441723"/>
                  </a:lnTo>
                  <a:lnTo>
                    <a:pt x="2427101" y="415965"/>
                  </a:lnTo>
                  <a:lnTo>
                    <a:pt x="2465627" y="390170"/>
                  </a:lnTo>
                  <a:lnTo>
                    <a:pt x="2504152" y="364340"/>
                  </a:lnTo>
                  <a:lnTo>
                    <a:pt x="2542677" y="338478"/>
                  </a:lnTo>
                  <a:lnTo>
                    <a:pt x="2581203" y="312585"/>
                  </a:lnTo>
                  <a:lnTo>
                    <a:pt x="2619728" y="286663"/>
                  </a:lnTo>
                  <a:lnTo>
                    <a:pt x="2658254" y="260713"/>
                  </a:lnTo>
                  <a:lnTo>
                    <a:pt x="2696779" y="234738"/>
                  </a:lnTo>
                  <a:lnTo>
                    <a:pt x="2735305" y="208738"/>
                  </a:lnTo>
                  <a:lnTo>
                    <a:pt x="2773830" y="182715"/>
                  </a:lnTo>
                  <a:lnTo>
                    <a:pt x="2812355" y="156671"/>
                  </a:lnTo>
                  <a:lnTo>
                    <a:pt x="2850881" y="130605"/>
                  </a:lnTo>
                  <a:lnTo>
                    <a:pt x="2889406" y="104520"/>
                  </a:lnTo>
                  <a:lnTo>
                    <a:pt x="2927932" y="78415"/>
                  </a:lnTo>
                  <a:lnTo>
                    <a:pt x="2966457" y="52293"/>
                  </a:lnTo>
                  <a:lnTo>
                    <a:pt x="3004983" y="26155"/>
                  </a:lnTo>
                  <a:lnTo>
                    <a:pt x="3043508" y="0"/>
                  </a:lnTo>
                  <a:lnTo>
                    <a:pt x="3043508" y="2638584"/>
                  </a:lnTo>
                  <a:lnTo>
                    <a:pt x="3004983" y="2622730"/>
                  </a:lnTo>
                  <a:lnTo>
                    <a:pt x="2966457" y="2606891"/>
                  </a:lnTo>
                  <a:lnTo>
                    <a:pt x="2927932" y="2591070"/>
                  </a:lnTo>
                  <a:lnTo>
                    <a:pt x="2889406" y="2575266"/>
                  </a:lnTo>
                  <a:lnTo>
                    <a:pt x="2850881" y="2559481"/>
                  </a:lnTo>
                  <a:lnTo>
                    <a:pt x="2812355" y="2543716"/>
                  </a:lnTo>
                  <a:lnTo>
                    <a:pt x="2773830" y="2527971"/>
                  </a:lnTo>
                  <a:lnTo>
                    <a:pt x="2735305" y="2512249"/>
                  </a:lnTo>
                  <a:lnTo>
                    <a:pt x="2696779" y="2496550"/>
                  </a:lnTo>
                  <a:lnTo>
                    <a:pt x="2658254" y="2480875"/>
                  </a:lnTo>
                  <a:lnTo>
                    <a:pt x="2619728" y="2465226"/>
                  </a:lnTo>
                  <a:lnTo>
                    <a:pt x="2581203" y="2449604"/>
                  </a:lnTo>
                  <a:lnTo>
                    <a:pt x="2542677" y="2434012"/>
                  </a:lnTo>
                  <a:lnTo>
                    <a:pt x="2504152" y="2418450"/>
                  </a:lnTo>
                  <a:lnTo>
                    <a:pt x="2465627" y="2402920"/>
                  </a:lnTo>
                  <a:lnTo>
                    <a:pt x="2427101" y="2387426"/>
                  </a:lnTo>
                  <a:lnTo>
                    <a:pt x="2388576" y="2371968"/>
                  </a:lnTo>
                  <a:lnTo>
                    <a:pt x="2350050" y="2356550"/>
                  </a:lnTo>
                  <a:lnTo>
                    <a:pt x="2311525" y="2341173"/>
                  </a:lnTo>
                  <a:lnTo>
                    <a:pt x="2272999" y="2325842"/>
                  </a:lnTo>
                  <a:lnTo>
                    <a:pt x="2234474" y="2310558"/>
                  </a:lnTo>
                  <a:lnTo>
                    <a:pt x="2195949" y="2295326"/>
                  </a:lnTo>
                  <a:lnTo>
                    <a:pt x="2157423" y="2280149"/>
                  </a:lnTo>
                  <a:lnTo>
                    <a:pt x="2118898" y="2265031"/>
                  </a:lnTo>
                  <a:lnTo>
                    <a:pt x="2080372" y="2249976"/>
                  </a:lnTo>
                  <a:lnTo>
                    <a:pt x="2041847" y="2234991"/>
                  </a:lnTo>
                  <a:lnTo>
                    <a:pt x="2003322" y="2220079"/>
                  </a:lnTo>
                  <a:lnTo>
                    <a:pt x="1964796" y="2205247"/>
                  </a:lnTo>
                  <a:lnTo>
                    <a:pt x="1926271" y="2190502"/>
                  </a:lnTo>
                  <a:lnTo>
                    <a:pt x="1887745" y="2175851"/>
                  </a:lnTo>
                  <a:lnTo>
                    <a:pt x="1849220" y="2161302"/>
                  </a:lnTo>
                  <a:lnTo>
                    <a:pt x="1810694" y="2146865"/>
                  </a:lnTo>
                  <a:lnTo>
                    <a:pt x="1772169" y="2132549"/>
                  </a:lnTo>
                  <a:lnTo>
                    <a:pt x="1733644" y="2118366"/>
                  </a:lnTo>
                  <a:lnTo>
                    <a:pt x="1695118" y="2104328"/>
                  </a:lnTo>
                  <a:lnTo>
                    <a:pt x="1656593" y="2090451"/>
                  </a:lnTo>
                  <a:lnTo>
                    <a:pt x="1618067" y="2076749"/>
                  </a:lnTo>
                  <a:lnTo>
                    <a:pt x="1579542" y="2063242"/>
                  </a:lnTo>
                  <a:lnTo>
                    <a:pt x="1541016" y="2049949"/>
                  </a:lnTo>
                  <a:lnTo>
                    <a:pt x="1502491" y="2036895"/>
                  </a:lnTo>
                  <a:lnTo>
                    <a:pt x="1463966" y="2024104"/>
                  </a:lnTo>
                  <a:lnTo>
                    <a:pt x="1425440" y="2011608"/>
                  </a:lnTo>
                  <a:lnTo>
                    <a:pt x="1386915" y="1999440"/>
                  </a:lnTo>
                  <a:lnTo>
                    <a:pt x="1348389" y="1987639"/>
                  </a:lnTo>
                  <a:lnTo>
                    <a:pt x="1309864" y="1976248"/>
                  </a:lnTo>
                  <a:lnTo>
                    <a:pt x="1271338" y="1965318"/>
                  </a:lnTo>
                  <a:lnTo>
                    <a:pt x="1232813" y="1954904"/>
                  </a:lnTo>
                  <a:lnTo>
                    <a:pt x="1194288" y="1945071"/>
                  </a:lnTo>
                  <a:lnTo>
                    <a:pt x="1155762" y="1935890"/>
                  </a:lnTo>
                  <a:lnTo>
                    <a:pt x="1117237" y="1927442"/>
                  </a:lnTo>
                  <a:lnTo>
                    <a:pt x="1078711" y="1919813"/>
                  </a:lnTo>
                  <a:lnTo>
                    <a:pt x="1040186" y="1913102"/>
                  </a:lnTo>
                  <a:lnTo>
                    <a:pt x="1001661" y="1907412"/>
                  </a:lnTo>
                  <a:lnTo>
                    <a:pt x="963135" y="1902851"/>
                  </a:lnTo>
                  <a:lnTo>
                    <a:pt x="924610" y="1899530"/>
                  </a:lnTo>
                  <a:lnTo>
                    <a:pt x="886084" y="1897558"/>
                  </a:lnTo>
                  <a:lnTo>
                    <a:pt x="847559" y="1897037"/>
                  </a:lnTo>
                  <a:lnTo>
                    <a:pt x="809033" y="1898054"/>
                  </a:lnTo>
                  <a:lnTo>
                    <a:pt x="770508" y="1900678"/>
                  </a:lnTo>
                  <a:lnTo>
                    <a:pt x="731983" y="1904954"/>
                  </a:lnTo>
                  <a:lnTo>
                    <a:pt x="693457" y="1910896"/>
                  </a:lnTo>
                  <a:lnTo>
                    <a:pt x="654932" y="1918491"/>
                  </a:lnTo>
                  <a:lnTo>
                    <a:pt x="616406" y="1927696"/>
                  </a:lnTo>
                  <a:lnTo>
                    <a:pt x="577881" y="1938444"/>
                  </a:lnTo>
                  <a:lnTo>
                    <a:pt x="539355" y="1950647"/>
                  </a:lnTo>
                  <a:lnTo>
                    <a:pt x="500830" y="1964204"/>
                  </a:lnTo>
                  <a:lnTo>
                    <a:pt x="462305" y="1979006"/>
                  </a:lnTo>
                  <a:lnTo>
                    <a:pt x="423779" y="1994943"/>
                  </a:lnTo>
                  <a:lnTo>
                    <a:pt x="385254" y="2011907"/>
                  </a:lnTo>
                  <a:lnTo>
                    <a:pt x="346728" y="2029792"/>
                  </a:lnTo>
                  <a:lnTo>
                    <a:pt x="308203" y="2048503"/>
                  </a:lnTo>
                  <a:lnTo>
                    <a:pt x="269677" y="2067950"/>
                  </a:lnTo>
                  <a:lnTo>
                    <a:pt x="231152" y="2088053"/>
                  </a:lnTo>
                  <a:lnTo>
                    <a:pt x="192627" y="2108739"/>
                  </a:lnTo>
                  <a:lnTo>
                    <a:pt x="154101" y="2129946"/>
                  </a:lnTo>
                  <a:lnTo>
                    <a:pt x="115576" y="2151616"/>
                  </a:lnTo>
                  <a:lnTo>
                    <a:pt x="77050" y="2173698"/>
                  </a:lnTo>
                  <a:lnTo>
                    <a:pt x="38525" y="2196149"/>
                  </a:lnTo>
                  <a:lnTo>
                    <a:pt x="0" y="2218931"/>
                  </a:lnTo>
                  <a:close/>
                </a:path>
              </a:pathLst>
            </a:custGeom>
            <a:solidFill>
              <a:srgbClr val="FFE5B4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552299" y="1820321"/>
              <a:ext cx="3043508" cy="1359815"/>
            </a:xfrm>
            <a:custGeom>
              <a:avLst/>
              <a:pathLst>
                <a:path w="3043508" h="1359815">
                  <a:moveTo>
                    <a:pt x="0" y="1233388"/>
                  </a:moveTo>
                  <a:lnTo>
                    <a:pt x="38525" y="1245869"/>
                  </a:lnTo>
                  <a:lnTo>
                    <a:pt x="77050" y="1258020"/>
                  </a:lnTo>
                  <a:lnTo>
                    <a:pt x="115576" y="1269802"/>
                  </a:lnTo>
                  <a:lnTo>
                    <a:pt x="154101" y="1281171"/>
                  </a:lnTo>
                  <a:lnTo>
                    <a:pt x="192627" y="1292077"/>
                  </a:lnTo>
                  <a:lnTo>
                    <a:pt x="231152" y="1302464"/>
                  </a:lnTo>
                  <a:lnTo>
                    <a:pt x="269677" y="1312266"/>
                  </a:lnTo>
                  <a:lnTo>
                    <a:pt x="308203" y="1321413"/>
                  </a:lnTo>
                  <a:lnTo>
                    <a:pt x="346728" y="1329823"/>
                  </a:lnTo>
                  <a:lnTo>
                    <a:pt x="385254" y="1337408"/>
                  </a:lnTo>
                  <a:lnTo>
                    <a:pt x="423779" y="1344071"/>
                  </a:lnTo>
                  <a:lnTo>
                    <a:pt x="462305" y="1349707"/>
                  </a:lnTo>
                  <a:lnTo>
                    <a:pt x="500830" y="1354210"/>
                  </a:lnTo>
                  <a:lnTo>
                    <a:pt x="539355" y="1357466"/>
                  </a:lnTo>
                  <a:lnTo>
                    <a:pt x="577881" y="1359368"/>
                  </a:lnTo>
                  <a:lnTo>
                    <a:pt x="616406" y="1359815"/>
                  </a:lnTo>
                  <a:lnTo>
                    <a:pt x="654932" y="1358720"/>
                  </a:lnTo>
                  <a:lnTo>
                    <a:pt x="693457" y="1356015"/>
                  </a:lnTo>
                  <a:lnTo>
                    <a:pt x="731983" y="1351657"/>
                  </a:lnTo>
                  <a:lnTo>
                    <a:pt x="770508" y="1345632"/>
                  </a:lnTo>
                  <a:lnTo>
                    <a:pt x="809033" y="1337956"/>
                  </a:lnTo>
                  <a:lnTo>
                    <a:pt x="847559" y="1328672"/>
                  </a:lnTo>
                  <a:lnTo>
                    <a:pt x="886084" y="1317850"/>
                  </a:lnTo>
                  <a:lnTo>
                    <a:pt x="924610" y="1305578"/>
                  </a:lnTo>
                  <a:lnTo>
                    <a:pt x="963135" y="1291957"/>
                  </a:lnTo>
                  <a:lnTo>
                    <a:pt x="1001661" y="1277095"/>
                  </a:lnTo>
                  <a:lnTo>
                    <a:pt x="1040186" y="1261104"/>
                  </a:lnTo>
                  <a:lnTo>
                    <a:pt x="1078711" y="1244093"/>
                  </a:lnTo>
                  <a:lnTo>
                    <a:pt x="1117237" y="1226164"/>
                  </a:lnTo>
                  <a:lnTo>
                    <a:pt x="1155762" y="1207415"/>
                  </a:lnTo>
                  <a:lnTo>
                    <a:pt x="1194288" y="1187934"/>
                  </a:lnTo>
                  <a:lnTo>
                    <a:pt x="1232813" y="1167800"/>
                  </a:lnTo>
                  <a:lnTo>
                    <a:pt x="1271338" y="1147086"/>
                  </a:lnTo>
                  <a:lnTo>
                    <a:pt x="1309864" y="1125856"/>
                  </a:lnTo>
                  <a:lnTo>
                    <a:pt x="1348389" y="1104164"/>
                  </a:lnTo>
                  <a:lnTo>
                    <a:pt x="1386915" y="1082063"/>
                  </a:lnTo>
                  <a:lnTo>
                    <a:pt x="1425440" y="1059594"/>
                  </a:lnTo>
                  <a:lnTo>
                    <a:pt x="1463966" y="1036797"/>
                  </a:lnTo>
                  <a:lnTo>
                    <a:pt x="1502491" y="1013707"/>
                  </a:lnTo>
                  <a:lnTo>
                    <a:pt x="1541016" y="990352"/>
                  </a:lnTo>
                  <a:lnTo>
                    <a:pt x="1579542" y="966759"/>
                  </a:lnTo>
                  <a:lnTo>
                    <a:pt x="1618067" y="942951"/>
                  </a:lnTo>
                  <a:lnTo>
                    <a:pt x="1656593" y="918949"/>
                  </a:lnTo>
                  <a:lnTo>
                    <a:pt x="1695118" y="894771"/>
                  </a:lnTo>
                  <a:lnTo>
                    <a:pt x="1733644" y="870433"/>
                  </a:lnTo>
                  <a:lnTo>
                    <a:pt x="1772169" y="845950"/>
                  </a:lnTo>
                  <a:lnTo>
                    <a:pt x="1810694" y="821333"/>
                  </a:lnTo>
                  <a:lnTo>
                    <a:pt x="1849220" y="796595"/>
                  </a:lnTo>
                  <a:lnTo>
                    <a:pt x="1887745" y="771746"/>
                  </a:lnTo>
                  <a:lnTo>
                    <a:pt x="1926271" y="746795"/>
                  </a:lnTo>
                  <a:lnTo>
                    <a:pt x="1964796" y="721749"/>
                  </a:lnTo>
                  <a:lnTo>
                    <a:pt x="2003322" y="696617"/>
                  </a:lnTo>
                  <a:lnTo>
                    <a:pt x="2041847" y="671405"/>
                  </a:lnTo>
                  <a:lnTo>
                    <a:pt x="2080372" y="646119"/>
                  </a:lnTo>
                  <a:lnTo>
                    <a:pt x="2118898" y="620764"/>
                  </a:lnTo>
                  <a:lnTo>
                    <a:pt x="2157423" y="595345"/>
                  </a:lnTo>
                  <a:lnTo>
                    <a:pt x="2195949" y="569868"/>
                  </a:lnTo>
                  <a:lnTo>
                    <a:pt x="2234474" y="544335"/>
                  </a:lnTo>
                  <a:lnTo>
                    <a:pt x="2272999" y="518751"/>
                  </a:lnTo>
                  <a:lnTo>
                    <a:pt x="2311525" y="493119"/>
                  </a:lnTo>
                  <a:lnTo>
                    <a:pt x="2350050" y="467442"/>
                  </a:lnTo>
                  <a:lnTo>
                    <a:pt x="2388576" y="441723"/>
                  </a:lnTo>
                  <a:lnTo>
                    <a:pt x="2427101" y="415965"/>
                  </a:lnTo>
                  <a:lnTo>
                    <a:pt x="2465627" y="390170"/>
                  </a:lnTo>
                  <a:lnTo>
                    <a:pt x="2504152" y="364340"/>
                  </a:lnTo>
                  <a:lnTo>
                    <a:pt x="2542677" y="338478"/>
                  </a:lnTo>
                  <a:lnTo>
                    <a:pt x="2581203" y="312585"/>
                  </a:lnTo>
                  <a:lnTo>
                    <a:pt x="2619728" y="286663"/>
                  </a:lnTo>
                  <a:lnTo>
                    <a:pt x="2658254" y="260713"/>
                  </a:lnTo>
                  <a:lnTo>
                    <a:pt x="2696779" y="234738"/>
                  </a:lnTo>
                  <a:lnTo>
                    <a:pt x="2735305" y="208738"/>
                  </a:lnTo>
                  <a:lnTo>
                    <a:pt x="2773830" y="182715"/>
                  </a:lnTo>
                  <a:lnTo>
                    <a:pt x="2812355" y="156671"/>
                  </a:lnTo>
                  <a:lnTo>
                    <a:pt x="2850881" y="130605"/>
                  </a:lnTo>
                  <a:lnTo>
                    <a:pt x="2889406" y="104520"/>
                  </a:lnTo>
                  <a:lnTo>
                    <a:pt x="2927932" y="78415"/>
                  </a:lnTo>
                  <a:lnTo>
                    <a:pt x="2966457" y="52293"/>
                  </a:lnTo>
                  <a:lnTo>
                    <a:pt x="3004983" y="26155"/>
                  </a:lnTo>
                  <a:lnTo>
                    <a:pt x="30435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552299" y="3717359"/>
              <a:ext cx="3043508" cy="741547"/>
            </a:xfrm>
            <a:custGeom>
              <a:avLst/>
              <a:pathLst>
                <a:path w="3043508" h="741547">
                  <a:moveTo>
                    <a:pt x="3043508" y="741547"/>
                  </a:moveTo>
                  <a:lnTo>
                    <a:pt x="3004983" y="725692"/>
                  </a:lnTo>
                  <a:lnTo>
                    <a:pt x="2966457" y="709854"/>
                  </a:lnTo>
                  <a:lnTo>
                    <a:pt x="2927932" y="694032"/>
                  </a:lnTo>
                  <a:lnTo>
                    <a:pt x="2889406" y="678228"/>
                  </a:lnTo>
                  <a:lnTo>
                    <a:pt x="2850881" y="662444"/>
                  </a:lnTo>
                  <a:lnTo>
                    <a:pt x="2812355" y="646678"/>
                  </a:lnTo>
                  <a:lnTo>
                    <a:pt x="2773830" y="630934"/>
                  </a:lnTo>
                  <a:lnTo>
                    <a:pt x="2735305" y="615212"/>
                  </a:lnTo>
                  <a:lnTo>
                    <a:pt x="2696779" y="599512"/>
                  </a:lnTo>
                  <a:lnTo>
                    <a:pt x="2658254" y="583837"/>
                  </a:lnTo>
                  <a:lnTo>
                    <a:pt x="2619728" y="568188"/>
                  </a:lnTo>
                  <a:lnTo>
                    <a:pt x="2581203" y="552567"/>
                  </a:lnTo>
                  <a:lnTo>
                    <a:pt x="2542677" y="536974"/>
                  </a:lnTo>
                  <a:lnTo>
                    <a:pt x="2504152" y="521412"/>
                  </a:lnTo>
                  <a:lnTo>
                    <a:pt x="2465627" y="505883"/>
                  </a:lnTo>
                  <a:lnTo>
                    <a:pt x="2427101" y="490388"/>
                  </a:lnTo>
                  <a:lnTo>
                    <a:pt x="2388576" y="474931"/>
                  </a:lnTo>
                  <a:lnTo>
                    <a:pt x="2350050" y="459512"/>
                  </a:lnTo>
                  <a:lnTo>
                    <a:pt x="2311525" y="444136"/>
                  </a:lnTo>
                  <a:lnTo>
                    <a:pt x="2272999" y="428804"/>
                  </a:lnTo>
                  <a:lnTo>
                    <a:pt x="2234474" y="413521"/>
                  </a:lnTo>
                  <a:lnTo>
                    <a:pt x="2195949" y="398288"/>
                  </a:lnTo>
                  <a:lnTo>
                    <a:pt x="2157423" y="383111"/>
                  </a:lnTo>
                  <a:lnTo>
                    <a:pt x="2118898" y="367993"/>
                  </a:lnTo>
                  <a:lnTo>
                    <a:pt x="2080372" y="352939"/>
                  </a:lnTo>
                  <a:lnTo>
                    <a:pt x="2041847" y="337953"/>
                  </a:lnTo>
                  <a:lnTo>
                    <a:pt x="2003322" y="323041"/>
                  </a:lnTo>
                  <a:lnTo>
                    <a:pt x="1964796" y="308210"/>
                  </a:lnTo>
                  <a:lnTo>
                    <a:pt x="1926271" y="293464"/>
                  </a:lnTo>
                  <a:lnTo>
                    <a:pt x="1887745" y="278813"/>
                  </a:lnTo>
                  <a:lnTo>
                    <a:pt x="1849220" y="264265"/>
                  </a:lnTo>
                  <a:lnTo>
                    <a:pt x="1810694" y="249827"/>
                  </a:lnTo>
                  <a:lnTo>
                    <a:pt x="1772169" y="235511"/>
                  </a:lnTo>
                  <a:lnTo>
                    <a:pt x="1733644" y="221328"/>
                  </a:lnTo>
                  <a:lnTo>
                    <a:pt x="1695118" y="207291"/>
                  </a:lnTo>
                  <a:lnTo>
                    <a:pt x="1656593" y="193413"/>
                  </a:lnTo>
                  <a:lnTo>
                    <a:pt x="1618067" y="179712"/>
                  </a:lnTo>
                  <a:lnTo>
                    <a:pt x="1579542" y="166204"/>
                  </a:lnTo>
                  <a:lnTo>
                    <a:pt x="1541016" y="152912"/>
                  </a:lnTo>
                  <a:lnTo>
                    <a:pt x="1502491" y="139857"/>
                  </a:lnTo>
                  <a:lnTo>
                    <a:pt x="1463966" y="127067"/>
                  </a:lnTo>
                  <a:lnTo>
                    <a:pt x="1425440" y="114571"/>
                  </a:lnTo>
                  <a:lnTo>
                    <a:pt x="1386915" y="102403"/>
                  </a:lnTo>
                  <a:lnTo>
                    <a:pt x="1348389" y="90602"/>
                  </a:lnTo>
                  <a:lnTo>
                    <a:pt x="1309864" y="79211"/>
                  </a:lnTo>
                  <a:lnTo>
                    <a:pt x="1271338" y="68280"/>
                  </a:lnTo>
                  <a:lnTo>
                    <a:pt x="1232813" y="57867"/>
                  </a:lnTo>
                  <a:lnTo>
                    <a:pt x="1194288" y="48034"/>
                  </a:lnTo>
                  <a:lnTo>
                    <a:pt x="1155762" y="38853"/>
                  </a:lnTo>
                  <a:lnTo>
                    <a:pt x="1117237" y="30404"/>
                  </a:lnTo>
                  <a:lnTo>
                    <a:pt x="1078711" y="22776"/>
                  </a:lnTo>
                  <a:lnTo>
                    <a:pt x="1040186" y="16065"/>
                  </a:lnTo>
                  <a:lnTo>
                    <a:pt x="1001661" y="10375"/>
                  </a:lnTo>
                  <a:lnTo>
                    <a:pt x="963135" y="5814"/>
                  </a:lnTo>
                  <a:lnTo>
                    <a:pt x="924610" y="2493"/>
                  </a:lnTo>
                  <a:lnTo>
                    <a:pt x="886084" y="521"/>
                  </a:lnTo>
                  <a:lnTo>
                    <a:pt x="847559" y="0"/>
                  </a:lnTo>
                  <a:lnTo>
                    <a:pt x="809033" y="1016"/>
                  </a:lnTo>
                  <a:lnTo>
                    <a:pt x="770508" y="3641"/>
                  </a:lnTo>
                  <a:lnTo>
                    <a:pt x="731983" y="7916"/>
                  </a:lnTo>
                  <a:lnTo>
                    <a:pt x="693457" y="13859"/>
                  </a:lnTo>
                  <a:lnTo>
                    <a:pt x="654932" y="21454"/>
                  </a:lnTo>
                  <a:lnTo>
                    <a:pt x="616406" y="30659"/>
                  </a:lnTo>
                  <a:lnTo>
                    <a:pt x="577881" y="41407"/>
                  </a:lnTo>
                  <a:lnTo>
                    <a:pt x="539355" y="53609"/>
                  </a:lnTo>
                  <a:lnTo>
                    <a:pt x="500830" y="67166"/>
                  </a:lnTo>
                  <a:lnTo>
                    <a:pt x="462305" y="81969"/>
                  </a:lnTo>
                  <a:lnTo>
                    <a:pt x="423779" y="97906"/>
                  </a:lnTo>
                  <a:lnTo>
                    <a:pt x="385254" y="114869"/>
                  </a:lnTo>
                  <a:lnTo>
                    <a:pt x="346728" y="132755"/>
                  </a:lnTo>
                  <a:lnTo>
                    <a:pt x="308203" y="151465"/>
                  </a:lnTo>
                  <a:lnTo>
                    <a:pt x="269677" y="170912"/>
                  </a:lnTo>
                  <a:lnTo>
                    <a:pt x="231152" y="191015"/>
                  </a:lnTo>
                  <a:lnTo>
                    <a:pt x="192627" y="211702"/>
                  </a:lnTo>
                  <a:lnTo>
                    <a:pt x="154101" y="232909"/>
                  </a:lnTo>
                  <a:lnTo>
                    <a:pt x="115576" y="254578"/>
                  </a:lnTo>
                  <a:lnTo>
                    <a:pt x="77050" y="276661"/>
                  </a:lnTo>
                  <a:lnTo>
                    <a:pt x="38525" y="299112"/>
                  </a:lnTo>
                  <a:lnTo>
                    <a:pt x="0" y="3218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552299" y="3139613"/>
              <a:ext cx="3043508" cy="406867"/>
            </a:xfrm>
            <a:custGeom>
              <a:avLst/>
              <a:pathLst>
                <a:path w="3043508" h="406867">
                  <a:moveTo>
                    <a:pt x="0" y="406867"/>
                  </a:moveTo>
                  <a:lnTo>
                    <a:pt x="38525" y="401717"/>
                  </a:lnTo>
                  <a:lnTo>
                    <a:pt x="77050" y="396567"/>
                  </a:lnTo>
                  <a:lnTo>
                    <a:pt x="115576" y="391416"/>
                  </a:lnTo>
                  <a:lnTo>
                    <a:pt x="154101" y="386266"/>
                  </a:lnTo>
                  <a:lnTo>
                    <a:pt x="192627" y="381116"/>
                  </a:lnTo>
                  <a:lnTo>
                    <a:pt x="231152" y="375966"/>
                  </a:lnTo>
                  <a:lnTo>
                    <a:pt x="269677" y="370816"/>
                  </a:lnTo>
                  <a:lnTo>
                    <a:pt x="308203" y="365665"/>
                  </a:lnTo>
                  <a:lnTo>
                    <a:pt x="346728" y="360515"/>
                  </a:lnTo>
                  <a:lnTo>
                    <a:pt x="385254" y="355365"/>
                  </a:lnTo>
                  <a:lnTo>
                    <a:pt x="423779" y="350215"/>
                  </a:lnTo>
                  <a:lnTo>
                    <a:pt x="462305" y="345064"/>
                  </a:lnTo>
                  <a:lnTo>
                    <a:pt x="500830" y="339914"/>
                  </a:lnTo>
                  <a:lnTo>
                    <a:pt x="539355" y="334764"/>
                  </a:lnTo>
                  <a:lnTo>
                    <a:pt x="577881" y="329614"/>
                  </a:lnTo>
                  <a:lnTo>
                    <a:pt x="616406" y="324464"/>
                  </a:lnTo>
                  <a:lnTo>
                    <a:pt x="654932" y="319313"/>
                  </a:lnTo>
                  <a:lnTo>
                    <a:pt x="693457" y="314163"/>
                  </a:lnTo>
                  <a:lnTo>
                    <a:pt x="731983" y="309013"/>
                  </a:lnTo>
                  <a:lnTo>
                    <a:pt x="770508" y="303863"/>
                  </a:lnTo>
                  <a:lnTo>
                    <a:pt x="809033" y="298712"/>
                  </a:lnTo>
                  <a:lnTo>
                    <a:pt x="847559" y="293562"/>
                  </a:lnTo>
                  <a:lnTo>
                    <a:pt x="886084" y="288412"/>
                  </a:lnTo>
                  <a:lnTo>
                    <a:pt x="924610" y="283262"/>
                  </a:lnTo>
                  <a:lnTo>
                    <a:pt x="963135" y="278112"/>
                  </a:lnTo>
                  <a:lnTo>
                    <a:pt x="1001661" y="272961"/>
                  </a:lnTo>
                  <a:lnTo>
                    <a:pt x="1040186" y="267811"/>
                  </a:lnTo>
                  <a:lnTo>
                    <a:pt x="1078711" y="262661"/>
                  </a:lnTo>
                  <a:lnTo>
                    <a:pt x="1117237" y="257511"/>
                  </a:lnTo>
                  <a:lnTo>
                    <a:pt x="1155762" y="252360"/>
                  </a:lnTo>
                  <a:lnTo>
                    <a:pt x="1194288" y="247210"/>
                  </a:lnTo>
                  <a:lnTo>
                    <a:pt x="1232813" y="242060"/>
                  </a:lnTo>
                  <a:lnTo>
                    <a:pt x="1271338" y="236910"/>
                  </a:lnTo>
                  <a:lnTo>
                    <a:pt x="1309864" y="231760"/>
                  </a:lnTo>
                  <a:lnTo>
                    <a:pt x="1348389" y="226609"/>
                  </a:lnTo>
                  <a:lnTo>
                    <a:pt x="1386915" y="221459"/>
                  </a:lnTo>
                  <a:lnTo>
                    <a:pt x="1425440" y="216309"/>
                  </a:lnTo>
                  <a:lnTo>
                    <a:pt x="1463966" y="211159"/>
                  </a:lnTo>
                  <a:lnTo>
                    <a:pt x="1502491" y="206008"/>
                  </a:lnTo>
                  <a:lnTo>
                    <a:pt x="1541016" y="200858"/>
                  </a:lnTo>
                  <a:lnTo>
                    <a:pt x="1579542" y="195708"/>
                  </a:lnTo>
                  <a:lnTo>
                    <a:pt x="1618067" y="190558"/>
                  </a:lnTo>
                  <a:lnTo>
                    <a:pt x="1656593" y="185408"/>
                  </a:lnTo>
                  <a:lnTo>
                    <a:pt x="1695118" y="180257"/>
                  </a:lnTo>
                  <a:lnTo>
                    <a:pt x="1733644" y="175107"/>
                  </a:lnTo>
                  <a:lnTo>
                    <a:pt x="1772169" y="169957"/>
                  </a:lnTo>
                  <a:lnTo>
                    <a:pt x="1810694" y="164807"/>
                  </a:lnTo>
                  <a:lnTo>
                    <a:pt x="1849220" y="159656"/>
                  </a:lnTo>
                  <a:lnTo>
                    <a:pt x="1887745" y="154506"/>
                  </a:lnTo>
                  <a:lnTo>
                    <a:pt x="1926271" y="149356"/>
                  </a:lnTo>
                  <a:lnTo>
                    <a:pt x="1964796" y="144206"/>
                  </a:lnTo>
                  <a:lnTo>
                    <a:pt x="2003322" y="139056"/>
                  </a:lnTo>
                  <a:lnTo>
                    <a:pt x="2041847" y="133905"/>
                  </a:lnTo>
                  <a:lnTo>
                    <a:pt x="2080372" y="128755"/>
                  </a:lnTo>
                  <a:lnTo>
                    <a:pt x="2118898" y="123605"/>
                  </a:lnTo>
                  <a:lnTo>
                    <a:pt x="2157423" y="118455"/>
                  </a:lnTo>
                  <a:lnTo>
                    <a:pt x="2195949" y="113304"/>
                  </a:lnTo>
                  <a:lnTo>
                    <a:pt x="2234474" y="108154"/>
                  </a:lnTo>
                  <a:lnTo>
                    <a:pt x="2272999" y="103004"/>
                  </a:lnTo>
                  <a:lnTo>
                    <a:pt x="2311525" y="97854"/>
                  </a:lnTo>
                  <a:lnTo>
                    <a:pt x="2350050" y="92704"/>
                  </a:lnTo>
                  <a:lnTo>
                    <a:pt x="2388576" y="87553"/>
                  </a:lnTo>
                  <a:lnTo>
                    <a:pt x="2427101" y="82403"/>
                  </a:lnTo>
                  <a:lnTo>
                    <a:pt x="2465627" y="77253"/>
                  </a:lnTo>
                  <a:lnTo>
                    <a:pt x="2504152" y="72103"/>
                  </a:lnTo>
                  <a:lnTo>
                    <a:pt x="2542677" y="66952"/>
                  </a:lnTo>
                  <a:lnTo>
                    <a:pt x="2581203" y="61802"/>
                  </a:lnTo>
                  <a:lnTo>
                    <a:pt x="2619728" y="56652"/>
                  </a:lnTo>
                  <a:lnTo>
                    <a:pt x="2658254" y="51502"/>
                  </a:lnTo>
                  <a:lnTo>
                    <a:pt x="2696779" y="46352"/>
                  </a:lnTo>
                  <a:lnTo>
                    <a:pt x="2735305" y="41201"/>
                  </a:lnTo>
                  <a:lnTo>
                    <a:pt x="2773830" y="36051"/>
                  </a:lnTo>
                  <a:lnTo>
                    <a:pt x="2812355" y="30901"/>
                  </a:lnTo>
                  <a:lnTo>
                    <a:pt x="2850881" y="25751"/>
                  </a:lnTo>
                  <a:lnTo>
                    <a:pt x="2889406" y="20600"/>
                  </a:lnTo>
                  <a:lnTo>
                    <a:pt x="2927932" y="15450"/>
                  </a:lnTo>
                  <a:lnTo>
                    <a:pt x="2966457" y="10300"/>
                  </a:lnTo>
                  <a:lnTo>
                    <a:pt x="3004983" y="5150"/>
                  </a:lnTo>
                  <a:lnTo>
                    <a:pt x="3043508" y="0"/>
                  </a:lnTo>
                </a:path>
              </a:pathLst>
            </a:custGeom>
            <a:ln w="27101" cap="flat">
              <a:solidFill>
                <a:srgbClr val="FFE5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7263840" y="1330149"/>
              <a:ext cx="81310" cy="133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379432" y="1434030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495024" y="1355251"/>
              <a:ext cx="370745" cy="108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0.063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865769" y="1427809"/>
              <a:ext cx="41161" cy="3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,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06931" y="1463618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943970" y="1463618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81008" y="1355613"/>
              <a:ext cx="82395" cy="108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9470" y="1434030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25062" y="1355251"/>
              <a:ext cx="370745" cy="108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0.653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5400123" y="1185696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5245484" y="4664318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5281010" y="3408958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81010" y="2156202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5366910" y="4702813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366910" y="3448755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366910" y="2194696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400123" y="4957292"/>
              <a:ext cx="3347859" cy="0"/>
            </a:xfrm>
            <a:custGeom>
              <a:avLst/>
              <a:pathLst>
                <a:path w="3347859" h="0">
                  <a:moveTo>
                    <a:pt x="0" y="0"/>
                  </a:moveTo>
                  <a:lnTo>
                    <a:pt x="3347859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92463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283326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874190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7465053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055916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646779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5645035" y="5016763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253661" y="5015461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6844525" y="5016763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435388" y="5016763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026251" y="5015408"/>
              <a:ext cx="59330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617114" y="5017075"/>
              <a:ext cx="59330" cy="76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5921695" y="5119412"/>
              <a:ext cx="2304715" cy="1251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Historical survey effort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4242501" y="3009735"/>
              <a:ext cx="1556053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899673" y="1091170"/>
              <a:ext cx="81226" cy="79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9281418" y="1185696"/>
              <a:ext cx="3347859" cy="3771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0311901" y="305549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0600376" y="351540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0116202" y="406047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9398131" y="475039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1079046" y="288711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0092497" y="467594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0777426" y="321601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10858097" y="300611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0661022" y="194627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0745278" y="412517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0733026" y="403934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0452466" y="324018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0213046" y="359505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0537705" y="283270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0062647" y="373019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0484439" y="336525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0607141" y="329742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0610519" y="349550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0408039" y="325244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0537014" y="280974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0378711" y="400319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0388208" y="293156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9888617" y="383954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2441640" y="225493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0468009" y="436278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10774321" y="355272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9739086" y="190723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0647914" y="274450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0489020" y="292175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0917078" y="283380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9769924" y="342553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9433593" y="1357132"/>
              <a:ext cx="3043508" cy="3189785"/>
            </a:xfrm>
            <a:custGeom>
              <a:avLst/>
              <a:pathLst>
                <a:path w="3043508" h="3189785">
                  <a:moveTo>
                    <a:pt x="0" y="2075092"/>
                  </a:moveTo>
                  <a:lnTo>
                    <a:pt x="38525" y="2069647"/>
                  </a:lnTo>
                  <a:lnTo>
                    <a:pt x="77050" y="2064090"/>
                  </a:lnTo>
                  <a:lnTo>
                    <a:pt x="115576" y="2058410"/>
                  </a:lnTo>
                  <a:lnTo>
                    <a:pt x="154101" y="2052597"/>
                  </a:lnTo>
                  <a:lnTo>
                    <a:pt x="192627" y="2046635"/>
                  </a:lnTo>
                  <a:lnTo>
                    <a:pt x="231152" y="2040512"/>
                  </a:lnTo>
                  <a:lnTo>
                    <a:pt x="269677" y="2034209"/>
                  </a:lnTo>
                  <a:lnTo>
                    <a:pt x="308203" y="2027709"/>
                  </a:lnTo>
                  <a:lnTo>
                    <a:pt x="346728" y="2020988"/>
                  </a:lnTo>
                  <a:lnTo>
                    <a:pt x="385254" y="2014025"/>
                  </a:lnTo>
                  <a:lnTo>
                    <a:pt x="423779" y="2006790"/>
                  </a:lnTo>
                  <a:lnTo>
                    <a:pt x="462305" y="1999254"/>
                  </a:lnTo>
                  <a:lnTo>
                    <a:pt x="500830" y="1991381"/>
                  </a:lnTo>
                  <a:lnTo>
                    <a:pt x="539355" y="1983132"/>
                  </a:lnTo>
                  <a:lnTo>
                    <a:pt x="577881" y="1974461"/>
                  </a:lnTo>
                  <a:lnTo>
                    <a:pt x="616406" y="1965319"/>
                  </a:lnTo>
                  <a:lnTo>
                    <a:pt x="654932" y="1955649"/>
                  </a:lnTo>
                  <a:lnTo>
                    <a:pt x="693457" y="1945389"/>
                  </a:lnTo>
                  <a:lnTo>
                    <a:pt x="731983" y="1934470"/>
                  </a:lnTo>
                  <a:lnTo>
                    <a:pt x="770508" y="1922817"/>
                  </a:lnTo>
                  <a:lnTo>
                    <a:pt x="809033" y="1910349"/>
                  </a:lnTo>
                  <a:lnTo>
                    <a:pt x="847559" y="1896981"/>
                  </a:lnTo>
                  <a:lnTo>
                    <a:pt x="886084" y="1882629"/>
                  </a:lnTo>
                  <a:lnTo>
                    <a:pt x="924610" y="1867206"/>
                  </a:lnTo>
                  <a:lnTo>
                    <a:pt x="963135" y="1850632"/>
                  </a:lnTo>
                  <a:lnTo>
                    <a:pt x="1001661" y="1832837"/>
                  </a:lnTo>
                  <a:lnTo>
                    <a:pt x="1040186" y="1813763"/>
                  </a:lnTo>
                  <a:lnTo>
                    <a:pt x="1078711" y="1793369"/>
                  </a:lnTo>
                  <a:lnTo>
                    <a:pt x="1117237" y="1771639"/>
                  </a:lnTo>
                  <a:lnTo>
                    <a:pt x="1155762" y="1748574"/>
                  </a:lnTo>
                  <a:lnTo>
                    <a:pt x="1194288" y="1724201"/>
                  </a:lnTo>
                  <a:lnTo>
                    <a:pt x="1232813" y="1698566"/>
                  </a:lnTo>
                  <a:lnTo>
                    <a:pt x="1271338" y="1671730"/>
                  </a:lnTo>
                  <a:lnTo>
                    <a:pt x="1309864" y="1643769"/>
                  </a:lnTo>
                  <a:lnTo>
                    <a:pt x="1348389" y="1614764"/>
                  </a:lnTo>
                  <a:lnTo>
                    <a:pt x="1386915" y="1584801"/>
                  </a:lnTo>
                  <a:lnTo>
                    <a:pt x="1425440" y="1553966"/>
                  </a:lnTo>
                  <a:lnTo>
                    <a:pt x="1463966" y="1522343"/>
                  </a:lnTo>
                  <a:lnTo>
                    <a:pt x="1502491" y="1490010"/>
                  </a:lnTo>
                  <a:lnTo>
                    <a:pt x="1541016" y="1457041"/>
                  </a:lnTo>
                  <a:lnTo>
                    <a:pt x="1579542" y="1423502"/>
                  </a:lnTo>
                  <a:lnTo>
                    <a:pt x="1618067" y="1389454"/>
                  </a:lnTo>
                  <a:lnTo>
                    <a:pt x="1656593" y="1354952"/>
                  </a:lnTo>
                  <a:lnTo>
                    <a:pt x="1695118" y="1320043"/>
                  </a:lnTo>
                  <a:lnTo>
                    <a:pt x="1733644" y="1284771"/>
                  </a:lnTo>
                  <a:lnTo>
                    <a:pt x="1772169" y="1249173"/>
                  </a:lnTo>
                  <a:lnTo>
                    <a:pt x="1810694" y="1213285"/>
                  </a:lnTo>
                  <a:lnTo>
                    <a:pt x="1849220" y="1177134"/>
                  </a:lnTo>
                  <a:lnTo>
                    <a:pt x="1887745" y="1140748"/>
                  </a:lnTo>
                  <a:lnTo>
                    <a:pt x="1926271" y="1104150"/>
                  </a:lnTo>
                  <a:lnTo>
                    <a:pt x="1964796" y="1067360"/>
                  </a:lnTo>
                  <a:lnTo>
                    <a:pt x="2003322" y="1030396"/>
                  </a:lnTo>
                  <a:lnTo>
                    <a:pt x="2041847" y="993275"/>
                  </a:lnTo>
                  <a:lnTo>
                    <a:pt x="2080372" y="956011"/>
                  </a:lnTo>
                  <a:lnTo>
                    <a:pt x="2118898" y="918617"/>
                  </a:lnTo>
                  <a:lnTo>
                    <a:pt x="2157423" y="881103"/>
                  </a:lnTo>
                  <a:lnTo>
                    <a:pt x="2195949" y="843481"/>
                  </a:lnTo>
                  <a:lnTo>
                    <a:pt x="2234474" y="805759"/>
                  </a:lnTo>
                  <a:lnTo>
                    <a:pt x="2272999" y="767946"/>
                  </a:lnTo>
                  <a:lnTo>
                    <a:pt x="2311525" y="730048"/>
                  </a:lnTo>
                  <a:lnTo>
                    <a:pt x="2350050" y="692072"/>
                  </a:lnTo>
                  <a:lnTo>
                    <a:pt x="2388576" y="654025"/>
                  </a:lnTo>
                  <a:lnTo>
                    <a:pt x="2427101" y="615911"/>
                  </a:lnTo>
                  <a:lnTo>
                    <a:pt x="2465627" y="577736"/>
                  </a:lnTo>
                  <a:lnTo>
                    <a:pt x="2504152" y="539504"/>
                  </a:lnTo>
                  <a:lnTo>
                    <a:pt x="2542677" y="501219"/>
                  </a:lnTo>
                  <a:lnTo>
                    <a:pt x="2581203" y="462884"/>
                  </a:lnTo>
                  <a:lnTo>
                    <a:pt x="2619728" y="424504"/>
                  </a:lnTo>
                  <a:lnTo>
                    <a:pt x="2658254" y="386080"/>
                  </a:lnTo>
                  <a:lnTo>
                    <a:pt x="2696779" y="347617"/>
                  </a:lnTo>
                  <a:lnTo>
                    <a:pt x="2735305" y="309115"/>
                  </a:lnTo>
                  <a:lnTo>
                    <a:pt x="2773830" y="270579"/>
                  </a:lnTo>
                  <a:lnTo>
                    <a:pt x="2812355" y="232009"/>
                  </a:lnTo>
                  <a:lnTo>
                    <a:pt x="2850881" y="193409"/>
                  </a:lnTo>
                  <a:lnTo>
                    <a:pt x="2889406" y="154779"/>
                  </a:lnTo>
                  <a:lnTo>
                    <a:pt x="2927932" y="116122"/>
                  </a:lnTo>
                  <a:lnTo>
                    <a:pt x="2966457" y="77438"/>
                  </a:lnTo>
                  <a:lnTo>
                    <a:pt x="3004983" y="38730"/>
                  </a:lnTo>
                  <a:lnTo>
                    <a:pt x="3043508" y="0"/>
                  </a:lnTo>
                  <a:lnTo>
                    <a:pt x="3043508" y="1865229"/>
                  </a:lnTo>
                  <a:lnTo>
                    <a:pt x="3004983" y="1869532"/>
                  </a:lnTo>
                  <a:lnTo>
                    <a:pt x="2966457" y="1873857"/>
                  </a:lnTo>
                  <a:lnTo>
                    <a:pt x="2927932" y="1878207"/>
                  </a:lnTo>
                  <a:lnTo>
                    <a:pt x="2889406" y="1882584"/>
                  </a:lnTo>
                  <a:lnTo>
                    <a:pt x="2850881" y="1886987"/>
                  </a:lnTo>
                  <a:lnTo>
                    <a:pt x="2812355" y="1891420"/>
                  </a:lnTo>
                  <a:lnTo>
                    <a:pt x="2773830" y="1895884"/>
                  </a:lnTo>
                  <a:lnTo>
                    <a:pt x="2735305" y="1900381"/>
                  </a:lnTo>
                  <a:lnTo>
                    <a:pt x="2696779" y="1904913"/>
                  </a:lnTo>
                  <a:lnTo>
                    <a:pt x="2658254" y="1909483"/>
                  </a:lnTo>
                  <a:lnTo>
                    <a:pt x="2619728" y="1914093"/>
                  </a:lnTo>
                  <a:lnTo>
                    <a:pt x="2581203" y="1918746"/>
                  </a:lnTo>
                  <a:lnTo>
                    <a:pt x="2542677" y="1923445"/>
                  </a:lnTo>
                  <a:lnTo>
                    <a:pt x="2504152" y="1928194"/>
                  </a:lnTo>
                  <a:lnTo>
                    <a:pt x="2465627" y="1932995"/>
                  </a:lnTo>
                  <a:lnTo>
                    <a:pt x="2427101" y="1937854"/>
                  </a:lnTo>
                  <a:lnTo>
                    <a:pt x="2388576" y="1942773"/>
                  </a:lnTo>
                  <a:lnTo>
                    <a:pt x="2350050" y="1947760"/>
                  </a:lnTo>
                  <a:lnTo>
                    <a:pt x="2311525" y="1952818"/>
                  </a:lnTo>
                  <a:lnTo>
                    <a:pt x="2272999" y="1957953"/>
                  </a:lnTo>
                  <a:lnTo>
                    <a:pt x="2234474" y="1963173"/>
                  </a:lnTo>
                  <a:lnTo>
                    <a:pt x="2195949" y="1968485"/>
                  </a:lnTo>
                  <a:lnTo>
                    <a:pt x="2157423" y="1973896"/>
                  </a:lnTo>
                  <a:lnTo>
                    <a:pt x="2118898" y="1979416"/>
                  </a:lnTo>
                  <a:lnTo>
                    <a:pt x="2080372" y="1985055"/>
                  </a:lnTo>
                  <a:lnTo>
                    <a:pt x="2041847" y="1990825"/>
                  </a:lnTo>
                  <a:lnTo>
                    <a:pt x="2003322" y="1996737"/>
                  </a:lnTo>
                  <a:lnTo>
                    <a:pt x="1964796" y="2002807"/>
                  </a:lnTo>
                  <a:lnTo>
                    <a:pt x="1926271" y="2009051"/>
                  </a:lnTo>
                  <a:lnTo>
                    <a:pt x="1887745" y="2015486"/>
                  </a:lnTo>
                  <a:lnTo>
                    <a:pt x="1849220" y="2022134"/>
                  </a:lnTo>
                  <a:lnTo>
                    <a:pt x="1810694" y="2029017"/>
                  </a:lnTo>
                  <a:lnTo>
                    <a:pt x="1772169" y="2036161"/>
                  </a:lnTo>
                  <a:lnTo>
                    <a:pt x="1733644" y="2043598"/>
                  </a:lnTo>
                  <a:lnTo>
                    <a:pt x="1695118" y="2051359"/>
                  </a:lnTo>
                  <a:lnTo>
                    <a:pt x="1656593" y="2059484"/>
                  </a:lnTo>
                  <a:lnTo>
                    <a:pt x="1618067" y="2068014"/>
                  </a:lnTo>
                  <a:lnTo>
                    <a:pt x="1579542" y="2077000"/>
                  </a:lnTo>
                  <a:lnTo>
                    <a:pt x="1541016" y="2086495"/>
                  </a:lnTo>
                  <a:lnTo>
                    <a:pt x="1502491" y="2096559"/>
                  </a:lnTo>
                  <a:lnTo>
                    <a:pt x="1463966" y="2107260"/>
                  </a:lnTo>
                  <a:lnTo>
                    <a:pt x="1425440" y="2118670"/>
                  </a:lnTo>
                  <a:lnTo>
                    <a:pt x="1386915" y="2130869"/>
                  </a:lnTo>
                  <a:lnTo>
                    <a:pt x="1348389" y="2143940"/>
                  </a:lnTo>
                  <a:lnTo>
                    <a:pt x="1309864" y="2157968"/>
                  </a:lnTo>
                  <a:lnTo>
                    <a:pt x="1271338" y="2173040"/>
                  </a:lnTo>
                  <a:lnTo>
                    <a:pt x="1232813" y="2189238"/>
                  </a:lnTo>
                  <a:lnTo>
                    <a:pt x="1194288" y="2206636"/>
                  </a:lnTo>
                  <a:lnTo>
                    <a:pt x="1155762" y="2225297"/>
                  </a:lnTo>
                  <a:lnTo>
                    <a:pt x="1117237" y="2245266"/>
                  </a:lnTo>
                  <a:lnTo>
                    <a:pt x="1078711" y="2266569"/>
                  </a:lnTo>
                  <a:lnTo>
                    <a:pt x="1040186" y="2289209"/>
                  </a:lnTo>
                  <a:lnTo>
                    <a:pt x="1001661" y="2313168"/>
                  </a:lnTo>
                  <a:lnTo>
                    <a:pt x="963135" y="2338406"/>
                  </a:lnTo>
                  <a:lnTo>
                    <a:pt x="924610" y="2364866"/>
                  </a:lnTo>
                  <a:lnTo>
                    <a:pt x="886084" y="2392477"/>
                  </a:lnTo>
                  <a:lnTo>
                    <a:pt x="847559" y="2421158"/>
                  </a:lnTo>
                  <a:lnTo>
                    <a:pt x="809033" y="2450824"/>
                  </a:lnTo>
                  <a:lnTo>
                    <a:pt x="770508" y="2481389"/>
                  </a:lnTo>
                  <a:lnTo>
                    <a:pt x="731983" y="2512769"/>
                  </a:lnTo>
                  <a:lnTo>
                    <a:pt x="693457" y="2544884"/>
                  </a:lnTo>
                  <a:lnTo>
                    <a:pt x="654932" y="2577657"/>
                  </a:lnTo>
                  <a:lnTo>
                    <a:pt x="616406" y="2611021"/>
                  </a:lnTo>
                  <a:lnTo>
                    <a:pt x="577881" y="2644913"/>
                  </a:lnTo>
                  <a:lnTo>
                    <a:pt x="539355" y="2679276"/>
                  </a:lnTo>
                  <a:lnTo>
                    <a:pt x="500830" y="2714060"/>
                  </a:lnTo>
                  <a:lnTo>
                    <a:pt x="462305" y="2749220"/>
                  </a:lnTo>
                  <a:lnTo>
                    <a:pt x="423779" y="2784717"/>
                  </a:lnTo>
                  <a:lnTo>
                    <a:pt x="385254" y="2820516"/>
                  </a:lnTo>
                  <a:lnTo>
                    <a:pt x="346728" y="2856586"/>
                  </a:lnTo>
                  <a:lnTo>
                    <a:pt x="308203" y="2892900"/>
                  </a:lnTo>
                  <a:lnTo>
                    <a:pt x="269677" y="2929433"/>
                  </a:lnTo>
                  <a:lnTo>
                    <a:pt x="231152" y="2966164"/>
                  </a:lnTo>
                  <a:lnTo>
                    <a:pt x="192627" y="3003073"/>
                  </a:lnTo>
                  <a:lnTo>
                    <a:pt x="154101" y="3040146"/>
                  </a:lnTo>
                  <a:lnTo>
                    <a:pt x="115576" y="3077366"/>
                  </a:lnTo>
                  <a:lnTo>
                    <a:pt x="77050" y="3114720"/>
                  </a:lnTo>
                  <a:lnTo>
                    <a:pt x="38525" y="3152196"/>
                  </a:lnTo>
                  <a:lnTo>
                    <a:pt x="0" y="3189785"/>
                  </a:lnTo>
                  <a:close/>
                </a:path>
              </a:pathLst>
            </a:custGeom>
            <a:solidFill>
              <a:srgbClr val="FC8D5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9433593" y="1357132"/>
              <a:ext cx="3043508" cy="2075092"/>
            </a:xfrm>
            <a:custGeom>
              <a:avLst/>
              <a:pathLst>
                <a:path w="3043508" h="2075092">
                  <a:moveTo>
                    <a:pt x="0" y="2075092"/>
                  </a:moveTo>
                  <a:lnTo>
                    <a:pt x="38525" y="2069647"/>
                  </a:lnTo>
                  <a:lnTo>
                    <a:pt x="77050" y="2064090"/>
                  </a:lnTo>
                  <a:lnTo>
                    <a:pt x="115576" y="2058410"/>
                  </a:lnTo>
                  <a:lnTo>
                    <a:pt x="154101" y="2052597"/>
                  </a:lnTo>
                  <a:lnTo>
                    <a:pt x="192627" y="2046635"/>
                  </a:lnTo>
                  <a:lnTo>
                    <a:pt x="231152" y="2040512"/>
                  </a:lnTo>
                  <a:lnTo>
                    <a:pt x="269677" y="2034209"/>
                  </a:lnTo>
                  <a:lnTo>
                    <a:pt x="308203" y="2027709"/>
                  </a:lnTo>
                  <a:lnTo>
                    <a:pt x="346728" y="2020988"/>
                  </a:lnTo>
                  <a:lnTo>
                    <a:pt x="385254" y="2014025"/>
                  </a:lnTo>
                  <a:lnTo>
                    <a:pt x="423779" y="2006790"/>
                  </a:lnTo>
                  <a:lnTo>
                    <a:pt x="462305" y="1999254"/>
                  </a:lnTo>
                  <a:lnTo>
                    <a:pt x="500830" y="1991381"/>
                  </a:lnTo>
                  <a:lnTo>
                    <a:pt x="539355" y="1983132"/>
                  </a:lnTo>
                  <a:lnTo>
                    <a:pt x="577881" y="1974461"/>
                  </a:lnTo>
                  <a:lnTo>
                    <a:pt x="616406" y="1965319"/>
                  </a:lnTo>
                  <a:lnTo>
                    <a:pt x="654932" y="1955649"/>
                  </a:lnTo>
                  <a:lnTo>
                    <a:pt x="693457" y="1945389"/>
                  </a:lnTo>
                  <a:lnTo>
                    <a:pt x="731983" y="1934470"/>
                  </a:lnTo>
                  <a:lnTo>
                    <a:pt x="770508" y="1922817"/>
                  </a:lnTo>
                  <a:lnTo>
                    <a:pt x="809033" y="1910349"/>
                  </a:lnTo>
                  <a:lnTo>
                    <a:pt x="847559" y="1896981"/>
                  </a:lnTo>
                  <a:lnTo>
                    <a:pt x="886084" y="1882629"/>
                  </a:lnTo>
                  <a:lnTo>
                    <a:pt x="924610" y="1867206"/>
                  </a:lnTo>
                  <a:lnTo>
                    <a:pt x="963135" y="1850632"/>
                  </a:lnTo>
                  <a:lnTo>
                    <a:pt x="1001661" y="1832837"/>
                  </a:lnTo>
                  <a:lnTo>
                    <a:pt x="1040186" y="1813763"/>
                  </a:lnTo>
                  <a:lnTo>
                    <a:pt x="1078711" y="1793369"/>
                  </a:lnTo>
                  <a:lnTo>
                    <a:pt x="1117237" y="1771639"/>
                  </a:lnTo>
                  <a:lnTo>
                    <a:pt x="1155762" y="1748574"/>
                  </a:lnTo>
                  <a:lnTo>
                    <a:pt x="1194288" y="1724201"/>
                  </a:lnTo>
                  <a:lnTo>
                    <a:pt x="1232813" y="1698566"/>
                  </a:lnTo>
                  <a:lnTo>
                    <a:pt x="1271338" y="1671730"/>
                  </a:lnTo>
                  <a:lnTo>
                    <a:pt x="1309864" y="1643769"/>
                  </a:lnTo>
                  <a:lnTo>
                    <a:pt x="1348389" y="1614764"/>
                  </a:lnTo>
                  <a:lnTo>
                    <a:pt x="1386915" y="1584801"/>
                  </a:lnTo>
                  <a:lnTo>
                    <a:pt x="1425440" y="1553966"/>
                  </a:lnTo>
                  <a:lnTo>
                    <a:pt x="1463966" y="1522343"/>
                  </a:lnTo>
                  <a:lnTo>
                    <a:pt x="1502491" y="1490010"/>
                  </a:lnTo>
                  <a:lnTo>
                    <a:pt x="1541016" y="1457041"/>
                  </a:lnTo>
                  <a:lnTo>
                    <a:pt x="1579542" y="1423502"/>
                  </a:lnTo>
                  <a:lnTo>
                    <a:pt x="1618067" y="1389454"/>
                  </a:lnTo>
                  <a:lnTo>
                    <a:pt x="1656593" y="1354952"/>
                  </a:lnTo>
                  <a:lnTo>
                    <a:pt x="1695118" y="1320043"/>
                  </a:lnTo>
                  <a:lnTo>
                    <a:pt x="1733644" y="1284771"/>
                  </a:lnTo>
                  <a:lnTo>
                    <a:pt x="1772169" y="1249173"/>
                  </a:lnTo>
                  <a:lnTo>
                    <a:pt x="1810694" y="1213285"/>
                  </a:lnTo>
                  <a:lnTo>
                    <a:pt x="1849220" y="1177134"/>
                  </a:lnTo>
                  <a:lnTo>
                    <a:pt x="1887745" y="1140748"/>
                  </a:lnTo>
                  <a:lnTo>
                    <a:pt x="1926271" y="1104150"/>
                  </a:lnTo>
                  <a:lnTo>
                    <a:pt x="1964796" y="1067360"/>
                  </a:lnTo>
                  <a:lnTo>
                    <a:pt x="2003322" y="1030396"/>
                  </a:lnTo>
                  <a:lnTo>
                    <a:pt x="2041847" y="993275"/>
                  </a:lnTo>
                  <a:lnTo>
                    <a:pt x="2080372" y="956011"/>
                  </a:lnTo>
                  <a:lnTo>
                    <a:pt x="2118898" y="918617"/>
                  </a:lnTo>
                  <a:lnTo>
                    <a:pt x="2157423" y="881103"/>
                  </a:lnTo>
                  <a:lnTo>
                    <a:pt x="2195949" y="843481"/>
                  </a:lnTo>
                  <a:lnTo>
                    <a:pt x="2234474" y="805759"/>
                  </a:lnTo>
                  <a:lnTo>
                    <a:pt x="2272999" y="767946"/>
                  </a:lnTo>
                  <a:lnTo>
                    <a:pt x="2311525" y="730048"/>
                  </a:lnTo>
                  <a:lnTo>
                    <a:pt x="2350050" y="692072"/>
                  </a:lnTo>
                  <a:lnTo>
                    <a:pt x="2388576" y="654025"/>
                  </a:lnTo>
                  <a:lnTo>
                    <a:pt x="2427101" y="615911"/>
                  </a:lnTo>
                  <a:lnTo>
                    <a:pt x="2465627" y="577736"/>
                  </a:lnTo>
                  <a:lnTo>
                    <a:pt x="2504152" y="539504"/>
                  </a:lnTo>
                  <a:lnTo>
                    <a:pt x="2542677" y="501219"/>
                  </a:lnTo>
                  <a:lnTo>
                    <a:pt x="2581203" y="462884"/>
                  </a:lnTo>
                  <a:lnTo>
                    <a:pt x="2619728" y="424504"/>
                  </a:lnTo>
                  <a:lnTo>
                    <a:pt x="2658254" y="386080"/>
                  </a:lnTo>
                  <a:lnTo>
                    <a:pt x="2696779" y="347617"/>
                  </a:lnTo>
                  <a:lnTo>
                    <a:pt x="2735305" y="309115"/>
                  </a:lnTo>
                  <a:lnTo>
                    <a:pt x="2773830" y="270579"/>
                  </a:lnTo>
                  <a:lnTo>
                    <a:pt x="2812355" y="232009"/>
                  </a:lnTo>
                  <a:lnTo>
                    <a:pt x="2850881" y="193409"/>
                  </a:lnTo>
                  <a:lnTo>
                    <a:pt x="2889406" y="154779"/>
                  </a:lnTo>
                  <a:lnTo>
                    <a:pt x="2927932" y="116122"/>
                  </a:lnTo>
                  <a:lnTo>
                    <a:pt x="2966457" y="77438"/>
                  </a:lnTo>
                  <a:lnTo>
                    <a:pt x="3004983" y="38730"/>
                  </a:lnTo>
                  <a:lnTo>
                    <a:pt x="30435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9433593" y="3222362"/>
              <a:ext cx="3043508" cy="1324555"/>
            </a:xfrm>
            <a:custGeom>
              <a:avLst/>
              <a:pathLst>
                <a:path w="3043508" h="1324555">
                  <a:moveTo>
                    <a:pt x="3043508" y="0"/>
                  </a:moveTo>
                  <a:lnTo>
                    <a:pt x="3004983" y="4302"/>
                  </a:lnTo>
                  <a:lnTo>
                    <a:pt x="2966457" y="8628"/>
                  </a:lnTo>
                  <a:lnTo>
                    <a:pt x="2927932" y="12978"/>
                  </a:lnTo>
                  <a:lnTo>
                    <a:pt x="2889406" y="17354"/>
                  </a:lnTo>
                  <a:lnTo>
                    <a:pt x="2850881" y="21758"/>
                  </a:lnTo>
                  <a:lnTo>
                    <a:pt x="2812355" y="26191"/>
                  </a:lnTo>
                  <a:lnTo>
                    <a:pt x="2773830" y="30655"/>
                  </a:lnTo>
                  <a:lnTo>
                    <a:pt x="2735305" y="35152"/>
                  </a:lnTo>
                  <a:lnTo>
                    <a:pt x="2696779" y="39684"/>
                  </a:lnTo>
                  <a:lnTo>
                    <a:pt x="2658254" y="44254"/>
                  </a:lnTo>
                  <a:lnTo>
                    <a:pt x="2619728" y="48864"/>
                  </a:lnTo>
                  <a:lnTo>
                    <a:pt x="2581203" y="53517"/>
                  </a:lnTo>
                  <a:lnTo>
                    <a:pt x="2542677" y="58216"/>
                  </a:lnTo>
                  <a:lnTo>
                    <a:pt x="2504152" y="62964"/>
                  </a:lnTo>
                  <a:lnTo>
                    <a:pt x="2465627" y="67766"/>
                  </a:lnTo>
                  <a:lnTo>
                    <a:pt x="2427101" y="72624"/>
                  </a:lnTo>
                  <a:lnTo>
                    <a:pt x="2388576" y="77544"/>
                  </a:lnTo>
                  <a:lnTo>
                    <a:pt x="2350050" y="82530"/>
                  </a:lnTo>
                  <a:lnTo>
                    <a:pt x="2311525" y="87588"/>
                  </a:lnTo>
                  <a:lnTo>
                    <a:pt x="2272999" y="92724"/>
                  </a:lnTo>
                  <a:lnTo>
                    <a:pt x="2234474" y="97944"/>
                  </a:lnTo>
                  <a:lnTo>
                    <a:pt x="2195949" y="103255"/>
                  </a:lnTo>
                  <a:lnTo>
                    <a:pt x="2157423" y="108667"/>
                  </a:lnTo>
                  <a:lnTo>
                    <a:pt x="2118898" y="114187"/>
                  </a:lnTo>
                  <a:lnTo>
                    <a:pt x="2080372" y="119826"/>
                  </a:lnTo>
                  <a:lnTo>
                    <a:pt x="2041847" y="125595"/>
                  </a:lnTo>
                  <a:lnTo>
                    <a:pt x="2003322" y="131508"/>
                  </a:lnTo>
                  <a:lnTo>
                    <a:pt x="1964796" y="137578"/>
                  </a:lnTo>
                  <a:lnTo>
                    <a:pt x="1926271" y="143821"/>
                  </a:lnTo>
                  <a:lnTo>
                    <a:pt x="1887745" y="150257"/>
                  </a:lnTo>
                  <a:lnTo>
                    <a:pt x="1849220" y="156904"/>
                  </a:lnTo>
                  <a:lnTo>
                    <a:pt x="1810694" y="163787"/>
                  </a:lnTo>
                  <a:lnTo>
                    <a:pt x="1772169" y="170932"/>
                  </a:lnTo>
                  <a:lnTo>
                    <a:pt x="1733644" y="178368"/>
                  </a:lnTo>
                  <a:lnTo>
                    <a:pt x="1695118" y="186129"/>
                  </a:lnTo>
                  <a:lnTo>
                    <a:pt x="1656593" y="194254"/>
                  </a:lnTo>
                  <a:lnTo>
                    <a:pt x="1618067" y="202785"/>
                  </a:lnTo>
                  <a:lnTo>
                    <a:pt x="1579542" y="211771"/>
                  </a:lnTo>
                  <a:lnTo>
                    <a:pt x="1541016" y="221265"/>
                  </a:lnTo>
                  <a:lnTo>
                    <a:pt x="1502491" y="231330"/>
                  </a:lnTo>
                  <a:lnTo>
                    <a:pt x="1463966" y="242030"/>
                  </a:lnTo>
                  <a:lnTo>
                    <a:pt x="1425440" y="253441"/>
                  </a:lnTo>
                  <a:lnTo>
                    <a:pt x="1386915" y="265640"/>
                  </a:lnTo>
                  <a:lnTo>
                    <a:pt x="1348389" y="278710"/>
                  </a:lnTo>
                  <a:lnTo>
                    <a:pt x="1309864" y="292739"/>
                  </a:lnTo>
                  <a:lnTo>
                    <a:pt x="1271338" y="307811"/>
                  </a:lnTo>
                  <a:lnTo>
                    <a:pt x="1232813" y="324009"/>
                  </a:lnTo>
                  <a:lnTo>
                    <a:pt x="1194288" y="341407"/>
                  </a:lnTo>
                  <a:lnTo>
                    <a:pt x="1155762" y="360067"/>
                  </a:lnTo>
                  <a:lnTo>
                    <a:pt x="1117237" y="380036"/>
                  </a:lnTo>
                  <a:lnTo>
                    <a:pt x="1078711" y="401339"/>
                  </a:lnTo>
                  <a:lnTo>
                    <a:pt x="1040186" y="423979"/>
                  </a:lnTo>
                  <a:lnTo>
                    <a:pt x="1001661" y="447938"/>
                  </a:lnTo>
                  <a:lnTo>
                    <a:pt x="963135" y="473177"/>
                  </a:lnTo>
                  <a:lnTo>
                    <a:pt x="924610" y="499637"/>
                  </a:lnTo>
                  <a:lnTo>
                    <a:pt x="886084" y="527247"/>
                  </a:lnTo>
                  <a:lnTo>
                    <a:pt x="847559" y="555928"/>
                  </a:lnTo>
                  <a:lnTo>
                    <a:pt x="809033" y="585595"/>
                  </a:lnTo>
                  <a:lnTo>
                    <a:pt x="770508" y="616160"/>
                  </a:lnTo>
                  <a:lnTo>
                    <a:pt x="731983" y="647540"/>
                  </a:lnTo>
                  <a:lnTo>
                    <a:pt x="693457" y="679654"/>
                  </a:lnTo>
                  <a:lnTo>
                    <a:pt x="654932" y="712428"/>
                  </a:lnTo>
                  <a:lnTo>
                    <a:pt x="616406" y="745792"/>
                  </a:lnTo>
                  <a:lnTo>
                    <a:pt x="577881" y="779683"/>
                  </a:lnTo>
                  <a:lnTo>
                    <a:pt x="539355" y="814046"/>
                  </a:lnTo>
                  <a:lnTo>
                    <a:pt x="500830" y="848830"/>
                  </a:lnTo>
                  <a:lnTo>
                    <a:pt x="462305" y="883991"/>
                  </a:lnTo>
                  <a:lnTo>
                    <a:pt x="423779" y="919488"/>
                  </a:lnTo>
                  <a:lnTo>
                    <a:pt x="385254" y="955287"/>
                  </a:lnTo>
                  <a:lnTo>
                    <a:pt x="346728" y="991357"/>
                  </a:lnTo>
                  <a:lnTo>
                    <a:pt x="308203" y="1027670"/>
                  </a:lnTo>
                  <a:lnTo>
                    <a:pt x="269677" y="1064203"/>
                  </a:lnTo>
                  <a:lnTo>
                    <a:pt x="231152" y="1100934"/>
                  </a:lnTo>
                  <a:lnTo>
                    <a:pt x="192627" y="1137844"/>
                  </a:lnTo>
                  <a:lnTo>
                    <a:pt x="154101" y="1174916"/>
                  </a:lnTo>
                  <a:lnTo>
                    <a:pt x="115576" y="1212136"/>
                  </a:lnTo>
                  <a:lnTo>
                    <a:pt x="77050" y="1249490"/>
                  </a:lnTo>
                  <a:lnTo>
                    <a:pt x="38525" y="1286967"/>
                  </a:lnTo>
                  <a:lnTo>
                    <a:pt x="0" y="13245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9433593" y="2289747"/>
              <a:ext cx="3043508" cy="1699824"/>
            </a:xfrm>
            <a:custGeom>
              <a:avLst/>
              <a:pathLst>
                <a:path w="3043508" h="1699824">
                  <a:moveTo>
                    <a:pt x="0" y="1699824"/>
                  </a:moveTo>
                  <a:lnTo>
                    <a:pt x="38525" y="1678307"/>
                  </a:lnTo>
                  <a:lnTo>
                    <a:pt x="77050" y="1656790"/>
                  </a:lnTo>
                  <a:lnTo>
                    <a:pt x="115576" y="1635273"/>
                  </a:lnTo>
                  <a:lnTo>
                    <a:pt x="154101" y="1613756"/>
                  </a:lnTo>
                  <a:lnTo>
                    <a:pt x="192627" y="1592240"/>
                  </a:lnTo>
                  <a:lnTo>
                    <a:pt x="231152" y="1570723"/>
                  </a:lnTo>
                  <a:lnTo>
                    <a:pt x="269677" y="1549206"/>
                  </a:lnTo>
                  <a:lnTo>
                    <a:pt x="308203" y="1527689"/>
                  </a:lnTo>
                  <a:lnTo>
                    <a:pt x="346728" y="1506173"/>
                  </a:lnTo>
                  <a:lnTo>
                    <a:pt x="385254" y="1484656"/>
                  </a:lnTo>
                  <a:lnTo>
                    <a:pt x="423779" y="1463139"/>
                  </a:lnTo>
                  <a:lnTo>
                    <a:pt x="462305" y="1441622"/>
                  </a:lnTo>
                  <a:lnTo>
                    <a:pt x="500830" y="1420106"/>
                  </a:lnTo>
                  <a:lnTo>
                    <a:pt x="539355" y="1398589"/>
                  </a:lnTo>
                  <a:lnTo>
                    <a:pt x="577881" y="1377072"/>
                  </a:lnTo>
                  <a:lnTo>
                    <a:pt x="616406" y="1355555"/>
                  </a:lnTo>
                  <a:lnTo>
                    <a:pt x="654932" y="1334039"/>
                  </a:lnTo>
                  <a:lnTo>
                    <a:pt x="693457" y="1312522"/>
                  </a:lnTo>
                  <a:lnTo>
                    <a:pt x="731983" y="1291005"/>
                  </a:lnTo>
                  <a:lnTo>
                    <a:pt x="770508" y="1269488"/>
                  </a:lnTo>
                  <a:lnTo>
                    <a:pt x="809033" y="1247972"/>
                  </a:lnTo>
                  <a:lnTo>
                    <a:pt x="847559" y="1226455"/>
                  </a:lnTo>
                  <a:lnTo>
                    <a:pt x="886084" y="1204938"/>
                  </a:lnTo>
                  <a:lnTo>
                    <a:pt x="924610" y="1183421"/>
                  </a:lnTo>
                  <a:lnTo>
                    <a:pt x="963135" y="1161905"/>
                  </a:lnTo>
                  <a:lnTo>
                    <a:pt x="1001661" y="1140388"/>
                  </a:lnTo>
                  <a:lnTo>
                    <a:pt x="1040186" y="1118871"/>
                  </a:lnTo>
                  <a:lnTo>
                    <a:pt x="1078711" y="1097354"/>
                  </a:lnTo>
                  <a:lnTo>
                    <a:pt x="1117237" y="1075837"/>
                  </a:lnTo>
                  <a:lnTo>
                    <a:pt x="1155762" y="1054321"/>
                  </a:lnTo>
                  <a:lnTo>
                    <a:pt x="1194288" y="1032804"/>
                  </a:lnTo>
                  <a:lnTo>
                    <a:pt x="1232813" y="1011287"/>
                  </a:lnTo>
                  <a:lnTo>
                    <a:pt x="1271338" y="989770"/>
                  </a:lnTo>
                  <a:lnTo>
                    <a:pt x="1309864" y="968254"/>
                  </a:lnTo>
                  <a:lnTo>
                    <a:pt x="1348389" y="946737"/>
                  </a:lnTo>
                  <a:lnTo>
                    <a:pt x="1386915" y="925220"/>
                  </a:lnTo>
                  <a:lnTo>
                    <a:pt x="1425440" y="903703"/>
                  </a:lnTo>
                  <a:lnTo>
                    <a:pt x="1463966" y="882187"/>
                  </a:lnTo>
                  <a:lnTo>
                    <a:pt x="1502491" y="860670"/>
                  </a:lnTo>
                  <a:lnTo>
                    <a:pt x="1541016" y="839153"/>
                  </a:lnTo>
                  <a:lnTo>
                    <a:pt x="1579542" y="817636"/>
                  </a:lnTo>
                  <a:lnTo>
                    <a:pt x="1618067" y="796120"/>
                  </a:lnTo>
                  <a:lnTo>
                    <a:pt x="1656593" y="774603"/>
                  </a:lnTo>
                  <a:lnTo>
                    <a:pt x="1695118" y="753086"/>
                  </a:lnTo>
                  <a:lnTo>
                    <a:pt x="1733644" y="731569"/>
                  </a:lnTo>
                  <a:lnTo>
                    <a:pt x="1772169" y="710053"/>
                  </a:lnTo>
                  <a:lnTo>
                    <a:pt x="1810694" y="688536"/>
                  </a:lnTo>
                  <a:lnTo>
                    <a:pt x="1849220" y="667019"/>
                  </a:lnTo>
                  <a:lnTo>
                    <a:pt x="1887745" y="645502"/>
                  </a:lnTo>
                  <a:lnTo>
                    <a:pt x="1926271" y="623986"/>
                  </a:lnTo>
                  <a:lnTo>
                    <a:pt x="1964796" y="602469"/>
                  </a:lnTo>
                  <a:lnTo>
                    <a:pt x="2003322" y="580952"/>
                  </a:lnTo>
                  <a:lnTo>
                    <a:pt x="2041847" y="559435"/>
                  </a:lnTo>
                  <a:lnTo>
                    <a:pt x="2080372" y="537918"/>
                  </a:lnTo>
                  <a:lnTo>
                    <a:pt x="2118898" y="516402"/>
                  </a:lnTo>
                  <a:lnTo>
                    <a:pt x="2157423" y="494885"/>
                  </a:lnTo>
                  <a:lnTo>
                    <a:pt x="2195949" y="473368"/>
                  </a:lnTo>
                  <a:lnTo>
                    <a:pt x="2234474" y="451851"/>
                  </a:lnTo>
                  <a:lnTo>
                    <a:pt x="2272999" y="430335"/>
                  </a:lnTo>
                  <a:lnTo>
                    <a:pt x="2311525" y="408818"/>
                  </a:lnTo>
                  <a:lnTo>
                    <a:pt x="2350050" y="387301"/>
                  </a:lnTo>
                  <a:lnTo>
                    <a:pt x="2388576" y="365784"/>
                  </a:lnTo>
                  <a:lnTo>
                    <a:pt x="2427101" y="344268"/>
                  </a:lnTo>
                  <a:lnTo>
                    <a:pt x="2465627" y="322751"/>
                  </a:lnTo>
                  <a:lnTo>
                    <a:pt x="2504152" y="301234"/>
                  </a:lnTo>
                  <a:lnTo>
                    <a:pt x="2542677" y="279717"/>
                  </a:lnTo>
                  <a:lnTo>
                    <a:pt x="2581203" y="258201"/>
                  </a:lnTo>
                  <a:lnTo>
                    <a:pt x="2619728" y="236684"/>
                  </a:lnTo>
                  <a:lnTo>
                    <a:pt x="2658254" y="215167"/>
                  </a:lnTo>
                  <a:lnTo>
                    <a:pt x="2696779" y="193650"/>
                  </a:lnTo>
                  <a:lnTo>
                    <a:pt x="2735305" y="172134"/>
                  </a:lnTo>
                  <a:lnTo>
                    <a:pt x="2773830" y="150617"/>
                  </a:lnTo>
                  <a:lnTo>
                    <a:pt x="2812355" y="129100"/>
                  </a:lnTo>
                  <a:lnTo>
                    <a:pt x="2850881" y="107583"/>
                  </a:lnTo>
                  <a:lnTo>
                    <a:pt x="2889406" y="86067"/>
                  </a:lnTo>
                  <a:lnTo>
                    <a:pt x="2927932" y="64550"/>
                  </a:lnTo>
                  <a:lnTo>
                    <a:pt x="2966457" y="43033"/>
                  </a:lnTo>
                  <a:lnTo>
                    <a:pt x="3004983" y="21516"/>
                  </a:lnTo>
                  <a:lnTo>
                    <a:pt x="3043508" y="0"/>
                  </a:lnTo>
                </a:path>
              </a:pathLst>
            </a:custGeom>
            <a:ln w="27101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2"/>
            <p:cNvSpPr/>
            <p:nvPr/>
          </p:nvSpPr>
          <p:spPr>
            <a:xfrm>
              <a:off x="11062738" y="1915715"/>
              <a:ext cx="81310" cy="133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11178330" y="2019596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11293922" y="1940890"/>
              <a:ext cx="370745" cy="108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0.449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11664668" y="2013375"/>
              <a:ext cx="41161" cy="3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,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1705830" y="2049184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1742868" y="2049184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1779906" y="1941179"/>
              <a:ext cx="82395" cy="108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11908368" y="2019596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12023960" y="1940817"/>
              <a:ext cx="453141" cy="108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0.0304</a:t>
              </a:r>
            </a:p>
          </p:txBody>
        </p:sp>
        <p:sp>
          <p:nvSpPr>
            <p:cNvPr id="121" name="pl121"/>
            <p:cNvSpPr/>
            <p:nvPr/>
          </p:nvSpPr>
          <p:spPr>
            <a:xfrm>
              <a:off x="9281418" y="1185696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9126779" y="4413451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9162304" y="3339983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9162304" y="2269120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9162304" y="1196955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6" name="pl126"/>
            <p:cNvSpPr/>
            <p:nvPr/>
          </p:nvSpPr>
          <p:spPr>
            <a:xfrm>
              <a:off x="9248205" y="4451945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9248205" y="3379780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9248205" y="230761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9248205" y="1235449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9281418" y="4957292"/>
              <a:ext cx="3347859" cy="0"/>
            </a:xfrm>
            <a:custGeom>
              <a:avLst/>
              <a:pathLst>
                <a:path w="3347859" h="0">
                  <a:moveTo>
                    <a:pt x="0" y="0"/>
                  </a:moveTo>
                  <a:lnTo>
                    <a:pt x="3347859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9663195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10525415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1387635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2249854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9615767" y="5016763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10495750" y="5015461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1357970" y="5016763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2220189" y="5016763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9866051" y="5119412"/>
              <a:ext cx="2178592" cy="1251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Current survey effort</a:t>
              </a:r>
            </a:p>
          </p:txBody>
        </p:sp>
        <p:sp>
          <p:nvSpPr>
            <p:cNvPr id="140" name="tx140"/>
            <p:cNvSpPr/>
            <p:nvPr/>
          </p:nvSpPr>
          <p:spPr>
            <a:xfrm rot="-5400000">
              <a:off x="8225716" y="3009735"/>
              <a:ext cx="1556053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8880834" y="1064071"/>
              <a:ext cx="89213" cy="106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42" name="rc142"/>
            <p:cNvSpPr/>
            <p:nvPr/>
          </p:nvSpPr>
          <p:spPr>
            <a:xfrm>
              <a:off x="13154725" y="1185696"/>
              <a:ext cx="3347859" cy="3771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14413237" y="314278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5864670" y="367146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4929169" y="409688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6314947" y="425648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3271438" y="357670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5177179" y="475039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3604392" y="371839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3516848" y="354189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3912500" y="216579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3710840" y="471714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3686212" y="461494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4046386" y="348612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4917660" y="363134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4235963" y="305457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5537739" y="361408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4453497" y="359892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4118744" y="364037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3767390" y="391005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4214959" y="345139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4134226" y="304042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4314589" y="427294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4584711" y="302965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15040809" y="368823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3457957" y="370031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14293095" y="474036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14045466" y="404508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5684984" y="132167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14196252" y="302915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14769194" y="306003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3739880" y="335660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15834488" y="304661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13306900" y="2687076"/>
              <a:ext cx="3043508" cy="1557572"/>
            </a:xfrm>
            <a:custGeom>
              <a:avLst/>
              <a:pathLst>
                <a:path w="3043508" h="1557572">
                  <a:moveTo>
                    <a:pt x="0" y="583654"/>
                  </a:moveTo>
                  <a:lnTo>
                    <a:pt x="38525" y="590046"/>
                  </a:lnTo>
                  <a:lnTo>
                    <a:pt x="77050" y="596318"/>
                  </a:lnTo>
                  <a:lnTo>
                    <a:pt x="115576" y="602463"/>
                  </a:lnTo>
                  <a:lnTo>
                    <a:pt x="154101" y="608470"/>
                  </a:lnTo>
                  <a:lnTo>
                    <a:pt x="192627" y="614331"/>
                  </a:lnTo>
                  <a:lnTo>
                    <a:pt x="231152" y="620033"/>
                  </a:lnTo>
                  <a:lnTo>
                    <a:pt x="269677" y="625565"/>
                  </a:lnTo>
                  <a:lnTo>
                    <a:pt x="308203" y="630914"/>
                  </a:lnTo>
                  <a:lnTo>
                    <a:pt x="346728" y="636066"/>
                  </a:lnTo>
                  <a:lnTo>
                    <a:pt x="385254" y="641006"/>
                  </a:lnTo>
                  <a:lnTo>
                    <a:pt x="423779" y="645717"/>
                  </a:lnTo>
                  <a:lnTo>
                    <a:pt x="462305" y="650181"/>
                  </a:lnTo>
                  <a:lnTo>
                    <a:pt x="500830" y="654380"/>
                  </a:lnTo>
                  <a:lnTo>
                    <a:pt x="539355" y="658293"/>
                  </a:lnTo>
                  <a:lnTo>
                    <a:pt x="577881" y="661899"/>
                  </a:lnTo>
                  <a:lnTo>
                    <a:pt x="616406" y="665174"/>
                  </a:lnTo>
                  <a:lnTo>
                    <a:pt x="654932" y="668094"/>
                  </a:lnTo>
                  <a:lnTo>
                    <a:pt x="693457" y="670633"/>
                  </a:lnTo>
                  <a:lnTo>
                    <a:pt x="731983" y="672764"/>
                  </a:lnTo>
                  <a:lnTo>
                    <a:pt x="770508" y="674460"/>
                  </a:lnTo>
                  <a:lnTo>
                    <a:pt x="809033" y="675694"/>
                  </a:lnTo>
                  <a:lnTo>
                    <a:pt x="847559" y="676436"/>
                  </a:lnTo>
                  <a:lnTo>
                    <a:pt x="886084" y="676659"/>
                  </a:lnTo>
                  <a:lnTo>
                    <a:pt x="924610" y="676336"/>
                  </a:lnTo>
                  <a:lnTo>
                    <a:pt x="963135" y="675440"/>
                  </a:lnTo>
                  <a:lnTo>
                    <a:pt x="1001661" y="673950"/>
                  </a:lnTo>
                  <a:lnTo>
                    <a:pt x="1040186" y="671843"/>
                  </a:lnTo>
                  <a:lnTo>
                    <a:pt x="1078711" y="669101"/>
                  </a:lnTo>
                  <a:lnTo>
                    <a:pt x="1117237" y="665712"/>
                  </a:lnTo>
                  <a:lnTo>
                    <a:pt x="1155762" y="661666"/>
                  </a:lnTo>
                  <a:lnTo>
                    <a:pt x="1194288" y="656959"/>
                  </a:lnTo>
                  <a:lnTo>
                    <a:pt x="1232813" y="651590"/>
                  </a:lnTo>
                  <a:lnTo>
                    <a:pt x="1271338" y="645564"/>
                  </a:lnTo>
                  <a:lnTo>
                    <a:pt x="1309864" y="638892"/>
                  </a:lnTo>
                  <a:lnTo>
                    <a:pt x="1348389" y="631587"/>
                  </a:lnTo>
                  <a:lnTo>
                    <a:pt x="1386915" y="623667"/>
                  </a:lnTo>
                  <a:lnTo>
                    <a:pt x="1425440" y="615154"/>
                  </a:lnTo>
                  <a:lnTo>
                    <a:pt x="1463966" y="606070"/>
                  </a:lnTo>
                  <a:lnTo>
                    <a:pt x="1502491" y="596443"/>
                  </a:lnTo>
                  <a:lnTo>
                    <a:pt x="1541016" y="586299"/>
                  </a:lnTo>
                  <a:lnTo>
                    <a:pt x="1579542" y="575667"/>
                  </a:lnTo>
                  <a:lnTo>
                    <a:pt x="1618067" y="564573"/>
                  </a:lnTo>
                  <a:lnTo>
                    <a:pt x="1656593" y="553047"/>
                  </a:lnTo>
                  <a:lnTo>
                    <a:pt x="1695118" y="541116"/>
                  </a:lnTo>
                  <a:lnTo>
                    <a:pt x="1733644" y="528806"/>
                  </a:lnTo>
                  <a:lnTo>
                    <a:pt x="1772169" y="516143"/>
                  </a:lnTo>
                  <a:lnTo>
                    <a:pt x="1810694" y="503151"/>
                  </a:lnTo>
                  <a:lnTo>
                    <a:pt x="1849220" y="489854"/>
                  </a:lnTo>
                  <a:lnTo>
                    <a:pt x="1887745" y="476273"/>
                  </a:lnTo>
                  <a:lnTo>
                    <a:pt x="1926271" y="462428"/>
                  </a:lnTo>
                  <a:lnTo>
                    <a:pt x="1964796" y="448338"/>
                  </a:lnTo>
                  <a:lnTo>
                    <a:pt x="2003322" y="434021"/>
                  </a:lnTo>
                  <a:lnTo>
                    <a:pt x="2041847" y="419493"/>
                  </a:lnTo>
                  <a:lnTo>
                    <a:pt x="2080372" y="404769"/>
                  </a:lnTo>
                  <a:lnTo>
                    <a:pt x="2118898" y="389863"/>
                  </a:lnTo>
                  <a:lnTo>
                    <a:pt x="2157423" y="374788"/>
                  </a:lnTo>
                  <a:lnTo>
                    <a:pt x="2195949" y="359556"/>
                  </a:lnTo>
                  <a:lnTo>
                    <a:pt x="2234474" y="344177"/>
                  </a:lnTo>
                  <a:lnTo>
                    <a:pt x="2272999" y="328662"/>
                  </a:lnTo>
                  <a:lnTo>
                    <a:pt x="2311525" y="313021"/>
                  </a:lnTo>
                  <a:lnTo>
                    <a:pt x="2350050" y="297261"/>
                  </a:lnTo>
                  <a:lnTo>
                    <a:pt x="2388576" y="281390"/>
                  </a:lnTo>
                  <a:lnTo>
                    <a:pt x="2427101" y="265417"/>
                  </a:lnTo>
                  <a:lnTo>
                    <a:pt x="2465627" y="249346"/>
                  </a:lnTo>
                  <a:lnTo>
                    <a:pt x="2504152" y="233186"/>
                  </a:lnTo>
                  <a:lnTo>
                    <a:pt x="2542677" y="216941"/>
                  </a:lnTo>
                  <a:lnTo>
                    <a:pt x="2581203" y="200616"/>
                  </a:lnTo>
                  <a:lnTo>
                    <a:pt x="2619728" y="184217"/>
                  </a:lnTo>
                  <a:lnTo>
                    <a:pt x="2658254" y="167749"/>
                  </a:lnTo>
                  <a:lnTo>
                    <a:pt x="2696779" y="151214"/>
                  </a:lnTo>
                  <a:lnTo>
                    <a:pt x="2735305" y="134617"/>
                  </a:lnTo>
                  <a:lnTo>
                    <a:pt x="2773830" y="117963"/>
                  </a:lnTo>
                  <a:lnTo>
                    <a:pt x="2812355" y="101253"/>
                  </a:lnTo>
                  <a:lnTo>
                    <a:pt x="2850881" y="84491"/>
                  </a:lnTo>
                  <a:lnTo>
                    <a:pt x="2889406" y="67681"/>
                  </a:lnTo>
                  <a:lnTo>
                    <a:pt x="2927932" y="50824"/>
                  </a:lnTo>
                  <a:lnTo>
                    <a:pt x="2966457" y="33923"/>
                  </a:lnTo>
                  <a:lnTo>
                    <a:pt x="3004983" y="16981"/>
                  </a:lnTo>
                  <a:lnTo>
                    <a:pt x="3043508" y="0"/>
                  </a:lnTo>
                  <a:lnTo>
                    <a:pt x="3043508" y="1401880"/>
                  </a:lnTo>
                  <a:lnTo>
                    <a:pt x="3004983" y="1394258"/>
                  </a:lnTo>
                  <a:lnTo>
                    <a:pt x="2966457" y="1386674"/>
                  </a:lnTo>
                  <a:lnTo>
                    <a:pt x="2927932" y="1379132"/>
                  </a:lnTo>
                  <a:lnTo>
                    <a:pt x="2889406" y="1371634"/>
                  </a:lnTo>
                  <a:lnTo>
                    <a:pt x="2850881" y="1364182"/>
                  </a:lnTo>
                  <a:lnTo>
                    <a:pt x="2812355" y="1356780"/>
                  </a:lnTo>
                  <a:lnTo>
                    <a:pt x="2773830" y="1349429"/>
                  </a:lnTo>
                  <a:lnTo>
                    <a:pt x="2735305" y="1342133"/>
                  </a:lnTo>
                  <a:lnTo>
                    <a:pt x="2696779" y="1334895"/>
                  </a:lnTo>
                  <a:lnTo>
                    <a:pt x="2658254" y="1327719"/>
                  </a:lnTo>
                  <a:lnTo>
                    <a:pt x="2619728" y="1320609"/>
                  </a:lnTo>
                  <a:lnTo>
                    <a:pt x="2581203" y="1313569"/>
                  </a:lnTo>
                  <a:lnTo>
                    <a:pt x="2542677" y="1306603"/>
                  </a:lnTo>
                  <a:lnTo>
                    <a:pt x="2504152" y="1299717"/>
                  </a:lnTo>
                  <a:lnTo>
                    <a:pt x="2465627" y="1292915"/>
                  </a:lnTo>
                  <a:lnTo>
                    <a:pt x="2427101" y="1286204"/>
                  </a:lnTo>
                  <a:lnTo>
                    <a:pt x="2388576" y="1279589"/>
                  </a:lnTo>
                  <a:lnTo>
                    <a:pt x="2350050" y="1273078"/>
                  </a:lnTo>
                  <a:lnTo>
                    <a:pt x="2311525" y="1266676"/>
                  </a:lnTo>
                  <a:lnTo>
                    <a:pt x="2272999" y="1260394"/>
                  </a:lnTo>
                  <a:lnTo>
                    <a:pt x="2234474" y="1254238"/>
                  </a:lnTo>
                  <a:lnTo>
                    <a:pt x="2195949" y="1248218"/>
                  </a:lnTo>
                  <a:lnTo>
                    <a:pt x="2157423" y="1242345"/>
                  </a:lnTo>
                  <a:lnTo>
                    <a:pt x="2118898" y="1236628"/>
                  </a:lnTo>
                  <a:lnTo>
                    <a:pt x="2080372" y="1231081"/>
                  </a:lnTo>
                  <a:lnTo>
                    <a:pt x="2041847" y="1225716"/>
                  </a:lnTo>
                  <a:lnTo>
                    <a:pt x="2003322" y="1220547"/>
                  </a:lnTo>
                  <a:lnTo>
                    <a:pt x="1964796" y="1215588"/>
                  </a:lnTo>
                  <a:lnTo>
                    <a:pt x="1926271" y="1210857"/>
                  </a:lnTo>
                  <a:lnTo>
                    <a:pt x="1887745" y="1206371"/>
                  </a:lnTo>
                  <a:lnTo>
                    <a:pt x="1849220" y="1202149"/>
                  </a:lnTo>
                  <a:lnTo>
                    <a:pt x="1810694" y="1198210"/>
                  </a:lnTo>
                  <a:lnTo>
                    <a:pt x="1772169" y="1194577"/>
                  </a:lnTo>
                  <a:lnTo>
                    <a:pt x="1733644" y="1191273"/>
                  </a:lnTo>
                  <a:lnTo>
                    <a:pt x="1695118" y="1188322"/>
                  </a:lnTo>
                  <a:lnTo>
                    <a:pt x="1656593" y="1185750"/>
                  </a:lnTo>
                  <a:lnTo>
                    <a:pt x="1618067" y="1183583"/>
                  </a:lnTo>
                  <a:lnTo>
                    <a:pt x="1579542" y="1181848"/>
                  </a:lnTo>
                  <a:lnTo>
                    <a:pt x="1541016" y="1180574"/>
                  </a:lnTo>
                  <a:lnTo>
                    <a:pt x="1502491" y="1179789"/>
                  </a:lnTo>
                  <a:lnTo>
                    <a:pt x="1463966" y="1179521"/>
                  </a:lnTo>
                  <a:lnTo>
                    <a:pt x="1425440" y="1179796"/>
                  </a:lnTo>
                  <a:lnTo>
                    <a:pt x="1386915" y="1180642"/>
                  </a:lnTo>
                  <a:lnTo>
                    <a:pt x="1348389" y="1182081"/>
                  </a:lnTo>
                  <a:lnTo>
                    <a:pt x="1309864" y="1184135"/>
                  </a:lnTo>
                  <a:lnTo>
                    <a:pt x="1271338" y="1186821"/>
                  </a:lnTo>
                  <a:lnTo>
                    <a:pt x="1232813" y="1190154"/>
                  </a:lnTo>
                  <a:lnTo>
                    <a:pt x="1194288" y="1194144"/>
                  </a:lnTo>
                  <a:lnTo>
                    <a:pt x="1155762" y="1198795"/>
                  </a:lnTo>
                  <a:lnTo>
                    <a:pt x="1117237" y="1204108"/>
                  </a:lnTo>
                  <a:lnTo>
                    <a:pt x="1078711" y="1210078"/>
                  </a:lnTo>
                  <a:lnTo>
                    <a:pt x="1040186" y="1216695"/>
                  </a:lnTo>
                  <a:lnTo>
                    <a:pt x="1001661" y="1223947"/>
                  </a:lnTo>
                  <a:lnTo>
                    <a:pt x="963135" y="1231815"/>
                  </a:lnTo>
                  <a:lnTo>
                    <a:pt x="924610" y="1240279"/>
                  </a:lnTo>
                  <a:lnTo>
                    <a:pt x="886084" y="1249314"/>
                  </a:lnTo>
                  <a:lnTo>
                    <a:pt x="847559" y="1258896"/>
                  </a:lnTo>
                  <a:lnTo>
                    <a:pt x="809033" y="1268997"/>
                  </a:lnTo>
                  <a:lnTo>
                    <a:pt x="770508" y="1279589"/>
                  </a:lnTo>
                  <a:lnTo>
                    <a:pt x="731983" y="1290644"/>
                  </a:lnTo>
                  <a:lnTo>
                    <a:pt x="693457" y="1302135"/>
                  </a:lnTo>
                  <a:lnTo>
                    <a:pt x="654932" y="1314033"/>
                  </a:lnTo>
                  <a:lnTo>
                    <a:pt x="616406" y="1326311"/>
                  </a:lnTo>
                  <a:lnTo>
                    <a:pt x="577881" y="1338945"/>
                  </a:lnTo>
                  <a:lnTo>
                    <a:pt x="539355" y="1351909"/>
                  </a:lnTo>
                  <a:lnTo>
                    <a:pt x="500830" y="1365181"/>
                  </a:lnTo>
                  <a:lnTo>
                    <a:pt x="462305" y="1378739"/>
                  </a:lnTo>
                  <a:lnTo>
                    <a:pt x="423779" y="1392562"/>
                  </a:lnTo>
                  <a:lnTo>
                    <a:pt x="385254" y="1406632"/>
                  </a:lnTo>
                  <a:lnTo>
                    <a:pt x="346728" y="1420930"/>
                  </a:lnTo>
                  <a:lnTo>
                    <a:pt x="308203" y="1435441"/>
                  </a:lnTo>
                  <a:lnTo>
                    <a:pt x="269677" y="1450149"/>
                  </a:lnTo>
                  <a:lnTo>
                    <a:pt x="231152" y="1465040"/>
                  </a:lnTo>
                  <a:lnTo>
                    <a:pt x="192627" y="1480101"/>
                  </a:lnTo>
                  <a:lnTo>
                    <a:pt x="154101" y="1495320"/>
                  </a:lnTo>
                  <a:lnTo>
                    <a:pt x="115576" y="1510687"/>
                  </a:lnTo>
                  <a:lnTo>
                    <a:pt x="77050" y="1526190"/>
                  </a:lnTo>
                  <a:lnTo>
                    <a:pt x="38525" y="1541821"/>
                  </a:lnTo>
                  <a:lnTo>
                    <a:pt x="0" y="1557572"/>
                  </a:lnTo>
                  <a:close/>
                </a:path>
              </a:pathLst>
            </a:custGeom>
            <a:solidFill>
              <a:srgbClr val="B30000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13306900" y="2687076"/>
              <a:ext cx="3043508" cy="676659"/>
            </a:xfrm>
            <a:custGeom>
              <a:avLst/>
              <a:pathLst>
                <a:path w="3043508" h="676659">
                  <a:moveTo>
                    <a:pt x="0" y="583654"/>
                  </a:moveTo>
                  <a:lnTo>
                    <a:pt x="38525" y="590046"/>
                  </a:lnTo>
                  <a:lnTo>
                    <a:pt x="77050" y="596318"/>
                  </a:lnTo>
                  <a:lnTo>
                    <a:pt x="115576" y="602463"/>
                  </a:lnTo>
                  <a:lnTo>
                    <a:pt x="154101" y="608470"/>
                  </a:lnTo>
                  <a:lnTo>
                    <a:pt x="192627" y="614331"/>
                  </a:lnTo>
                  <a:lnTo>
                    <a:pt x="231152" y="620033"/>
                  </a:lnTo>
                  <a:lnTo>
                    <a:pt x="269677" y="625565"/>
                  </a:lnTo>
                  <a:lnTo>
                    <a:pt x="308203" y="630914"/>
                  </a:lnTo>
                  <a:lnTo>
                    <a:pt x="346728" y="636066"/>
                  </a:lnTo>
                  <a:lnTo>
                    <a:pt x="385254" y="641006"/>
                  </a:lnTo>
                  <a:lnTo>
                    <a:pt x="423779" y="645717"/>
                  </a:lnTo>
                  <a:lnTo>
                    <a:pt x="462305" y="650181"/>
                  </a:lnTo>
                  <a:lnTo>
                    <a:pt x="500830" y="654380"/>
                  </a:lnTo>
                  <a:lnTo>
                    <a:pt x="539355" y="658293"/>
                  </a:lnTo>
                  <a:lnTo>
                    <a:pt x="577881" y="661899"/>
                  </a:lnTo>
                  <a:lnTo>
                    <a:pt x="616406" y="665174"/>
                  </a:lnTo>
                  <a:lnTo>
                    <a:pt x="654932" y="668094"/>
                  </a:lnTo>
                  <a:lnTo>
                    <a:pt x="693457" y="670633"/>
                  </a:lnTo>
                  <a:lnTo>
                    <a:pt x="731983" y="672764"/>
                  </a:lnTo>
                  <a:lnTo>
                    <a:pt x="770508" y="674460"/>
                  </a:lnTo>
                  <a:lnTo>
                    <a:pt x="809033" y="675694"/>
                  </a:lnTo>
                  <a:lnTo>
                    <a:pt x="847559" y="676436"/>
                  </a:lnTo>
                  <a:lnTo>
                    <a:pt x="886084" y="676659"/>
                  </a:lnTo>
                  <a:lnTo>
                    <a:pt x="924610" y="676336"/>
                  </a:lnTo>
                  <a:lnTo>
                    <a:pt x="963135" y="675440"/>
                  </a:lnTo>
                  <a:lnTo>
                    <a:pt x="1001661" y="673950"/>
                  </a:lnTo>
                  <a:lnTo>
                    <a:pt x="1040186" y="671843"/>
                  </a:lnTo>
                  <a:lnTo>
                    <a:pt x="1078711" y="669101"/>
                  </a:lnTo>
                  <a:lnTo>
                    <a:pt x="1117237" y="665712"/>
                  </a:lnTo>
                  <a:lnTo>
                    <a:pt x="1155762" y="661666"/>
                  </a:lnTo>
                  <a:lnTo>
                    <a:pt x="1194288" y="656959"/>
                  </a:lnTo>
                  <a:lnTo>
                    <a:pt x="1232813" y="651590"/>
                  </a:lnTo>
                  <a:lnTo>
                    <a:pt x="1271338" y="645564"/>
                  </a:lnTo>
                  <a:lnTo>
                    <a:pt x="1309864" y="638892"/>
                  </a:lnTo>
                  <a:lnTo>
                    <a:pt x="1348389" y="631587"/>
                  </a:lnTo>
                  <a:lnTo>
                    <a:pt x="1386915" y="623667"/>
                  </a:lnTo>
                  <a:lnTo>
                    <a:pt x="1425440" y="615154"/>
                  </a:lnTo>
                  <a:lnTo>
                    <a:pt x="1463966" y="606070"/>
                  </a:lnTo>
                  <a:lnTo>
                    <a:pt x="1502491" y="596443"/>
                  </a:lnTo>
                  <a:lnTo>
                    <a:pt x="1541016" y="586299"/>
                  </a:lnTo>
                  <a:lnTo>
                    <a:pt x="1579542" y="575667"/>
                  </a:lnTo>
                  <a:lnTo>
                    <a:pt x="1618067" y="564573"/>
                  </a:lnTo>
                  <a:lnTo>
                    <a:pt x="1656593" y="553047"/>
                  </a:lnTo>
                  <a:lnTo>
                    <a:pt x="1695118" y="541116"/>
                  </a:lnTo>
                  <a:lnTo>
                    <a:pt x="1733644" y="528806"/>
                  </a:lnTo>
                  <a:lnTo>
                    <a:pt x="1772169" y="516143"/>
                  </a:lnTo>
                  <a:lnTo>
                    <a:pt x="1810694" y="503151"/>
                  </a:lnTo>
                  <a:lnTo>
                    <a:pt x="1849220" y="489854"/>
                  </a:lnTo>
                  <a:lnTo>
                    <a:pt x="1887745" y="476273"/>
                  </a:lnTo>
                  <a:lnTo>
                    <a:pt x="1926271" y="462428"/>
                  </a:lnTo>
                  <a:lnTo>
                    <a:pt x="1964796" y="448338"/>
                  </a:lnTo>
                  <a:lnTo>
                    <a:pt x="2003322" y="434021"/>
                  </a:lnTo>
                  <a:lnTo>
                    <a:pt x="2041847" y="419493"/>
                  </a:lnTo>
                  <a:lnTo>
                    <a:pt x="2080372" y="404769"/>
                  </a:lnTo>
                  <a:lnTo>
                    <a:pt x="2118898" y="389863"/>
                  </a:lnTo>
                  <a:lnTo>
                    <a:pt x="2157423" y="374788"/>
                  </a:lnTo>
                  <a:lnTo>
                    <a:pt x="2195949" y="359556"/>
                  </a:lnTo>
                  <a:lnTo>
                    <a:pt x="2234474" y="344177"/>
                  </a:lnTo>
                  <a:lnTo>
                    <a:pt x="2272999" y="328662"/>
                  </a:lnTo>
                  <a:lnTo>
                    <a:pt x="2311525" y="313021"/>
                  </a:lnTo>
                  <a:lnTo>
                    <a:pt x="2350050" y="297261"/>
                  </a:lnTo>
                  <a:lnTo>
                    <a:pt x="2388576" y="281390"/>
                  </a:lnTo>
                  <a:lnTo>
                    <a:pt x="2427101" y="265417"/>
                  </a:lnTo>
                  <a:lnTo>
                    <a:pt x="2465627" y="249346"/>
                  </a:lnTo>
                  <a:lnTo>
                    <a:pt x="2504152" y="233186"/>
                  </a:lnTo>
                  <a:lnTo>
                    <a:pt x="2542677" y="216941"/>
                  </a:lnTo>
                  <a:lnTo>
                    <a:pt x="2581203" y="200616"/>
                  </a:lnTo>
                  <a:lnTo>
                    <a:pt x="2619728" y="184217"/>
                  </a:lnTo>
                  <a:lnTo>
                    <a:pt x="2658254" y="167749"/>
                  </a:lnTo>
                  <a:lnTo>
                    <a:pt x="2696779" y="151214"/>
                  </a:lnTo>
                  <a:lnTo>
                    <a:pt x="2735305" y="134617"/>
                  </a:lnTo>
                  <a:lnTo>
                    <a:pt x="2773830" y="117963"/>
                  </a:lnTo>
                  <a:lnTo>
                    <a:pt x="2812355" y="101253"/>
                  </a:lnTo>
                  <a:lnTo>
                    <a:pt x="2850881" y="84491"/>
                  </a:lnTo>
                  <a:lnTo>
                    <a:pt x="2889406" y="67681"/>
                  </a:lnTo>
                  <a:lnTo>
                    <a:pt x="2927932" y="50824"/>
                  </a:lnTo>
                  <a:lnTo>
                    <a:pt x="2966457" y="33923"/>
                  </a:lnTo>
                  <a:lnTo>
                    <a:pt x="3004983" y="16981"/>
                  </a:lnTo>
                  <a:lnTo>
                    <a:pt x="30435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13306900" y="3866597"/>
              <a:ext cx="3043508" cy="378050"/>
            </a:xfrm>
            <a:custGeom>
              <a:avLst/>
              <a:pathLst>
                <a:path w="3043508" h="378050">
                  <a:moveTo>
                    <a:pt x="3043508" y="222359"/>
                  </a:moveTo>
                  <a:lnTo>
                    <a:pt x="3004983" y="214737"/>
                  </a:lnTo>
                  <a:lnTo>
                    <a:pt x="2966457" y="207153"/>
                  </a:lnTo>
                  <a:lnTo>
                    <a:pt x="2927932" y="199611"/>
                  </a:lnTo>
                  <a:lnTo>
                    <a:pt x="2889406" y="192113"/>
                  </a:lnTo>
                  <a:lnTo>
                    <a:pt x="2850881" y="184661"/>
                  </a:lnTo>
                  <a:lnTo>
                    <a:pt x="2812355" y="177259"/>
                  </a:lnTo>
                  <a:lnTo>
                    <a:pt x="2773830" y="169908"/>
                  </a:lnTo>
                  <a:lnTo>
                    <a:pt x="2735305" y="162612"/>
                  </a:lnTo>
                  <a:lnTo>
                    <a:pt x="2696779" y="155374"/>
                  </a:lnTo>
                  <a:lnTo>
                    <a:pt x="2658254" y="148198"/>
                  </a:lnTo>
                  <a:lnTo>
                    <a:pt x="2619728" y="141088"/>
                  </a:lnTo>
                  <a:lnTo>
                    <a:pt x="2581203" y="134048"/>
                  </a:lnTo>
                  <a:lnTo>
                    <a:pt x="2542677" y="127082"/>
                  </a:lnTo>
                  <a:lnTo>
                    <a:pt x="2504152" y="120196"/>
                  </a:lnTo>
                  <a:lnTo>
                    <a:pt x="2465627" y="113394"/>
                  </a:lnTo>
                  <a:lnTo>
                    <a:pt x="2427101" y="106683"/>
                  </a:lnTo>
                  <a:lnTo>
                    <a:pt x="2388576" y="100068"/>
                  </a:lnTo>
                  <a:lnTo>
                    <a:pt x="2350050" y="93557"/>
                  </a:lnTo>
                  <a:lnTo>
                    <a:pt x="2311525" y="87155"/>
                  </a:lnTo>
                  <a:lnTo>
                    <a:pt x="2272999" y="80873"/>
                  </a:lnTo>
                  <a:lnTo>
                    <a:pt x="2234474" y="74717"/>
                  </a:lnTo>
                  <a:lnTo>
                    <a:pt x="2195949" y="68697"/>
                  </a:lnTo>
                  <a:lnTo>
                    <a:pt x="2157423" y="62823"/>
                  </a:lnTo>
                  <a:lnTo>
                    <a:pt x="2118898" y="57107"/>
                  </a:lnTo>
                  <a:lnTo>
                    <a:pt x="2080372" y="51560"/>
                  </a:lnTo>
                  <a:lnTo>
                    <a:pt x="2041847" y="46195"/>
                  </a:lnTo>
                  <a:lnTo>
                    <a:pt x="2003322" y="41026"/>
                  </a:lnTo>
                  <a:lnTo>
                    <a:pt x="1964796" y="36067"/>
                  </a:lnTo>
                  <a:lnTo>
                    <a:pt x="1926271" y="31336"/>
                  </a:lnTo>
                  <a:lnTo>
                    <a:pt x="1887745" y="26850"/>
                  </a:lnTo>
                  <a:lnTo>
                    <a:pt x="1849220" y="22628"/>
                  </a:lnTo>
                  <a:lnTo>
                    <a:pt x="1810694" y="18689"/>
                  </a:lnTo>
                  <a:lnTo>
                    <a:pt x="1772169" y="15056"/>
                  </a:lnTo>
                  <a:lnTo>
                    <a:pt x="1733644" y="11752"/>
                  </a:lnTo>
                  <a:lnTo>
                    <a:pt x="1695118" y="8801"/>
                  </a:lnTo>
                  <a:lnTo>
                    <a:pt x="1656593" y="6229"/>
                  </a:lnTo>
                  <a:lnTo>
                    <a:pt x="1618067" y="4062"/>
                  </a:lnTo>
                  <a:lnTo>
                    <a:pt x="1579542" y="2327"/>
                  </a:lnTo>
                  <a:lnTo>
                    <a:pt x="1541016" y="1053"/>
                  </a:lnTo>
                  <a:lnTo>
                    <a:pt x="1502491" y="268"/>
                  </a:lnTo>
                  <a:lnTo>
                    <a:pt x="1463966" y="0"/>
                  </a:lnTo>
                  <a:lnTo>
                    <a:pt x="1425440" y="275"/>
                  </a:lnTo>
                  <a:lnTo>
                    <a:pt x="1386915" y="1121"/>
                  </a:lnTo>
                  <a:lnTo>
                    <a:pt x="1348389" y="2560"/>
                  </a:lnTo>
                  <a:lnTo>
                    <a:pt x="1309864" y="4614"/>
                  </a:lnTo>
                  <a:lnTo>
                    <a:pt x="1271338" y="7300"/>
                  </a:lnTo>
                  <a:lnTo>
                    <a:pt x="1232813" y="10633"/>
                  </a:lnTo>
                  <a:lnTo>
                    <a:pt x="1194288" y="14623"/>
                  </a:lnTo>
                  <a:lnTo>
                    <a:pt x="1155762" y="19274"/>
                  </a:lnTo>
                  <a:lnTo>
                    <a:pt x="1117237" y="24587"/>
                  </a:lnTo>
                  <a:lnTo>
                    <a:pt x="1078711" y="30557"/>
                  </a:lnTo>
                  <a:lnTo>
                    <a:pt x="1040186" y="37174"/>
                  </a:lnTo>
                  <a:lnTo>
                    <a:pt x="1001661" y="44426"/>
                  </a:lnTo>
                  <a:lnTo>
                    <a:pt x="963135" y="52294"/>
                  </a:lnTo>
                  <a:lnTo>
                    <a:pt x="924610" y="60758"/>
                  </a:lnTo>
                  <a:lnTo>
                    <a:pt x="886084" y="69793"/>
                  </a:lnTo>
                  <a:lnTo>
                    <a:pt x="847559" y="79375"/>
                  </a:lnTo>
                  <a:lnTo>
                    <a:pt x="809033" y="89476"/>
                  </a:lnTo>
                  <a:lnTo>
                    <a:pt x="770508" y="100068"/>
                  </a:lnTo>
                  <a:lnTo>
                    <a:pt x="731983" y="111123"/>
                  </a:lnTo>
                  <a:lnTo>
                    <a:pt x="693457" y="122614"/>
                  </a:lnTo>
                  <a:lnTo>
                    <a:pt x="654932" y="134511"/>
                  </a:lnTo>
                  <a:lnTo>
                    <a:pt x="616406" y="146790"/>
                  </a:lnTo>
                  <a:lnTo>
                    <a:pt x="577881" y="159424"/>
                  </a:lnTo>
                  <a:lnTo>
                    <a:pt x="539355" y="172388"/>
                  </a:lnTo>
                  <a:lnTo>
                    <a:pt x="500830" y="185660"/>
                  </a:lnTo>
                  <a:lnTo>
                    <a:pt x="462305" y="199218"/>
                  </a:lnTo>
                  <a:lnTo>
                    <a:pt x="423779" y="213041"/>
                  </a:lnTo>
                  <a:lnTo>
                    <a:pt x="385254" y="227111"/>
                  </a:lnTo>
                  <a:lnTo>
                    <a:pt x="346728" y="241409"/>
                  </a:lnTo>
                  <a:lnTo>
                    <a:pt x="308203" y="255920"/>
                  </a:lnTo>
                  <a:lnTo>
                    <a:pt x="269677" y="270628"/>
                  </a:lnTo>
                  <a:lnTo>
                    <a:pt x="231152" y="285519"/>
                  </a:lnTo>
                  <a:lnTo>
                    <a:pt x="192627" y="300580"/>
                  </a:lnTo>
                  <a:lnTo>
                    <a:pt x="154101" y="315799"/>
                  </a:lnTo>
                  <a:lnTo>
                    <a:pt x="115576" y="331166"/>
                  </a:lnTo>
                  <a:lnTo>
                    <a:pt x="77050" y="346669"/>
                  </a:lnTo>
                  <a:lnTo>
                    <a:pt x="38525" y="362300"/>
                  </a:lnTo>
                  <a:lnTo>
                    <a:pt x="0" y="3780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13306900" y="3388016"/>
              <a:ext cx="3043508" cy="369673"/>
            </a:xfrm>
            <a:custGeom>
              <a:avLst/>
              <a:pathLst>
                <a:path w="3043508" h="369673">
                  <a:moveTo>
                    <a:pt x="0" y="369673"/>
                  </a:moveTo>
                  <a:lnTo>
                    <a:pt x="38525" y="364993"/>
                  </a:lnTo>
                  <a:lnTo>
                    <a:pt x="77050" y="360314"/>
                  </a:lnTo>
                  <a:lnTo>
                    <a:pt x="115576" y="355634"/>
                  </a:lnTo>
                  <a:lnTo>
                    <a:pt x="154101" y="350955"/>
                  </a:lnTo>
                  <a:lnTo>
                    <a:pt x="192627" y="346276"/>
                  </a:lnTo>
                  <a:lnTo>
                    <a:pt x="231152" y="341596"/>
                  </a:lnTo>
                  <a:lnTo>
                    <a:pt x="269677" y="336917"/>
                  </a:lnTo>
                  <a:lnTo>
                    <a:pt x="308203" y="332237"/>
                  </a:lnTo>
                  <a:lnTo>
                    <a:pt x="346728" y="327558"/>
                  </a:lnTo>
                  <a:lnTo>
                    <a:pt x="385254" y="322879"/>
                  </a:lnTo>
                  <a:lnTo>
                    <a:pt x="423779" y="318199"/>
                  </a:lnTo>
                  <a:lnTo>
                    <a:pt x="462305" y="313520"/>
                  </a:lnTo>
                  <a:lnTo>
                    <a:pt x="500830" y="308840"/>
                  </a:lnTo>
                  <a:lnTo>
                    <a:pt x="539355" y="304161"/>
                  </a:lnTo>
                  <a:lnTo>
                    <a:pt x="577881" y="299482"/>
                  </a:lnTo>
                  <a:lnTo>
                    <a:pt x="616406" y="294802"/>
                  </a:lnTo>
                  <a:lnTo>
                    <a:pt x="654932" y="290123"/>
                  </a:lnTo>
                  <a:lnTo>
                    <a:pt x="693457" y="285443"/>
                  </a:lnTo>
                  <a:lnTo>
                    <a:pt x="731983" y="280764"/>
                  </a:lnTo>
                  <a:lnTo>
                    <a:pt x="770508" y="276084"/>
                  </a:lnTo>
                  <a:lnTo>
                    <a:pt x="809033" y="271405"/>
                  </a:lnTo>
                  <a:lnTo>
                    <a:pt x="847559" y="266726"/>
                  </a:lnTo>
                  <a:lnTo>
                    <a:pt x="886084" y="262046"/>
                  </a:lnTo>
                  <a:lnTo>
                    <a:pt x="924610" y="257367"/>
                  </a:lnTo>
                  <a:lnTo>
                    <a:pt x="963135" y="252687"/>
                  </a:lnTo>
                  <a:lnTo>
                    <a:pt x="1001661" y="248008"/>
                  </a:lnTo>
                  <a:lnTo>
                    <a:pt x="1040186" y="243329"/>
                  </a:lnTo>
                  <a:lnTo>
                    <a:pt x="1078711" y="238649"/>
                  </a:lnTo>
                  <a:lnTo>
                    <a:pt x="1117237" y="233970"/>
                  </a:lnTo>
                  <a:lnTo>
                    <a:pt x="1155762" y="229290"/>
                  </a:lnTo>
                  <a:lnTo>
                    <a:pt x="1194288" y="224611"/>
                  </a:lnTo>
                  <a:lnTo>
                    <a:pt x="1232813" y="219932"/>
                  </a:lnTo>
                  <a:lnTo>
                    <a:pt x="1271338" y="215252"/>
                  </a:lnTo>
                  <a:lnTo>
                    <a:pt x="1309864" y="210573"/>
                  </a:lnTo>
                  <a:lnTo>
                    <a:pt x="1348389" y="205893"/>
                  </a:lnTo>
                  <a:lnTo>
                    <a:pt x="1386915" y="201214"/>
                  </a:lnTo>
                  <a:lnTo>
                    <a:pt x="1425440" y="196535"/>
                  </a:lnTo>
                  <a:lnTo>
                    <a:pt x="1463966" y="191855"/>
                  </a:lnTo>
                  <a:lnTo>
                    <a:pt x="1502491" y="187176"/>
                  </a:lnTo>
                  <a:lnTo>
                    <a:pt x="1541016" y="182496"/>
                  </a:lnTo>
                  <a:lnTo>
                    <a:pt x="1579542" y="177817"/>
                  </a:lnTo>
                  <a:lnTo>
                    <a:pt x="1618067" y="173138"/>
                  </a:lnTo>
                  <a:lnTo>
                    <a:pt x="1656593" y="168458"/>
                  </a:lnTo>
                  <a:lnTo>
                    <a:pt x="1695118" y="163779"/>
                  </a:lnTo>
                  <a:lnTo>
                    <a:pt x="1733644" y="159099"/>
                  </a:lnTo>
                  <a:lnTo>
                    <a:pt x="1772169" y="154420"/>
                  </a:lnTo>
                  <a:lnTo>
                    <a:pt x="1810694" y="149741"/>
                  </a:lnTo>
                  <a:lnTo>
                    <a:pt x="1849220" y="145061"/>
                  </a:lnTo>
                  <a:lnTo>
                    <a:pt x="1887745" y="140382"/>
                  </a:lnTo>
                  <a:lnTo>
                    <a:pt x="1926271" y="135702"/>
                  </a:lnTo>
                  <a:lnTo>
                    <a:pt x="1964796" y="131023"/>
                  </a:lnTo>
                  <a:lnTo>
                    <a:pt x="2003322" y="126343"/>
                  </a:lnTo>
                  <a:lnTo>
                    <a:pt x="2041847" y="121664"/>
                  </a:lnTo>
                  <a:lnTo>
                    <a:pt x="2080372" y="116985"/>
                  </a:lnTo>
                  <a:lnTo>
                    <a:pt x="2118898" y="112305"/>
                  </a:lnTo>
                  <a:lnTo>
                    <a:pt x="2157423" y="107626"/>
                  </a:lnTo>
                  <a:lnTo>
                    <a:pt x="2195949" y="102946"/>
                  </a:lnTo>
                  <a:lnTo>
                    <a:pt x="2234474" y="98267"/>
                  </a:lnTo>
                  <a:lnTo>
                    <a:pt x="2272999" y="93588"/>
                  </a:lnTo>
                  <a:lnTo>
                    <a:pt x="2311525" y="88908"/>
                  </a:lnTo>
                  <a:lnTo>
                    <a:pt x="2350050" y="84229"/>
                  </a:lnTo>
                  <a:lnTo>
                    <a:pt x="2388576" y="79549"/>
                  </a:lnTo>
                  <a:lnTo>
                    <a:pt x="2427101" y="74870"/>
                  </a:lnTo>
                  <a:lnTo>
                    <a:pt x="2465627" y="70191"/>
                  </a:lnTo>
                  <a:lnTo>
                    <a:pt x="2504152" y="65511"/>
                  </a:lnTo>
                  <a:lnTo>
                    <a:pt x="2542677" y="60832"/>
                  </a:lnTo>
                  <a:lnTo>
                    <a:pt x="2581203" y="56152"/>
                  </a:lnTo>
                  <a:lnTo>
                    <a:pt x="2619728" y="51473"/>
                  </a:lnTo>
                  <a:lnTo>
                    <a:pt x="2658254" y="46794"/>
                  </a:lnTo>
                  <a:lnTo>
                    <a:pt x="2696779" y="42114"/>
                  </a:lnTo>
                  <a:lnTo>
                    <a:pt x="2735305" y="37435"/>
                  </a:lnTo>
                  <a:lnTo>
                    <a:pt x="2773830" y="32755"/>
                  </a:lnTo>
                  <a:lnTo>
                    <a:pt x="2812355" y="28076"/>
                  </a:lnTo>
                  <a:lnTo>
                    <a:pt x="2850881" y="23397"/>
                  </a:lnTo>
                  <a:lnTo>
                    <a:pt x="2889406" y="18717"/>
                  </a:lnTo>
                  <a:lnTo>
                    <a:pt x="2927932" y="14038"/>
                  </a:lnTo>
                  <a:lnTo>
                    <a:pt x="2966457" y="9358"/>
                  </a:lnTo>
                  <a:lnTo>
                    <a:pt x="3004983" y="4679"/>
                  </a:lnTo>
                  <a:lnTo>
                    <a:pt x="3043508" y="0"/>
                  </a:lnTo>
                </a:path>
              </a:pathLst>
            </a:custGeom>
            <a:ln w="27101" cap="flat">
              <a:solidFill>
                <a:srgbClr val="B3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tx178"/>
            <p:cNvSpPr/>
            <p:nvPr/>
          </p:nvSpPr>
          <p:spPr>
            <a:xfrm>
              <a:off x="15018441" y="1330149"/>
              <a:ext cx="81310" cy="133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5134033" y="1434030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5249625" y="1355251"/>
              <a:ext cx="370745" cy="108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0.136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5620371" y="1427809"/>
              <a:ext cx="41161" cy="3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,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15661532" y="1463618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5698571" y="1463618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5735609" y="1355613"/>
              <a:ext cx="82395" cy="108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15864071" y="1434030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15979663" y="1355324"/>
              <a:ext cx="370745" cy="108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0.511</a:t>
              </a:r>
            </a:p>
          </p:txBody>
        </p:sp>
        <p:sp>
          <p:nvSpPr>
            <p:cNvPr id="187" name="pl187"/>
            <p:cNvSpPr/>
            <p:nvPr/>
          </p:nvSpPr>
          <p:spPr>
            <a:xfrm>
              <a:off x="13154725" y="1185696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13000086" y="4793774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3035611" y="3575371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3035611" y="2359572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1" name="pl191"/>
            <p:cNvSpPr/>
            <p:nvPr/>
          </p:nvSpPr>
          <p:spPr>
            <a:xfrm>
              <a:off x="13121512" y="4832268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13121512" y="361516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13121512" y="2398066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3154725" y="4957292"/>
              <a:ext cx="3347859" cy="0"/>
            </a:xfrm>
            <a:custGeom>
              <a:avLst/>
              <a:pathLst>
                <a:path w="3347859" h="0">
                  <a:moveTo>
                    <a:pt x="0" y="0"/>
                  </a:moveTo>
                  <a:lnTo>
                    <a:pt x="3347859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13799072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14480282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15161492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5842701" y="495729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tx199"/>
            <p:cNvSpPr/>
            <p:nvPr/>
          </p:nvSpPr>
          <p:spPr>
            <a:xfrm>
              <a:off x="13707160" y="5015461"/>
              <a:ext cx="183825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4406132" y="5015461"/>
              <a:ext cx="148299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5087342" y="5015461"/>
              <a:ext cx="148299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15768551" y="5015461"/>
              <a:ext cx="148299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13920826" y="5121170"/>
              <a:ext cx="1815656" cy="12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Per capita GDP</a:t>
              </a:r>
            </a:p>
          </p:txBody>
        </p:sp>
        <p:sp>
          <p:nvSpPr>
            <p:cNvPr id="204" name="tx204"/>
            <p:cNvSpPr/>
            <p:nvPr/>
          </p:nvSpPr>
          <p:spPr>
            <a:xfrm rot="-5400000">
              <a:off x="12099023" y="3009735"/>
              <a:ext cx="1556053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12762129" y="1091170"/>
              <a:ext cx="81226" cy="79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06" name="rc206"/>
            <p:cNvSpPr/>
            <p:nvPr/>
          </p:nvSpPr>
          <p:spPr>
            <a:xfrm>
              <a:off x="4824151" y="5339047"/>
              <a:ext cx="3716442" cy="43822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8540593" y="5339047"/>
              <a:ext cx="3599491" cy="43822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12140085" y="5339047"/>
              <a:ext cx="4432087" cy="43822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5400123" y="5549799"/>
              <a:ext cx="3074043" cy="3771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693186" y="664784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6174800" y="735905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5709554" y="724927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962002" y="759787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6070604" y="705562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5944017" y="779344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5757973" y="696594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668234" y="680099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5504391" y="592631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5708160" y="752300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6135417" y="772913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5660487" y="680111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5913541" y="710539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847049" y="668029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7638857" y="821853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016294" y="711804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5765786" y="696178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661217" y="702835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675361" y="680213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5580891" y="649837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6595276" y="786235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901418" y="672445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754659" y="704777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092222" y="715419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749914" y="760374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6317818" y="753728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704340" y="568577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7481168" y="768503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8298976" y="825508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124608" y="699451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928589" y="683957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39853" y="6611482"/>
              <a:ext cx="2794585" cy="2538476"/>
            </a:xfrm>
            <a:custGeom>
              <a:avLst/>
              <a:pathLst>
                <a:path w="2794585" h="2538476">
                  <a:moveTo>
                    <a:pt x="0" y="0"/>
                  </a:moveTo>
                  <a:lnTo>
                    <a:pt x="35374" y="27944"/>
                  </a:lnTo>
                  <a:lnTo>
                    <a:pt x="70748" y="55663"/>
                  </a:lnTo>
                  <a:lnTo>
                    <a:pt x="106123" y="83139"/>
                  </a:lnTo>
                  <a:lnTo>
                    <a:pt x="141497" y="110350"/>
                  </a:lnTo>
                  <a:lnTo>
                    <a:pt x="176872" y="137274"/>
                  </a:lnTo>
                  <a:lnTo>
                    <a:pt x="212246" y="163889"/>
                  </a:lnTo>
                  <a:lnTo>
                    <a:pt x="247621" y="190170"/>
                  </a:lnTo>
                  <a:lnTo>
                    <a:pt x="282995" y="216093"/>
                  </a:lnTo>
                  <a:lnTo>
                    <a:pt x="318370" y="241634"/>
                  </a:lnTo>
                  <a:lnTo>
                    <a:pt x="353744" y="266769"/>
                  </a:lnTo>
                  <a:lnTo>
                    <a:pt x="389119" y="291476"/>
                  </a:lnTo>
                  <a:lnTo>
                    <a:pt x="424493" y="315733"/>
                  </a:lnTo>
                  <a:lnTo>
                    <a:pt x="459868" y="339523"/>
                  </a:lnTo>
                  <a:lnTo>
                    <a:pt x="495242" y="362831"/>
                  </a:lnTo>
                  <a:lnTo>
                    <a:pt x="530617" y="385646"/>
                  </a:lnTo>
                  <a:lnTo>
                    <a:pt x="565991" y="407961"/>
                  </a:lnTo>
                  <a:lnTo>
                    <a:pt x="601366" y="429775"/>
                  </a:lnTo>
                  <a:lnTo>
                    <a:pt x="636740" y="451090"/>
                  </a:lnTo>
                  <a:lnTo>
                    <a:pt x="672115" y="471915"/>
                  </a:lnTo>
                  <a:lnTo>
                    <a:pt x="707489" y="492261"/>
                  </a:lnTo>
                  <a:lnTo>
                    <a:pt x="742864" y="512145"/>
                  </a:lnTo>
                  <a:lnTo>
                    <a:pt x="778238" y="531584"/>
                  </a:lnTo>
                  <a:lnTo>
                    <a:pt x="813613" y="550601"/>
                  </a:lnTo>
                  <a:lnTo>
                    <a:pt x="848987" y="569218"/>
                  </a:lnTo>
                  <a:lnTo>
                    <a:pt x="884362" y="587459"/>
                  </a:lnTo>
                  <a:lnTo>
                    <a:pt x="919736" y="605349"/>
                  </a:lnTo>
                  <a:lnTo>
                    <a:pt x="955111" y="622911"/>
                  </a:lnTo>
                  <a:lnTo>
                    <a:pt x="990485" y="640170"/>
                  </a:lnTo>
                  <a:lnTo>
                    <a:pt x="1025860" y="657149"/>
                  </a:lnTo>
                  <a:lnTo>
                    <a:pt x="1061234" y="673868"/>
                  </a:lnTo>
                  <a:lnTo>
                    <a:pt x="1096609" y="690349"/>
                  </a:lnTo>
                  <a:lnTo>
                    <a:pt x="1131983" y="706610"/>
                  </a:lnTo>
                  <a:lnTo>
                    <a:pt x="1167358" y="722669"/>
                  </a:lnTo>
                  <a:lnTo>
                    <a:pt x="1202732" y="738543"/>
                  </a:lnTo>
                  <a:lnTo>
                    <a:pt x="1238107" y="754247"/>
                  </a:lnTo>
                  <a:lnTo>
                    <a:pt x="1273481" y="769795"/>
                  </a:lnTo>
                  <a:lnTo>
                    <a:pt x="1308856" y="785199"/>
                  </a:lnTo>
                  <a:lnTo>
                    <a:pt x="1344230" y="800470"/>
                  </a:lnTo>
                  <a:lnTo>
                    <a:pt x="1379605" y="815621"/>
                  </a:lnTo>
                  <a:lnTo>
                    <a:pt x="1414979" y="830659"/>
                  </a:lnTo>
                  <a:lnTo>
                    <a:pt x="1450354" y="845594"/>
                  </a:lnTo>
                  <a:lnTo>
                    <a:pt x="1485728" y="860434"/>
                  </a:lnTo>
                  <a:lnTo>
                    <a:pt x="1521103" y="875186"/>
                  </a:lnTo>
                  <a:lnTo>
                    <a:pt x="1556477" y="889856"/>
                  </a:lnTo>
                  <a:lnTo>
                    <a:pt x="1591852" y="904452"/>
                  </a:lnTo>
                  <a:lnTo>
                    <a:pt x="1627226" y="918978"/>
                  </a:lnTo>
                  <a:lnTo>
                    <a:pt x="1662601" y="933439"/>
                  </a:lnTo>
                  <a:lnTo>
                    <a:pt x="1697975" y="947839"/>
                  </a:lnTo>
                  <a:lnTo>
                    <a:pt x="1733350" y="962184"/>
                  </a:lnTo>
                  <a:lnTo>
                    <a:pt x="1768724" y="976477"/>
                  </a:lnTo>
                  <a:lnTo>
                    <a:pt x="1804099" y="990721"/>
                  </a:lnTo>
                  <a:lnTo>
                    <a:pt x="1839473" y="1004920"/>
                  </a:lnTo>
                  <a:lnTo>
                    <a:pt x="1874848" y="1019076"/>
                  </a:lnTo>
                  <a:lnTo>
                    <a:pt x="1910222" y="1033193"/>
                  </a:lnTo>
                  <a:lnTo>
                    <a:pt x="1945597" y="1047273"/>
                  </a:lnTo>
                  <a:lnTo>
                    <a:pt x="1980971" y="1061318"/>
                  </a:lnTo>
                  <a:lnTo>
                    <a:pt x="2016346" y="1075330"/>
                  </a:lnTo>
                  <a:lnTo>
                    <a:pt x="2051720" y="1089311"/>
                  </a:lnTo>
                  <a:lnTo>
                    <a:pt x="2087095" y="1103264"/>
                  </a:lnTo>
                  <a:lnTo>
                    <a:pt x="2122469" y="1117189"/>
                  </a:lnTo>
                  <a:lnTo>
                    <a:pt x="2157844" y="1131089"/>
                  </a:lnTo>
                  <a:lnTo>
                    <a:pt x="2193218" y="1144964"/>
                  </a:lnTo>
                  <a:lnTo>
                    <a:pt x="2228593" y="1158816"/>
                  </a:lnTo>
                  <a:lnTo>
                    <a:pt x="2263967" y="1172647"/>
                  </a:lnTo>
                  <a:lnTo>
                    <a:pt x="2299342" y="1186458"/>
                  </a:lnTo>
                  <a:lnTo>
                    <a:pt x="2334716" y="1200249"/>
                  </a:lnTo>
                  <a:lnTo>
                    <a:pt x="2370091" y="1214022"/>
                  </a:lnTo>
                  <a:lnTo>
                    <a:pt x="2405465" y="1227777"/>
                  </a:lnTo>
                  <a:lnTo>
                    <a:pt x="2440840" y="1241516"/>
                  </a:lnTo>
                  <a:lnTo>
                    <a:pt x="2476214" y="1255239"/>
                  </a:lnTo>
                  <a:lnTo>
                    <a:pt x="2511589" y="1268947"/>
                  </a:lnTo>
                  <a:lnTo>
                    <a:pt x="2546963" y="1282641"/>
                  </a:lnTo>
                  <a:lnTo>
                    <a:pt x="2582338" y="1296322"/>
                  </a:lnTo>
                  <a:lnTo>
                    <a:pt x="2617712" y="1309989"/>
                  </a:lnTo>
                  <a:lnTo>
                    <a:pt x="2653087" y="1323645"/>
                  </a:lnTo>
                  <a:lnTo>
                    <a:pt x="2688461" y="1337288"/>
                  </a:lnTo>
                  <a:lnTo>
                    <a:pt x="2723836" y="1350921"/>
                  </a:lnTo>
                  <a:lnTo>
                    <a:pt x="2759210" y="1364542"/>
                  </a:lnTo>
                  <a:lnTo>
                    <a:pt x="2794585" y="1378154"/>
                  </a:lnTo>
                  <a:lnTo>
                    <a:pt x="2794585" y="2538476"/>
                  </a:lnTo>
                  <a:lnTo>
                    <a:pt x="2759210" y="2507826"/>
                  </a:lnTo>
                  <a:lnTo>
                    <a:pt x="2723836" y="2477186"/>
                  </a:lnTo>
                  <a:lnTo>
                    <a:pt x="2688461" y="2446557"/>
                  </a:lnTo>
                  <a:lnTo>
                    <a:pt x="2653087" y="2415939"/>
                  </a:lnTo>
                  <a:lnTo>
                    <a:pt x="2617712" y="2385333"/>
                  </a:lnTo>
                  <a:lnTo>
                    <a:pt x="2582338" y="2354739"/>
                  </a:lnTo>
                  <a:lnTo>
                    <a:pt x="2546963" y="2324158"/>
                  </a:lnTo>
                  <a:lnTo>
                    <a:pt x="2511589" y="2293591"/>
                  </a:lnTo>
                  <a:lnTo>
                    <a:pt x="2476214" y="2263038"/>
                  </a:lnTo>
                  <a:lnTo>
                    <a:pt x="2440840" y="2232499"/>
                  </a:lnTo>
                  <a:lnTo>
                    <a:pt x="2405465" y="2201977"/>
                  </a:lnTo>
                  <a:lnTo>
                    <a:pt x="2370091" y="2171471"/>
                  </a:lnTo>
                  <a:lnTo>
                    <a:pt x="2334716" y="2140982"/>
                  </a:lnTo>
                  <a:lnTo>
                    <a:pt x="2299342" y="2110512"/>
                  </a:lnTo>
                  <a:lnTo>
                    <a:pt x="2263967" y="2080061"/>
                  </a:lnTo>
                  <a:lnTo>
                    <a:pt x="2228593" y="2049630"/>
                  </a:lnTo>
                  <a:lnTo>
                    <a:pt x="2193218" y="2019221"/>
                  </a:lnTo>
                  <a:lnTo>
                    <a:pt x="2157844" y="1988835"/>
                  </a:lnTo>
                  <a:lnTo>
                    <a:pt x="2122469" y="1958473"/>
                  </a:lnTo>
                  <a:lnTo>
                    <a:pt x="2087095" y="1928137"/>
                  </a:lnTo>
                  <a:lnTo>
                    <a:pt x="2051720" y="1897828"/>
                  </a:lnTo>
                  <a:lnTo>
                    <a:pt x="2016346" y="1867548"/>
                  </a:lnTo>
                  <a:lnTo>
                    <a:pt x="1980971" y="1837298"/>
                  </a:lnTo>
                  <a:lnTo>
                    <a:pt x="1945597" y="1807082"/>
                  </a:lnTo>
                  <a:lnTo>
                    <a:pt x="1910222" y="1776900"/>
                  </a:lnTo>
                  <a:lnTo>
                    <a:pt x="1874848" y="1746755"/>
                  </a:lnTo>
                  <a:lnTo>
                    <a:pt x="1839473" y="1716650"/>
                  </a:lnTo>
                  <a:lnTo>
                    <a:pt x="1804099" y="1686588"/>
                  </a:lnTo>
                  <a:lnTo>
                    <a:pt x="1768724" y="1656570"/>
                  </a:lnTo>
                  <a:lnTo>
                    <a:pt x="1733350" y="1626602"/>
                  </a:lnTo>
                  <a:lnTo>
                    <a:pt x="1697975" y="1596685"/>
                  </a:lnTo>
                  <a:lnTo>
                    <a:pt x="1662601" y="1566824"/>
                  </a:lnTo>
                  <a:lnTo>
                    <a:pt x="1627226" y="1537024"/>
                  </a:lnTo>
                  <a:lnTo>
                    <a:pt x="1591852" y="1507288"/>
                  </a:lnTo>
                  <a:lnTo>
                    <a:pt x="1556477" y="1477622"/>
                  </a:lnTo>
                  <a:lnTo>
                    <a:pt x="1521103" y="1448031"/>
                  </a:lnTo>
                  <a:lnTo>
                    <a:pt x="1485728" y="1418522"/>
                  </a:lnTo>
                  <a:lnTo>
                    <a:pt x="1450354" y="1389100"/>
                  </a:lnTo>
                  <a:lnTo>
                    <a:pt x="1414979" y="1359774"/>
                  </a:lnTo>
                  <a:lnTo>
                    <a:pt x="1379605" y="1330551"/>
                  </a:lnTo>
                  <a:lnTo>
                    <a:pt x="1344230" y="1301439"/>
                  </a:lnTo>
                  <a:lnTo>
                    <a:pt x="1308856" y="1272450"/>
                  </a:lnTo>
                  <a:lnTo>
                    <a:pt x="1273481" y="1243592"/>
                  </a:lnTo>
                  <a:lnTo>
                    <a:pt x="1238107" y="1214878"/>
                  </a:lnTo>
                  <a:lnTo>
                    <a:pt x="1202732" y="1186321"/>
                  </a:lnTo>
                  <a:lnTo>
                    <a:pt x="1167358" y="1157933"/>
                  </a:lnTo>
                  <a:lnTo>
                    <a:pt x="1131983" y="1129731"/>
                  </a:lnTo>
                  <a:lnTo>
                    <a:pt x="1096609" y="1101731"/>
                  </a:lnTo>
                  <a:lnTo>
                    <a:pt x="1061234" y="1073950"/>
                  </a:lnTo>
                  <a:lnTo>
                    <a:pt x="1025860" y="1046408"/>
                  </a:lnTo>
                  <a:lnTo>
                    <a:pt x="990485" y="1019125"/>
                  </a:lnTo>
                  <a:lnTo>
                    <a:pt x="955111" y="992122"/>
                  </a:lnTo>
                  <a:lnTo>
                    <a:pt x="919736" y="965424"/>
                  </a:lnTo>
                  <a:lnTo>
                    <a:pt x="884362" y="939052"/>
                  </a:lnTo>
                  <a:lnTo>
                    <a:pt x="848987" y="913032"/>
                  </a:lnTo>
                  <a:lnTo>
                    <a:pt x="813613" y="887387"/>
                  </a:lnTo>
                  <a:lnTo>
                    <a:pt x="778238" y="862142"/>
                  </a:lnTo>
                  <a:lnTo>
                    <a:pt x="742864" y="837320"/>
                  </a:lnTo>
                  <a:lnTo>
                    <a:pt x="707489" y="812942"/>
                  </a:lnTo>
                  <a:lnTo>
                    <a:pt x="672115" y="789027"/>
                  </a:lnTo>
                  <a:lnTo>
                    <a:pt x="636740" y="765590"/>
                  </a:lnTo>
                  <a:lnTo>
                    <a:pt x="601366" y="742644"/>
                  </a:lnTo>
                  <a:lnTo>
                    <a:pt x="565991" y="720197"/>
                  </a:lnTo>
                  <a:lnTo>
                    <a:pt x="530617" y="698250"/>
                  </a:lnTo>
                  <a:lnTo>
                    <a:pt x="495242" y="676804"/>
                  </a:lnTo>
                  <a:lnTo>
                    <a:pt x="459868" y="655850"/>
                  </a:lnTo>
                  <a:lnTo>
                    <a:pt x="424493" y="635378"/>
                  </a:lnTo>
                  <a:lnTo>
                    <a:pt x="389119" y="615374"/>
                  </a:lnTo>
                  <a:lnTo>
                    <a:pt x="353744" y="595819"/>
                  </a:lnTo>
                  <a:lnTo>
                    <a:pt x="318370" y="576693"/>
                  </a:lnTo>
                  <a:lnTo>
                    <a:pt x="282995" y="557973"/>
                  </a:lnTo>
                  <a:lnTo>
                    <a:pt x="247621" y="539635"/>
                  </a:lnTo>
                  <a:lnTo>
                    <a:pt x="212246" y="521654"/>
                  </a:lnTo>
                  <a:lnTo>
                    <a:pt x="176872" y="504007"/>
                  </a:lnTo>
                  <a:lnTo>
                    <a:pt x="141497" y="486670"/>
                  </a:lnTo>
                  <a:lnTo>
                    <a:pt x="106123" y="469620"/>
                  </a:lnTo>
                  <a:lnTo>
                    <a:pt x="70748" y="452834"/>
                  </a:lnTo>
                  <a:lnTo>
                    <a:pt x="35374" y="436292"/>
                  </a:lnTo>
                  <a:lnTo>
                    <a:pt x="0" y="419975"/>
                  </a:lnTo>
                  <a:close/>
                </a:path>
              </a:pathLst>
            </a:custGeom>
            <a:solidFill>
              <a:srgbClr val="EF478A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539853" y="6611482"/>
              <a:ext cx="2794585" cy="1378154"/>
            </a:xfrm>
            <a:custGeom>
              <a:avLst/>
              <a:pathLst>
                <a:path w="2794585" h="1378154">
                  <a:moveTo>
                    <a:pt x="0" y="0"/>
                  </a:moveTo>
                  <a:lnTo>
                    <a:pt x="35374" y="27944"/>
                  </a:lnTo>
                  <a:lnTo>
                    <a:pt x="70748" y="55663"/>
                  </a:lnTo>
                  <a:lnTo>
                    <a:pt x="106123" y="83139"/>
                  </a:lnTo>
                  <a:lnTo>
                    <a:pt x="141497" y="110350"/>
                  </a:lnTo>
                  <a:lnTo>
                    <a:pt x="176872" y="137274"/>
                  </a:lnTo>
                  <a:lnTo>
                    <a:pt x="212246" y="163889"/>
                  </a:lnTo>
                  <a:lnTo>
                    <a:pt x="247621" y="190170"/>
                  </a:lnTo>
                  <a:lnTo>
                    <a:pt x="282995" y="216093"/>
                  </a:lnTo>
                  <a:lnTo>
                    <a:pt x="318370" y="241634"/>
                  </a:lnTo>
                  <a:lnTo>
                    <a:pt x="353744" y="266769"/>
                  </a:lnTo>
                  <a:lnTo>
                    <a:pt x="389119" y="291476"/>
                  </a:lnTo>
                  <a:lnTo>
                    <a:pt x="424493" y="315733"/>
                  </a:lnTo>
                  <a:lnTo>
                    <a:pt x="459868" y="339523"/>
                  </a:lnTo>
                  <a:lnTo>
                    <a:pt x="495242" y="362831"/>
                  </a:lnTo>
                  <a:lnTo>
                    <a:pt x="530617" y="385646"/>
                  </a:lnTo>
                  <a:lnTo>
                    <a:pt x="565991" y="407961"/>
                  </a:lnTo>
                  <a:lnTo>
                    <a:pt x="601366" y="429775"/>
                  </a:lnTo>
                  <a:lnTo>
                    <a:pt x="636740" y="451090"/>
                  </a:lnTo>
                  <a:lnTo>
                    <a:pt x="672115" y="471915"/>
                  </a:lnTo>
                  <a:lnTo>
                    <a:pt x="707489" y="492261"/>
                  </a:lnTo>
                  <a:lnTo>
                    <a:pt x="742864" y="512145"/>
                  </a:lnTo>
                  <a:lnTo>
                    <a:pt x="778238" y="531584"/>
                  </a:lnTo>
                  <a:lnTo>
                    <a:pt x="813613" y="550601"/>
                  </a:lnTo>
                  <a:lnTo>
                    <a:pt x="848987" y="569218"/>
                  </a:lnTo>
                  <a:lnTo>
                    <a:pt x="884362" y="587459"/>
                  </a:lnTo>
                  <a:lnTo>
                    <a:pt x="919736" y="605349"/>
                  </a:lnTo>
                  <a:lnTo>
                    <a:pt x="955111" y="622911"/>
                  </a:lnTo>
                  <a:lnTo>
                    <a:pt x="990485" y="640170"/>
                  </a:lnTo>
                  <a:lnTo>
                    <a:pt x="1025860" y="657149"/>
                  </a:lnTo>
                  <a:lnTo>
                    <a:pt x="1061234" y="673868"/>
                  </a:lnTo>
                  <a:lnTo>
                    <a:pt x="1096609" y="690349"/>
                  </a:lnTo>
                  <a:lnTo>
                    <a:pt x="1131983" y="706610"/>
                  </a:lnTo>
                  <a:lnTo>
                    <a:pt x="1167358" y="722669"/>
                  </a:lnTo>
                  <a:lnTo>
                    <a:pt x="1202732" y="738543"/>
                  </a:lnTo>
                  <a:lnTo>
                    <a:pt x="1238107" y="754247"/>
                  </a:lnTo>
                  <a:lnTo>
                    <a:pt x="1273481" y="769795"/>
                  </a:lnTo>
                  <a:lnTo>
                    <a:pt x="1308856" y="785199"/>
                  </a:lnTo>
                  <a:lnTo>
                    <a:pt x="1344230" y="800470"/>
                  </a:lnTo>
                  <a:lnTo>
                    <a:pt x="1379605" y="815621"/>
                  </a:lnTo>
                  <a:lnTo>
                    <a:pt x="1414979" y="830659"/>
                  </a:lnTo>
                  <a:lnTo>
                    <a:pt x="1450354" y="845594"/>
                  </a:lnTo>
                  <a:lnTo>
                    <a:pt x="1485728" y="860434"/>
                  </a:lnTo>
                  <a:lnTo>
                    <a:pt x="1521103" y="875186"/>
                  </a:lnTo>
                  <a:lnTo>
                    <a:pt x="1556477" y="889856"/>
                  </a:lnTo>
                  <a:lnTo>
                    <a:pt x="1591852" y="904452"/>
                  </a:lnTo>
                  <a:lnTo>
                    <a:pt x="1627226" y="918978"/>
                  </a:lnTo>
                  <a:lnTo>
                    <a:pt x="1662601" y="933439"/>
                  </a:lnTo>
                  <a:lnTo>
                    <a:pt x="1697975" y="947839"/>
                  </a:lnTo>
                  <a:lnTo>
                    <a:pt x="1733350" y="962184"/>
                  </a:lnTo>
                  <a:lnTo>
                    <a:pt x="1768724" y="976477"/>
                  </a:lnTo>
                  <a:lnTo>
                    <a:pt x="1804099" y="990721"/>
                  </a:lnTo>
                  <a:lnTo>
                    <a:pt x="1839473" y="1004920"/>
                  </a:lnTo>
                  <a:lnTo>
                    <a:pt x="1874848" y="1019076"/>
                  </a:lnTo>
                  <a:lnTo>
                    <a:pt x="1910222" y="1033193"/>
                  </a:lnTo>
                  <a:lnTo>
                    <a:pt x="1945597" y="1047273"/>
                  </a:lnTo>
                  <a:lnTo>
                    <a:pt x="1980971" y="1061318"/>
                  </a:lnTo>
                  <a:lnTo>
                    <a:pt x="2016346" y="1075330"/>
                  </a:lnTo>
                  <a:lnTo>
                    <a:pt x="2051720" y="1089311"/>
                  </a:lnTo>
                  <a:lnTo>
                    <a:pt x="2087095" y="1103264"/>
                  </a:lnTo>
                  <a:lnTo>
                    <a:pt x="2122469" y="1117189"/>
                  </a:lnTo>
                  <a:lnTo>
                    <a:pt x="2157844" y="1131089"/>
                  </a:lnTo>
                  <a:lnTo>
                    <a:pt x="2193218" y="1144964"/>
                  </a:lnTo>
                  <a:lnTo>
                    <a:pt x="2228593" y="1158816"/>
                  </a:lnTo>
                  <a:lnTo>
                    <a:pt x="2263967" y="1172647"/>
                  </a:lnTo>
                  <a:lnTo>
                    <a:pt x="2299342" y="1186458"/>
                  </a:lnTo>
                  <a:lnTo>
                    <a:pt x="2334716" y="1200249"/>
                  </a:lnTo>
                  <a:lnTo>
                    <a:pt x="2370091" y="1214022"/>
                  </a:lnTo>
                  <a:lnTo>
                    <a:pt x="2405465" y="1227777"/>
                  </a:lnTo>
                  <a:lnTo>
                    <a:pt x="2440840" y="1241516"/>
                  </a:lnTo>
                  <a:lnTo>
                    <a:pt x="2476214" y="1255239"/>
                  </a:lnTo>
                  <a:lnTo>
                    <a:pt x="2511589" y="1268947"/>
                  </a:lnTo>
                  <a:lnTo>
                    <a:pt x="2546963" y="1282641"/>
                  </a:lnTo>
                  <a:lnTo>
                    <a:pt x="2582338" y="1296322"/>
                  </a:lnTo>
                  <a:lnTo>
                    <a:pt x="2617712" y="1309989"/>
                  </a:lnTo>
                  <a:lnTo>
                    <a:pt x="2653087" y="1323645"/>
                  </a:lnTo>
                  <a:lnTo>
                    <a:pt x="2688461" y="1337288"/>
                  </a:lnTo>
                  <a:lnTo>
                    <a:pt x="2723836" y="1350921"/>
                  </a:lnTo>
                  <a:lnTo>
                    <a:pt x="2759210" y="1364542"/>
                  </a:lnTo>
                  <a:lnTo>
                    <a:pt x="2794585" y="13781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539853" y="7031458"/>
              <a:ext cx="2794585" cy="2118501"/>
            </a:xfrm>
            <a:custGeom>
              <a:avLst/>
              <a:pathLst>
                <a:path w="2794585" h="2118501">
                  <a:moveTo>
                    <a:pt x="2794585" y="2118501"/>
                  </a:moveTo>
                  <a:lnTo>
                    <a:pt x="2759210" y="2087851"/>
                  </a:lnTo>
                  <a:lnTo>
                    <a:pt x="2723836" y="2057211"/>
                  </a:lnTo>
                  <a:lnTo>
                    <a:pt x="2688461" y="2026582"/>
                  </a:lnTo>
                  <a:lnTo>
                    <a:pt x="2653087" y="1995964"/>
                  </a:lnTo>
                  <a:lnTo>
                    <a:pt x="2617712" y="1965358"/>
                  </a:lnTo>
                  <a:lnTo>
                    <a:pt x="2582338" y="1934764"/>
                  </a:lnTo>
                  <a:lnTo>
                    <a:pt x="2546963" y="1904183"/>
                  </a:lnTo>
                  <a:lnTo>
                    <a:pt x="2511589" y="1873616"/>
                  </a:lnTo>
                  <a:lnTo>
                    <a:pt x="2476214" y="1843062"/>
                  </a:lnTo>
                  <a:lnTo>
                    <a:pt x="2440840" y="1812524"/>
                  </a:lnTo>
                  <a:lnTo>
                    <a:pt x="2405465" y="1782001"/>
                  </a:lnTo>
                  <a:lnTo>
                    <a:pt x="2370091" y="1751495"/>
                  </a:lnTo>
                  <a:lnTo>
                    <a:pt x="2334716" y="1721007"/>
                  </a:lnTo>
                  <a:lnTo>
                    <a:pt x="2299342" y="1690536"/>
                  </a:lnTo>
                  <a:lnTo>
                    <a:pt x="2263967" y="1660085"/>
                  </a:lnTo>
                  <a:lnTo>
                    <a:pt x="2228593" y="1629655"/>
                  </a:lnTo>
                  <a:lnTo>
                    <a:pt x="2193218" y="1599246"/>
                  </a:lnTo>
                  <a:lnTo>
                    <a:pt x="2157844" y="1568860"/>
                  </a:lnTo>
                  <a:lnTo>
                    <a:pt x="2122469" y="1538498"/>
                  </a:lnTo>
                  <a:lnTo>
                    <a:pt x="2087095" y="1508162"/>
                  </a:lnTo>
                  <a:lnTo>
                    <a:pt x="2051720" y="1477853"/>
                  </a:lnTo>
                  <a:lnTo>
                    <a:pt x="2016346" y="1447573"/>
                  </a:lnTo>
                  <a:lnTo>
                    <a:pt x="1980971" y="1417323"/>
                  </a:lnTo>
                  <a:lnTo>
                    <a:pt x="1945597" y="1387107"/>
                  </a:lnTo>
                  <a:lnTo>
                    <a:pt x="1910222" y="1356925"/>
                  </a:lnTo>
                  <a:lnTo>
                    <a:pt x="1874848" y="1326780"/>
                  </a:lnTo>
                  <a:lnTo>
                    <a:pt x="1839473" y="1296675"/>
                  </a:lnTo>
                  <a:lnTo>
                    <a:pt x="1804099" y="1266613"/>
                  </a:lnTo>
                  <a:lnTo>
                    <a:pt x="1768724" y="1236595"/>
                  </a:lnTo>
                  <a:lnTo>
                    <a:pt x="1733350" y="1206627"/>
                  </a:lnTo>
                  <a:lnTo>
                    <a:pt x="1697975" y="1176710"/>
                  </a:lnTo>
                  <a:lnTo>
                    <a:pt x="1662601" y="1146849"/>
                  </a:lnTo>
                  <a:lnTo>
                    <a:pt x="1627226" y="1117049"/>
                  </a:lnTo>
                  <a:lnTo>
                    <a:pt x="1591852" y="1087313"/>
                  </a:lnTo>
                  <a:lnTo>
                    <a:pt x="1556477" y="1057647"/>
                  </a:lnTo>
                  <a:lnTo>
                    <a:pt x="1521103" y="1028056"/>
                  </a:lnTo>
                  <a:lnTo>
                    <a:pt x="1485728" y="998547"/>
                  </a:lnTo>
                  <a:lnTo>
                    <a:pt x="1450354" y="969125"/>
                  </a:lnTo>
                  <a:lnTo>
                    <a:pt x="1414979" y="939799"/>
                  </a:lnTo>
                  <a:lnTo>
                    <a:pt x="1379605" y="910575"/>
                  </a:lnTo>
                  <a:lnTo>
                    <a:pt x="1344230" y="881464"/>
                  </a:lnTo>
                  <a:lnTo>
                    <a:pt x="1308856" y="852474"/>
                  </a:lnTo>
                  <a:lnTo>
                    <a:pt x="1273481" y="823617"/>
                  </a:lnTo>
                  <a:lnTo>
                    <a:pt x="1238107" y="794903"/>
                  </a:lnTo>
                  <a:lnTo>
                    <a:pt x="1202732" y="766345"/>
                  </a:lnTo>
                  <a:lnTo>
                    <a:pt x="1167358" y="737958"/>
                  </a:lnTo>
                  <a:lnTo>
                    <a:pt x="1131983" y="709756"/>
                  </a:lnTo>
                  <a:lnTo>
                    <a:pt x="1096609" y="681756"/>
                  </a:lnTo>
                  <a:lnTo>
                    <a:pt x="1061234" y="653975"/>
                  </a:lnTo>
                  <a:lnTo>
                    <a:pt x="1025860" y="626433"/>
                  </a:lnTo>
                  <a:lnTo>
                    <a:pt x="990485" y="599150"/>
                  </a:lnTo>
                  <a:lnTo>
                    <a:pt x="955111" y="572147"/>
                  </a:lnTo>
                  <a:lnTo>
                    <a:pt x="919736" y="545448"/>
                  </a:lnTo>
                  <a:lnTo>
                    <a:pt x="884362" y="519077"/>
                  </a:lnTo>
                  <a:lnTo>
                    <a:pt x="848987" y="493056"/>
                  </a:lnTo>
                  <a:lnTo>
                    <a:pt x="813613" y="467412"/>
                  </a:lnTo>
                  <a:lnTo>
                    <a:pt x="778238" y="442167"/>
                  </a:lnTo>
                  <a:lnTo>
                    <a:pt x="742864" y="417345"/>
                  </a:lnTo>
                  <a:lnTo>
                    <a:pt x="707489" y="392967"/>
                  </a:lnTo>
                  <a:lnTo>
                    <a:pt x="672115" y="369052"/>
                  </a:lnTo>
                  <a:lnTo>
                    <a:pt x="636740" y="345615"/>
                  </a:lnTo>
                  <a:lnTo>
                    <a:pt x="601366" y="322669"/>
                  </a:lnTo>
                  <a:lnTo>
                    <a:pt x="565991" y="300222"/>
                  </a:lnTo>
                  <a:lnTo>
                    <a:pt x="530617" y="278275"/>
                  </a:lnTo>
                  <a:lnTo>
                    <a:pt x="495242" y="256828"/>
                  </a:lnTo>
                  <a:lnTo>
                    <a:pt x="459868" y="235875"/>
                  </a:lnTo>
                  <a:lnTo>
                    <a:pt x="424493" y="215403"/>
                  </a:lnTo>
                  <a:lnTo>
                    <a:pt x="389119" y="195399"/>
                  </a:lnTo>
                  <a:lnTo>
                    <a:pt x="353744" y="175844"/>
                  </a:lnTo>
                  <a:lnTo>
                    <a:pt x="318370" y="156718"/>
                  </a:lnTo>
                  <a:lnTo>
                    <a:pt x="282995" y="137998"/>
                  </a:lnTo>
                  <a:lnTo>
                    <a:pt x="247621" y="119659"/>
                  </a:lnTo>
                  <a:lnTo>
                    <a:pt x="212246" y="101679"/>
                  </a:lnTo>
                  <a:lnTo>
                    <a:pt x="176872" y="84032"/>
                  </a:lnTo>
                  <a:lnTo>
                    <a:pt x="141497" y="66695"/>
                  </a:lnTo>
                  <a:lnTo>
                    <a:pt x="106123" y="49645"/>
                  </a:lnTo>
                  <a:lnTo>
                    <a:pt x="70748" y="32859"/>
                  </a:lnTo>
                  <a:lnTo>
                    <a:pt x="35374" y="163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539853" y="6821470"/>
              <a:ext cx="2794585" cy="1748327"/>
            </a:xfrm>
            <a:custGeom>
              <a:avLst/>
              <a:pathLst>
                <a:path w="2794585" h="1748327">
                  <a:moveTo>
                    <a:pt x="0" y="0"/>
                  </a:moveTo>
                  <a:lnTo>
                    <a:pt x="35374" y="22130"/>
                  </a:lnTo>
                  <a:lnTo>
                    <a:pt x="70748" y="44261"/>
                  </a:lnTo>
                  <a:lnTo>
                    <a:pt x="106123" y="66392"/>
                  </a:lnTo>
                  <a:lnTo>
                    <a:pt x="141497" y="88522"/>
                  </a:lnTo>
                  <a:lnTo>
                    <a:pt x="176872" y="110653"/>
                  </a:lnTo>
                  <a:lnTo>
                    <a:pt x="212246" y="132784"/>
                  </a:lnTo>
                  <a:lnTo>
                    <a:pt x="247621" y="154915"/>
                  </a:lnTo>
                  <a:lnTo>
                    <a:pt x="282995" y="177045"/>
                  </a:lnTo>
                  <a:lnTo>
                    <a:pt x="318370" y="199176"/>
                  </a:lnTo>
                  <a:lnTo>
                    <a:pt x="353744" y="221307"/>
                  </a:lnTo>
                  <a:lnTo>
                    <a:pt x="389119" y="243438"/>
                  </a:lnTo>
                  <a:lnTo>
                    <a:pt x="424493" y="265568"/>
                  </a:lnTo>
                  <a:lnTo>
                    <a:pt x="459868" y="287699"/>
                  </a:lnTo>
                  <a:lnTo>
                    <a:pt x="495242" y="309830"/>
                  </a:lnTo>
                  <a:lnTo>
                    <a:pt x="530617" y="331960"/>
                  </a:lnTo>
                  <a:lnTo>
                    <a:pt x="565991" y="354091"/>
                  </a:lnTo>
                  <a:lnTo>
                    <a:pt x="601366" y="376222"/>
                  </a:lnTo>
                  <a:lnTo>
                    <a:pt x="636740" y="398353"/>
                  </a:lnTo>
                  <a:lnTo>
                    <a:pt x="672115" y="420483"/>
                  </a:lnTo>
                  <a:lnTo>
                    <a:pt x="707489" y="442614"/>
                  </a:lnTo>
                  <a:lnTo>
                    <a:pt x="742864" y="464745"/>
                  </a:lnTo>
                  <a:lnTo>
                    <a:pt x="778238" y="486876"/>
                  </a:lnTo>
                  <a:lnTo>
                    <a:pt x="813613" y="509006"/>
                  </a:lnTo>
                  <a:lnTo>
                    <a:pt x="848987" y="531137"/>
                  </a:lnTo>
                  <a:lnTo>
                    <a:pt x="884362" y="553268"/>
                  </a:lnTo>
                  <a:lnTo>
                    <a:pt x="919736" y="575399"/>
                  </a:lnTo>
                  <a:lnTo>
                    <a:pt x="955111" y="597529"/>
                  </a:lnTo>
                  <a:lnTo>
                    <a:pt x="990485" y="619660"/>
                  </a:lnTo>
                  <a:lnTo>
                    <a:pt x="1025860" y="641791"/>
                  </a:lnTo>
                  <a:lnTo>
                    <a:pt x="1061234" y="663921"/>
                  </a:lnTo>
                  <a:lnTo>
                    <a:pt x="1096609" y="686052"/>
                  </a:lnTo>
                  <a:lnTo>
                    <a:pt x="1131983" y="708183"/>
                  </a:lnTo>
                  <a:lnTo>
                    <a:pt x="1167358" y="730314"/>
                  </a:lnTo>
                  <a:lnTo>
                    <a:pt x="1202732" y="752444"/>
                  </a:lnTo>
                  <a:lnTo>
                    <a:pt x="1238107" y="774575"/>
                  </a:lnTo>
                  <a:lnTo>
                    <a:pt x="1273481" y="796706"/>
                  </a:lnTo>
                  <a:lnTo>
                    <a:pt x="1308856" y="818837"/>
                  </a:lnTo>
                  <a:lnTo>
                    <a:pt x="1344230" y="840967"/>
                  </a:lnTo>
                  <a:lnTo>
                    <a:pt x="1379605" y="863098"/>
                  </a:lnTo>
                  <a:lnTo>
                    <a:pt x="1414979" y="885229"/>
                  </a:lnTo>
                  <a:lnTo>
                    <a:pt x="1450354" y="907360"/>
                  </a:lnTo>
                  <a:lnTo>
                    <a:pt x="1485728" y="929490"/>
                  </a:lnTo>
                  <a:lnTo>
                    <a:pt x="1521103" y="951621"/>
                  </a:lnTo>
                  <a:lnTo>
                    <a:pt x="1556477" y="973752"/>
                  </a:lnTo>
                  <a:lnTo>
                    <a:pt x="1591852" y="995882"/>
                  </a:lnTo>
                  <a:lnTo>
                    <a:pt x="1627226" y="1018013"/>
                  </a:lnTo>
                  <a:lnTo>
                    <a:pt x="1662601" y="1040144"/>
                  </a:lnTo>
                  <a:lnTo>
                    <a:pt x="1697975" y="1062275"/>
                  </a:lnTo>
                  <a:lnTo>
                    <a:pt x="1733350" y="1084405"/>
                  </a:lnTo>
                  <a:lnTo>
                    <a:pt x="1768724" y="1106536"/>
                  </a:lnTo>
                  <a:lnTo>
                    <a:pt x="1804099" y="1128667"/>
                  </a:lnTo>
                  <a:lnTo>
                    <a:pt x="1839473" y="1150798"/>
                  </a:lnTo>
                  <a:lnTo>
                    <a:pt x="1874848" y="1172928"/>
                  </a:lnTo>
                  <a:lnTo>
                    <a:pt x="1910222" y="1195059"/>
                  </a:lnTo>
                  <a:lnTo>
                    <a:pt x="1945597" y="1217190"/>
                  </a:lnTo>
                  <a:lnTo>
                    <a:pt x="1980971" y="1239320"/>
                  </a:lnTo>
                  <a:lnTo>
                    <a:pt x="2016346" y="1261451"/>
                  </a:lnTo>
                  <a:lnTo>
                    <a:pt x="2051720" y="1283582"/>
                  </a:lnTo>
                  <a:lnTo>
                    <a:pt x="2087095" y="1305713"/>
                  </a:lnTo>
                  <a:lnTo>
                    <a:pt x="2122469" y="1327843"/>
                  </a:lnTo>
                  <a:lnTo>
                    <a:pt x="2157844" y="1349974"/>
                  </a:lnTo>
                  <a:lnTo>
                    <a:pt x="2193218" y="1372105"/>
                  </a:lnTo>
                  <a:lnTo>
                    <a:pt x="2228593" y="1394236"/>
                  </a:lnTo>
                  <a:lnTo>
                    <a:pt x="2263967" y="1416366"/>
                  </a:lnTo>
                  <a:lnTo>
                    <a:pt x="2299342" y="1438497"/>
                  </a:lnTo>
                  <a:lnTo>
                    <a:pt x="2334716" y="1460628"/>
                  </a:lnTo>
                  <a:lnTo>
                    <a:pt x="2370091" y="1482759"/>
                  </a:lnTo>
                  <a:lnTo>
                    <a:pt x="2405465" y="1504889"/>
                  </a:lnTo>
                  <a:lnTo>
                    <a:pt x="2440840" y="1527020"/>
                  </a:lnTo>
                  <a:lnTo>
                    <a:pt x="2476214" y="1549151"/>
                  </a:lnTo>
                  <a:lnTo>
                    <a:pt x="2511589" y="1571281"/>
                  </a:lnTo>
                  <a:lnTo>
                    <a:pt x="2546963" y="1593412"/>
                  </a:lnTo>
                  <a:lnTo>
                    <a:pt x="2582338" y="1615543"/>
                  </a:lnTo>
                  <a:lnTo>
                    <a:pt x="2617712" y="1637674"/>
                  </a:lnTo>
                  <a:lnTo>
                    <a:pt x="2653087" y="1659804"/>
                  </a:lnTo>
                  <a:lnTo>
                    <a:pt x="2688461" y="1681935"/>
                  </a:lnTo>
                  <a:lnTo>
                    <a:pt x="2723836" y="1704066"/>
                  </a:lnTo>
                  <a:lnTo>
                    <a:pt x="2759210" y="1726197"/>
                  </a:lnTo>
                  <a:lnTo>
                    <a:pt x="2794585" y="1748327"/>
                  </a:lnTo>
                </a:path>
              </a:pathLst>
            </a:custGeom>
            <a:ln w="27101" cap="flat">
              <a:solidFill>
                <a:srgbClr val="EF47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tx245"/>
            <p:cNvSpPr/>
            <p:nvPr/>
          </p:nvSpPr>
          <p:spPr>
            <a:xfrm>
              <a:off x="6686463" y="5694252"/>
              <a:ext cx="81310" cy="133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802055" y="5798133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917647" y="5817665"/>
              <a:ext cx="81310" cy="100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7019527" y="5719427"/>
              <a:ext cx="370745" cy="108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0.589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7390272" y="5791912"/>
              <a:ext cx="41161" cy="3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,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7431434" y="5827721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7468472" y="5827721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7505511" y="5719716"/>
              <a:ext cx="82395" cy="108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7633972" y="5798133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7749564" y="5719427"/>
              <a:ext cx="584873" cy="108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7.15e-05</a:t>
              </a:r>
            </a:p>
          </p:txBody>
        </p:sp>
        <p:sp>
          <p:nvSpPr>
            <p:cNvPr id="255" name="pl255"/>
            <p:cNvSpPr/>
            <p:nvPr/>
          </p:nvSpPr>
          <p:spPr>
            <a:xfrm>
              <a:off x="5400123" y="5549799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tx256"/>
            <p:cNvSpPr/>
            <p:nvPr/>
          </p:nvSpPr>
          <p:spPr>
            <a:xfrm>
              <a:off x="5245484" y="9255796"/>
              <a:ext cx="94855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5245484" y="8549480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5245484" y="7841810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5281010" y="7132838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5281010" y="6426470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5281010" y="5718800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62" name="pl262"/>
            <p:cNvSpPr/>
            <p:nvPr/>
          </p:nvSpPr>
          <p:spPr>
            <a:xfrm>
              <a:off x="5366910" y="929564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5366910" y="858797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5366910" y="788030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5366910" y="717263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5366910" y="646496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5366910" y="575729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5400123" y="9321395"/>
              <a:ext cx="3074043" cy="0"/>
            </a:xfrm>
            <a:custGeom>
              <a:avLst/>
              <a:pathLst>
                <a:path w="3074043" h="0">
                  <a:moveTo>
                    <a:pt x="0" y="0"/>
                  </a:moveTo>
                  <a:lnTo>
                    <a:pt x="3074043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5434833" y="9321395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6101165" y="9321395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6767497" y="9321395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7433829" y="9321395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8100161" y="9321395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tx274"/>
            <p:cNvSpPr/>
            <p:nvPr/>
          </p:nvSpPr>
          <p:spPr>
            <a:xfrm>
              <a:off x="5387406" y="9380866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6071500" y="9379564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6737832" y="9380866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7404164" y="9380866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8070496" y="9379512"/>
              <a:ext cx="59330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6362790" y="9519195"/>
              <a:ext cx="1148711" cy="97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Area</a:t>
              </a:r>
            </a:p>
          </p:txBody>
        </p:sp>
        <p:sp>
          <p:nvSpPr>
            <p:cNvPr id="280" name="tx280"/>
            <p:cNvSpPr/>
            <p:nvPr/>
          </p:nvSpPr>
          <p:spPr>
            <a:xfrm rot="-5400000">
              <a:off x="4242501" y="7373838"/>
              <a:ext cx="1556053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4895679" y="5425233"/>
              <a:ext cx="89213" cy="106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282" name="rc282"/>
            <p:cNvSpPr/>
            <p:nvPr/>
          </p:nvSpPr>
          <p:spPr>
            <a:xfrm>
              <a:off x="8999615" y="5549799"/>
              <a:ext cx="3074043" cy="3771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0053299" y="736990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11080096" y="815169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0682477" y="843012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0025742" y="870412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11403138" y="777000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10745045" y="911449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0477278" y="787784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0962138" y="773018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0741573" y="639289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0774706" y="890679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10121006" y="8750578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9693267" y="763839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11082923" y="799772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1024184" y="7337574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10997422" y="804866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10636092" y="787415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1266966" y="792480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9887425" y="804137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0066719" y="765374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1010798" y="731017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9299496" y="842161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1380743" y="738308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9103882" y="7912717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10398984" y="7836002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10931769" y="9012566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11898468" y="8368085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9702030" y="568577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10226658" y="7244483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10561153" y="7370771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11895611" y="7646729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11159635" y="7533330"/>
              <a:ext cx="70923" cy="70923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590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9139344" y="7110185"/>
              <a:ext cx="2794585" cy="1450832"/>
            </a:xfrm>
            <a:custGeom>
              <a:avLst/>
              <a:pathLst>
                <a:path w="2794585" h="1450832">
                  <a:moveTo>
                    <a:pt x="0" y="0"/>
                  </a:moveTo>
                  <a:lnTo>
                    <a:pt x="35374" y="15584"/>
                  </a:lnTo>
                  <a:lnTo>
                    <a:pt x="70748" y="31116"/>
                  </a:lnTo>
                  <a:lnTo>
                    <a:pt x="106123" y="46593"/>
                  </a:lnTo>
                  <a:lnTo>
                    <a:pt x="141497" y="62012"/>
                  </a:lnTo>
                  <a:lnTo>
                    <a:pt x="176872" y="77367"/>
                  </a:lnTo>
                  <a:lnTo>
                    <a:pt x="212246" y="92657"/>
                  </a:lnTo>
                  <a:lnTo>
                    <a:pt x="247621" y="107875"/>
                  </a:lnTo>
                  <a:lnTo>
                    <a:pt x="282995" y="123018"/>
                  </a:lnTo>
                  <a:lnTo>
                    <a:pt x="318370" y="138080"/>
                  </a:lnTo>
                  <a:lnTo>
                    <a:pt x="353744" y="153056"/>
                  </a:lnTo>
                  <a:lnTo>
                    <a:pt x="389119" y="167939"/>
                  </a:lnTo>
                  <a:lnTo>
                    <a:pt x="424493" y="182724"/>
                  </a:lnTo>
                  <a:lnTo>
                    <a:pt x="459868" y="197402"/>
                  </a:lnTo>
                  <a:lnTo>
                    <a:pt x="495242" y="211966"/>
                  </a:lnTo>
                  <a:lnTo>
                    <a:pt x="530617" y="226408"/>
                  </a:lnTo>
                  <a:lnTo>
                    <a:pt x="565991" y="240718"/>
                  </a:lnTo>
                  <a:lnTo>
                    <a:pt x="601366" y="254887"/>
                  </a:lnTo>
                  <a:lnTo>
                    <a:pt x="636740" y="268902"/>
                  </a:lnTo>
                  <a:lnTo>
                    <a:pt x="672115" y="282753"/>
                  </a:lnTo>
                  <a:lnTo>
                    <a:pt x="707489" y="296426"/>
                  </a:lnTo>
                  <a:lnTo>
                    <a:pt x="742864" y="309907"/>
                  </a:lnTo>
                  <a:lnTo>
                    <a:pt x="778238" y="323181"/>
                  </a:lnTo>
                  <a:lnTo>
                    <a:pt x="813613" y="336230"/>
                  </a:lnTo>
                  <a:lnTo>
                    <a:pt x="848987" y="349035"/>
                  </a:lnTo>
                  <a:lnTo>
                    <a:pt x="884362" y="361579"/>
                  </a:lnTo>
                  <a:lnTo>
                    <a:pt x="919736" y="373837"/>
                  </a:lnTo>
                  <a:lnTo>
                    <a:pt x="955111" y="385789"/>
                  </a:lnTo>
                  <a:lnTo>
                    <a:pt x="990485" y="397407"/>
                  </a:lnTo>
                  <a:lnTo>
                    <a:pt x="1025860" y="408667"/>
                  </a:lnTo>
                  <a:lnTo>
                    <a:pt x="1061234" y="419540"/>
                  </a:lnTo>
                  <a:lnTo>
                    <a:pt x="1096609" y="429995"/>
                  </a:lnTo>
                  <a:lnTo>
                    <a:pt x="1131983" y="440002"/>
                  </a:lnTo>
                  <a:lnTo>
                    <a:pt x="1167358" y="449528"/>
                  </a:lnTo>
                  <a:lnTo>
                    <a:pt x="1202732" y="458541"/>
                  </a:lnTo>
                  <a:lnTo>
                    <a:pt x="1238107" y="467008"/>
                  </a:lnTo>
                  <a:lnTo>
                    <a:pt x="1273481" y="474895"/>
                  </a:lnTo>
                  <a:lnTo>
                    <a:pt x="1308856" y="482171"/>
                  </a:lnTo>
                  <a:lnTo>
                    <a:pt x="1344230" y="488807"/>
                  </a:lnTo>
                  <a:lnTo>
                    <a:pt x="1379605" y="494774"/>
                  </a:lnTo>
                  <a:lnTo>
                    <a:pt x="1414979" y="500050"/>
                  </a:lnTo>
                  <a:lnTo>
                    <a:pt x="1450354" y="504616"/>
                  </a:lnTo>
                  <a:lnTo>
                    <a:pt x="1485728" y="508457"/>
                  </a:lnTo>
                  <a:lnTo>
                    <a:pt x="1521103" y="511564"/>
                  </a:lnTo>
                  <a:lnTo>
                    <a:pt x="1556477" y="513936"/>
                  </a:lnTo>
                  <a:lnTo>
                    <a:pt x="1591852" y="515575"/>
                  </a:lnTo>
                  <a:lnTo>
                    <a:pt x="1627226" y="516492"/>
                  </a:lnTo>
                  <a:lnTo>
                    <a:pt x="1662601" y="516700"/>
                  </a:lnTo>
                  <a:lnTo>
                    <a:pt x="1697975" y="516221"/>
                  </a:lnTo>
                  <a:lnTo>
                    <a:pt x="1733350" y="515077"/>
                  </a:lnTo>
                  <a:lnTo>
                    <a:pt x="1768724" y="513297"/>
                  </a:lnTo>
                  <a:lnTo>
                    <a:pt x="1804099" y="510911"/>
                  </a:lnTo>
                  <a:lnTo>
                    <a:pt x="1839473" y="507951"/>
                  </a:lnTo>
                  <a:lnTo>
                    <a:pt x="1874848" y="504449"/>
                  </a:lnTo>
                  <a:lnTo>
                    <a:pt x="1910222" y="500438"/>
                  </a:lnTo>
                  <a:lnTo>
                    <a:pt x="1945597" y="495952"/>
                  </a:lnTo>
                  <a:lnTo>
                    <a:pt x="1980971" y="491023"/>
                  </a:lnTo>
                  <a:lnTo>
                    <a:pt x="2016346" y="485681"/>
                  </a:lnTo>
                  <a:lnTo>
                    <a:pt x="2051720" y="479956"/>
                  </a:lnTo>
                  <a:lnTo>
                    <a:pt x="2087095" y="473876"/>
                  </a:lnTo>
                  <a:lnTo>
                    <a:pt x="2122469" y="467468"/>
                  </a:lnTo>
                  <a:lnTo>
                    <a:pt x="2157844" y="460756"/>
                  </a:lnTo>
                  <a:lnTo>
                    <a:pt x="2193218" y="453763"/>
                  </a:lnTo>
                  <a:lnTo>
                    <a:pt x="2228593" y="446511"/>
                  </a:lnTo>
                  <a:lnTo>
                    <a:pt x="2263967" y="439018"/>
                  </a:lnTo>
                  <a:lnTo>
                    <a:pt x="2299342" y="431304"/>
                  </a:lnTo>
                  <a:lnTo>
                    <a:pt x="2334716" y="423384"/>
                  </a:lnTo>
                  <a:lnTo>
                    <a:pt x="2370091" y="415275"/>
                  </a:lnTo>
                  <a:lnTo>
                    <a:pt x="2405465" y="406989"/>
                  </a:lnTo>
                  <a:lnTo>
                    <a:pt x="2440840" y="398541"/>
                  </a:lnTo>
                  <a:lnTo>
                    <a:pt x="2476214" y="389942"/>
                  </a:lnTo>
                  <a:lnTo>
                    <a:pt x="2511589" y="381203"/>
                  </a:lnTo>
                  <a:lnTo>
                    <a:pt x="2546963" y="372333"/>
                  </a:lnTo>
                  <a:lnTo>
                    <a:pt x="2582338" y="363343"/>
                  </a:lnTo>
                  <a:lnTo>
                    <a:pt x="2617712" y="354240"/>
                  </a:lnTo>
                  <a:lnTo>
                    <a:pt x="2653087" y="345031"/>
                  </a:lnTo>
                  <a:lnTo>
                    <a:pt x="2688461" y="335725"/>
                  </a:lnTo>
                  <a:lnTo>
                    <a:pt x="2723836" y="326327"/>
                  </a:lnTo>
                  <a:lnTo>
                    <a:pt x="2759210" y="316844"/>
                  </a:lnTo>
                  <a:lnTo>
                    <a:pt x="2794585" y="307281"/>
                  </a:lnTo>
                  <a:lnTo>
                    <a:pt x="2794585" y="1450832"/>
                  </a:lnTo>
                  <a:lnTo>
                    <a:pt x="2759210" y="1435677"/>
                  </a:lnTo>
                  <a:lnTo>
                    <a:pt x="2723836" y="1420602"/>
                  </a:lnTo>
                  <a:lnTo>
                    <a:pt x="2688461" y="1405613"/>
                  </a:lnTo>
                  <a:lnTo>
                    <a:pt x="2653087" y="1390715"/>
                  </a:lnTo>
                  <a:lnTo>
                    <a:pt x="2617712" y="1375915"/>
                  </a:lnTo>
                  <a:lnTo>
                    <a:pt x="2582338" y="1361220"/>
                  </a:lnTo>
                  <a:lnTo>
                    <a:pt x="2546963" y="1346638"/>
                  </a:lnTo>
                  <a:lnTo>
                    <a:pt x="2511589" y="1332177"/>
                  </a:lnTo>
                  <a:lnTo>
                    <a:pt x="2476214" y="1317846"/>
                  </a:lnTo>
                  <a:lnTo>
                    <a:pt x="2440840" y="1303655"/>
                  </a:lnTo>
                  <a:lnTo>
                    <a:pt x="2405465" y="1289615"/>
                  </a:lnTo>
                  <a:lnTo>
                    <a:pt x="2370091" y="1275738"/>
                  </a:lnTo>
                  <a:lnTo>
                    <a:pt x="2334716" y="1262037"/>
                  </a:lnTo>
                  <a:lnTo>
                    <a:pt x="2299342" y="1248526"/>
                  </a:lnTo>
                  <a:lnTo>
                    <a:pt x="2263967" y="1235220"/>
                  </a:lnTo>
                  <a:lnTo>
                    <a:pt x="2228593" y="1222135"/>
                  </a:lnTo>
                  <a:lnTo>
                    <a:pt x="2193218" y="1209291"/>
                  </a:lnTo>
                  <a:lnTo>
                    <a:pt x="2157844" y="1196706"/>
                  </a:lnTo>
                  <a:lnTo>
                    <a:pt x="2122469" y="1184403"/>
                  </a:lnTo>
                  <a:lnTo>
                    <a:pt x="2087095" y="1172403"/>
                  </a:lnTo>
                  <a:lnTo>
                    <a:pt x="2051720" y="1160732"/>
                  </a:lnTo>
                  <a:lnTo>
                    <a:pt x="2016346" y="1149415"/>
                  </a:lnTo>
                  <a:lnTo>
                    <a:pt x="1980971" y="1138482"/>
                  </a:lnTo>
                  <a:lnTo>
                    <a:pt x="1945597" y="1127960"/>
                  </a:lnTo>
                  <a:lnTo>
                    <a:pt x="1910222" y="1117883"/>
                  </a:lnTo>
                  <a:lnTo>
                    <a:pt x="1874848" y="1108281"/>
                  </a:lnTo>
                  <a:lnTo>
                    <a:pt x="1839473" y="1099187"/>
                  </a:lnTo>
                  <a:lnTo>
                    <a:pt x="1804099" y="1090635"/>
                  </a:lnTo>
                  <a:lnTo>
                    <a:pt x="1768724" y="1082657"/>
                  </a:lnTo>
                  <a:lnTo>
                    <a:pt x="1733350" y="1075285"/>
                  </a:lnTo>
                  <a:lnTo>
                    <a:pt x="1697975" y="1068550"/>
                  </a:lnTo>
                  <a:lnTo>
                    <a:pt x="1662601" y="1062479"/>
                  </a:lnTo>
                  <a:lnTo>
                    <a:pt x="1627226" y="1057096"/>
                  </a:lnTo>
                  <a:lnTo>
                    <a:pt x="1591852" y="1052420"/>
                  </a:lnTo>
                  <a:lnTo>
                    <a:pt x="1556477" y="1048468"/>
                  </a:lnTo>
                  <a:lnTo>
                    <a:pt x="1521103" y="1045248"/>
                  </a:lnTo>
                  <a:lnTo>
                    <a:pt x="1485728" y="1042764"/>
                  </a:lnTo>
                  <a:lnTo>
                    <a:pt x="1450354" y="1041013"/>
                  </a:lnTo>
                  <a:lnTo>
                    <a:pt x="1414979" y="1039987"/>
                  </a:lnTo>
                  <a:lnTo>
                    <a:pt x="1379605" y="1039671"/>
                  </a:lnTo>
                  <a:lnTo>
                    <a:pt x="1344230" y="1040047"/>
                  </a:lnTo>
                  <a:lnTo>
                    <a:pt x="1308856" y="1041091"/>
                  </a:lnTo>
                  <a:lnTo>
                    <a:pt x="1273481" y="1042775"/>
                  </a:lnTo>
                  <a:lnTo>
                    <a:pt x="1238107" y="1045071"/>
                  </a:lnTo>
                  <a:lnTo>
                    <a:pt x="1202732" y="1047946"/>
                  </a:lnTo>
                  <a:lnTo>
                    <a:pt x="1167358" y="1051367"/>
                  </a:lnTo>
                  <a:lnTo>
                    <a:pt x="1131983" y="1055302"/>
                  </a:lnTo>
                  <a:lnTo>
                    <a:pt x="1096609" y="1059717"/>
                  </a:lnTo>
                  <a:lnTo>
                    <a:pt x="1061234" y="1064581"/>
                  </a:lnTo>
                  <a:lnTo>
                    <a:pt x="1025860" y="1069862"/>
                  </a:lnTo>
                  <a:lnTo>
                    <a:pt x="990485" y="1075530"/>
                  </a:lnTo>
                  <a:lnTo>
                    <a:pt x="955111" y="1081557"/>
                  </a:lnTo>
                  <a:lnTo>
                    <a:pt x="919736" y="1087916"/>
                  </a:lnTo>
                  <a:lnTo>
                    <a:pt x="884362" y="1094584"/>
                  </a:lnTo>
                  <a:lnTo>
                    <a:pt x="848987" y="1101535"/>
                  </a:lnTo>
                  <a:lnTo>
                    <a:pt x="813613" y="1108749"/>
                  </a:lnTo>
                  <a:lnTo>
                    <a:pt x="778238" y="1116206"/>
                  </a:lnTo>
                  <a:lnTo>
                    <a:pt x="742864" y="1123888"/>
                  </a:lnTo>
                  <a:lnTo>
                    <a:pt x="707489" y="1131777"/>
                  </a:lnTo>
                  <a:lnTo>
                    <a:pt x="672115" y="1139859"/>
                  </a:lnTo>
                  <a:lnTo>
                    <a:pt x="636740" y="1148118"/>
                  </a:lnTo>
                  <a:lnTo>
                    <a:pt x="601366" y="1156542"/>
                  </a:lnTo>
                  <a:lnTo>
                    <a:pt x="565991" y="1165119"/>
                  </a:lnTo>
                  <a:lnTo>
                    <a:pt x="530617" y="1173837"/>
                  </a:lnTo>
                  <a:lnTo>
                    <a:pt x="495242" y="1182687"/>
                  </a:lnTo>
                  <a:lnTo>
                    <a:pt x="459868" y="1191660"/>
                  </a:lnTo>
                  <a:lnTo>
                    <a:pt x="424493" y="1200746"/>
                  </a:lnTo>
                  <a:lnTo>
                    <a:pt x="389119" y="1209939"/>
                  </a:lnTo>
                  <a:lnTo>
                    <a:pt x="353744" y="1219231"/>
                  </a:lnTo>
                  <a:lnTo>
                    <a:pt x="318370" y="1228615"/>
                  </a:lnTo>
                  <a:lnTo>
                    <a:pt x="282995" y="1238085"/>
                  </a:lnTo>
                  <a:lnTo>
                    <a:pt x="247621" y="1247636"/>
                  </a:lnTo>
                  <a:lnTo>
                    <a:pt x="212246" y="1257263"/>
                  </a:lnTo>
                  <a:lnTo>
                    <a:pt x="176872" y="1266961"/>
                  </a:lnTo>
                  <a:lnTo>
                    <a:pt x="141497" y="1276725"/>
                  </a:lnTo>
                  <a:lnTo>
                    <a:pt x="106123" y="1286552"/>
                  </a:lnTo>
                  <a:lnTo>
                    <a:pt x="70748" y="1296437"/>
                  </a:lnTo>
                  <a:lnTo>
                    <a:pt x="35374" y="1306378"/>
                  </a:lnTo>
                  <a:lnTo>
                    <a:pt x="0" y="1316370"/>
                  </a:lnTo>
                  <a:close/>
                </a:path>
              </a:pathLst>
            </a:custGeom>
            <a:solidFill>
              <a:srgbClr val="D58BE8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9139344" y="7110185"/>
              <a:ext cx="2794585" cy="516700"/>
            </a:xfrm>
            <a:custGeom>
              <a:avLst/>
              <a:pathLst>
                <a:path w="2794585" h="516700">
                  <a:moveTo>
                    <a:pt x="0" y="0"/>
                  </a:moveTo>
                  <a:lnTo>
                    <a:pt x="35374" y="15584"/>
                  </a:lnTo>
                  <a:lnTo>
                    <a:pt x="70748" y="31116"/>
                  </a:lnTo>
                  <a:lnTo>
                    <a:pt x="106123" y="46593"/>
                  </a:lnTo>
                  <a:lnTo>
                    <a:pt x="141497" y="62012"/>
                  </a:lnTo>
                  <a:lnTo>
                    <a:pt x="176872" y="77367"/>
                  </a:lnTo>
                  <a:lnTo>
                    <a:pt x="212246" y="92657"/>
                  </a:lnTo>
                  <a:lnTo>
                    <a:pt x="247621" y="107875"/>
                  </a:lnTo>
                  <a:lnTo>
                    <a:pt x="282995" y="123018"/>
                  </a:lnTo>
                  <a:lnTo>
                    <a:pt x="318370" y="138080"/>
                  </a:lnTo>
                  <a:lnTo>
                    <a:pt x="353744" y="153056"/>
                  </a:lnTo>
                  <a:lnTo>
                    <a:pt x="389119" y="167939"/>
                  </a:lnTo>
                  <a:lnTo>
                    <a:pt x="424493" y="182724"/>
                  </a:lnTo>
                  <a:lnTo>
                    <a:pt x="459868" y="197402"/>
                  </a:lnTo>
                  <a:lnTo>
                    <a:pt x="495242" y="211966"/>
                  </a:lnTo>
                  <a:lnTo>
                    <a:pt x="530617" y="226408"/>
                  </a:lnTo>
                  <a:lnTo>
                    <a:pt x="565991" y="240718"/>
                  </a:lnTo>
                  <a:lnTo>
                    <a:pt x="601366" y="254887"/>
                  </a:lnTo>
                  <a:lnTo>
                    <a:pt x="636740" y="268902"/>
                  </a:lnTo>
                  <a:lnTo>
                    <a:pt x="672115" y="282753"/>
                  </a:lnTo>
                  <a:lnTo>
                    <a:pt x="707489" y="296426"/>
                  </a:lnTo>
                  <a:lnTo>
                    <a:pt x="742864" y="309907"/>
                  </a:lnTo>
                  <a:lnTo>
                    <a:pt x="778238" y="323181"/>
                  </a:lnTo>
                  <a:lnTo>
                    <a:pt x="813613" y="336230"/>
                  </a:lnTo>
                  <a:lnTo>
                    <a:pt x="848987" y="349035"/>
                  </a:lnTo>
                  <a:lnTo>
                    <a:pt x="884362" y="361579"/>
                  </a:lnTo>
                  <a:lnTo>
                    <a:pt x="919736" y="373837"/>
                  </a:lnTo>
                  <a:lnTo>
                    <a:pt x="955111" y="385789"/>
                  </a:lnTo>
                  <a:lnTo>
                    <a:pt x="990485" y="397407"/>
                  </a:lnTo>
                  <a:lnTo>
                    <a:pt x="1025860" y="408667"/>
                  </a:lnTo>
                  <a:lnTo>
                    <a:pt x="1061234" y="419540"/>
                  </a:lnTo>
                  <a:lnTo>
                    <a:pt x="1096609" y="429995"/>
                  </a:lnTo>
                  <a:lnTo>
                    <a:pt x="1131983" y="440002"/>
                  </a:lnTo>
                  <a:lnTo>
                    <a:pt x="1167358" y="449528"/>
                  </a:lnTo>
                  <a:lnTo>
                    <a:pt x="1202732" y="458541"/>
                  </a:lnTo>
                  <a:lnTo>
                    <a:pt x="1238107" y="467008"/>
                  </a:lnTo>
                  <a:lnTo>
                    <a:pt x="1273481" y="474895"/>
                  </a:lnTo>
                  <a:lnTo>
                    <a:pt x="1308856" y="482171"/>
                  </a:lnTo>
                  <a:lnTo>
                    <a:pt x="1344230" y="488807"/>
                  </a:lnTo>
                  <a:lnTo>
                    <a:pt x="1379605" y="494774"/>
                  </a:lnTo>
                  <a:lnTo>
                    <a:pt x="1414979" y="500050"/>
                  </a:lnTo>
                  <a:lnTo>
                    <a:pt x="1450354" y="504616"/>
                  </a:lnTo>
                  <a:lnTo>
                    <a:pt x="1485728" y="508457"/>
                  </a:lnTo>
                  <a:lnTo>
                    <a:pt x="1521103" y="511564"/>
                  </a:lnTo>
                  <a:lnTo>
                    <a:pt x="1556477" y="513936"/>
                  </a:lnTo>
                  <a:lnTo>
                    <a:pt x="1591852" y="515575"/>
                  </a:lnTo>
                  <a:lnTo>
                    <a:pt x="1627226" y="516492"/>
                  </a:lnTo>
                  <a:lnTo>
                    <a:pt x="1662601" y="516700"/>
                  </a:lnTo>
                  <a:lnTo>
                    <a:pt x="1697975" y="516221"/>
                  </a:lnTo>
                  <a:lnTo>
                    <a:pt x="1733350" y="515077"/>
                  </a:lnTo>
                  <a:lnTo>
                    <a:pt x="1768724" y="513297"/>
                  </a:lnTo>
                  <a:lnTo>
                    <a:pt x="1804099" y="510911"/>
                  </a:lnTo>
                  <a:lnTo>
                    <a:pt x="1839473" y="507951"/>
                  </a:lnTo>
                  <a:lnTo>
                    <a:pt x="1874848" y="504449"/>
                  </a:lnTo>
                  <a:lnTo>
                    <a:pt x="1910222" y="500438"/>
                  </a:lnTo>
                  <a:lnTo>
                    <a:pt x="1945597" y="495952"/>
                  </a:lnTo>
                  <a:lnTo>
                    <a:pt x="1980971" y="491023"/>
                  </a:lnTo>
                  <a:lnTo>
                    <a:pt x="2016346" y="485681"/>
                  </a:lnTo>
                  <a:lnTo>
                    <a:pt x="2051720" y="479956"/>
                  </a:lnTo>
                  <a:lnTo>
                    <a:pt x="2087095" y="473876"/>
                  </a:lnTo>
                  <a:lnTo>
                    <a:pt x="2122469" y="467468"/>
                  </a:lnTo>
                  <a:lnTo>
                    <a:pt x="2157844" y="460756"/>
                  </a:lnTo>
                  <a:lnTo>
                    <a:pt x="2193218" y="453763"/>
                  </a:lnTo>
                  <a:lnTo>
                    <a:pt x="2228593" y="446511"/>
                  </a:lnTo>
                  <a:lnTo>
                    <a:pt x="2263967" y="439018"/>
                  </a:lnTo>
                  <a:lnTo>
                    <a:pt x="2299342" y="431304"/>
                  </a:lnTo>
                  <a:lnTo>
                    <a:pt x="2334716" y="423384"/>
                  </a:lnTo>
                  <a:lnTo>
                    <a:pt x="2370091" y="415275"/>
                  </a:lnTo>
                  <a:lnTo>
                    <a:pt x="2405465" y="406989"/>
                  </a:lnTo>
                  <a:lnTo>
                    <a:pt x="2440840" y="398541"/>
                  </a:lnTo>
                  <a:lnTo>
                    <a:pt x="2476214" y="389942"/>
                  </a:lnTo>
                  <a:lnTo>
                    <a:pt x="2511589" y="381203"/>
                  </a:lnTo>
                  <a:lnTo>
                    <a:pt x="2546963" y="372333"/>
                  </a:lnTo>
                  <a:lnTo>
                    <a:pt x="2582338" y="363343"/>
                  </a:lnTo>
                  <a:lnTo>
                    <a:pt x="2617712" y="354240"/>
                  </a:lnTo>
                  <a:lnTo>
                    <a:pt x="2653087" y="345031"/>
                  </a:lnTo>
                  <a:lnTo>
                    <a:pt x="2688461" y="335725"/>
                  </a:lnTo>
                  <a:lnTo>
                    <a:pt x="2723836" y="326327"/>
                  </a:lnTo>
                  <a:lnTo>
                    <a:pt x="2759210" y="316844"/>
                  </a:lnTo>
                  <a:lnTo>
                    <a:pt x="2794585" y="3072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9139344" y="8149857"/>
              <a:ext cx="2794585" cy="411160"/>
            </a:xfrm>
            <a:custGeom>
              <a:avLst/>
              <a:pathLst>
                <a:path w="2794585" h="411160">
                  <a:moveTo>
                    <a:pt x="2794585" y="411160"/>
                  </a:moveTo>
                  <a:lnTo>
                    <a:pt x="2759210" y="396005"/>
                  </a:lnTo>
                  <a:lnTo>
                    <a:pt x="2723836" y="380930"/>
                  </a:lnTo>
                  <a:lnTo>
                    <a:pt x="2688461" y="365941"/>
                  </a:lnTo>
                  <a:lnTo>
                    <a:pt x="2653087" y="351043"/>
                  </a:lnTo>
                  <a:lnTo>
                    <a:pt x="2617712" y="336243"/>
                  </a:lnTo>
                  <a:lnTo>
                    <a:pt x="2582338" y="321548"/>
                  </a:lnTo>
                  <a:lnTo>
                    <a:pt x="2546963" y="306966"/>
                  </a:lnTo>
                  <a:lnTo>
                    <a:pt x="2511589" y="292505"/>
                  </a:lnTo>
                  <a:lnTo>
                    <a:pt x="2476214" y="278174"/>
                  </a:lnTo>
                  <a:lnTo>
                    <a:pt x="2440840" y="263983"/>
                  </a:lnTo>
                  <a:lnTo>
                    <a:pt x="2405465" y="249943"/>
                  </a:lnTo>
                  <a:lnTo>
                    <a:pt x="2370091" y="236066"/>
                  </a:lnTo>
                  <a:lnTo>
                    <a:pt x="2334716" y="222365"/>
                  </a:lnTo>
                  <a:lnTo>
                    <a:pt x="2299342" y="208854"/>
                  </a:lnTo>
                  <a:lnTo>
                    <a:pt x="2263967" y="195548"/>
                  </a:lnTo>
                  <a:lnTo>
                    <a:pt x="2228593" y="182463"/>
                  </a:lnTo>
                  <a:lnTo>
                    <a:pt x="2193218" y="169619"/>
                  </a:lnTo>
                  <a:lnTo>
                    <a:pt x="2157844" y="157034"/>
                  </a:lnTo>
                  <a:lnTo>
                    <a:pt x="2122469" y="144731"/>
                  </a:lnTo>
                  <a:lnTo>
                    <a:pt x="2087095" y="132731"/>
                  </a:lnTo>
                  <a:lnTo>
                    <a:pt x="2051720" y="121060"/>
                  </a:lnTo>
                  <a:lnTo>
                    <a:pt x="2016346" y="109743"/>
                  </a:lnTo>
                  <a:lnTo>
                    <a:pt x="1980971" y="98810"/>
                  </a:lnTo>
                  <a:lnTo>
                    <a:pt x="1945597" y="88289"/>
                  </a:lnTo>
                  <a:lnTo>
                    <a:pt x="1910222" y="78211"/>
                  </a:lnTo>
                  <a:lnTo>
                    <a:pt x="1874848" y="68609"/>
                  </a:lnTo>
                  <a:lnTo>
                    <a:pt x="1839473" y="59515"/>
                  </a:lnTo>
                  <a:lnTo>
                    <a:pt x="1804099" y="50963"/>
                  </a:lnTo>
                  <a:lnTo>
                    <a:pt x="1768724" y="42985"/>
                  </a:lnTo>
                  <a:lnTo>
                    <a:pt x="1733350" y="35613"/>
                  </a:lnTo>
                  <a:lnTo>
                    <a:pt x="1697975" y="28878"/>
                  </a:lnTo>
                  <a:lnTo>
                    <a:pt x="1662601" y="22807"/>
                  </a:lnTo>
                  <a:lnTo>
                    <a:pt x="1627226" y="17424"/>
                  </a:lnTo>
                  <a:lnTo>
                    <a:pt x="1591852" y="12749"/>
                  </a:lnTo>
                  <a:lnTo>
                    <a:pt x="1556477" y="8796"/>
                  </a:lnTo>
                  <a:lnTo>
                    <a:pt x="1521103" y="5576"/>
                  </a:lnTo>
                  <a:lnTo>
                    <a:pt x="1485728" y="3092"/>
                  </a:lnTo>
                  <a:lnTo>
                    <a:pt x="1450354" y="1341"/>
                  </a:lnTo>
                  <a:lnTo>
                    <a:pt x="1414979" y="315"/>
                  </a:lnTo>
                  <a:lnTo>
                    <a:pt x="1379605" y="0"/>
                  </a:lnTo>
                  <a:lnTo>
                    <a:pt x="1344230" y="375"/>
                  </a:lnTo>
                  <a:lnTo>
                    <a:pt x="1308856" y="1419"/>
                  </a:lnTo>
                  <a:lnTo>
                    <a:pt x="1273481" y="3104"/>
                  </a:lnTo>
                  <a:lnTo>
                    <a:pt x="1238107" y="5399"/>
                  </a:lnTo>
                  <a:lnTo>
                    <a:pt x="1202732" y="8274"/>
                  </a:lnTo>
                  <a:lnTo>
                    <a:pt x="1167358" y="11695"/>
                  </a:lnTo>
                  <a:lnTo>
                    <a:pt x="1131983" y="15630"/>
                  </a:lnTo>
                  <a:lnTo>
                    <a:pt x="1096609" y="20045"/>
                  </a:lnTo>
                  <a:lnTo>
                    <a:pt x="1061234" y="24909"/>
                  </a:lnTo>
                  <a:lnTo>
                    <a:pt x="1025860" y="30190"/>
                  </a:lnTo>
                  <a:lnTo>
                    <a:pt x="990485" y="35858"/>
                  </a:lnTo>
                  <a:lnTo>
                    <a:pt x="955111" y="41885"/>
                  </a:lnTo>
                  <a:lnTo>
                    <a:pt x="919736" y="48245"/>
                  </a:lnTo>
                  <a:lnTo>
                    <a:pt x="884362" y="54912"/>
                  </a:lnTo>
                  <a:lnTo>
                    <a:pt x="848987" y="61863"/>
                  </a:lnTo>
                  <a:lnTo>
                    <a:pt x="813613" y="69077"/>
                  </a:lnTo>
                  <a:lnTo>
                    <a:pt x="778238" y="76534"/>
                  </a:lnTo>
                  <a:lnTo>
                    <a:pt x="742864" y="84216"/>
                  </a:lnTo>
                  <a:lnTo>
                    <a:pt x="707489" y="92105"/>
                  </a:lnTo>
                  <a:lnTo>
                    <a:pt x="672115" y="100187"/>
                  </a:lnTo>
                  <a:lnTo>
                    <a:pt x="636740" y="108446"/>
                  </a:lnTo>
                  <a:lnTo>
                    <a:pt x="601366" y="116870"/>
                  </a:lnTo>
                  <a:lnTo>
                    <a:pt x="565991" y="125447"/>
                  </a:lnTo>
                  <a:lnTo>
                    <a:pt x="530617" y="134165"/>
                  </a:lnTo>
                  <a:lnTo>
                    <a:pt x="495242" y="143015"/>
                  </a:lnTo>
                  <a:lnTo>
                    <a:pt x="459868" y="151988"/>
                  </a:lnTo>
                  <a:lnTo>
                    <a:pt x="424493" y="161075"/>
                  </a:lnTo>
                  <a:lnTo>
                    <a:pt x="389119" y="170267"/>
                  </a:lnTo>
                  <a:lnTo>
                    <a:pt x="353744" y="179559"/>
                  </a:lnTo>
                  <a:lnTo>
                    <a:pt x="318370" y="188943"/>
                  </a:lnTo>
                  <a:lnTo>
                    <a:pt x="282995" y="198413"/>
                  </a:lnTo>
                  <a:lnTo>
                    <a:pt x="247621" y="207965"/>
                  </a:lnTo>
                  <a:lnTo>
                    <a:pt x="212246" y="217591"/>
                  </a:lnTo>
                  <a:lnTo>
                    <a:pt x="176872" y="227289"/>
                  </a:lnTo>
                  <a:lnTo>
                    <a:pt x="141497" y="237053"/>
                  </a:lnTo>
                  <a:lnTo>
                    <a:pt x="106123" y="246880"/>
                  </a:lnTo>
                  <a:lnTo>
                    <a:pt x="70748" y="256765"/>
                  </a:lnTo>
                  <a:lnTo>
                    <a:pt x="35374" y="266706"/>
                  </a:lnTo>
                  <a:lnTo>
                    <a:pt x="0" y="2766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9139344" y="7768371"/>
              <a:ext cx="2794585" cy="220871"/>
            </a:xfrm>
            <a:custGeom>
              <a:avLst/>
              <a:pathLst>
                <a:path w="2794585" h="220871">
                  <a:moveTo>
                    <a:pt x="0" y="0"/>
                  </a:moveTo>
                  <a:lnTo>
                    <a:pt x="35374" y="2795"/>
                  </a:lnTo>
                  <a:lnTo>
                    <a:pt x="70748" y="5591"/>
                  </a:lnTo>
                  <a:lnTo>
                    <a:pt x="106123" y="8387"/>
                  </a:lnTo>
                  <a:lnTo>
                    <a:pt x="141497" y="11183"/>
                  </a:lnTo>
                  <a:lnTo>
                    <a:pt x="176872" y="13979"/>
                  </a:lnTo>
                  <a:lnTo>
                    <a:pt x="212246" y="16775"/>
                  </a:lnTo>
                  <a:lnTo>
                    <a:pt x="247621" y="19570"/>
                  </a:lnTo>
                  <a:lnTo>
                    <a:pt x="282995" y="22366"/>
                  </a:lnTo>
                  <a:lnTo>
                    <a:pt x="318370" y="25162"/>
                  </a:lnTo>
                  <a:lnTo>
                    <a:pt x="353744" y="27958"/>
                  </a:lnTo>
                  <a:lnTo>
                    <a:pt x="389119" y="30754"/>
                  </a:lnTo>
                  <a:lnTo>
                    <a:pt x="424493" y="33550"/>
                  </a:lnTo>
                  <a:lnTo>
                    <a:pt x="459868" y="36345"/>
                  </a:lnTo>
                  <a:lnTo>
                    <a:pt x="495242" y="39141"/>
                  </a:lnTo>
                  <a:lnTo>
                    <a:pt x="530617" y="41937"/>
                  </a:lnTo>
                  <a:lnTo>
                    <a:pt x="565991" y="44733"/>
                  </a:lnTo>
                  <a:lnTo>
                    <a:pt x="601366" y="47529"/>
                  </a:lnTo>
                  <a:lnTo>
                    <a:pt x="636740" y="50325"/>
                  </a:lnTo>
                  <a:lnTo>
                    <a:pt x="672115" y="53121"/>
                  </a:lnTo>
                  <a:lnTo>
                    <a:pt x="707489" y="55916"/>
                  </a:lnTo>
                  <a:lnTo>
                    <a:pt x="742864" y="58712"/>
                  </a:lnTo>
                  <a:lnTo>
                    <a:pt x="778238" y="61508"/>
                  </a:lnTo>
                  <a:lnTo>
                    <a:pt x="813613" y="64304"/>
                  </a:lnTo>
                  <a:lnTo>
                    <a:pt x="848987" y="67100"/>
                  </a:lnTo>
                  <a:lnTo>
                    <a:pt x="884362" y="69896"/>
                  </a:lnTo>
                  <a:lnTo>
                    <a:pt x="919736" y="72691"/>
                  </a:lnTo>
                  <a:lnTo>
                    <a:pt x="955111" y="75487"/>
                  </a:lnTo>
                  <a:lnTo>
                    <a:pt x="990485" y="78283"/>
                  </a:lnTo>
                  <a:lnTo>
                    <a:pt x="1025860" y="81079"/>
                  </a:lnTo>
                  <a:lnTo>
                    <a:pt x="1061234" y="83875"/>
                  </a:lnTo>
                  <a:lnTo>
                    <a:pt x="1096609" y="86671"/>
                  </a:lnTo>
                  <a:lnTo>
                    <a:pt x="1131983" y="89466"/>
                  </a:lnTo>
                  <a:lnTo>
                    <a:pt x="1167358" y="92262"/>
                  </a:lnTo>
                  <a:lnTo>
                    <a:pt x="1202732" y="95058"/>
                  </a:lnTo>
                  <a:lnTo>
                    <a:pt x="1238107" y="97854"/>
                  </a:lnTo>
                  <a:lnTo>
                    <a:pt x="1273481" y="100650"/>
                  </a:lnTo>
                  <a:lnTo>
                    <a:pt x="1308856" y="103446"/>
                  </a:lnTo>
                  <a:lnTo>
                    <a:pt x="1344230" y="106242"/>
                  </a:lnTo>
                  <a:lnTo>
                    <a:pt x="1379605" y="109037"/>
                  </a:lnTo>
                  <a:lnTo>
                    <a:pt x="1414979" y="111833"/>
                  </a:lnTo>
                  <a:lnTo>
                    <a:pt x="1450354" y="114629"/>
                  </a:lnTo>
                  <a:lnTo>
                    <a:pt x="1485728" y="117425"/>
                  </a:lnTo>
                  <a:lnTo>
                    <a:pt x="1521103" y="120221"/>
                  </a:lnTo>
                  <a:lnTo>
                    <a:pt x="1556477" y="123017"/>
                  </a:lnTo>
                  <a:lnTo>
                    <a:pt x="1591852" y="125812"/>
                  </a:lnTo>
                  <a:lnTo>
                    <a:pt x="1627226" y="128608"/>
                  </a:lnTo>
                  <a:lnTo>
                    <a:pt x="1662601" y="131404"/>
                  </a:lnTo>
                  <a:lnTo>
                    <a:pt x="1697975" y="134200"/>
                  </a:lnTo>
                  <a:lnTo>
                    <a:pt x="1733350" y="136996"/>
                  </a:lnTo>
                  <a:lnTo>
                    <a:pt x="1768724" y="139792"/>
                  </a:lnTo>
                  <a:lnTo>
                    <a:pt x="1804099" y="142587"/>
                  </a:lnTo>
                  <a:lnTo>
                    <a:pt x="1839473" y="145383"/>
                  </a:lnTo>
                  <a:lnTo>
                    <a:pt x="1874848" y="148179"/>
                  </a:lnTo>
                  <a:lnTo>
                    <a:pt x="1910222" y="150975"/>
                  </a:lnTo>
                  <a:lnTo>
                    <a:pt x="1945597" y="153771"/>
                  </a:lnTo>
                  <a:lnTo>
                    <a:pt x="1980971" y="156567"/>
                  </a:lnTo>
                  <a:lnTo>
                    <a:pt x="2016346" y="159363"/>
                  </a:lnTo>
                  <a:lnTo>
                    <a:pt x="2051720" y="162158"/>
                  </a:lnTo>
                  <a:lnTo>
                    <a:pt x="2087095" y="164954"/>
                  </a:lnTo>
                  <a:lnTo>
                    <a:pt x="2122469" y="167750"/>
                  </a:lnTo>
                  <a:lnTo>
                    <a:pt x="2157844" y="170546"/>
                  </a:lnTo>
                  <a:lnTo>
                    <a:pt x="2193218" y="173342"/>
                  </a:lnTo>
                  <a:lnTo>
                    <a:pt x="2228593" y="176138"/>
                  </a:lnTo>
                  <a:lnTo>
                    <a:pt x="2263967" y="178933"/>
                  </a:lnTo>
                  <a:lnTo>
                    <a:pt x="2299342" y="181729"/>
                  </a:lnTo>
                  <a:lnTo>
                    <a:pt x="2334716" y="184525"/>
                  </a:lnTo>
                  <a:lnTo>
                    <a:pt x="2370091" y="187321"/>
                  </a:lnTo>
                  <a:lnTo>
                    <a:pt x="2405465" y="190117"/>
                  </a:lnTo>
                  <a:lnTo>
                    <a:pt x="2440840" y="192913"/>
                  </a:lnTo>
                  <a:lnTo>
                    <a:pt x="2476214" y="195708"/>
                  </a:lnTo>
                  <a:lnTo>
                    <a:pt x="2511589" y="198504"/>
                  </a:lnTo>
                  <a:lnTo>
                    <a:pt x="2546963" y="201300"/>
                  </a:lnTo>
                  <a:lnTo>
                    <a:pt x="2582338" y="204096"/>
                  </a:lnTo>
                  <a:lnTo>
                    <a:pt x="2617712" y="206892"/>
                  </a:lnTo>
                  <a:lnTo>
                    <a:pt x="2653087" y="209688"/>
                  </a:lnTo>
                  <a:lnTo>
                    <a:pt x="2688461" y="212484"/>
                  </a:lnTo>
                  <a:lnTo>
                    <a:pt x="2723836" y="215279"/>
                  </a:lnTo>
                  <a:lnTo>
                    <a:pt x="2759210" y="218075"/>
                  </a:lnTo>
                  <a:lnTo>
                    <a:pt x="2794585" y="220871"/>
                  </a:lnTo>
                </a:path>
              </a:pathLst>
            </a:custGeom>
            <a:ln w="27101" cap="flat">
              <a:solidFill>
                <a:srgbClr val="D58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tx318"/>
            <p:cNvSpPr/>
            <p:nvPr/>
          </p:nvSpPr>
          <p:spPr>
            <a:xfrm>
              <a:off x="10500083" y="5694252"/>
              <a:ext cx="81310" cy="133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10615675" y="5798133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10731267" y="5817665"/>
              <a:ext cx="81310" cy="100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10833147" y="5719427"/>
              <a:ext cx="370745" cy="108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0.047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11203892" y="5791912"/>
              <a:ext cx="41161" cy="3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,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11245054" y="5827721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11282092" y="5827721"/>
              <a:ext cx="370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11319131" y="5719716"/>
              <a:ext cx="82395" cy="108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11447592" y="5798133"/>
              <a:ext cx="81310" cy="29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11563184" y="5719427"/>
              <a:ext cx="370745" cy="108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0.708</a:t>
              </a:r>
            </a:p>
          </p:txBody>
        </p:sp>
        <p:sp>
          <p:nvSpPr>
            <p:cNvPr id="328" name="pl328"/>
            <p:cNvSpPr/>
            <p:nvPr/>
          </p:nvSpPr>
          <p:spPr>
            <a:xfrm>
              <a:off x="8999615" y="5549799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tx329"/>
            <p:cNvSpPr/>
            <p:nvPr/>
          </p:nvSpPr>
          <p:spPr>
            <a:xfrm>
              <a:off x="8844976" y="9059482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8880501" y="7848582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1" name="tx331"/>
            <p:cNvSpPr/>
            <p:nvPr/>
          </p:nvSpPr>
          <p:spPr>
            <a:xfrm>
              <a:off x="8880501" y="6640286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32" name="pl332"/>
            <p:cNvSpPr/>
            <p:nvPr/>
          </p:nvSpPr>
          <p:spPr>
            <a:xfrm>
              <a:off x="8966402" y="9097976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8966402" y="7888378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8966402" y="6678780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8999615" y="9321395"/>
              <a:ext cx="3074043" cy="0"/>
            </a:xfrm>
            <a:custGeom>
              <a:avLst/>
              <a:pathLst>
                <a:path w="3074043" h="0">
                  <a:moveTo>
                    <a:pt x="0" y="0"/>
                  </a:moveTo>
                  <a:lnTo>
                    <a:pt x="3074043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9208288" y="9321395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9933016" y="9321395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10657743" y="9321395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11382471" y="9321395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tx340"/>
            <p:cNvSpPr/>
            <p:nvPr/>
          </p:nvSpPr>
          <p:spPr>
            <a:xfrm>
              <a:off x="9160860" y="9380866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9885588" y="9380866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10628078" y="9379564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11352806" y="9380866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9428849" y="9492695"/>
              <a:ext cx="2215576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Habitat heterogeneity</a:t>
              </a:r>
            </a:p>
          </p:txBody>
        </p:sp>
        <p:sp>
          <p:nvSpPr>
            <p:cNvPr id="345" name="tx345"/>
            <p:cNvSpPr/>
            <p:nvPr/>
          </p:nvSpPr>
          <p:spPr>
            <a:xfrm rot="-5400000">
              <a:off x="7943914" y="7373838"/>
              <a:ext cx="1556053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8607019" y="5452332"/>
              <a:ext cx="81226" cy="79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347" name="rc347"/>
            <p:cNvSpPr/>
            <p:nvPr/>
          </p:nvSpPr>
          <p:spPr>
            <a:xfrm>
              <a:off x="13428540" y="5549799"/>
              <a:ext cx="3074043" cy="3771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14965070" y="5549799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15526093" y="6645013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FFE5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14615480" y="6710290"/>
              <a:ext cx="910613" cy="0"/>
            </a:xfrm>
            <a:custGeom>
              <a:avLst/>
              <a:pathLst>
                <a:path w="910613" h="0">
                  <a:moveTo>
                    <a:pt x="910613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FFE5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14615480" y="6645013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FFE5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16362855" y="8095626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15074965" y="8160904"/>
              <a:ext cx="1287889" cy="0"/>
            </a:xfrm>
            <a:custGeom>
              <a:avLst/>
              <a:pathLst>
                <a:path w="1287889" h="0">
                  <a:moveTo>
                    <a:pt x="1287889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15074965" y="8095626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15864663" y="5919706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B3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14521883" y="5984983"/>
              <a:ext cx="1342779" cy="0"/>
            </a:xfrm>
            <a:custGeom>
              <a:avLst/>
              <a:pathLst>
                <a:path w="1342779" h="0">
                  <a:moveTo>
                    <a:pt x="1342779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B3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14521883" y="5919706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B3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14384498" y="8820933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EF47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13568269" y="8886211"/>
              <a:ext cx="816228" cy="0"/>
            </a:xfrm>
            <a:custGeom>
              <a:avLst/>
              <a:pathLst>
                <a:path w="816228" h="0">
                  <a:moveTo>
                    <a:pt x="816228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EF47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13568269" y="8820933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EF47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15296875" y="7370320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D58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4474308" y="7435597"/>
              <a:ext cx="822567" cy="0"/>
            </a:xfrm>
            <a:custGeom>
              <a:avLst/>
              <a:pathLst>
                <a:path w="822567" h="0">
                  <a:moveTo>
                    <a:pt x="822567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D58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4474308" y="7370320"/>
              <a:ext cx="0" cy="130555"/>
            </a:xfrm>
            <a:custGeom>
              <a:avLst/>
              <a:pathLst>
                <a:path w="0" h="130555">
                  <a:moveTo>
                    <a:pt x="0" y="130555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D58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15009374" y="6648878"/>
              <a:ext cx="122825" cy="122825"/>
            </a:xfrm>
            <a:prstGeom prst="ellipse">
              <a:avLst/>
            </a:prstGeom>
            <a:solidFill>
              <a:srgbClr val="FFE5B4">
                <a:alpha val="100000"/>
              </a:srgbClr>
            </a:solidFill>
            <a:ln w="9000" cap="rnd">
              <a:solidFill>
                <a:srgbClr val="FFE5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5657497" y="8099491"/>
              <a:ext cx="122825" cy="12282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  <a:ln w="9000" cap="rnd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15131860" y="5923571"/>
              <a:ext cx="122825" cy="122825"/>
            </a:xfrm>
            <a:prstGeom prst="ellipse">
              <a:avLst/>
            </a:prstGeom>
            <a:solidFill>
              <a:srgbClr val="B30000">
                <a:alpha val="100000"/>
              </a:srgbClr>
            </a:solidFill>
            <a:ln w="9000" cap="rnd">
              <a:solidFill>
                <a:srgbClr val="B3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3914971" y="8824798"/>
              <a:ext cx="122825" cy="122825"/>
            </a:xfrm>
            <a:prstGeom prst="ellipse">
              <a:avLst/>
            </a:prstGeom>
            <a:solidFill>
              <a:srgbClr val="EF478A">
                <a:alpha val="100000"/>
              </a:srgbClr>
            </a:solidFill>
            <a:ln w="9000" cap="rnd">
              <a:solidFill>
                <a:srgbClr val="EF47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4824179" y="7374185"/>
              <a:ext cx="122825" cy="122825"/>
            </a:xfrm>
            <a:prstGeom prst="ellipse">
              <a:avLst/>
            </a:prstGeom>
            <a:solidFill>
              <a:srgbClr val="D58BE8">
                <a:alpha val="100000"/>
              </a:srgbClr>
            </a:solidFill>
            <a:ln w="9000" cap="rnd">
              <a:solidFill>
                <a:srgbClr val="D58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13428540" y="5549799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tx370"/>
            <p:cNvSpPr/>
            <p:nvPr/>
          </p:nvSpPr>
          <p:spPr>
            <a:xfrm>
              <a:off x="13129839" y="8844901"/>
              <a:ext cx="236071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12347300" y="8096020"/>
              <a:ext cx="1018609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12303480" y="7372077"/>
              <a:ext cx="1062429" cy="1035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12260424" y="6645406"/>
              <a:ext cx="1105485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12589483" y="5921409"/>
              <a:ext cx="776426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375" name="pl375"/>
            <p:cNvSpPr/>
            <p:nvPr/>
          </p:nvSpPr>
          <p:spPr>
            <a:xfrm>
              <a:off x="13393745" y="888621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13393745" y="81609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13393745" y="74355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13393745" y="67102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13393745" y="59849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13428540" y="9321395"/>
              <a:ext cx="3074043" cy="0"/>
            </a:xfrm>
            <a:custGeom>
              <a:avLst/>
              <a:pathLst>
                <a:path w="3074043" h="0">
                  <a:moveTo>
                    <a:pt x="0" y="0"/>
                  </a:moveTo>
                  <a:lnTo>
                    <a:pt x="3074043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14125874" y="932139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14965070" y="932139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15804266" y="932139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tx384"/>
            <p:cNvSpPr/>
            <p:nvPr/>
          </p:nvSpPr>
          <p:spPr>
            <a:xfrm>
              <a:off x="14029585" y="9382334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14887389" y="938233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15726585" y="938233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14472553" y="9493076"/>
              <a:ext cx="986017" cy="1292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Slope estimate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12209674" y="5422812"/>
              <a:ext cx="50750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</a:t>
              </a:r>
            </a:p>
          </p:txBody>
        </p:sp>
        <p:sp>
          <p:nvSpPr>
            <p:cNvPr id="389" name="rc389"/>
            <p:cNvSpPr/>
            <p:nvPr/>
          </p:nvSpPr>
          <p:spPr>
            <a:xfrm>
              <a:off x="4824151" y="9721329"/>
              <a:ext cx="5496598" cy="43822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10320750" y="9721329"/>
              <a:ext cx="6251423" cy="43822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5400123" y="9932081"/>
              <a:ext cx="4851037" cy="3771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6370331" y="12839896"/>
              <a:ext cx="2910622" cy="46333"/>
            </a:xfrm>
            <a:prstGeom prst="rect">
              <a:avLst/>
            </a:prstGeom>
            <a:solidFill>
              <a:srgbClr val="FFE5B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6370331" y="11717273"/>
              <a:ext cx="2910622" cy="1072055"/>
            </a:xfrm>
            <a:prstGeom prst="rect">
              <a:avLst/>
            </a:prstGeom>
            <a:solidFill>
              <a:srgbClr val="FC8D59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6370331" y="12886229"/>
              <a:ext cx="2910622" cy="817447"/>
            </a:xfrm>
            <a:prstGeom prst="rect">
              <a:avLst/>
            </a:prstGeom>
            <a:solidFill>
              <a:srgbClr val="B300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6370331" y="9932081"/>
              <a:ext cx="2910622" cy="1785192"/>
            </a:xfrm>
            <a:prstGeom prst="rect">
              <a:avLst/>
            </a:prstGeom>
            <a:solidFill>
              <a:srgbClr val="EF478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6370331" y="12789329"/>
              <a:ext cx="2910622" cy="50566"/>
            </a:xfrm>
            <a:prstGeom prst="rect">
              <a:avLst/>
            </a:prstGeom>
            <a:solidFill>
              <a:srgbClr val="D58BE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5400123" y="9932081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tx398"/>
            <p:cNvSpPr/>
            <p:nvPr/>
          </p:nvSpPr>
          <p:spPr>
            <a:xfrm>
              <a:off x="5275338" y="1366198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5213182" y="1271908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5213182" y="1177618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01" name="tx401"/>
            <p:cNvSpPr/>
            <p:nvPr/>
          </p:nvSpPr>
          <p:spPr>
            <a:xfrm>
              <a:off x="5213182" y="10834653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5151026" y="9890389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03" name="pl403"/>
            <p:cNvSpPr/>
            <p:nvPr/>
          </p:nvSpPr>
          <p:spPr>
            <a:xfrm>
              <a:off x="5365329" y="137036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5365329" y="127607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5365329" y="118178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5365329" y="108749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5365329" y="99320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5400123" y="13703677"/>
              <a:ext cx="4851037" cy="0"/>
            </a:xfrm>
            <a:custGeom>
              <a:avLst/>
              <a:pathLst>
                <a:path w="4851037" h="0">
                  <a:moveTo>
                    <a:pt x="0" y="0"/>
                  </a:moveTo>
                  <a:lnTo>
                    <a:pt x="485103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tx409"/>
            <p:cNvSpPr/>
            <p:nvPr/>
          </p:nvSpPr>
          <p:spPr>
            <a:xfrm>
              <a:off x="7536385" y="13901688"/>
              <a:ext cx="578513" cy="1029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R² = 0.71</a:t>
              </a:r>
            </a:p>
          </p:txBody>
        </p:sp>
        <p:sp>
          <p:nvSpPr>
            <p:cNvPr id="410" name="tx410"/>
            <p:cNvSpPr/>
            <p:nvPr/>
          </p:nvSpPr>
          <p:spPr>
            <a:xfrm rot="-5400000">
              <a:off x="4229430" y="11752326"/>
              <a:ext cx="1583698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Relative importance (%)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4893740" y="9803159"/>
              <a:ext cx="93091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</a:t>
              </a:r>
            </a:p>
          </p:txBody>
        </p:sp>
        <p:sp>
          <p:nvSpPr>
            <p:cNvPr id="412" name="rc412"/>
            <p:cNvSpPr/>
            <p:nvPr/>
          </p:nvSpPr>
          <p:spPr>
            <a:xfrm>
              <a:off x="11651546" y="9932081"/>
              <a:ext cx="4851037" cy="3771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11872048" y="9932081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16282082" y="13210468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EF47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13309174" y="13268493"/>
              <a:ext cx="2972908" cy="0"/>
            </a:xfrm>
            <a:custGeom>
              <a:avLst/>
              <a:pathLst>
                <a:path w="2972908" h="0">
                  <a:moveTo>
                    <a:pt x="2972908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EF47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13309174" y="13210468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EF47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14603480" y="12485161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12445162" y="12543186"/>
              <a:ext cx="2158318" cy="0"/>
            </a:xfrm>
            <a:custGeom>
              <a:avLst/>
              <a:pathLst>
                <a:path w="2158318" h="0">
                  <a:moveTo>
                    <a:pt x="2158318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12445162" y="12485161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13958685" y="10309241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B3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12103906" y="10367265"/>
              <a:ext cx="1854778" cy="0"/>
            </a:xfrm>
            <a:custGeom>
              <a:avLst/>
              <a:pathLst>
                <a:path w="1854778" h="0">
                  <a:moveTo>
                    <a:pt x="1854778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B3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12103906" y="10309241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B3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12526577" y="11759855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D58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11891754" y="11817879"/>
              <a:ext cx="634822" cy="0"/>
            </a:xfrm>
            <a:custGeom>
              <a:avLst/>
              <a:pathLst>
                <a:path w="634822" h="0">
                  <a:moveTo>
                    <a:pt x="634822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D58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11891754" y="11759855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D58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12469116" y="11034548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FE5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11872048" y="11092572"/>
              <a:ext cx="597068" cy="0"/>
            </a:xfrm>
            <a:custGeom>
              <a:avLst/>
              <a:pathLst>
                <a:path w="597068" h="0">
                  <a:moveTo>
                    <a:pt x="597068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FE5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11872048" y="11034548"/>
              <a:ext cx="0" cy="116049"/>
            </a:xfrm>
            <a:custGeom>
              <a:avLst/>
              <a:pathLst>
                <a:path w="0" h="116049">
                  <a:moveTo>
                    <a:pt x="0" y="11604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FE5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14540638" y="13215211"/>
              <a:ext cx="106564" cy="106564"/>
            </a:xfrm>
            <a:prstGeom prst="ellipse">
              <a:avLst/>
            </a:prstGeom>
            <a:solidFill>
              <a:srgbClr val="EF478A">
                <a:alpha val="100000"/>
              </a:srgbClr>
            </a:solidFill>
            <a:ln w="9000" cap="rnd">
              <a:solidFill>
                <a:srgbClr val="EF47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13417651" y="12489904"/>
              <a:ext cx="106564" cy="106564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  <a:ln w="9000" cap="rnd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13016824" y="10313983"/>
              <a:ext cx="106564" cy="106564"/>
            </a:xfrm>
            <a:prstGeom prst="ellipse">
              <a:avLst/>
            </a:prstGeom>
            <a:solidFill>
              <a:srgbClr val="B30000">
                <a:alpha val="100000"/>
              </a:srgbClr>
            </a:solidFill>
            <a:ln w="9000" cap="rnd">
              <a:solidFill>
                <a:srgbClr val="B3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12005559" y="11764597"/>
              <a:ext cx="106564" cy="106564"/>
            </a:xfrm>
            <a:prstGeom prst="ellipse">
              <a:avLst/>
            </a:prstGeom>
            <a:solidFill>
              <a:srgbClr val="D58BE8">
                <a:alpha val="100000"/>
              </a:srgbClr>
            </a:solidFill>
            <a:ln w="9000" cap="rnd">
              <a:solidFill>
                <a:srgbClr val="D58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11980714" y="11039290"/>
              <a:ext cx="106564" cy="106564"/>
            </a:xfrm>
            <a:prstGeom prst="ellipse">
              <a:avLst/>
            </a:prstGeom>
            <a:solidFill>
              <a:srgbClr val="FFE5B4">
                <a:alpha val="100000"/>
              </a:srgbClr>
            </a:solidFill>
            <a:ln w="9000" cap="rnd">
              <a:solidFill>
                <a:srgbClr val="FFE5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11651546" y="9932081"/>
              <a:ext cx="0" cy="3771595"/>
            </a:xfrm>
            <a:custGeom>
              <a:avLst/>
              <a:pathLst>
                <a:path w="0" h="3771595">
                  <a:moveTo>
                    <a:pt x="0" y="377159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11352845" y="13227183"/>
              <a:ext cx="236071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10570307" y="12478302"/>
              <a:ext cx="1018609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10526487" y="11754359"/>
              <a:ext cx="1062429" cy="1035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10483431" y="11027688"/>
              <a:ext cx="1105485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10812490" y="10303691"/>
              <a:ext cx="776426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440" name="pl440"/>
            <p:cNvSpPr/>
            <p:nvPr/>
          </p:nvSpPr>
          <p:spPr>
            <a:xfrm>
              <a:off x="11616752" y="132684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11616752" y="125431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11616752" y="118178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11616752" y="110925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11616752" y="103672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11651546" y="13703677"/>
              <a:ext cx="4851037" cy="0"/>
            </a:xfrm>
            <a:custGeom>
              <a:avLst/>
              <a:pathLst>
                <a:path w="4851037" h="0">
                  <a:moveTo>
                    <a:pt x="0" y="0"/>
                  </a:moveTo>
                  <a:lnTo>
                    <a:pt x="485103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11872048" y="137036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13045559" y="137036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14219071" y="137036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15392582" y="137036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tx450"/>
            <p:cNvSpPr/>
            <p:nvPr/>
          </p:nvSpPr>
          <p:spPr>
            <a:xfrm>
              <a:off x="11840970" y="1376461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12983404" y="1376461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14156915" y="1376461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15330427" y="1376461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12835045" y="13873516"/>
              <a:ext cx="24840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Bootstrapped relative importance (%)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10390339" y="9806954"/>
              <a:ext cx="93091" cy="109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8</cp:revision>
  <dcterms:created xsi:type="dcterms:W3CDTF">2015-07-14T21:05:00Z</dcterms:created>
  <dcterms:modified xsi:type="dcterms:W3CDTF">2026-03-22T11:35:44Z</dcterms:modified>
</cp:coreProperties>
</file>