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102803" y="3246120"/>
            <a:ext cx="17190720" cy="8595360"/>
            <a:chOff x="2102803" y="3246120"/>
            <a:chExt cx="17190720" cy="8595360"/>
          </a:xfrm>
        </p:grpSpPr>
        <p:sp>
          <p:nvSpPr>
            <p:cNvPr id="3" name="rc3"/>
            <p:cNvSpPr/>
            <p:nvPr/>
          </p:nvSpPr>
          <p:spPr>
            <a:xfrm>
              <a:off x="2102802" y="3246120"/>
              <a:ext cx="17190720" cy="85953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102802" y="3246120"/>
              <a:ext cx="17190720" cy="85953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172391" y="3315709"/>
              <a:ext cx="4258996" cy="398930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431387" y="3315709"/>
              <a:ext cx="4266774" cy="398930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698162" y="3315709"/>
              <a:ext cx="4258996" cy="398930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4957158" y="3315709"/>
              <a:ext cx="4266774" cy="398930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618500" y="3511989"/>
              <a:ext cx="3748359" cy="34221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45812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07359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268907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30454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92002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253549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382670" y="513999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101635" y="582953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301408" y="609938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54896" y="646516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992525" y="534994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4992" y="674463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722806" y="554944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17059" y="536428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641050" y="414174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726805" y="649483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68795" y="640277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451621" y="541186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378796" y="565446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95876" y="501429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275077" y="571996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6162495" y="526985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65251" y="554114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574312" y="576322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50330" y="539867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609308" y="498806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367769" y="618700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33421" y="503737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035351" y="575884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831239" y="550415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55714" y="660119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820637" y="589435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905279" y="363355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698695" y="4974884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516881" y="508851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10503" y="520624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081435" y="524411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788880" y="4087820"/>
              <a:ext cx="3407599" cy="2394134"/>
            </a:xfrm>
            <a:custGeom>
              <a:avLst/>
              <a:pathLst>
                <a:path w="3407599" h="2394134">
                  <a:moveTo>
                    <a:pt x="0" y="1119122"/>
                  </a:moveTo>
                  <a:lnTo>
                    <a:pt x="43134" y="1130446"/>
                  </a:lnTo>
                  <a:lnTo>
                    <a:pt x="86268" y="1141471"/>
                  </a:lnTo>
                  <a:lnTo>
                    <a:pt x="129402" y="1152162"/>
                  </a:lnTo>
                  <a:lnTo>
                    <a:pt x="172536" y="1162478"/>
                  </a:lnTo>
                  <a:lnTo>
                    <a:pt x="215670" y="1172374"/>
                  </a:lnTo>
                  <a:lnTo>
                    <a:pt x="258805" y="1181798"/>
                  </a:lnTo>
                  <a:lnTo>
                    <a:pt x="301939" y="1190692"/>
                  </a:lnTo>
                  <a:lnTo>
                    <a:pt x="345073" y="1198991"/>
                  </a:lnTo>
                  <a:lnTo>
                    <a:pt x="388207" y="1206622"/>
                  </a:lnTo>
                  <a:lnTo>
                    <a:pt x="431341" y="1213504"/>
                  </a:lnTo>
                  <a:lnTo>
                    <a:pt x="474475" y="1219550"/>
                  </a:lnTo>
                  <a:lnTo>
                    <a:pt x="517610" y="1224665"/>
                  </a:lnTo>
                  <a:lnTo>
                    <a:pt x="560744" y="1228750"/>
                  </a:lnTo>
                  <a:lnTo>
                    <a:pt x="603878" y="1231704"/>
                  </a:lnTo>
                  <a:lnTo>
                    <a:pt x="647012" y="1233430"/>
                  </a:lnTo>
                  <a:lnTo>
                    <a:pt x="690146" y="1233836"/>
                  </a:lnTo>
                  <a:lnTo>
                    <a:pt x="733280" y="1232842"/>
                  </a:lnTo>
                  <a:lnTo>
                    <a:pt x="776415" y="1230388"/>
                  </a:lnTo>
                  <a:lnTo>
                    <a:pt x="819549" y="1226433"/>
                  </a:lnTo>
                  <a:lnTo>
                    <a:pt x="862683" y="1220967"/>
                  </a:lnTo>
                  <a:lnTo>
                    <a:pt x="905817" y="1214002"/>
                  </a:lnTo>
                  <a:lnTo>
                    <a:pt x="948951" y="1205578"/>
                  </a:lnTo>
                  <a:lnTo>
                    <a:pt x="992085" y="1195759"/>
                  </a:lnTo>
                  <a:lnTo>
                    <a:pt x="1035220" y="1184623"/>
                  </a:lnTo>
                  <a:lnTo>
                    <a:pt x="1078354" y="1172264"/>
                  </a:lnTo>
                  <a:lnTo>
                    <a:pt x="1121488" y="1158779"/>
                  </a:lnTo>
                  <a:lnTo>
                    <a:pt x="1164622" y="1144270"/>
                  </a:lnTo>
                  <a:lnTo>
                    <a:pt x="1207756" y="1128835"/>
                  </a:lnTo>
                  <a:lnTo>
                    <a:pt x="1250890" y="1112567"/>
                  </a:lnTo>
                  <a:lnTo>
                    <a:pt x="1294025" y="1095555"/>
                  </a:lnTo>
                  <a:lnTo>
                    <a:pt x="1337159" y="1077879"/>
                  </a:lnTo>
                  <a:lnTo>
                    <a:pt x="1380293" y="1059610"/>
                  </a:lnTo>
                  <a:lnTo>
                    <a:pt x="1423427" y="1040815"/>
                  </a:lnTo>
                  <a:lnTo>
                    <a:pt x="1466561" y="1021551"/>
                  </a:lnTo>
                  <a:lnTo>
                    <a:pt x="1509695" y="1001870"/>
                  </a:lnTo>
                  <a:lnTo>
                    <a:pt x="1552830" y="981816"/>
                  </a:lnTo>
                  <a:lnTo>
                    <a:pt x="1595964" y="961429"/>
                  </a:lnTo>
                  <a:lnTo>
                    <a:pt x="1639098" y="940744"/>
                  </a:lnTo>
                  <a:lnTo>
                    <a:pt x="1682232" y="919793"/>
                  </a:lnTo>
                  <a:lnTo>
                    <a:pt x="1725366" y="898601"/>
                  </a:lnTo>
                  <a:lnTo>
                    <a:pt x="1768500" y="877194"/>
                  </a:lnTo>
                  <a:lnTo>
                    <a:pt x="1811635" y="855592"/>
                  </a:lnTo>
                  <a:lnTo>
                    <a:pt x="1854769" y="833814"/>
                  </a:lnTo>
                  <a:lnTo>
                    <a:pt x="1897903" y="811876"/>
                  </a:lnTo>
                  <a:lnTo>
                    <a:pt x="1941037" y="789793"/>
                  </a:lnTo>
                  <a:lnTo>
                    <a:pt x="1984171" y="767577"/>
                  </a:lnTo>
                  <a:lnTo>
                    <a:pt x="2027305" y="745241"/>
                  </a:lnTo>
                  <a:lnTo>
                    <a:pt x="2070440" y="722795"/>
                  </a:lnTo>
                  <a:lnTo>
                    <a:pt x="2113574" y="700248"/>
                  </a:lnTo>
                  <a:lnTo>
                    <a:pt x="2156708" y="677608"/>
                  </a:lnTo>
                  <a:lnTo>
                    <a:pt x="2199842" y="654883"/>
                  </a:lnTo>
                  <a:lnTo>
                    <a:pt x="2242976" y="632079"/>
                  </a:lnTo>
                  <a:lnTo>
                    <a:pt x="2286110" y="609203"/>
                  </a:lnTo>
                  <a:lnTo>
                    <a:pt x="2329245" y="586259"/>
                  </a:lnTo>
                  <a:lnTo>
                    <a:pt x="2372379" y="563253"/>
                  </a:lnTo>
                  <a:lnTo>
                    <a:pt x="2415513" y="540190"/>
                  </a:lnTo>
                  <a:lnTo>
                    <a:pt x="2458647" y="517073"/>
                  </a:lnTo>
                  <a:lnTo>
                    <a:pt x="2501781" y="493905"/>
                  </a:lnTo>
                  <a:lnTo>
                    <a:pt x="2544915" y="470691"/>
                  </a:lnTo>
                  <a:lnTo>
                    <a:pt x="2588050" y="447434"/>
                  </a:lnTo>
                  <a:lnTo>
                    <a:pt x="2631184" y="424136"/>
                  </a:lnTo>
                  <a:lnTo>
                    <a:pt x="2674318" y="400800"/>
                  </a:lnTo>
                  <a:lnTo>
                    <a:pt x="2717452" y="377428"/>
                  </a:lnTo>
                  <a:lnTo>
                    <a:pt x="2760586" y="354023"/>
                  </a:lnTo>
                  <a:lnTo>
                    <a:pt x="2803721" y="330586"/>
                  </a:lnTo>
                  <a:lnTo>
                    <a:pt x="2846855" y="307120"/>
                  </a:lnTo>
                  <a:lnTo>
                    <a:pt x="2889989" y="283626"/>
                  </a:lnTo>
                  <a:lnTo>
                    <a:pt x="2933123" y="260105"/>
                  </a:lnTo>
                  <a:lnTo>
                    <a:pt x="2976257" y="236560"/>
                  </a:lnTo>
                  <a:lnTo>
                    <a:pt x="3019391" y="212991"/>
                  </a:lnTo>
                  <a:lnTo>
                    <a:pt x="3062526" y="189400"/>
                  </a:lnTo>
                  <a:lnTo>
                    <a:pt x="3105660" y="165788"/>
                  </a:lnTo>
                  <a:lnTo>
                    <a:pt x="3148794" y="142156"/>
                  </a:lnTo>
                  <a:lnTo>
                    <a:pt x="3191928" y="118505"/>
                  </a:lnTo>
                  <a:lnTo>
                    <a:pt x="3235062" y="94836"/>
                  </a:lnTo>
                  <a:lnTo>
                    <a:pt x="3278196" y="71151"/>
                  </a:lnTo>
                  <a:lnTo>
                    <a:pt x="3321331" y="47449"/>
                  </a:lnTo>
                  <a:lnTo>
                    <a:pt x="3364465" y="23731"/>
                  </a:lnTo>
                  <a:lnTo>
                    <a:pt x="3407599" y="0"/>
                  </a:lnTo>
                  <a:lnTo>
                    <a:pt x="3407599" y="2394134"/>
                  </a:lnTo>
                  <a:lnTo>
                    <a:pt x="3364465" y="2379749"/>
                  </a:lnTo>
                  <a:lnTo>
                    <a:pt x="3321331" y="2365377"/>
                  </a:lnTo>
                  <a:lnTo>
                    <a:pt x="3278196" y="2351022"/>
                  </a:lnTo>
                  <a:lnTo>
                    <a:pt x="3235062" y="2336682"/>
                  </a:lnTo>
                  <a:lnTo>
                    <a:pt x="3191928" y="2322360"/>
                  </a:lnTo>
                  <a:lnTo>
                    <a:pt x="3148794" y="2308055"/>
                  </a:lnTo>
                  <a:lnTo>
                    <a:pt x="3105660" y="2293769"/>
                  </a:lnTo>
                  <a:lnTo>
                    <a:pt x="3062526" y="2279503"/>
                  </a:lnTo>
                  <a:lnTo>
                    <a:pt x="3019391" y="2265259"/>
                  </a:lnTo>
                  <a:lnTo>
                    <a:pt x="2976257" y="2251036"/>
                  </a:lnTo>
                  <a:lnTo>
                    <a:pt x="2933123" y="2236837"/>
                  </a:lnTo>
                  <a:lnTo>
                    <a:pt x="2889989" y="2222662"/>
                  </a:lnTo>
                  <a:lnTo>
                    <a:pt x="2846855" y="2208514"/>
                  </a:lnTo>
                  <a:lnTo>
                    <a:pt x="2803721" y="2194394"/>
                  </a:lnTo>
                  <a:lnTo>
                    <a:pt x="2760586" y="2180303"/>
                  </a:lnTo>
                  <a:lnTo>
                    <a:pt x="2717452" y="2166244"/>
                  </a:lnTo>
                  <a:lnTo>
                    <a:pt x="2674318" y="2152219"/>
                  </a:lnTo>
                  <a:lnTo>
                    <a:pt x="2631184" y="2138229"/>
                  </a:lnTo>
                  <a:lnTo>
                    <a:pt x="2588050" y="2124277"/>
                  </a:lnTo>
                  <a:lnTo>
                    <a:pt x="2544915" y="2110366"/>
                  </a:lnTo>
                  <a:lnTo>
                    <a:pt x="2501781" y="2096498"/>
                  </a:lnTo>
                  <a:lnTo>
                    <a:pt x="2458647" y="2082677"/>
                  </a:lnTo>
                  <a:lnTo>
                    <a:pt x="2415513" y="2068906"/>
                  </a:lnTo>
                  <a:lnTo>
                    <a:pt x="2372379" y="2055188"/>
                  </a:lnTo>
                  <a:lnTo>
                    <a:pt x="2329245" y="2041529"/>
                  </a:lnTo>
                  <a:lnTo>
                    <a:pt x="2286110" y="2027931"/>
                  </a:lnTo>
                  <a:lnTo>
                    <a:pt x="2242976" y="2014401"/>
                  </a:lnTo>
                  <a:lnTo>
                    <a:pt x="2199842" y="2000943"/>
                  </a:lnTo>
                  <a:lnTo>
                    <a:pt x="2156708" y="1987564"/>
                  </a:lnTo>
                  <a:lnTo>
                    <a:pt x="2113574" y="1974271"/>
                  </a:lnTo>
                  <a:lnTo>
                    <a:pt x="2070440" y="1961070"/>
                  </a:lnTo>
                  <a:lnTo>
                    <a:pt x="2027305" y="1947970"/>
                  </a:lnTo>
                  <a:lnTo>
                    <a:pt x="1984171" y="1934980"/>
                  </a:lnTo>
                  <a:lnTo>
                    <a:pt x="1941037" y="1922111"/>
                  </a:lnTo>
                  <a:lnTo>
                    <a:pt x="1897903" y="1909374"/>
                  </a:lnTo>
                  <a:lnTo>
                    <a:pt x="1854769" y="1896782"/>
                  </a:lnTo>
                  <a:lnTo>
                    <a:pt x="1811635" y="1884350"/>
                  </a:lnTo>
                  <a:lnTo>
                    <a:pt x="1768500" y="1872094"/>
                  </a:lnTo>
                  <a:lnTo>
                    <a:pt x="1725366" y="1860033"/>
                  </a:lnTo>
                  <a:lnTo>
                    <a:pt x="1682232" y="1848188"/>
                  </a:lnTo>
                  <a:lnTo>
                    <a:pt x="1639098" y="1836583"/>
                  </a:lnTo>
                  <a:lnTo>
                    <a:pt x="1595964" y="1825244"/>
                  </a:lnTo>
                  <a:lnTo>
                    <a:pt x="1552830" y="1814203"/>
                  </a:lnTo>
                  <a:lnTo>
                    <a:pt x="1509695" y="1803495"/>
                  </a:lnTo>
                  <a:lnTo>
                    <a:pt x="1466561" y="1793160"/>
                  </a:lnTo>
                  <a:lnTo>
                    <a:pt x="1423427" y="1783242"/>
                  </a:lnTo>
                  <a:lnTo>
                    <a:pt x="1380293" y="1773793"/>
                  </a:lnTo>
                  <a:lnTo>
                    <a:pt x="1337159" y="1764871"/>
                  </a:lnTo>
                  <a:lnTo>
                    <a:pt x="1294025" y="1756541"/>
                  </a:lnTo>
                  <a:lnTo>
                    <a:pt x="1250890" y="1748875"/>
                  </a:lnTo>
                  <a:lnTo>
                    <a:pt x="1207756" y="1741954"/>
                  </a:lnTo>
                  <a:lnTo>
                    <a:pt x="1164622" y="1735864"/>
                  </a:lnTo>
                  <a:lnTo>
                    <a:pt x="1121488" y="1730701"/>
                  </a:lnTo>
                  <a:lnTo>
                    <a:pt x="1078354" y="1726563"/>
                  </a:lnTo>
                  <a:lnTo>
                    <a:pt x="1035220" y="1723550"/>
                  </a:lnTo>
                  <a:lnTo>
                    <a:pt x="992085" y="1721760"/>
                  </a:lnTo>
                  <a:lnTo>
                    <a:pt x="948951" y="1721287"/>
                  </a:lnTo>
                  <a:lnTo>
                    <a:pt x="905817" y="1722210"/>
                  </a:lnTo>
                  <a:lnTo>
                    <a:pt x="862683" y="1724591"/>
                  </a:lnTo>
                  <a:lnTo>
                    <a:pt x="819549" y="1728470"/>
                  </a:lnTo>
                  <a:lnTo>
                    <a:pt x="776415" y="1733862"/>
                  </a:lnTo>
                  <a:lnTo>
                    <a:pt x="733280" y="1740754"/>
                  </a:lnTo>
                  <a:lnTo>
                    <a:pt x="690146" y="1749106"/>
                  </a:lnTo>
                  <a:lnTo>
                    <a:pt x="647012" y="1758858"/>
                  </a:lnTo>
                  <a:lnTo>
                    <a:pt x="603878" y="1769930"/>
                  </a:lnTo>
                  <a:lnTo>
                    <a:pt x="560744" y="1782231"/>
                  </a:lnTo>
                  <a:lnTo>
                    <a:pt x="517610" y="1795662"/>
                  </a:lnTo>
                  <a:lnTo>
                    <a:pt x="474475" y="1810123"/>
                  </a:lnTo>
                  <a:lnTo>
                    <a:pt x="431341" y="1825515"/>
                  </a:lnTo>
                  <a:lnTo>
                    <a:pt x="388207" y="1841743"/>
                  </a:lnTo>
                  <a:lnTo>
                    <a:pt x="345073" y="1858721"/>
                  </a:lnTo>
                  <a:lnTo>
                    <a:pt x="301939" y="1876366"/>
                  </a:lnTo>
                  <a:lnTo>
                    <a:pt x="258805" y="1894606"/>
                  </a:lnTo>
                  <a:lnTo>
                    <a:pt x="215670" y="1913377"/>
                  </a:lnTo>
                  <a:lnTo>
                    <a:pt x="172536" y="1932619"/>
                  </a:lnTo>
                  <a:lnTo>
                    <a:pt x="129402" y="1952281"/>
                  </a:lnTo>
                  <a:lnTo>
                    <a:pt x="86268" y="1972317"/>
                  </a:lnTo>
                  <a:lnTo>
                    <a:pt x="43134" y="1992689"/>
                  </a:lnTo>
                  <a:lnTo>
                    <a:pt x="0" y="2013359"/>
                  </a:lnTo>
                  <a:close/>
                </a:path>
              </a:pathLst>
            </a:custGeom>
            <a:solidFill>
              <a:srgbClr val="A6CEE3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788880" y="4087820"/>
              <a:ext cx="3407599" cy="1233836"/>
            </a:xfrm>
            <a:custGeom>
              <a:avLst/>
              <a:pathLst>
                <a:path w="3407599" h="1233836">
                  <a:moveTo>
                    <a:pt x="0" y="1119122"/>
                  </a:moveTo>
                  <a:lnTo>
                    <a:pt x="43134" y="1130446"/>
                  </a:lnTo>
                  <a:lnTo>
                    <a:pt x="86268" y="1141471"/>
                  </a:lnTo>
                  <a:lnTo>
                    <a:pt x="129402" y="1152162"/>
                  </a:lnTo>
                  <a:lnTo>
                    <a:pt x="172536" y="1162478"/>
                  </a:lnTo>
                  <a:lnTo>
                    <a:pt x="215670" y="1172374"/>
                  </a:lnTo>
                  <a:lnTo>
                    <a:pt x="258805" y="1181798"/>
                  </a:lnTo>
                  <a:lnTo>
                    <a:pt x="301939" y="1190692"/>
                  </a:lnTo>
                  <a:lnTo>
                    <a:pt x="345073" y="1198991"/>
                  </a:lnTo>
                  <a:lnTo>
                    <a:pt x="388207" y="1206622"/>
                  </a:lnTo>
                  <a:lnTo>
                    <a:pt x="431341" y="1213504"/>
                  </a:lnTo>
                  <a:lnTo>
                    <a:pt x="474475" y="1219550"/>
                  </a:lnTo>
                  <a:lnTo>
                    <a:pt x="517610" y="1224665"/>
                  </a:lnTo>
                  <a:lnTo>
                    <a:pt x="560744" y="1228750"/>
                  </a:lnTo>
                  <a:lnTo>
                    <a:pt x="603878" y="1231704"/>
                  </a:lnTo>
                  <a:lnTo>
                    <a:pt x="647012" y="1233430"/>
                  </a:lnTo>
                  <a:lnTo>
                    <a:pt x="690146" y="1233836"/>
                  </a:lnTo>
                  <a:lnTo>
                    <a:pt x="733280" y="1232842"/>
                  </a:lnTo>
                  <a:lnTo>
                    <a:pt x="776415" y="1230388"/>
                  </a:lnTo>
                  <a:lnTo>
                    <a:pt x="819549" y="1226433"/>
                  </a:lnTo>
                  <a:lnTo>
                    <a:pt x="862683" y="1220967"/>
                  </a:lnTo>
                  <a:lnTo>
                    <a:pt x="905817" y="1214002"/>
                  </a:lnTo>
                  <a:lnTo>
                    <a:pt x="948951" y="1205578"/>
                  </a:lnTo>
                  <a:lnTo>
                    <a:pt x="992085" y="1195759"/>
                  </a:lnTo>
                  <a:lnTo>
                    <a:pt x="1035220" y="1184623"/>
                  </a:lnTo>
                  <a:lnTo>
                    <a:pt x="1078354" y="1172264"/>
                  </a:lnTo>
                  <a:lnTo>
                    <a:pt x="1121488" y="1158779"/>
                  </a:lnTo>
                  <a:lnTo>
                    <a:pt x="1164622" y="1144270"/>
                  </a:lnTo>
                  <a:lnTo>
                    <a:pt x="1207756" y="1128835"/>
                  </a:lnTo>
                  <a:lnTo>
                    <a:pt x="1250890" y="1112567"/>
                  </a:lnTo>
                  <a:lnTo>
                    <a:pt x="1294025" y="1095555"/>
                  </a:lnTo>
                  <a:lnTo>
                    <a:pt x="1337159" y="1077879"/>
                  </a:lnTo>
                  <a:lnTo>
                    <a:pt x="1380293" y="1059610"/>
                  </a:lnTo>
                  <a:lnTo>
                    <a:pt x="1423427" y="1040815"/>
                  </a:lnTo>
                  <a:lnTo>
                    <a:pt x="1466561" y="1021551"/>
                  </a:lnTo>
                  <a:lnTo>
                    <a:pt x="1509695" y="1001870"/>
                  </a:lnTo>
                  <a:lnTo>
                    <a:pt x="1552830" y="981816"/>
                  </a:lnTo>
                  <a:lnTo>
                    <a:pt x="1595964" y="961429"/>
                  </a:lnTo>
                  <a:lnTo>
                    <a:pt x="1639098" y="940744"/>
                  </a:lnTo>
                  <a:lnTo>
                    <a:pt x="1682232" y="919793"/>
                  </a:lnTo>
                  <a:lnTo>
                    <a:pt x="1725366" y="898601"/>
                  </a:lnTo>
                  <a:lnTo>
                    <a:pt x="1768500" y="877194"/>
                  </a:lnTo>
                  <a:lnTo>
                    <a:pt x="1811635" y="855592"/>
                  </a:lnTo>
                  <a:lnTo>
                    <a:pt x="1854769" y="833814"/>
                  </a:lnTo>
                  <a:lnTo>
                    <a:pt x="1897903" y="811876"/>
                  </a:lnTo>
                  <a:lnTo>
                    <a:pt x="1941037" y="789793"/>
                  </a:lnTo>
                  <a:lnTo>
                    <a:pt x="1984171" y="767577"/>
                  </a:lnTo>
                  <a:lnTo>
                    <a:pt x="2027305" y="745241"/>
                  </a:lnTo>
                  <a:lnTo>
                    <a:pt x="2070440" y="722795"/>
                  </a:lnTo>
                  <a:lnTo>
                    <a:pt x="2113574" y="700248"/>
                  </a:lnTo>
                  <a:lnTo>
                    <a:pt x="2156708" y="677608"/>
                  </a:lnTo>
                  <a:lnTo>
                    <a:pt x="2199842" y="654883"/>
                  </a:lnTo>
                  <a:lnTo>
                    <a:pt x="2242976" y="632079"/>
                  </a:lnTo>
                  <a:lnTo>
                    <a:pt x="2286110" y="609203"/>
                  </a:lnTo>
                  <a:lnTo>
                    <a:pt x="2329245" y="586259"/>
                  </a:lnTo>
                  <a:lnTo>
                    <a:pt x="2372379" y="563253"/>
                  </a:lnTo>
                  <a:lnTo>
                    <a:pt x="2415513" y="540190"/>
                  </a:lnTo>
                  <a:lnTo>
                    <a:pt x="2458647" y="517073"/>
                  </a:lnTo>
                  <a:lnTo>
                    <a:pt x="2501781" y="493905"/>
                  </a:lnTo>
                  <a:lnTo>
                    <a:pt x="2544915" y="470691"/>
                  </a:lnTo>
                  <a:lnTo>
                    <a:pt x="2588050" y="447434"/>
                  </a:lnTo>
                  <a:lnTo>
                    <a:pt x="2631184" y="424136"/>
                  </a:lnTo>
                  <a:lnTo>
                    <a:pt x="2674318" y="400800"/>
                  </a:lnTo>
                  <a:lnTo>
                    <a:pt x="2717452" y="377428"/>
                  </a:lnTo>
                  <a:lnTo>
                    <a:pt x="2760586" y="354023"/>
                  </a:lnTo>
                  <a:lnTo>
                    <a:pt x="2803721" y="330586"/>
                  </a:lnTo>
                  <a:lnTo>
                    <a:pt x="2846855" y="307120"/>
                  </a:lnTo>
                  <a:lnTo>
                    <a:pt x="2889989" y="283626"/>
                  </a:lnTo>
                  <a:lnTo>
                    <a:pt x="2933123" y="260105"/>
                  </a:lnTo>
                  <a:lnTo>
                    <a:pt x="2976257" y="236560"/>
                  </a:lnTo>
                  <a:lnTo>
                    <a:pt x="3019391" y="212991"/>
                  </a:lnTo>
                  <a:lnTo>
                    <a:pt x="3062526" y="189400"/>
                  </a:lnTo>
                  <a:lnTo>
                    <a:pt x="3105660" y="165788"/>
                  </a:lnTo>
                  <a:lnTo>
                    <a:pt x="3148794" y="142156"/>
                  </a:lnTo>
                  <a:lnTo>
                    <a:pt x="3191928" y="118505"/>
                  </a:lnTo>
                  <a:lnTo>
                    <a:pt x="3235062" y="94836"/>
                  </a:lnTo>
                  <a:lnTo>
                    <a:pt x="3278196" y="71151"/>
                  </a:lnTo>
                  <a:lnTo>
                    <a:pt x="3321331" y="47449"/>
                  </a:lnTo>
                  <a:lnTo>
                    <a:pt x="3364465" y="23731"/>
                  </a:lnTo>
                  <a:lnTo>
                    <a:pt x="34075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788880" y="5809107"/>
              <a:ext cx="3407599" cy="672847"/>
            </a:xfrm>
            <a:custGeom>
              <a:avLst/>
              <a:pathLst>
                <a:path w="3407599" h="672847">
                  <a:moveTo>
                    <a:pt x="3407599" y="672847"/>
                  </a:moveTo>
                  <a:lnTo>
                    <a:pt x="3364465" y="658461"/>
                  </a:lnTo>
                  <a:lnTo>
                    <a:pt x="3321331" y="644090"/>
                  </a:lnTo>
                  <a:lnTo>
                    <a:pt x="3278196" y="629734"/>
                  </a:lnTo>
                  <a:lnTo>
                    <a:pt x="3235062" y="615394"/>
                  </a:lnTo>
                  <a:lnTo>
                    <a:pt x="3191928" y="601072"/>
                  </a:lnTo>
                  <a:lnTo>
                    <a:pt x="3148794" y="586767"/>
                  </a:lnTo>
                  <a:lnTo>
                    <a:pt x="3105660" y="572482"/>
                  </a:lnTo>
                  <a:lnTo>
                    <a:pt x="3062526" y="558216"/>
                  </a:lnTo>
                  <a:lnTo>
                    <a:pt x="3019391" y="543971"/>
                  </a:lnTo>
                  <a:lnTo>
                    <a:pt x="2976257" y="529748"/>
                  </a:lnTo>
                  <a:lnTo>
                    <a:pt x="2933123" y="515549"/>
                  </a:lnTo>
                  <a:lnTo>
                    <a:pt x="2889989" y="501375"/>
                  </a:lnTo>
                  <a:lnTo>
                    <a:pt x="2846855" y="487226"/>
                  </a:lnTo>
                  <a:lnTo>
                    <a:pt x="2803721" y="473106"/>
                  </a:lnTo>
                  <a:lnTo>
                    <a:pt x="2760586" y="459016"/>
                  </a:lnTo>
                  <a:lnTo>
                    <a:pt x="2717452" y="444957"/>
                  </a:lnTo>
                  <a:lnTo>
                    <a:pt x="2674318" y="430931"/>
                  </a:lnTo>
                  <a:lnTo>
                    <a:pt x="2631184" y="416941"/>
                  </a:lnTo>
                  <a:lnTo>
                    <a:pt x="2588050" y="402989"/>
                  </a:lnTo>
                  <a:lnTo>
                    <a:pt x="2544915" y="389078"/>
                  </a:lnTo>
                  <a:lnTo>
                    <a:pt x="2501781" y="375210"/>
                  </a:lnTo>
                  <a:lnTo>
                    <a:pt x="2458647" y="361389"/>
                  </a:lnTo>
                  <a:lnTo>
                    <a:pt x="2415513" y="347618"/>
                  </a:lnTo>
                  <a:lnTo>
                    <a:pt x="2372379" y="333901"/>
                  </a:lnTo>
                  <a:lnTo>
                    <a:pt x="2329245" y="320241"/>
                  </a:lnTo>
                  <a:lnTo>
                    <a:pt x="2286110" y="306644"/>
                  </a:lnTo>
                  <a:lnTo>
                    <a:pt x="2242976" y="293113"/>
                  </a:lnTo>
                  <a:lnTo>
                    <a:pt x="2199842" y="279656"/>
                  </a:lnTo>
                  <a:lnTo>
                    <a:pt x="2156708" y="266277"/>
                  </a:lnTo>
                  <a:lnTo>
                    <a:pt x="2113574" y="252983"/>
                  </a:lnTo>
                  <a:lnTo>
                    <a:pt x="2070440" y="239782"/>
                  </a:lnTo>
                  <a:lnTo>
                    <a:pt x="2027305" y="226682"/>
                  </a:lnTo>
                  <a:lnTo>
                    <a:pt x="1984171" y="213692"/>
                  </a:lnTo>
                  <a:lnTo>
                    <a:pt x="1941037" y="200823"/>
                  </a:lnTo>
                  <a:lnTo>
                    <a:pt x="1897903" y="188086"/>
                  </a:lnTo>
                  <a:lnTo>
                    <a:pt x="1854769" y="175494"/>
                  </a:lnTo>
                  <a:lnTo>
                    <a:pt x="1811635" y="163062"/>
                  </a:lnTo>
                  <a:lnTo>
                    <a:pt x="1768500" y="150806"/>
                  </a:lnTo>
                  <a:lnTo>
                    <a:pt x="1725366" y="138745"/>
                  </a:lnTo>
                  <a:lnTo>
                    <a:pt x="1682232" y="126900"/>
                  </a:lnTo>
                  <a:lnTo>
                    <a:pt x="1639098" y="115295"/>
                  </a:lnTo>
                  <a:lnTo>
                    <a:pt x="1595964" y="103956"/>
                  </a:lnTo>
                  <a:lnTo>
                    <a:pt x="1552830" y="92916"/>
                  </a:lnTo>
                  <a:lnTo>
                    <a:pt x="1509695" y="82208"/>
                  </a:lnTo>
                  <a:lnTo>
                    <a:pt x="1466561" y="71872"/>
                  </a:lnTo>
                  <a:lnTo>
                    <a:pt x="1423427" y="61955"/>
                  </a:lnTo>
                  <a:lnTo>
                    <a:pt x="1380293" y="52506"/>
                  </a:lnTo>
                  <a:lnTo>
                    <a:pt x="1337159" y="43584"/>
                  </a:lnTo>
                  <a:lnTo>
                    <a:pt x="1294025" y="35253"/>
                  </a:lnTo>
                  <a:lnTo>
                    <a:pt x="1250890" y="27587"/>
                  </a:lnTo>
                  <a:lnTo>
                    <a:pt x="1207756" y="20666"/>
                  </a:lnTo>
                  <a:lnTo>
                    <a:pt x="1164622" y="14577"/>
                  </a:lnTo>
                  <a:lnTo>
                    <a:pt x="1121488" y="9413"/>
                  </a:lnTo>
                  <a:lnTo>
                    <a:pt x="1078354" y="5275"/>
                  </a:lnTo>
                  <a:lnTo>
                    <a:pt x="1035220" y="2262"/>
                  </a:lnTo>
                  <a:lnTo>
                    <a:pt x="992085" y="473"/>
                  </a:lnTo>
                  <a:lnTo>
                    <a:pt x="948951" y="0"/>
                  </a:lnTo>
                  <a:lnTo>
                    <a:pt x="905817" y="922"/>
                  </a:lnTo>
                  <a:lnTo>
                    <a:pt x="862683" y="3303"/>
                  </a:lnTo>
                  <a:lnTo>
                    <a:pt x="819549" y="7183"/>
                  </a:lnTo>
                  <a:lnTo>
                    <a:pt x="776415" y="12575"/>
                  </a:lnTo>
                  <a:lnTo>
                    <a:pt x="733280" y="19466"/>
                  </a:lnTo>
                  <a:lnTo>
                    <a:pt x="690146" y="27818"/>
                  </a:lnTo>
                  <a:lnTo>
                    <a:pt x="647012" y="37570"/>
                  </a:lnTo>
                  <a:lnTo>
                    <a:pt x="603878" y="48643"/>
                  </a:lnTo>
                  <a:lnTo>
                    <a:pt x="560744" y="60943"/>
                  </a:lnTo>
                  <a:lnTo>
                    <a:pt x="517610" y="74375"/>
                  </a:lnTo>
                  <a:lnTo>
                    <a:pt x="474475" y="88835"/>
                  </a:lnTo>
                  <a:lnTo>
                    <a:pt x="431341" y="104227"/>
                  </a:lnTo>
                  <a:lnTo>
                    <a:pt x="388207" y="120456"/>
                  </a:lnTo>
                  <a:lnTo>
                    <a:pt x="345073" y="137433"/>
                  </a:lnTo>
                  <a:lnTo>
                    <a:pt x="301939" y="155078"/>
                  </a:lnTo>
                  <a:lnTo>
                    <a:pt x="258805" y="173319"/>
                  </a:lnTo>
                  <a:lnTo>
                    <a:pt x="215670" y="192089"/>
                  </a:lnTo>
                  <a:lnTo>
                    <a:pt x="172536" y="211331"/>
                  </a:lnTo>
                  <a:lnTo>
                    <a:pt x="129402" y="230993"/>
                  </a:lnTo>
                  <a:lnTo>
                    <a:pt x="86268" y="251030"/>
                  </a:lnTo>
                  <a:lnTo>
                    <a:pt x="43134" y="271401"/>
                  </a:lnTo>
                  <a:lnTo>
                    <a:pt x="0" y="29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88880" y="5284887"/>
              <a:ext cx="3407599" cy="369173"/>
            </a:xfrm>
            <a:custGeom>
              <a:avLst/>
              <a:pathLst>
                <a:path w="3407599" h="369173">
                  <a:moveTo>
                    <a:pt x="0" y="369173"/>
                  </a:moveTo>
                  <a:lnTo>
                    <a:pt x="43134" y="364500"/>
                  </a:lnTo>
                  <a:lnTo>
                    <a:pt x="86268" y="359827"/>
                  </a:lnTo>
                  <a:lnTo>
                    <a:pt x="129402" y="355154"/>
                  </a:lnTo>
                  <a:lnTo>
                    <a:pt x="172536" y="350481"/>
                  </a:lnTo>
                  <a:lnTo>
                    <a:pt x="215670" y="345808"/>
                  </a:lnTo>
                  <a:lnTo>
                    <a:pt x="258805" y="341135"/>
                  </a:lnTo>
                  <a:lnTo>
                    <a:pt x="301939" y="336462"/>
                  </a:lnTo>
                  <a:lnTo>
                    <a:pt x="345073" y="331788"/>
                  </a:lnTo>
                  <a:lnTo>
                    <a:pt x="388207" y="327115"/>
                  </a:lnTo>
                  <a:lnTo>
                    <a:pt x="431341" y="322442"/>
                  </a:lnTo>
                  <a:lnTo>
                    <a:pt x="474475" y="317769"/>
                  </a:lnTo>
                  <a:lnTo>
                    <a:pt x="517610" y="313096"/>
                  </a:lnTo>
                  <a:lnTo>
                    <a:pt x="560744" y="308423"/>
                  </a:lnTo>
                  <a:lnTo>
                    <a:pt x="603878" y="303750"/>
                  </a:lnTo>
                  <a:lnTo>
                    <a:pt x="647012" y="299077"/>
                  </a:lnTo>
                  <a:lnTo>
                    <a:pt x="690146" y="294404"/>
                  </a:lnTo>
                  <a:lnTo>
                    <a:pt x="733280" y="289731"/>
                  </a:lnTo>
                  <a:lnTo>
                    <a:pt x="776415" y="285058"/>
                  </a:lnTo>
                  <a:lnTo>
                    <a:pt x="819549" y="280385"/>
                  </a:lnTo>
                  <a:lnTo>
                    <a:pt x="862683" y="275711"/>
                  </a:lnTo>
                  <a:lnTo>
                    <a:pt x="905817" y="271038"/>
                  </a:lnTo>
                  <a:lnTo>
                    <a:pt x="948951" y="266365"/>
                  </a:lnTo>
                  <a:lnTo>
                    <a:pt x="992085" y="261692"/>
                  </a:lnTo>
                  <a:lnTo>
                    <a:pt x="1035220" y="257019"/>
                  </a:lnTo>
                  <a:lnTo>
                    <a:pt x="1078354" y="252346"/>
                  </a:lnTo>
                  <a:lnTo>
                    <a:pt x="1121488" y="247673"/>
                  </a:lnTo>
                  <a:lnTo>
                    <a:pt x="1164622" y="243000"/>
                  </a:lnTo>
                  <a:lnTo>
                    <a:pt x="1207756" y="238327"/>
                  </a:lnTo>
                  <a:lnTo>
                    <a:pt x="1250890" y="233654"/>
                  </a:lnTo>
                  <a:lnTo>
                    <a:pt x="1294025" y="228981"/>
                  </a:lnTo>
                  <a:lnTo>
                    <a:pt x="1337159" y="224308"/>
                  </a:lnTo>
                  <a:lnTo>
                    <a:pt x="1380293" y="219634"/>
                  </a:lnTo>
                  <a:lnTo>
                    <a:pt x="1423427" y="214961"/>
                  </a:lnTo>
                  <a:lnTo>
                    <a:pt x="1466561" y="210288"/>
                  </a:lnTo>
                  <a:lnTo>
                    <a:pt x="1509695" y="205615"/>
                  </a:lnTo>
                  <a:lnTo>
                    <a:pt x="1552830" y="200942"/>
                  </a:lnTo>
                  <a:lnTo>
                    <a:pt x="1595964" y="196269"/>
                  </a:lnTo>
                  <a:lnTo>
                    <a:pt x="1639098" y="191596"/>
                  </a:lnTo>
                  <a:lnTo>
                    <a:pt x="1682232" y="186923"/>
                  </a:lnTo>
                  <a:lnTo>
                    <a:pt x="1725366" y="182250"/>
                  </a:lnTo>
                  <a:lnTo>
                    <a:pt x="1768500" y="177577"/>
                  </a:lnTo>
                  <a:lnTo>
                    <a:pt x="1811635" y="172904"/>
                  </a:lnTo>
                  <a:lnTo>
                    <a:pt x="1854769" y="168231"/>
                  </a:lnTo>
                  <a:lnTo>
                    <a:pt x="1897903" y="163557"/>
                  </a:lnTo>
                  <a:lnTo>
                    <a:pt x="1941037" y="158884"/>
                  </a:lnTo>
                  <a:lnTo>
                    <a:pt x="1984171" y="154211"/>
                  </a:lnTo>
                  <a:lnTo>
                    <a:pt x="2027305" y="149538"/>
                  </a:lnTo>
                  <a:lnTo>
                    <a:pt x="2070440" y="144865"/>
                  </a:lnTo>
                  <a:lnTo>
                    <a:pt x="2113574" y="140192"/>
                  </a:lnTo>
                  <a:lnTo>
                    <a:pt x="2156708" y="135519"/>
                  </a:lnTo>
                  <a:lnTo>
                    <a:pt x="2199842" y="130846"/>
                  </a:lnTo>
                  <a:lnTo>
                    <a:pt x="2242976" y="126173"/>
                  </a:lnTo>
                  <a:lnTo>
                    <a:pt x="2286110" y="121500"/>
                  </a:lnTo>
                  <a:lnTo>
                    <a:pt x="2329245" y="116827"/>
                  </a:lnTo>
                  <a:lnTo>
                    <a:pt x="2372379" y="112154"/>
                  </a:lnTo>
                  <a:lnTo>
                    <a:pt x="2415513" y="107480"/>
                  </a:lnTo>
                  <a:lnTo>
                    <a:pt x="2458647" y="102807"/>
                  </a:lnTo>
                  <a:lnTo>
                    <a:pt x="2501781" y="98134"/>
                  </a:lnTo>
                  <a:lnTo>
                    <a:pt x="2544915" y="93461"/>
                  </a:lnTo>
                  <a:lnTo>
                    <a:pt x="2588050" y="88788"/>
                  </a:lnTo>
                  <a:lnTo>
                    <a:pt x="2631184" y="84115"/>
                  </a:lnTo>
                  <a:lnTo>
                    <a:pt x="2674318" y="79442"/>
                  </a:lnTo>
                  <a:lnTo>
                    <a:pt x="2717452" y="74769"/>
                  </a:lnTo>
                  <a:lnTo>
                    <a:pt x="2760586" y="70096"/>
                  </a:lnTo>
                  <a:lnTo>
                    <a:pt x="2803721" y="65423"/>
                  </a:lnTo>
                  <a:lnTo>
                    <a:pt x="2846855" y="60750"/>
                  </a:lnTo>
                  <a:lnTo>
                    <a:pt x="2889989" y="56077"/>
                  </a:lnTo>
                  <a:lnTo>
                    <a:pt x="2933123" y="51403"/>
                  </a:lnTo>
                  <a:lnTo>
                    <a:pt x="2976257" y="46730"/>
                  </a:lnTo>
                  <a:lnTo>
                    <a:pt x="3019391" y="42057"/>
                  </a:lnTo>
                  <a:lnTo>
                    <a:pt x="3062526" y="37384"/>
                  </a:lnTo>
                  <a:lnTo>
                    <a:pt x="3105660" y="32711"/>
                  </a:lnTo>
                  <a:lnTo>
                    <a:pt x="3148794" y="28038"/>
                  </a:lnTo>
                  <a:lnTo>
                    <a:pt x="3191928" y="23365"/>
                  </a:lnTo>
                  <a:lnTo>
                    <a:pt x="3235062" y="18692"/>
                  </a:lnTo>
                  <a:lnTo>
                    <a:pt x="3278196" y="14019"/>
                  </a:lnTo>
                  <a:lnTo>
                    <a:pt x="3321331" y="9346"/>
                  </a:lnTo>
                  <a:lnTo>
                    <a:pt x="3364465" y="4673"/>
                  </a:lnTo>
                  <a:lnTo>
                    <a:pt x="3407599" y="0"/>
                  </a:lnTo>
                </a:path>
              </a:pathLst>
            </a:custGeom>
            <a:ln w="27101" cap="flat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4577889" y="3639852"/>
              <a:ext cx="1618590" cy="1259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 = 0.063; p = 6.53e-01</a:t>
              </a:r>
            </a:p>
          </p:txBody>
        </p:sp>
        <p:sp>
          <p:nvSpPr>
            <p:cNvPr id="52" name="pl52"/>
            <p:cNvSpPr/>
            <p:nvPr/>
          </p:nvSpPr>
          <p:spPr>
            <a:xfrm>
              <a:off x="2618500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2468279" y="6665870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502789" y="5526728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502789" y="4390117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pl56"/>
            <p:cNvSpPr/>
            <p:nvPr/>
          </p:nvSpPr>
          <p:spPr>
            <a:xfrm>
              <a:off x="2586236" y="6703265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586236" y="5565388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586236" y="4427511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18500" y="6934168"/>
              <a:ext cx="3748359" cy="0"/>
            </a:xfrm>
            <a:custGeom>
              <a:avLst/>
              <a:pathLst>
                <a:path w="3748359" h="0">
                  <a:moveTo>
                    <a:pt x="0" y="0"/>
                  </a:moveTo>
                  <a:lnTo>
                    <a:pt x="3748359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5812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607359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268907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930454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5592002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6253549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tx66"/>
            <p:cNvSpPr/>
            <p:nvPr/>
          </p:nvSpPr>
          <p:spPr>
            <a:xfrm>
              <a:off x="2899739" y="6991940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578542" y="6990675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240089" y="6991940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4901637" y="6991940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5563184" y="6990624"/>
              <a:ext cx="57635" cy="75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6224732" y="6992243"/>
              <a:ext cx="57635" cy="74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373246" y="7091656"/>
              <a:ext cx="2238866" cy="12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Historical survey effort</a:t>
              </a:r>
            </a:p>
          </p:txBody>
        </p:sp>
        <p:sp>
          <p:nvSpPr>
            <p:cNvPr id="73" name="tx73"/>
            <p:cNvSpPr/>
            <p:nvPr/>
          </p:nvSpPr>
          <p:spPr>
            <a:xfrm rot="-5400000">
              <a:off x="1592961" y="5163084"/>
              <a:ext cx="1511595" cy="1199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236919" y="3419929"/>
              <a:ext cx="79107" cy="77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5" name="rc75"/>
            <p:cNvSpPr/>
            <p:nvPr/>
          </p:nvSpPr>
          <p:spPr>
            <a:xfrm>
              <a:off x="6885275" y="3511989"/>
              <a:ext cx="3748359" cy="34221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2724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78090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9243456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10208822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8044754" y="520675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8367738" y="562405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7825643" y="611862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021671" y="674463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8903671" y="505397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799102" y="667707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8565969" y="535240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8656290" y="5161944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8435640" y="420029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8529974" y="617733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8516257" y="609945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8202135" y="537433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7934073" y="569633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8297570" y="500460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7765681" y="581894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8237932" y="548781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8375312" y="542627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8379095" y="560600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8152393" y="538545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8296796" y="498376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8119556" y="606665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8130189" y="509430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7570833" y="591816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0429270" y="448036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8219537" y="639293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8562492" y="565792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7403414" y="416487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8420963" y="492457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8243061" y="508540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8722327" y="500559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437941" y="554251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7055655" y="3667543"/>
              <a:ext cx="3407599" cy="2894269"/>
            </a:xfrm>
            <a:custGeom>
              <a:avLst/>
              <a:pathLst>
                <a:path w="3407599" h="2894269">
                  <a:moveTo>
                    <a:pt x="0" y="1882846"/>
                  </a:moveTo>
                  <a:lnTo>
                    <a:pt x="43134" y="1877906"/>
                  </a:lnTo>
                  <a:lnTo>
                    <a:pt x="86268" y="1872864"/>
                  </a:lnTo>
                  <a:lnTo>
                    <a:pt x="129402" y="1867710"/>
                  </a:lnTo>
                  <a:lnTo>
                    <a:pt x="172536" y="1862435"/>
                  </a:lnTo>
                  <a:lnTo>
                    <a:pt x="215670" y="1857026"/>
                  </a:lnTo>
                  <a:lnTo>
                    <a:pt x="258805" y="1851470"/>
                  </a:lnTo>
                  <a:lnTo>
                    <a:pt x="301939" y="1845751"/>
                  </a:lnTo>
                  <a:lnTo>
                    <a:pt x="345073" y="1839853"/>
                  </a:lnTo>
                  <a:lnTo>
                    <a:pt x="388207" y="1833755"/>
                  </a:lnTo>
                  <a:lnTo>
                    <a:pt x="431341" y="1827437"/>
                  </a:lnTo>
                  <a:lnTo>
                    <a:pt x="474475" y="1820873"/>
                  </a:lnTo>
                  <a:lnTo>
                    <a:pt x="517610" y="1814035"/>
                  </a:lnTo>
                  <a:lnTo>
                    <a:pt x="560744" y="1806891"/>
                  </a:lnTo>
                  <a:lnTo>
                    <a:pt x="603878" y="1799406"/>
                  </a:lnTo>
                  <a:lnTo>
                    <a:pt x="647012" y="1791538"/>
                  </a:lnTo>
                  <a:lnTo>
                    <a:pt x="690146" y="1783243"/>
                  </a:lnTo>
                  <a:lnTo>
                    <a:pt x="733280" y="1774469"/>
                  </a:lnTo>
                  <a:lnTo>
                    <a:pt x="776415" y="1765160"/>
                  </a:lnTo>
                  <a:lnTo>
                    <a:pt x="819549" y="1755252"/>
                  </a:lnTo>
                  <a:lnTo>
                    <a:pt x="862683" y="1744679"/>
                  </a:lnTo>
                  <a:lnTo>
                    <a:pt x="905817" y="1733366"/>
                  </a:lnTo>
                  <a:lnTo>
                    <a:pt x="948951" y="1721237"/>
                  </a:lnTo>
                  <a:lnTo>
                    <a:pt x="992085" y="1708214"/>
                  </a:lnTo>
                  <a:lnTo>
                    <a:pt x="1035220" y="1694220"/>
                  </a:lnTo>
                  <a:lnTo>
                    <a:pt x="1078354" y="1679182"/>
                  </a:lnTo>
                  <a:lnTo>
                    <a:pt x="1121488" y="1663035"/>
                  </a:lnTo>
                  <a:lnTo>
                    <a:pt x="1164622" y="1645728"/>
                  </a:lnTo>
                  <a:lnTo>
                    <a:pt x="1207756" y="1627224"/>
                  </a:lnTo>
                  <a:lnTo>
                    <a:pt x="1250890" y="1607506"/>
                  </a:lnTo>
                  <a:lnTo>
                    <a:pt x="1294025" y="1586579"/>
                  </a:lnTo>
                  <a:lnTo>
                    <a:pt x="1337159" y="1564464"/>
                  </a:lnTo>
                  <a:lnTo>
                    <a:pt x="1380293" y="1541203"/>
                  </a:lnTo>
                  <a:lnTo>
                    <a:pt x="1423427" y="1516854"/>
                  </a:lnTo>
                  <a:lnTo>
                    <a:pt x="1466561" y="1491483"/>
                  </a:lnTo>
                  <a:lnTo>
                    <a:pt x="1509695" y="1465165"/>
                  </a:lnTo>
                  <a:lnTo>
                    <a:pt x="1552830" y="1437978"/>
                  </a:lnTo>
                  <a:lnTo>
                    <a:pt x="1595964" y="1410000"/>
                  </a:lnTo>
                  <a:lnTo>
                    <a:pt x="1639098" y="1381306"/>
                  </a:lnTo>
                  <a:lnTo>
                    <a:pt x="1682232" y="1351969"/>
                  </a:lnTo>
                  <a:lnTo>
                    <a:pt x="1725366" y="1322054"/>
                  </a:lnTo>
                  <a:lnTo>
                    <a:pt x="1768500" y="1291623"/>
                  </a:lnTo>
                  <a:lnTo>
                    <a:pt x="1811635" y="1260729"/>
                  </a:lnTo>
                  <a:lnTo>
                    <a:pt x="1854769" y="1229423"/>
                  </a:lnTo>
                  <a:lnTo>
                    <a:pt x="1897903" y="1197748"/>
                  </a:lnTo>
                  <a:lnTo>
                    <a:pt x="1941037" y="1165744"/>
                  </a:lnTo>
                  <a:lnTo>
                    <a:pt x="1984171" y="1133444"/>
                  </a:lnTo>
                  <a:lnTo>
                    <a:pt x="2027305" y="1100881"/>
                  </a:lnTo>
                  <a:lnTo>
                    <a:pt x="2070440" y="1068079"/>
                  </a:lnTo>
                  <a:lnTo>
                    <a:pt x="2113574" y="1035064"/>
                  </a:lnTo>
                  <a:lnTo>
                    <a:pt x="2156708" y="1001856"/>
                  </a:lnTo>
                  <a:lnTo>
                    <a:pt x="2199842" y="968475"/>
                  </a:lnTo>
                  <a:lnTo>
                    <a:pt x="2242976" y="934936"/>
                  </a:lnTo>
                  <a:lnTo>
                    <a:pt x="2286110" y="901254"/>
                  </a:lnTo>
                  <a:lnTo>
                    <a:pt x="2329245" y="867442"/>
                  </a:lnTo>
                  <a:lnTo>
                    <a:pt x="2372379" y="833512"/>
                  </a:lnTo>
                  <a:lnTo>
                    <a:pt x="2415513" y="799474"/>
                  </a:lnTo>
                  <a:lnTo>
                    <a:pt x="2458647" y="765337"/>
                  </a:lnTo>
                  <a:lnTo>
                    <a:pt x="2501781" y="731110"/>
                  </a:lnTo>
                  <a:lnTo>
                    <a:pt x="2544915" y="696800"/>
                  </a:lnTo>
                  <a:lnTo>
                    <a:pt x="2588050" y="662413"/>
                  </a:lnTo>
                  <a:lnTo>
                    <a:pt x="2631184" y="627956"/>
                  </a:lnTo>
                  <a:lnTo>
                    <a:pt x="2674318" y="593433"/>
                  </a:lnTo>
                  <a:lnTo>
                    <a:pt x="2717452" y="558851"/>
                  </a:lnTo>
                  <a:lnTo>
                    <a:pt x="2760586" y="524212"/>
                  </a:lnTo>
                  <a:lnTo>
                    <a:pt x="2803721" y="489522"/>
                  </a:lnTo>
                  <a:lnTo>
                    <a:pt x="2846855" y="454784"/>
                  </a:lnTo>
                  <a:lnTo>
                    <a:pt x="2889989" y="420001"/>
                  </a:lnTo>
                  <a:lnTo>
                    <a:pt x="2933123" y="385176"/>
                  </a:lnTo>
                  <a:lnTo>
                    <a:pt x="2976257" y="350312"/>
                  </a:lnTo>
                  <a:lnTo>
                    <a:pt x="3019391" y="315412"/>
                  </a:lnTo>
                  <a:lnTo>
                    <a:pt x="3062526" y="280478"/>
                  </a:lnTo>
                  <a:lnTo>
                    <a:pt x="3105660" y="245511"/>
                  </a:lnTo>
                  <a:lnTo>
                    <a:pt x="3148794" y="210515"/>
                  </a:lnTo>
                  <a:lnTo>
                    <a:pt x="3191928" y="175491"/>
                  </a:lnTo>
                  <a:lnTo>
                    <a:pt x="3235062" y="140440"/>
                  </a:lnTo>
                  <a:lnTo>
                    <a:pt x="3278196" y="105364"/>
                  </a:lnTo>
                  <a:lnTo>
                    <a:pt x="3321331" y="70264"/>
                  </a:lnTo>
                  <a:lnTo>
                    <a:pt x="3364465" y="35142"/>
                  </a:lnTo>
                  <a:lnTo>
                    <a:pt x="3407599" y="0"/>
                  </a:lnTo>
                  <a:lnTo>
                    <a:pt x="3407599" y="1692426"/>
                  </a:lnTo>
                  <a:lnTo>
                    <a:pt x="3364465" y="1696330"/>
                  </a:lnTo>
                  <a:lnTo>
                    <a:pt x="3321331" y="1700255"/>
                  </a:lnTo>
                  <a:lnTo>
                    <a:pt x="3278196" y="1704202"/>
                  </a:lnTo>
                  <a:lnTo>
                    <a:pt x="3235062" y="1708173"/>
                  </a:lnTo>
                  <a:lnTo>
                    <a:pt x="3191928" y="1712169"/>
                  </a:lnTo>
                  <a:lnTo>
                    <a:pt x="3148794" y="1716191"/>
                  </a:lnTo>
                  <a:lnTo>
                    <a:pt x="3105660" y="1720241"/>
                  </a:lnTo>
                  <a:lnTo>
                    <a:pt x="3062526" y="1724322"/>
                  </a:lnTo>
                  <a:lnTo>
                    <a:pt x="3019391" y="1728434"/>
                  </a:lnTo>
                  <a:lnTo>
                    <a:pt x="2976257" y="1732580"/>
                  </a:lnTo>
                  <a:lnTo>
                    <a:pt x="2933123" y="1736763"/>
                  </a:lnTo>
                  <a:lnTo>
                    <a:pt x="2889989" y="1740985"/>
                  </a:lnTo>
                  <a:lnTo>
                    <a:pt x="2846855" y="1745249"/>
                  </a:lnTo>
                  <a:lnTo>
                    <a:pt x="2803721" y="1749557"/>
                  </a:lnTo>
                  <a:lnTo>
                    <a:pt x="2760586" y="1753914"/>
                  </a:lnTo>
                  <a:lnTo>
                    <a:pt x="2717452" y="1758322"/>
                  </a:lnTo>
                  <a:lnTo>
                    <a:pt x="2674318" y="1762786"/>
                  </a:lnTo>
                  <a:lnTo>
                    <a:pt x="2631184" y="1767311"/>
                  </a:lnTo>
                  <a:lnTo>
                    <a:pt x="2588050" y="1771900"/>
                  </a:lnTo>
                  <a:lnTo>
                    <a:pt x="2544915" y="1776560"/>
                  </a:lnTo>
                  <a:lnTo>
                    <a:pt x="2501781" y="1781296"/>
                  </a:lnTo>
                  <a:lnTo>
                    <a:pt x="2458647" y="1786116"/>
                  </a:lnTo>
                  <a:lnTo>
                    <a:pt x="2415513" y="1791026"/>
                  </a:lnTo>
                  <a:lnTo>
                    <a:pt x="2372379" y="1796034"/>
                  </a:lnTo>
                  <a:lnTo>
                    <a:pt x="2329245" y="1801151"/>
                  </a:lnTo>
                  <a:lnTo>
                    <a:pt x="2286110" y="1806386"/>
                  </a:lnTo>
                  <a:lnTo>
                    <a:pt x="2242976" y="1811751"/>
                  </a:lnTo>
                  <a:lnTo>
                    <a:pt x="2199842" y="1817259"/>
                  </a:lnTo>
                  <a:lnTo>
                    <a:pt x="2156708" y="1822924"/>
                  </a:lnTo>
                  <a:lnTo>
                    <a:pt x="2113574" y="1828763"/>
                  </a:lnTo>
                  <a:lnTo>
                    <a:pt x="2070440" y="1834794"/>
                  </a:lnTo>
                  <a:lnTo>
                    <a:pt x="2027305" y="1841040"/>
                  </a:lnTo>
                  <a:lnTo>
                    <a:pt x="1984171" y="1847522"/>
                  </a:lnTo>
                  <a:lnTo>
                    <a:pt x="1941037" y="1854270"/>
                  </a:lnTo>
                  <a:lnTo>
                    <a:pt x="1897903" y="1861312"/>
                  </a:lnTo>
                  <a:lnTo>
                    <a:pt x="1854769" y="1868684"/>
                  </a:lnTo>
                  <a:lnTo>
                    <a:pt x="1811635" y="1876425"/>
                  </a:lnTo>
                  <a:lnTo>
                    <a:pt x="1768500" y="1884578"/>
                  </a:lnTo>
                  <a:lnTo>
                    <a:pt x="1725366" y="1893193"/>
                  </a:lnTo>
                  <a:lnTo>
                    <a:pt x="1682232" y="1902325"/>
                  </a:lnTo>
                  <a:lnTo>
                    <a:pt x="1639098" y="1912034"/>
                  </a:lnTo>
                  <a:lnTo>
                    <a:pt x="1595964" y="1922387"/>
                  </a:lnTo>
                  <a:lnTo>
                    <a:pt x="1552830" y="1933456"/>
                  </a:lnTo>
                  <a:lnTo>
                    <a:pt x="1509695" y="1945316"/>
                  </a:lnTo>
                  <a:lnTo>
                    <a:pt x="1466561" y="1958045"/>
                  </a:lnTo>
                  <a:lnTo>
                    <a:pt x="1423427" y="1971720"/>
                  </a:lnTo>
                  <a:lnTo>
                    <a:pt x="1380293" y="1986418"/>
                  </a:lnTo>
                  <a:lnTo>
                    <a:pt x="1337159" y="2002204"/>
                  </a:lnTo>
                  <a:lnTo>
                    <a:pt x="1294025" y="2019136"/>
                  </a:lnTo>
                  <a:lnTo>
                    <a:pt x="1250890" y="2037255"/>
                  </a:lnTo>
                  <a:lnTo>
                    <a:pt x="1207756" y="2056584"/>
                  </a:lnTo>
                  <a:lnTo>
                    <a:pt x="1164622" y="2077127"/>
                  </a:lnTo>
                  <a:lnTo>
                    <a:pt x="1121488" y="2098866"/>
                  </a:lnTo>
                  <a:lnTo>
                    <a:pt x="1078354" y="2121766"/>
                  </a:lnTo>
                  <a:lnTo>
                    <a:pt x="1035220" y="2145775"/>
                  </a:lnTo>
                  <a:lnTo>
                    <a:pt x="992085" y="2170827"/>
                  </a:lnTo>
                  <a:lnTo>
                    <a:pt x="948951" y="2196851"/>
                  </a:lnTo>
                  <a:lnTo>
                    <a:pt x="905817" y="2223769"/>
                  </a:lnTo>
                  <a:lnTo>
                    <a:pt x="862683" y="2251503"/>
                  </a:lnTo>
                  <a:lnTo>
                    <a:pt x="819549" y="2279976"/>
                  </a:lnTo>
                  <a:lnTo>
                    <a:pt x="776415" y="2309115"/>
                  </a:lnTo>
                  <a:lnTo>
                    <a:pt x="733280" y="2338852"/>
                  </a:lnTo>
                  <a:lnTo>
                    <a:pt x="690146" y="2369125"/>
                  </a:lnTo>
                  <a:lnTo>
                    <a:pt x="647012" y="2399876"/>
                  </a:lnTo>
                  <a:lnTo>
                    <a:pt x="603878" y="2431056"/>
                  </a:lnTo>
                  <a:lnTo>
                    <a:pt x="560744" y="2462617"/>
                  </a:lnTo>
                  <a:lnTo>
                    <a:pt x="517610" y="2494520"/>
                  </a:lnTo>
                  <a:lnTo>
                    <a:pt x="474475" y="2526729"/>
                  </a:lnTo>
                  <a:lnTo>
                    <a:pt x="431341" y="2559212"/>
                  </a:lnTo>
                  <a:lnTo>
                    <a:pt x="388207" y="2591940"/>
                  </a:lnTo>
                  <a:lnTo>
                    <a:pt x="345073" y="2624889"/>
                  </a:lnTo>
                  <a:lnTo>
                    <a:pt x="301939" y="2658037"/>
                  </a:lnTo>
                  <a:lnTo>
                    <a:pt x="258805" y="2691365"/>
                  </a:lnTo>
                  <a:lnTo>
                    <a:pt x="215670" y="2724856"/>
                  </a:lnTo>
                  <a:lnTo>
                    <a:pt x="172536" y="2758493"/>
                  </a:lnTo>
                  <a:lnTo>
                    <a:pt x="129402" y="2792265"/>
                  </a:lnTo>
                  <a:lnTo>
                    <a:pt x="86268" y="2826158"/>
                  </a:lnTo>
                  <a:lnTo>
                    <a:pt x="43134" y="2860163"/>
                  </a:lnTo>
                  <a:lnTo>
                    <a:pt x="0" y="2894269"/>
                  </a:lnTo>
                  <a:close/>
                </a:path>
              </a:pathLst>
            </a:custGeom>
            <a:solidFill>
              <a:srgbClr val="1F78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7055655" y="3667543"/>
              <a:ext cx="3407599" cy="1882846"/>
            </a:xfrm>
            <a:custGeom>
              <a:avLst/>
              <a:pathLst>
                <a:path w="3407599" h="1882846">
                  <a:moveTo>
                    <a:pt x="0" y="1882846"/>
                  </a:moveTo>
                  <a:lnTo>
                    <a:pt x="43134" y="1877906"/>
                  </a:lnTo>
                  <a:lnTo>
                    <a:pt x="86268" y="1872864"/>
                  </a:lnTo>
                  <a:lnTo>
                    <a:pt x="129402" y="1867710"/>
                  </a:lnTo>
                  <a:lnTo>
                    <a:pt x="172536" y="1862435"/>
                  </a:lnTo>
                  <a:lnTo>
                    <a:pt x="215670" y="1857026"/>
                  </a:lnTo>
                  <a:lnTo>
                    <a:pt x="258805" y="1851470"/>
                  </a:lnTo>
                  <a:lnTo>
                    <a:pt x="301939" y="1845751"/>
                  </a:lnTo>
                  <a:lnTo>
                    <a:pt x="345073" y="1839853"/>
                  </a:lnTo>
                  <a:lnTo>
                    <a:pt x="388207" y="1833755"/>
                  </a:lnTo>
                  <a:lnTo>
                    <a:pt x="431341" y="1827437"/>
                  </a:lnTo>
                  <a:lnTo>
                    <a:pt x="474475" y="1820873"/>
                  </a:lnTo>
                  <a:lnTo>
                    <a:pt x="517610" y="1814035"/>
                  </a:lnTo>
                  <a:lnTo>
                    <a:pt x="560744" y="1806891"/>
                  </a:lnTo>
                  <a:lnTo>
                    <a:pt x="603878" y="1799406"/>
                  </a:lnTo>
                  <a:lnTo>
                    <a:pt x="647012" y="1791538"/>
                  </a:lnTo>
                  <a:lnTo>
                    <a:pt x="690146" y="1783243"/>
                  </a:lnTo>
                  <a:lnTo>
                    <a:pt x="733280" y="1774469"/>
                  </a:lnTo>
                  <a:lnTo>
                    <a:pt x="776415" y="1765160"/>
                  </a:lnTo>
                  <a:lnTo>
                    <a:pt x="819549" y="1755252"/>
                  </a:lnTo>
                  <a:lnTo>
                    <a:pt x="862683" y="1744679"/>
                  </a:lnTo>
                  <a:lnTo>
                    <a:pt x="905817" y="1733366"/>
                  </a:lnTo>
                  <a:lnTo>
                    <a:pt x="948951" y="1721237"/>
                  </a:lnTo>
                  <a:lnTo>
                    <a:pt x="992085" y="1708214"/>
                  </a:lnTo>
                  <a:lnTo>
                    <a:pt x="1035220" y="1694220"/>
                  </a:lnTo>
                  <a:lnTo>
                    <a:pt x="1078354" y="1679182"/>
                  </a:lnTo>
                  <a:lnTo>
                    <a:pt x="1121488" y="1663035"/>
                  </a:lnTo>
                  <a:lnTo>
                    <a:pt x="1164622" y="1645728"/>
                  </a:lnTo>
                  <a:lnTo>
                    <a:pt x="1207756" y="1627224"/>
                  </a:lnTo>
                  <a:lnTo>
                    <a:pt x="1250890" y="1607506"/>
                  </a:lnTo>
                  <a:lnTo>
                    <a:pt x="1294025" y="1586579"/>
                  </a:lnTo>
                  <a:lnTo>
                    <a:pt x="1337159" y="1564464"/>
                  </a:lnTo>
                  <a:lnTo>
                    <a:pt x="1380293" y="1541203"/>
                  </a:lnTo>
                  <a:lnTo>
                    <a:pt x="1423427" y="1516854"/>
                  </a:lnTo>
                  <a:lnTo>
                    <a:pt x="1466561" y="1491483"/>
                  </a:lnTo>
                  <a:lnTo>
                    <a:pt x="1509695" y="1465165"/>
                  </a:lnTo>
                  <a:lnTo>
                    <a:pt x="1552830" y="1437978"/>
                  </a:lnTo>
                  <a:lnTo>
                    <a:pt x="1595964" y="1410000"/>
                  </a:lnTo>
                  <a:lnTo>
                    <a:pt x="1639098" y="1381306"/>
                  </a:lnTo>
                  <a:lnTo>
                    <a:pt x="1682232" y="1351969"/>
                  </a:lnTo>
                  <a:lnTo>
                    <a:pt x="1725366" y="1322054"/>
                  </a:lnTo>
                  <a:lnTo>
                    <a:pt x="1768500" y="1291623"/>
                  </a:lnTo>
                  <a:lnTo>
                    <a:pt x="1811635" y="1260729"/>
                  </a:lnTo>
                  <a:lnTo>
                    <a:pt x="1854769" y="1229423"/>
                  </a:lnTo>
                  <a:lnTo>
                    <a:pt x="1897903" y="1197748"/>
                  </a:lnTo>
                  <a:lnTo>
                    <a:pt x="1941037" y="1165744"/>
                  </a:lnTo>
                  <a:lnTo>
                    <a:pt x="1984171" y="1133444"/>
                  </a:lnTo>
                  <a:lnTo>
                    <a:pt x="2027305" y="1100881"/>
                  </a:lnTo>
                  <a:lnTo>
                    <a:pt x="2070440" y="1068079"/>
                  </a:lnTo>
                  <a:lnTo>
                    <a:pt x="2113574" y="1035064"/>
                  </a:lnTo>
                  <a:lnTo>
                    <a:pt x="2156708" y="1001856"/>
                  </a:lnTo>
                  <a:lnTo>
                    <a:pt x="2199842" y="968475"/>
                  </a:lnTo>
                  <a:lnTo>
                    <a:pt x="2242976" y="934936"/>
                  </a:lnTo>
                  <a:lnTo>
                    <a:pt x="2286110" y="901254"/>
                  </a:lnTo>
                  <a:lnTo>
                    <a:pt x="2329245" y="867442"/>
                  </a:lnTo>
                  <a:lnTo>
                    <a:pt x="2372379" y="833512"/>
                  </a:lnTo>
                  <a:lnTo>
                    <a:pt x="2415513" y="799474"/>
                  </a:lnTo>
                  <a:lnTo>
                    <a:pt x="2458647" y="765337"/>
                  </a:lnTo>
                  <a:lnTo>
                    <a:pt x="2501781" y="731110"/>
                  </a:lnTo>
                  <a:lnTo>
                    <a:pt x="2544915" y="696800"/>
                  </a:lnTo>
                  <a:lnTo>
                    <a:pt x="2588050" y="662413"/>
                  </a:lnTo>
                  <a:lnTo>
                    <a:pt x="2631184" y="627956"/>
                  </a:lnTo>
                  <a:lnTo>
                    <a:pt x="2674318" y="593433"/>
                  </a:lnTo>
                  <a:lnTo>
                    <a:pt x="2717452" y="558851"/>
                  </a:lnTo>
                  <a:lnTo>
                    <a:pt x="2760586" y="524212"/>
                  </a:lnTo>
                  <a:lnTo>
                    <a:pt x="2803721" y="489522"/>
                  </a:lnTo>
                  <a:lnTo>
                    <a:pt x="2846855" y="454784"/>
                  </a:lnTo>
                  <a:lnTo>
                    <a:pt x="2889989" y="420001"/>
                  </a:lnTo>
                  <a:lnTo>
                    <a:pt x="2933123" y="385176"/>
                  </a:lnTo>
                  <a:lnTo>
                    <a:pt x="2976257" y="350312"/>
                  </a:lnTo>
                  <a:lnTo>
                    <a:pt x="3019391" y="315412"/>
                  </a:lnTo>
                  <a:lnTo>
                    <a:pt x="3062526" y="280478"/>
                  </a:lnTo>
                  <a:lnTo>
                    <a:pt x="3105660" y="245511"/>
                  </a:lnTo>
                  <a:lnTo>
                    <a:pt x="3148794" y="210515"/>
                  </a:lnTo>
                  <a:lnTo>
                    <a:pt x="3191928" y="175491"/>
                  </a:lnTo>
                  <a:lnTo>
                    <a:pt x="3235062" y="140440"/>
                  </a:lnTo>
                  <a:lnTo>
                    <a:pt x="3278196" y="105364"/>
                  </a:lnTo>
                  <a:lnTo>
                    <a:pt x="3321331" y="70264"/>
                  </a:lnTo>
                  <a:lnTo>
                    <a:pt x="3364465" y="35142"/>
                  </a:lnTo>
                  <a:lnTo>
                    <a:pt x="34075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7055655" y="5359969"/>
              <a:ext cx="3407599" cy="1201843"/>
            </a:xfrm>
            <a:custGeom>
              <a:avLst/>
              <a:pathLst>
                <a:path w="3407599" h="1201843">
                  <a:moveTo>
                    <a:pt x="3407599" y="0"/>
                  </a:moveTo>
                  <a:lnTo>
                    <a:pt x="3364465" y="3903"/>
                  </a:lnTo>
                  <a:lnTo>
                    <a:pt x="3321331" y="7828"/>
                  </a:lnTo>
                  <a:lnTo>
                    <a:pt x="3278196" y="11776"/>
                  </a:lnTo>
                  <a:lnTo>
                    <a:pt x="3235062" y="15746"/>
                  </a:lnTo>
                  <a:lnTo>
                    <a:pt x="3191928" y="19742"/>
                  </a:lnTo>
                  <a:lnTo>
                    <a:pt x="3148794" y="23764"/>
                  </a:lnTo>
                  <a:lnTo>
                    <a:pt x="3105660" y="27815"/>
                  </a:lnTo>
                  <a:lnTo>
                    <a:pt x="3062526" y="31895"/>
                  </a:lnTo>
                  <a:lnTo>
                    <a:pt x="3019391" y="36007"/>
                  </a:lnTo>
                  <a:lnTo>
                    <a:pt x="2976257" y="40154"/>
                  </a:lnTo>
                  <a:lnTo>
                    <a:pt x="2933123" y="44337"/>
                  </a:lnTo>
                  <a:lnTo>
                    <a:pt x="2889989" y="48559"/>
                  </a:lnTo>
                  <a:lnTo>
                    <a:pt x="2846855" y="52822"/>
                  </a:lnTo>
                  <a:lnTo>
                    <a:pt x="2803721" y="57131"/>
                  </a:lnTo>
                  <a:lnTo>
                    <a:pt x="2760586" y="61487"/>
                  </a:lnTo>
                  <a:lnTo>
                    <a:pt x="2717452" y="65896"/>
                  </a:lnTo>
                  <a:lnTo>
                    <a:pt x="2674318" y="70360"/>
                  </a:lnTo>
                  <a:lnTo>
                    <a:pt x="2631184" y="74884"/>
                  </a:lnTo>
                  <a:lnTo>
                    <a:pt x="2588050" y="79474"/>
                  </a:lnTo>
                  <a:lnTo>
                    <a:pt x="2544915" y="84133"/>
                  </a:lnTo>
                  <a:lnTo>
                    <a:pt x="2501781" y="88870"/>
                  </a:lnTo>
                  <a:lnTo>
                    <a:pt x="2458647" y="93689"/>
                  </a:lnTo>
                  <a:lnTo>
                    <a:pt x="2415513" y="98599"/>
                  </a:lnTo>
                  <a:lnTo>
                    <a:pt x="2372379" y="103608"/>
                  </a:lnTo>
                  <a:lnTo>
                    <a:pt x="2329245" y="108725"/>
                  </a:lnTo>
                  <a:lnTo>
                    <a:pt x="2286110" y="113960"/>
                  </a:lnTo>
                  <a:lnTo>
                    <a:pt x="2242976" y="119324"/>
                  </a:lnTo>
                  <a:lnTo>
                    <a:pt x="2199842" y="124832"/>
                  </a:lnTo>
                  <a:lnTo>
                    <a:pt x="2156708" y="130497"/>
                  </a:lnTo>
                  <a:lnTo>
                    <a:pt x="2113574" y="136336"/>
                  </a:lnTo>
                  <a:lnTo>
                    <a:pt x="2070440" y="142368"/>
                  </a:lnTo>
                  <a:lnTo>
                    <a:pt x="2027305" y="148613"/>
                  </a:lnTo>
                  <a:lnTo>
                    <a:pt x="1984171" y="155096"/>
                  </a:lnTo>
                  <a:lnTo>
                    <a:pt x="1941037" y="161843"/>
                  </a:lnTo>
                  <a:lnTo>
                    <a:pt x="1897903" y="168886"/>
                  </a:lnTo>
                  <a:lnTo>
                    <a:pt x="1854769" y="176257"/>
                  </a:lnTo>
                  <a:lnTo>
                    <a:pt x="1811635" y="183998"/>
                  </a:lnTo>
                  <a:lnTo>
                    <a:pt x="1768500" y="192151"/>
                  </a:lnTo>
                  <a:lnTo>
                    <a:pt x="1725366" y="200766"/>
                  </a:lnTo>
                  <a:lnTo>
                    <a:pt x="1682232" y="209898"/>
                  </a:lnTo>
                  <a:lnTo>
                    <a:pt x="1639098" y="219608"/>
                  </a:lnTo>
                  <a:lnTo>
                    <a:pt x="1595964" y="229961"/>
                  </a:lnTo>
                  <a:lnTo>
                    <a:pt x="1552830" y="241030"/>
                  </a:lnTo>
                  <a:lnTo>
                    <a:pt x="1509695" y="252889"/>
                  </a:lnTo>
                  <a:lnTo>
                    <a:pt x="1466561" y="265618"/>
                  </a:lnTo>
                  <a:lnTo>
                    <a:pt x="1423427" y="279294"/>
                  </a:lnTo>
                  <a:lnTo>
                    <a:pt x="1380293" y="293991"/>
                  </a:lnTo>
                  <a:lnTo>
                    <a:pt x="1337159" y="309777"/>
                  </a:lnTo>
                  <a:lnTo>
                    <a:pt x="1294025" y="326709"/>
                  </a:lnTo>
                  <a:lnTo>
                    <a:pt x="1250890" y="344828"/>
                  </a:lnTo>
                  <a:lnTo>
                    <a:pt x="1207756" y="364157"/>
                  </a:lnTo>
                  <a:lnTo>
                    <a:pt x="1164622" y="384700"/>
                  </a:lnTo>
                  <a:lnTo>
                    <a:pt x="1121488" y="406439"/>
                  </a:lnTo>
                  <a:lnTo>
                    <a:pt x="1078354" y="429339"/>
                  </a:lnTo>
                  <a:lnTo>
                    <a:pt x="1035220" y="453348"/>
                  </a:lnTo>
                  <a:lnTo>
                    <a:pt x="992085" y="478401"/>
                  </a:lnTo>
                  <a:lnTo>
                    <a:pt x="948951" y="504425"/>
                  </a:lnTo>
                  <a:lnTo>
                    <a:pt x="905817" y="531342"/>
                  </a:lnTo>
                  <a:lnTo>
                    <a:pt x="862683" y="559076"/>
                  </a:lnTo>
                  <a:lnTo>
                    <a:pt x="819549" y="587549"/>
                  </a:lnTo>
                  <a:lnTo>
                    <a:pt x="776415" y="616688"/>
                  </a:lnTo>
                  <a:lnTo>
                    <a:pt x="733280" y="646425"/>
                  </a:lnTo>
                  <a:lnTo>
                    <a:pt x="690146" y="676698"/>
                  </a:lnTo>
                  <a:lnTo>
                    <a:pt x="647012" y="707450"/>
                  </a:lnTo>
                  <a:lnTo>
                    <a:pt x="603878" y="738629"/>
                  </a:lnTo>
                  <a:lnTo>
                    <a:pt x="560744" y="770191"/>
                  </a:lnTo>
                  <a:lnTo>
                    <a:pt x="517610" y="802094"/>
                  </a:lnTo>
                  <a:lnTo>
                    <a:pt x="474475" y="834302"/>
                  </a:lnTo>
                  <a:lnTo>
                    <a:pt x="431341" y="866785"/>
                  </a:lnTo>
                  <a:lnTo>
                    <a:pt x="388207" y="899513"/>
                  </a:lnTo>
                  <a:lnTo>
                    <a:pt x="345073" y="932462"/>
                  </a:lnTo>
                  <a:lnTo>
                    <a:pt x="301939" y="965611"/>
                  </a:lnTo>
                  <a:lnTo>
                    <a:pt x="258805" y="998939"/>
                  </a:lnTo>
                  <a:lnTo>
                    <a:pt x="215670" y="1032429"/>
                  </a:lnTo>
                  <a:lnTo>
                    <a:pt x="172536" y="1066067"/>
                  </a:lnTo>
                  <a:lnTo>
                    <a:pt x="129402" y="1099839"/>
                  </a:lnTo>
                  <a:lnTo>
                    <a:pt x="86268" y="1133732"/>
                  </a:lnTo>
                  <a:lnTo>
                    <a:pt x="43134" y="1167736"/>
                  </a:lnTo>
                  <a:lnTo>
                    <a:pt x="0" y="12018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7055655" y="4513756"/>
              <a:ext cx="3407599" cy="1542344"/>
            </a:xfrm>
            <a:custGeom>
              <a:avLst/>
              <a:pathLst>
                <a:path w="3407599" h="1542344">
                  <a:moveTo>
                    <a:pt x="0" y="1542344"/>
                  </a:moveTo>
                  <a:lnTo>
                    <a:pt x="43134" y="1522821"/>
                  </a:lnTo>
                  <a:lnTo>
                    <a:pt x="86268" y="1503298"/>
                  </a:lnTo>
                  <a:lnTo>
                    <a:pt x="129402" y="1483774"/>
                  </a:lnTo>
                  <a:lnTo>
                    <a:pt x="172536" y="1464251"/>
                  </a:lnTo>
                  <a:lnTo>
                    <a:pt x="215670" y="1444728"/>
                  </a:lnTo>
                  <a:lnTo>
                    <a:pt x="258805" y="1425204"/>
                  </a:lnTo>
                  <a:lnTo>
                    <a:pt x="301939" y="1405681"/>
                  </a:lnTo>
                  <a:lnTo>
                    <a:pt x="345073" y="1386158"/>
                  </a:lnTo>
                  <a:lnTo>
                    <a:pt x="388207" y="1366634"/>
                  </a:lnTo>
                  <a:lnTo>
                    <a:pt x="431341" y="1347111"/>
                  </a:lnTo>
                  <a:lnTo>
                    <a:pt x="474475" y="1327588"/>
                  </a:lnTo>
                  <a:lnTo>
                    <a:pt x="517610" y="1308064"/>
                  </a:lnTo>
                  <a:lnTo>
                    <a:pt x="560744" y="1288541"/>
                  </a:lnTo>
                  <a:lnTo>
                    <a:pt x="603878" y="1269018"/>
                  </a:lnTo>
                  <a:lnTo>
                    <a:pt x="647012" y="1249494"/>
                  </a:lnTo>
                  <a:lnTo>
                    <a:pt x="690146" y="1229971"/>
                  </a:lnTo>
                  <a:lnTo>
                    <a:pt x="733280" y="1210447"/>
                  </a:lnTo>
                  <a:lnTo>
                    <a:pt x="776415" y="1190924"/>
                  </a:lnTo>
                  <a:lnTo>
                    <a:pt x="819549" y="1171401"/>
                  </a:lnTo>
                  <a:lnTo>
                    <a:pt x="862683" y="1151877"/>
                  </a:lnTo>
                  <a:lnTo>
                    <a:pt x="905817" y="1132354"/>
                  </a:lnTo>
                  <a:lnTo>
                    <a:pt x="948951" y="1112831"/>
                  </a:lnTo>
                  <a:lnTo>
                    <a:pt x="992085" y="1093307"/>
                  </a:lnTo>
                  <a:lnTo>
                    <a:pt x="1035220" y="1073784"/>
                  </a:lnTo>
                  <a:lnTo>
                    <a:pt x="1078354" y="1054261"/>
                  </a:lnTo>
                  <a:lnTo>
                    <a:pt x="1121488" y="1034737"/>
                  </a:lnTo>
                  <a:lnTo>
                    <a:pt x="1164622" y="1015214"/>
                  </a:lnTo>
                  <a:lnTo>
                    <a:pt x="1207756" y="995691"/>
                  </a:lnTo>
                  <a:lnTo>
                    <a:pt x="1250890" y="976167"/>
                  </a:lnTo>
                  <a:lnTo>
                    <a:pt x="1294025" y="956644"/>
                  </a:lnTo>
                  <a:lnTo>
                    <a:pt x="1337159" y="937120"/>
                  </a:lnTo>
                  <a:lnTo>
                    <a:pt x="1380293" y="917597"/>
                  </a:lnTo>
                  <a:lnTo>
                    <a:pt x="1423427" y="898074"/>
                  </a:lnTo>
                  <a:lnTo>
                    <a:pt x="1466561" y="878550"/>
                  </a:lnTo>
                  <a:lnTo>
                    <a:pt x="1509695" y="859027"/>
                  </a:lnTo>
                  <a:lnTo>
                    <a:pt x="1552830" y="839504"/>
                  </a:lnTo>
                  <a:lnTo>
                    <a:pt x="1595964" y="819980"/>
                  </a:lnTo>
                  <a:lnTo>
                    <a:pt x="1639098" y="800457"/>
                  </a:lnTo>
                  <a:lnTo>
                    <a:pt x="1682232" y="780934"/>
                  </a:lnTo>
                  <a:lnTo>
                    <a:pt x="1725366" y="761410"/>
                  </a:lnTo>
                  <a:lnTo>
                    <a:pt x="1768500" y="741887"/>
                  </a:lnTo>
                  <a:lnTo>
                    <a:pt x="1811635" y="722364"/>
                  </a:lnTo>
                  <a:lnTo>
                    <a:pt x="1854769" y="702840"/>
                  </a:lnTo>
                  <a:lnTo>
                    <a:pt x="1897903" y="683317"/>
                  </a:lnTo>
                  <a:lnTo>
                    <a:pt x="1941037" y="663794"/>
                  </a:lnTo>
                  <a:lnTo>
                    <a:pt x="1984171" y="644270"/>
                  </a:lnTo>
                  <a:lnTo>
                    <a:pt x="2027305" y="624747"/>
                  </a:lnTo>
                  <a:lnTo>
                    <a:pt x="2070440" y="605223"/>
                  </a:lnTo>
                  <a:lnTo>
                    <a:pt x="2113574" y="585700"/>
                  </a:lnTo>
                  <a:lnTo>
                    <a:pt x="2156708" y="566177"/>
                  </a:lnTo>
                  <a:lnTo>
                    <a:pt x="2199842" y="546653"/>
                  </a:lnTo>
                  <a:lnTo>
                    <a:pt x="2242976" y="527130"/>
                  </a:lnTo>
                  <a:lnTo>
                    <a:pt x="2286110" y="507607"/>
                  </a:lnTo>
                  <a:lnTo>
                    <a:pt x="2329245" y="488083"/>
                  </a:lnTo>
                  <a:lnTo>
                    <a:pt x="2372379" y="468560"/>
                  </a:lnTo>
                  <a:lnTo>
                    <a:pt x="2415513" y="449037"/>
                  </a:lnTo>
                  <a:lnTo>
                    <a:pt x="2458647" y="429513"/>
                  </a:lnTo>
                  <a:lnTo>
                    <a:pt x="2501781" y="409990"/>
                  </a:lnTo>
                  <a:lnTo>
                    <a:pt x="2544915" y="390467"/>
                  </a:lnTo>
                  <a:lnTo>
                    <a:pt x="2588050" y="370943"/>
                  </a:lnTo>
                  <a:lnTo>
                    <a:pt x="2631184" y="351420"/>
                  </a:lnTo>
                  <a:lnTo>
                    <a:pt x="2674318" y="331897"/>
                  </a:lnTo>
                  <a:lnTo>
                    <a:pt x="2717452" y="312373"/>
                  </a:lnTo>
                  <a:lnTo>
                    <a:pt x="2760586" y="292850"/>
                  </a:lnTo>
                  <a:lnTo>
                    <a:pt x="2803721" y="273326"/>
                  </a:lnTo>
                  <a:lnTo>
                    <a:pt x="2846855" y="253803"/>
                  </a:lnTo>
                  <a:lnTo>
                    <a:pt x="2889989" y="234280"/>
                  </a:lnTo>
                  <a:lnTo>
                    <a:pt x="2933123" y="214756"/>
                  </a:lnTo>
                  <a:lnTo>
                    <a:pt x="2976257" y="195233"/>
                  </a:lnTo>
                  <a:lnTo>
                    <a:pt x="3019391" y="175710"/>
                  </a:lnTo>
                  <a:lnTo>
                    <a:pt x="3062526" y="156186"/>
                  </a:lnTo>
                  <a:lnTo>
                    <a:pt x="3105660" y="136663"/>
                  </a:lnTo>
                  <a:lnTo>
                    <a:pt x="3148794" y="117140"/>
                  </a:lnTo>
                  <a:lnTo>
                    <a:pt x="3191928" y="97616"/>
                  </a:lnTo>
                  <a:lnTo>
                    <a:pt x="3235062" y="78093"/>
                  </a:lnTo>
                  <a:lnTo>
                    <a:pt x="3278196" y="58570"/>
                  </a:lnTo>
                  <a:lnTo>
                    <a:pt x="3321331" y="39046"/>
                  </a:lnTo>
                  <a:lnTo>
                    <a:pt x="3364465" y="19523"/>
                  </a:lnTo>
                  <a:lnTo>
                    <a:pt x="3407599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8844664" y="4171169"/>
              <a:ext cx="1618590" cy="1259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 = 0.449; p = 3.04e-02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6885275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735054" y="6438244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769564" y="5464144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769564" y="4492573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769564" y="3519738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21" name="pl121"/>
            <p:cNvSpPr/>
            <p:nvPr/>
          </p:nvSpPr>
          <p:spPr>
            <a:xfrm>
              <a:off x="6853011" y="6475639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853011" y="550280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853011" y="4529968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853011" y="355713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885275" y="6934168"/>
              <a:ext cx="3748359" cy="0"/>
            </a:xfrm>
            <a:custGeom>
              <a:avLst/>
              <a:pathLst>
                <a:path w="3748359" h="0">
                  <a:moveTo>
                    <a:pt x="0" y="0"/>
                  </a:moveTo>
                  <a:lnTo>
                    <a:pt x="3748359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312724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278090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243456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10208822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7266651" y="6991940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8249272" y="6990675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9214638" y="6991940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10180004" y="6991940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701281" y="7091656"/>
              <a:ext cx="2116347" cy="12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Current survey effort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5859736" y="5163084"/>
              <a:ext cx="1511595" cy="1199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6495915" y="3393537"/>
              <a:ext cx="86885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37" name="rc137"/>
            <p:cNvSpPr/>
            <p:nvPr/>
          </p:nvSpPr>
          <p:spPr>
            <a:xfrm>
              <a:off x="11144271" y="3511989"/>
              <a:ext cx="3748359" cy="34221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11865701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12628403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13391105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4153807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12559058" y="528595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4184123" y="576566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13136710" y="615166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4688266" y="629647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11280667" y="567967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3414389" y="674463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1653451" y="580824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11555434" y="564809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11998417" y="439947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1772633" y="671446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1745060" y="662172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12148320" y="559749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13123824" y="572925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2360577" y="520591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3818082" y="571359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2604133" y="569983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2229334" y="573745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1835949" y="598214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2337059" y="556597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12246668" y="519308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12448608" y="631141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2751045" y="518330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3261705" y="578087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11489498" y="579183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12424543" y="673553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12147290" y="610466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13982941" y="363355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12316115" y="518285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12957597" y="521087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11805147" y="547996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4150331" y="519869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11314651" y="4874275"/>
              <a:ext cx="3407599" cy="1413271"/>
            </a:xfrm>
            <a:custGeom>
              <a:avLst/>
              <a:pathLst>
                <a:path w="3407599" h="1413271">
                  <a:moveTo>
                    <a:pt x="0" y="529582"/>
                  </a:moveTo>
                  <a:lnTo>
                    <a:pt x="43134" y="535381"/>
                  </a:lnTo>
                  <a:lnTo>
                    <a:pt x="86268" y="541073"/>
                  </a:lnTo>
                  <a:lnTo>
                    <a:pt x="129402" y="546648"/>
                  </a:lnTo>
                  <a:lnTo>
                    <a:pt x="172536" y="552099"/>
                  </a:lnTo>
                  <a:lnTo>
                    <a:pt x="215670" y="557417"/>
                  </a:lnTo>
                  <a:lnTo>
                    <a:pt x="258805" y="562591"/>
                  </a:lnTo>
                  <a:lnTo>
                    <a:pt x="301939" y="567610"/>
                  </a:lnTo>
                  <a:lnTo>
                    <a:pt x="345073" y="572464"/>
                  </a:lnTo>
                  <a:lnTo>
                    <a:pt x="388207" y="577138"/>
                  </a:lnTo>
                  <a:lnTo>
                    <a:pt x="431341" y="581620"/>
                  </a:lnTo>
                  <a:lnTo>
                    <a:pt x="474475" y="585895"/>
                  </a:lnTo>
                  <a:lnTo>
                    <a:pt x="517610" y="589946"/>
                  </a:lnTo>
                  <a:lnTo>
                    <a:pt x="560744" y="593756"/>
                  </a:lnTo>
                  <a:lnTo>
                    <a:pt x="603878" y="597306"/>
                  </a:lnTo>
                  <a:lnTo>
                    <a:pt x="647012" y="600578"/>
                  </a:lnTo>
                  <a:lnTo>
                    <a:pt x="690146" y="603549"/>
                  </a:lnTo>
                  <a:lnTo>
                    <a:pt x="733280" y="606198"/>
                  </a:lnTo>
                  <a:lnTo>
                    <a:pt x="776415" y="608502"/>
                  </a:lnTo>
                  <a:lnTo>
                    <a:pt x="819549" y="610436"/>
                  </a:lnTo>
                  <a:lnTo>
                    <a:pt x="862683" y="611975"/>
                  </a:lnTo>
                  <a:lnTo>
                    <a:pt x="905817" y="613095"/>
                  </a:lnTo>
                  <a:lnTo>
                    <a:pt x="948951" y="613768"/>
                  </a:lnTo>
                  <a:lnTo>
                    <a:pt x="992085" y="613970"/>
                  </a:lnTo>
                  <a:lnTo>
                    <a:pt x="1035220" y="613677"/>
                  </a:lnTo>
                  <a:lnTo>
                    <a:pt x="1078354" y="612865"/>
                  </a:lnTo>
                  <a:lnTo>
                    <a:pt x="1121488" y="611512"/>
                  </a:lnTo>
                  <a:lnTo>
                    <a:pt x="1164622" y="609600"/>
                  </a:lnTo>
                  <a:lnTo>
                    <a:pt x="1207756" y="607113"/>
                  </a:lnTo>
                  <a:lnTo>
                    <a:pt x="1250890" y="604038"/>
                  </a:lnTo>
                  <a:lnTo>
                    <a:pt x="1294025" y="600367"/>
                  </a:lnTo>
                  <a:lnTo>
                    <a:pt x="1337159" y="596095"/>
                  </a:lnTo>
                  <a:lnTo>
                    <a:pt x="1380293" y="591223"/>
                  </a:lnTo>
                  <a:lnTo>
                    <a:pt x="1423427" y="585756"/>
                  </a:lnTo>
                  <a:lnTo>
                    <a:pt x="1466561" y="579702"/>
                  </a:lnTo>
                  <a:lnTo>
                    <a:pt x="1509695" y="573074"/>
                  </a:lnTo>
                  <a:lnTo>
                    <a:pt x="1552830" y="565888"/>
                  </a:lnTo>
                  <a:lnTo>
                    <a:pt x="1595964" y="558163"/>
                  </a:lnTo>
                  <a:lnTo>
                    <a:pt x="1639098" y="549921"/>
                  </a:lnTo>
                  <a:lnTo>
                    <a:pt x="1682232" y="541186"/>
                  </a:lnTo>
                  <a:lnTo>
                    <a:pt x="1725366" y="531982"/>
                  </a:lnTo>
                  <a:lnTo>
                    <a:pt x="1768500" y="522334"/>
                  </a:lnTo>
                  <a:lnTo>
                    <a:pt x="1811635" y="512269"/>
                  </a:lnTo>
                  <a:lnTo>
                    <a:pt x="1854769" y="501810"/>
                  </a:lnTo>
                  <a:lnTo>
                    <a:pt x="1897903" y="490984"/>
                  </a:lnTo>
                  <a:lnTo>
                    <a:pt x="1941037" y="479815"/>
                  </a:lnTo>
                  <a:lnTo>
                    <a:pt x="1984171" y="468325"/>
                  </a:lnTo>
                  <a:lnTo>
                    <a:pt x="2027305" y="456537"/>
                  </a:lnTo>
                  <a:lnTo>
                    <a:pt x="2070440" y="444472"/>
                  </a:lnTo>
                  <a:lnTo>
                    <a:pt x="2113574" y="432149"/>
                  </a:lnTo>
                  <a:lnTo>
                    <a:pt x="2156708" y="419587"/>
                  </a:lnTo>
                  <a:lnTo>
                    <a:pt x="2199842" y="406802"/>
                  </a:lnTo>
                  <a:lnTo>
                    <a:pt x="2242976" y="393811"/>
                  </a:lnTo>
                  <a:lnTo>
                    <a:pt x="2286110" y="380629"/>
                  </a:lnTo>
                  <a:lnTo>
                    <a:pt x="2329245" y="367269"/>
                  </a:lnTo>
                  <a:lnTo>
                    <a:pt x="2372379" y="353744"/>
                  </a:lnTo>
                  <a:lnTo>
                    <a:pt x="2415513" y="340066"/>
                  </a:lnTo>
                  <a:lnTo>
                    <a:pt x="2458647" y="326245"/>
                  </a:lnTo>
                  <a:lnTo>
                    <a:pt x="2501781" y="312291"/>
                  </a:lnTo>
                  <a:lnTo>
                    <a:pt x="2544915" y="298214"/>
                  </a:lnTo>
                  <a:lnTo>
                    <a:pt x="2588050" y="284021"/>
                  </a:lnTo>
                  <a:lnTo>
                    <a:pt x="2631184" y="269721"/>
                  </a:lnTo>
                  <a:lnTo>
                    <a:pt x="2674318" y="255321"/>
                  </a:lnTo>
                  <a:lnTo>
                    <a:pt x="2717452" y="240827"/>
                  </a:lnTo>
                  <a:lnTo>
                    <a:pt x="2760586" y="226246"/>
                  </a:lnTo>
                  <a:lnTo>
                    <a:pt x="2803721" y="211583"/>
                  </a:lnTo>
                  <a:lnTo>
                    <a:pt x="2846855" y="196842"/>
                  </a:lnTo>
                  <a:lnTo>
                    <a:pt x="2889989" y="182030"/>
                  </a:lnTo>
                  <a:lnTo>
                    <a:pt x="2933123" y="167151"/>
                  </a:lnTo>
                  <a:lnTo>
                    <a:pt x="2976257" y="152208"/>
                  </a:lnTo>
                  <a:lnTo>
                    <a:pt x="3019391" y="137205"/>
                  </a:lnTo>
                  <a:lnTo>
                    <a:pt x="3062526" y="122146"/>
                  </a:lnTo>
                  <a:lnTo>
                    <a:pt x="3105660" y="107034"/>
                  </a:lnTo>
                  <a:lnTo>
                    <a:pt x="3148794" y="91872"/>
                  </a:lnTo>
                  <a:lnTo>
                    <a:pt x="3191928" y="76664"/>
                  </a:lnTo>
                  <a:lnTo>
                    <a:pt x="3235062" y="61410"/>
                  </a:lnTo>
                  <a:lnTo>
                    <a:pt x="3278196" y="46115"/>
                  </a:lnTo>
                  <a:lnTo>
                    <a:pt x="3321331" y="30780"/>
                  </a:lnTo>
                  <a:lnTo>
                    <a:pt x="3364465" y="15408"/>
                  </a:lnTo>
                  <a:lnTo>
                    <a:pt x="3407599" y="0"/>
                  </a:lnTo>
                  <a:lnTo>
                    <a:pt x="3407599" y="1272004"/>
                  </a:lnTo>
                  <a:lnTo>
                    <a:pt x="3364465" y="1265087"/>
                  </a:lnTo>
                  <a:lnTo>
                    <a:pt x="3321331" y="1258207"/>
                  </a:lnTo>
                  <a:lnTo>
                    <a:pt x="3278196" y="1251364"/>
                  </a:lnTo>
                  <a:lnTo>
                    <a:pt x="3235062" y="1244560"/>
                  </a:lnTo>
                  <a:lnTo>
                    <a:pt x="3191928" y="1237799"/>
                  </a:lnTo>
                  <a:lnTo>
                    <a:pt x="3148794" y="1231082"/>
                  </a:lnTo>
                  <a:lnTo>
                    <a:pt x="3105660" y="1224412"/>
                  </a:lnTo>
                  <a:lnTo>
                    <a:pt x="3062526" y="1217792"/>
                  </a:lnTo>
                  <a:lnTo>
                    <a:pt x="3019391" y="1211225"/>
                  </a:lnTo>
                  <a:lnTo>
                    <a:pt x="2976257" y="1204714"/>
                  </a:lnTo>
                  <a:lnTo>
                    <a:pt x="2933123" y="1198262"/>
                  </a:lnTo>
                  <a:lnTo>
                    <a:pt x="2889989" y="1191874"/>
                  </a:lnTo>
                  <a:lnTo>
                    <a:pt x="2846855" y="1185554"/>
                  </a:lnTo>
                  <a:lnTo>
                    <a:pt x="2803721" y="1179306"/>
                  </a:lnTo>
                  <a:lnTo>
                    <a:pt x="2760586" y="1173134"/>
                  </a:lnTo>
                  <a:lnTo>
                    <a:pt x="2717452" y="1167045"/>
                  </a:lnTo>
                  <a:lnTo>
                    <a:pt x="2674318" y="1161043"/>
                  </a:lnTo>
                  <a:lnTo>
                    <a:pt x="2631184" y="1155134"/>
                  </a:lnTo>
                  <a:lnTo>
                    <a:pt x="2588050" y="1149326"/>
                  </a:lnTo>
                  <a:lnTo>
                    <a:pt x="2544915" y="1143625"/>
                  </a:lnTo>
                  <a:lnTo>
                    <a:pt x="2501781" y="1138040"/>
                  </a:lnTo>
                  <a:lnTo>
                    <a:pt x="2458647" y="1132578"/>
                  </a:lnTo>
                  <a:lnTo>
                    <a:pt x="2415513" y="1127248"/>
                  </a:lnTo>
                  <a:lnTo>
                    <a:pt x="2372379" y="1122062"/>
                  </a:lnTo>
                  <a:lnTo>
                    <a:pt x="2329245" y="1117028"/>
                  </a:lnTo>
                  <a:lnTo>
                    <a:pt x="2286110" y="1112160"/>
                  </a:lnTo>
                  <a:lnTo>
                    <a:pt x="2242976" y="1107470"/>
                  </a:lnTo>
                  <a:lnTo>
                    <a:pt x="2199842" y="1102971"/>
                  </a:lnTo>
                  <a:lnTo>
                    <a:pt x="2156708" y="1098678"/>
                  </a:lnTo>
                  <a:lnTo>
                    <a:pt x="2113574" y="1094608"/>
                  </a:lnTo>
                  <a:lnTo>
                    <a:pt x="2070440" y="1090776"/>
                  </a:lnTo>
                  <a:lnTo>
                    <a:pt x="2027305" y="1087203"/>
                  </a:lnTo>
                  <a:lnTo>
                    <a:pt x="1984171" y="1083907"/>
                  </a:lnTo>
                  <a:lnTo>
                    <a:pt x="1941037" y="1080909"/>
                  </a:lnTo>
                  <a:lnTo>
                    <a:pt x="1897903" y="1078231"/>
                  </a:lnTo>
                  <a:lnTo>
                    <a:pt x="1854769" y="1075897"/>
                  </a:lnTo>
                  <a:lnTo>
                    <a:pt x="1811635" y="1073930"/>
                  </a:lnTo>
                  <a:lnTo>
                    <a:pt x="1768500" y="1072356"/>
                  </a:lnTo>
                  <a:lnTo>
                    <a:pt x="1725366" y="1071200"/>
                  </a:lnTo>
                  <a:lnTo>
                    <a:pt x="1682232" y="1070488"/>
                  </a:lnTo>
                  <a:lnTo>
                    <a:pt x="1639098" y="1070245"/>
                  </a:lnTo>
                  <a:lnTo>
                    <a:pt x="1595964" y="1070495"/>
                  </a:lnTo>
                  <a:lnTo>
                    <a:pt x="1552830" y="1071262"/>
                  </a:lnTo>
                  <a:lnTo>
                    <a:pt x="1509695" y="1072568"/>
                  </a:lnTo>
                  <a:lnTo>
                    <a:pt x="1466561" y="1074431"/>
                  </a:lnTo>
                  <a:lnTo>
                    <a:pt x="1423427" y="1076869"/>
                  </a:lnTo>
                  <a:lnTo>
                    <a:pt x="1380293" y="1079893"/>
                  </a:lnTo>
                  <a:lnTo>
                    <a:pt x="1337159" y="1083513"/>
                  </a:lnTo>
                  <a:lnTo>
                    <a:pt x="1294025" y="1087733"/>
                  </a:lnTo>
                  <a:lnTo>
                    <a:pt x="1250890" y="1092554"/>
                  </a:lnTo>
                  <a:lnTo>
                    <a:pt x="1207756" y="1097971"/>
                  </a:lnTo>
                  <a:lnTo>
                    <a:pt x="1164622" y="1103975"/>
                  </a:lnTo>
                  <a:lnTo>
                    <a:pt x="1121488" y="1110555"/>
                  </a:lnTo>
                  <a:lnTo>
                    <a:pt x="1078354" y="1117694"/>
                  </a:lnTo>
                  <a:lnTo>
                    <a:pt x="1035220" y="1125374"/>
                  </a:lnTo>
                  <a:lnTo>
                    <a:pt x="992085" y="1133572"/>
                  </a:lnTo>
                  <a:lnTo>
                    <a:pt x="948951" y="1142266"/>
                  </a:lnTo>
                  <a:lnTo>
                    <a:pt x="905817" y="1151432"/>
                  </a:lnTo>
                  <a:lnTo>
                    <a:pt x="862683" y="1161042"/>
                  </a:lnTo>
                  <a:lnTo>
                    <a:pt x="819549" y="1171074"/>
                  </a:lnTo>
                  <a:lnTo>
                    <a:pt x="776415" y="1181499"/>
                  </a:lnTo>
                  <a:lnTo>
                    <a:pt x="733280" y="1192295"/>
                  </a:lnTo>
                  <a:lnTo>
                    <a:pt x="690146" y="1203436"/>
                  </a:lnTo>
                  <a:lnTo>
                    <a:pt x="647012" y="1214899"/>
                  </a:lnTo>
                  <a:lnTo>
                    <a:pt x="603878" y="1226662"/>
                  </a:lnTo>
                  <a:lnTo>
                    <a:pt x="560744" y="1238705"/>
                  </a:lnTo>
                  <a:lnTo>
                    <a:pt x="517610" y="1251007"/>
                  </a:lnTo>
                  <a:lnTo>
                    <a:pt x="474475" y="1263549"/>
                  </a:lnTo>
                  <a:lnTo>
                    <a:pt x="431341" y="1276315"/>
                  </a:lnTo>
                  <a:lnTo>
                    <a:pt x="388207" y="1289289"/>
                  </a:lnTo>
                  <a:lnTo>
                    <a:pt x="345073" y="1302456"/>
                  </a:lnTo>
                  <a:lnTo>
                    <a:pt x="301939" y="1315801"/>
                  </a:lnTo>
                  <a:lnTo>
                    <a:pt x="258805" y="1329312"/>
                  </a:lnTo>
                  <a:lnTo>
                    <a:pt x="215670" y="1342978"/>
                  </a:lnTo>
                  <a:lnTo>
                    <a:pt x="172536" y="1356787"/>
                  </a:lnTo>
                  <a:lnTo>
                    <a:pt x="129402" y="1370730"/>
                  </a:lnTo>
                  <a:lnTo>
                    <a:pt x="86268" y="1384797"/>
                  </a:lnTo>
                  <a:lnTo>
                    <a:pt x="43134" y="1398980"/>
                  </a:lnTo>
                  <a:lnTo>
                    <a:pt x="0" y="1413271"/>
                  </a:lnTo>
                  <a:close/>
                </a:path>
              </a:pathLst>
            </a:custGeom>
            <a:solidFill>
              <a:srgbClr val="33A02C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11314651" y="4874275"/>
              <a:ext cx="3407599" cy="613970"/>
            </a:xfrm>
            <a:custGeom>
              <a:avLst/>
              <a:pathLst>
                <a:path w="3407599" h="613970">
                  <a:moveTo>
                    <a:pt x="0" y="529582"/>
                  </a:moveTo>
                  <a:lnTo>
                    <a:pt x="43134" y="535381"/>
                  </a:lnTo>
                  <a:lnTo>
                    <a:pt x="86268" y="541073"/>
                  </a:lnTo>
                  <a:lnTo>
                    <a:pt x="129402" y="546648"/>
                  </a:lnTo>
                  <a:lnTo>
                    <a:pt x="172536" y="552099"/>
                  </a:lnTo>
                  <a:lnTo>
                    <a:pt x="215670" y="557417"/>
                  </a:lnTo>
                  <a:lnTo>
                    <a:pt x="258805" y="562591"/>
                  </a:lnTo>
                  <a:lnTo>
                    <a:pt x="301939" y="567610"/>
                  </a:lnTo>
                  <a:lnTo>
                    <a:pt x="345073" y="572464"/>
                  </a:lnTo>
                  <a:lnTo>
                    <a:pt x="388207" y="577138"/>
                  </a:lnTo>
                  <a:lnTo>
                    <a:pt x="431341" y="581620"/>
                  </a:lnTo>
                  <a:lnTo>
                    <a:pt x="474475" y="585895"/>
                  </a:lnTo>
                  <a:lnTo>
                    <a:pt x="517610" y="589946"/>
                  </a:lnTo>
                  <a:lnTo>
                    <a:pt x="560744" y="593756"/>
                  </a:lnTo>
                  <a:lnTo>
                    <a:pt x="603878" y="597306"/>
                  </a:lnTo>
                  <a:lnTo>
                    <a:pt x="647012" y="600578"/>
                  </a:lnTo>
                  <a:lnTo>
                    <a:pt x="690146" y="603549"/>
                  </a:lnTo>
                  <a:lnTo>
                    <a:pt x="733280" y="606198"/>
                  </a:lnTo>
                  <a:lnTo>
                    <a:pt x="776415" y="608502"/>
                  </a:lnTo>
                  <a:lnTo>
                    <a:pt x="819549" y="610436"/>
                  </a:lnTo>
                  <a:lnTo>
                    <a:pt x="862683" y="611975"/>
                  </a:lnTo>
                  <a:lnTo>
                    <a:pt x="905817" y="613095"/>
                  </a:lnTo>
                  <a:lnTo>
                    <a:pt x="948951" y="613768"/>
                  </a:lnTo>
                  <a:lnTo>
                    <a:pt x="992085" y="613970"/>
                  </a:lnTo>
                  <a:lnTo>
                    <a:pt x="1035220" y="613677"/>
                  </a:lnTo>
                  <a:lnTo>
                    <a:pt x="1078354" y="612865"/>
                  </a:lnTo>
                  <a:lnTo>
                    <a:pt x="1121488" y="611512"/>
                  </a:lnTo>
                  <a:lnTo>
                    <a:pt x="1164622" y="609600"/>
                  </a:lnTo>
                  <a:lnTo>
                    <a:pt x="1207756" y="607113"/>
                  </a:lnTo>
                  <a:lnTo>
                    <a:pt x="1250890" y="604038"/>
                  </a:lnTo>
                  <a:lnTo>
                    <a:pt x="1294025" y="600367"/>
                  </a:lnTo>
                  <a:lnTo>
                    <a:pt x="1337159" y="596095"/>
                  </a:lnTo>
                  <a:lnTo>
                    <a:pt x="1380293" y="591223"/>
                  </a:lnTo>
                  <a:lnTo>
                    <a:pt x="1423427" y="585756"/>
                  </a:lnTo>
                  <a:lnTo>
                    <a:pt x="1466561" y="579702"/>
                  </a:lnTo>
                  <a:lnTo>
                    <a:pt x="1509695" y="573074"/>
                  </a:lnTo>
                  <a:lnTo>
                    <a:pt x="1552830" y="565888"/>
                  </a:lnTo>
                  <a:lnTo>
                    <a:pt x="1595964" y="558163"/>
                  </a:lnTo>
                  <a:lnTo>
                    <a:pt x="1639098" y="549921"/>
                  </a:lnTo>
                  <a:lnTo>
                    <a:pt x="1682232" y="541186"/>
                  </a:lnTo>
                  <a:lnTo>
                    <a:pt x="1725366" y="531982"/>
                  </a:lnTo>
                  <a:lnTo>
                    <a:pt x="1768500" y="522334"/>
                  </a:lnTo>
                  <a:lnTo>
                    <a:pt x="1811635" y="512269"/>
                  </a:lnTo>
                  <a:lnTo>
                    <a:pt x="1854769" y="501810"/>
                  </a:lnTo>
                  <a:lnTo>
                    <a:pt x="1897903" y="490984"/>
                  </a:lnTo>
                  <a:lnTo>
                    <a:pt x="1941037" y="479815"/>
                  </a:lnTo>
                  <a:lnTo>
                    <a:pt x="1984171" y="468325"/>
                  </a:lnTo>
                  <a:lnTo>
                    <a:pt x="2027305" y="456537"/>
                  </a:lnTo>
                  <a:lnTo>
                    <a:pt x="2070440" y="444472"/>
                  </a:lnTo>
                  <a:lnTo>
                    <a:pt x="2113574" y="432149"/>
                  </a:lnTo>
                  <a:lnTo>
                    <a:pt x="2156708" y="419587"/>
                  </a:lnTo>
                  <a:lnTo>
                    <a:pt x="2199842" y="406802"/>
                  </a:lnTo>
                  <a:lnTo>
                    <a:pt x="2242976" y="393811"/>
                  </a:lnTo>
                  <a:lnTo>
                    <a:pt x="2286110" y="380629"/>
                  </a:lnTo>
                  <a:lnTo>
                    <a:pt x="2329245" y="367269"/>
                  </a:lnTo>
                  <a:lnTo>
                    <a:pt x="2372379" y="353744"/>
                  </a:lnTo>
                  <a:lnTo>
                    <a:pt x="2415513" y="340066"/>
                  </a:lnTo>
                  <a:lnTo>
                    <a:pt x="2458647" y="326245"/>
                  </a:lnTo>
                  <a:lnTo>
                    <a:pt x="2501781" y="312291"/>
                  </a:lnTo>
                  <a:lnTo>
                    <a:pt x="2544915" y="298214"/>
                  </a:lnTo>
                  <a:lnTo>
                    <a:pt x="2588050" y="284021"/>
                  </a:lnTo>
                  <a:lnTo>
                    <a:pt x="2631184" y="269721"/>
                  </a:lnTo>
                  <a:lnTo>
                    <a:pt x="2674318" y="255321"/>
                  </a:lnTo>
                  <a:lnTo>
                    <a:pt x="2717452" y="240827"/>
                  </a:lnTo>
                  <a:lnTo>
                    <a:pt x="2760586" y="226246"/>
                  </a:lnTo>
                  <a:lnTo>
                    <a:pt x="2803721" y="211583"/>
                  </a:lnTo>
                  <a:lnTo>
                    <a:pt x="2846855" y="196842"/>
                  </a:lnTo>
                  <a:lnTo>
                    <a:pt x="2889989" y="182030"/>
                  </a:lnTo>
                  <a:lnTo>
                    <a:pt x="2933123" y="167151"/>
                  </a:lnTo>
                  <a:lnTo>
                    <a:pt x="2976257" y="152208"/>
                  </a:lnTo>
                  <a:lnTo>
                    <a:pt x="3019391" y="137205"/>
                  </a:lnTo>
                  <a:lnTo>
                    <a:pt x="3062526" y="122146"/>
                  </a:lnTo>
                  <a:lnTo>
                    <a:pt x="3105660" y="107034"/>
                  </a:lnTo>
                  <a:lnTo>
                    <a:pt x="3148794" y="91872"/>
                  </a:lnTo>
                  <a:lnTo>
                    <a:pt x="3191928" y="76664"/>
                  </a:lnTo>
                  <a:lnTo>
                    <a:pt x="3235062" y="61410"/>
                  </a:lnTo>
                  <a:lnTo>
                    <a:pt x="3278196" y="46115"/>
                  </a:lnTo>
                  <a:lnTo>
                    <a:pt x="3321331" y="30780"/>
                  </a:lnTo>
                  <a:lnTo>
                    <a:pt x="3364465" y="15408"/>
                  </a:lnTo>
                  <a:lnTo>
                    <a:pt x="34075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1314651" y="5944520"/>
              <a:ext cx="3407599" cy="343026"/>
            </a:xfrm>
            <a:custGeom>
              <a:avLst/>
              <a:pathLst>
                <a:path w="3407599" h="343026">
                  <a:moveTo>
                    <a:pt x="3407599" y="201759"/>
                  </a:moveTo>
                  <a:lnTo>
                    <a:pt x="3364465" y="194842"/>
                  </a:lnTo>
                  <a:lnTo>
                    <a:pt x="3321331" y="187962"/>
                  </a:lnTo>
                  <a:lnTo>
                    <a:pt x="3278196" y="181118"/>
                  </a:lnTo>
                  <a:lnTo>
                    <a:pt x="3235062" y="174315"/>
                  </a:lnTo>
                  <a:lnTo>
                    <a:pt x="3191928" y="167554"/>
                  </a:lnTo>
                  <a:lnTo>
                    <a:pt x="3148794" y="160837"/>
                  </a:lnTo>
                  <a:lnTo>
                    <a:pt x="3105660" y="154167"/>
                  </a:lnTo>
                  <a:lnTo>
                    <a:pt x="3062526" y="147547"/>
                  </a:lnTo>
                  <a:lnTo>
                    <a:pt x="3019391" y="140979"/>
                  </a:lnTo>
                  <a:lnTo>
                    <a:pt x="2976257" y="134468"/>
                  </a:lnTo>
                  <a:lnTo>
                    <a:pt x="2933123" y="128017"/>
                  </a:lnTo>
                  <a:lnTo>
                    <a:pt x="2889989" y="121629"/>
                  </a:lnTo>
                  <a:lnTo>
                    <a:pt x="2846855" y="115309"/>
                  </a:lnTo>
                  <a:lnTo>
                    <a:pt x="2803721" y="109061"/>
                  </a:lnTo>
                  <a:lnTo>
                    <a:pt x="2760586" y="102889"/>
                  </a:lnTo>
                  <a:lnTo>
                    <a:pt x="2717452" y="96799"/>
                  </a:lnTo>
                  <a:lnTo>
                    <a:pt x="2674318" y="90797"/>
                  </a:lnTo>
                  <a:lnTo>
                    <a:pt x="2631184" y="84889"/>
                  </a:lnTo>
                  <a:lnTo>
                    <a:pt x="2588050" y="79081"/>
                  </a:lnTo>
                  <a:lnTo>
                    <a:pt x="2544915" y="73380"/>
                  </a:lnTo>
                  <a:lnTo>
                    <a:pt x="2501781" y="67795"/>
                  </a:lnTo>
                  <a:lnTo>
                    <a:pt x="2458647" y="62332"/>
                  </a:lnTo>
                  <a:lnTo>
                    <a:pt x="2415513" y="57003"/>
                  </a:lnTo>
                  <a:lnTo>
                    <a:pt x="2372379" y="51817"/>
                  </a:lnTo>
                  <a:lnTo>
                    <a:pt x="2329245" y="46783"/>
                  </a:lnTo>
                  <a:lnTo>
                    <a:pt x="2286110" y="41915"/>
                  </a:lnTo>
                  <a:lnTo>
                    <a:pt x="2242976" y="37225"/>
                  </a:lnTo>
                  <a:lnTo>
                    <a:pt x="2199842" y="32726"/>
                  </a:lnTo>
                  <a:lnTo>
                    <a:pt x="2156708" y="28433"/>
                  </a:lnTo>
                  <a:lnTo>
                    <a:pt x="2113574" y="24362"/>
                  </a:lnTo>
                  <a:lnTo>
                    <a:pt x="2070440" y="20531"/>
                  </a:lnTo>
                  <a:lnTo>
                    <a:pt x="2027305" y="16958"/>
                  </a:lnTo>
                  <a:lnTo>
                    <a:pt x="1984171" y="13661"/>
                  </a:lnTo>
                  <a:lnTo>
                    <a:pt x="1941037" y="10664"/>
                  </a:lnTo>
                  <a:lnTo>
                    <a:pt x="1897903" y="7986"/>
                  </a:lnTo>
                  <a:lnTo>
                    <a:pt x="1854769" y="5652"/>
                  </a:lnTo>
                  <a:lnTo>
                    <a:pt x="1811635" y="3685"/>
                  </a:lnTo>
                  <a:lnTo>
                    <a:pt x="1768500" y="2111"/>
                  </a:lnTo>
                  <a:lnTo>
                    <a:pt x="1725366" y="955"/>
                  </a:lnTo>
                  <a:lnTo>
                    <a:pt x="1682232" y="243"/>
                  </a:lnTo>
                  <a:lnTo>
                    <a:pt x="1639098" y="0"/>
                  </a:lnTo>
                  <a:lnTo>
                    <a:pt x="1595964" y="250"/>
                  </a:lnTo>
                  <a:lnTo>
                    <a:pt x="1552830" y="1017"/>
                  </a:lnTo>
                  <a:lnTo>
                    <a:pt x="1509695" y="2322"/>
                  </a:lnTo>
                  <a:lnTo>
                    <a:pt x="1466561" y="4186"/>
                  </a:lnTo>
                  <a:lnTo>
                    <a:pt x="1423427" y="6624"/>
                  </a:lnTo>
                  <a:lnTo>
                    <a:pt x="1380293" y="9648"/>
                  </a:lnTo>
                  <a:lnTo>
                    <a:pt x="1337159" y="13268"/>
                  </a:lnTo>
                  <a:lnTo>
                    <a:pt x="1294025" y="17488"/>
                  </a:lnTo>
                  <a:lnTo>
                    <a:pt x="1250890" y="22309"/>
                  </a:lnTo>
                  <a:lnTo>
                    <a:pt x="1207756" y="27726"/>
                  </a:lnTo>
                  <a:lnTo>
                    <a:pt x="1164622" y="33730"/>
                  </a:lnTo>
                  <a:lnTo>
                    <a:pt x="1121488" y="40310"/>
                  </a:lnTo>
                  <a:lnTo>
                    <a:pt x="1078354" y="47449"/>
                  </a:lnTo>
                  <a:lnTo>
                    <a:pt x="1035220" y="55129"/>
                  </a:lnTo>
                  <a:lnTo>
                    <a:pt x="992085" y="63327"/>
                  </a:lnTo>
                  <a:lnTo>
                    <a:pt x="948951" y="72021"/>
                  </a:lnTo>
                  <a:lnTo>
                    <a:pt x="905817" y="81186"/>
                  </a:lnTo>
                  <a:lnTo>
                    <a:pt x="862683" y="90797"/>
                  </a:lnTo>
                  <a:lnTo>
                    <a:pt x="819549" y="100828"/>
                  </a:lnTo>
                  <a:lnTo>
                    <a:pt x="776415" y="111254"/>
                  </a:lnTo>
                  <a:lnTo>
                    <a:pt x="733280" y="122050"/>
                  </a:lnTo>
                  <a:lnTo>
                    <a:pt x="690146" y="133191"/>
                  </a:lnTo>
                  <a:lnTo>
                    <a:pt x="647012" y="144654"/>
                  </a:lnTo>
                  <a:lnTo>
                    <a:pt x="603878" y="156417"/>
                  </a:lnTo>
                  <a:lnTo>
                    <a:pt x="560744" y="168460"/>
                  </a:lnTo>
                  <a:lnTo>
                    <a:pt x="517610" y="180761"/>
                  </a:lnTo>
                  <a:lnTo>
                    <a:pt x="474475" y="193304"/>
                  </a:lnTo>
                  <a:lnTo>
                    <a:pt x="431341" y="206070"/>
                  </a:lnTo>
                  <a:lnTo>
                    <a:pt x="388207" y="219044"/>
                  </a:lnTo>
                  <a:lnTo>
                    <a:pt x="345073" y="232210"/>
                  </a:lnTo>
                  <a:lnTo>
                    <a:pt x="301939" y="245556"/>
                  </a:lnTo>
                  <a:lnTo>
                    <a:pt x="258805" y="259067"/>
                  </a:lnTo>
                  <a:lnTo>
                    <a:pt x="215670" y="272733"/>
                  </a:lnTo>
                  <a:lnTo>
                    <a:pt x="172536" y="286542"/>
                  </a:lnTo>
                  <a:lnTo>
                    <a:pt x="129402" y="300485"/>
                  </a:lnTo>
                  <a:lnTo>
                    <a:pt x="86268" y="314552"/>
                  </a:lnTo>
                  <a:lnTo>
                    <a:pt x="43134" y="328735"/>
                  </a:lnTo>
                  <a:lnTo>
                    <a:pt x="0" y="3430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1314651" y="5510277"/>
              <a:ext cx="3407599" cy="335425"/>
            </a:xfrm>
            <a:custGeom>
              <a:avLst/>
              <a:pathLst>
                <a:path w="3407599" h="335425">
                  <a:moveTo>
                    <a:pt x="0" y="335425"/>
                  </a:moveTo>
                  <a:lnTo>
                    <a:pt x="43134" y="331179"/>
                  </a:lnTo>
                  <a:lnTo>
                    <a:pt x="86268" y="326933"/>
                  </a:lnTo>
                  <a:lnTo>
                    <a:pt x="129402" y="322687"/>
                  </a:lnTo>
                  <a:lnTo>
                    <a:pt x="172536" y="318441"/>
                  </a:lnTo>
                  <a:lnTo>
                    <a:pt x="215670" y="314195"/>
                  </a:lnTo>
                  <a:lnTo>
                    <a:pt x="258805" y="309949"/>
                  </a:lnTo>
                  <a:lnTo>
                    <a:pt x="301939" y="305703"/>
                  </a:lnTo>
                  <a:lnTo>
                    <a:pt x="345073" y="301457"/>
                  </a:lnTo>
                  <a:lnTo>
                    <a:pt x="388207" y="297212"/>
                  </a:lnTo>
                  <a:lnTo>
                    <a:pt x="431341" y="292966"/>
                  </a:lnTo>
                  <a:lnTo>
                    <a:pt x="474475" y="288720"/>
                  </a:lnTo>
                  <a:lnTo>
                    <a:pt x="517610" y="284474"/>
                  </a:lnTo>
                  <a:lnTo>
                    <a:pt x="560744" y="280228"/>
                  </a:lnTo>
                  <a:lnTo>
                    <a:pt x="603878" y="275982"/>
                  </a:lnTo>
                  <a:lnTo>
                    <a:pt x="647012" y="271736"/>
                  </a:lnTo>
                  <a:lnTo>
                    <a:pt x="690146" y="267490"/>
                  </a:lnTo>
                  <a:lnTo>
                    <a:pt x="733280" y="263244"/>
                  </a:lnTo>
                  <a:lnTo>
                    <a:pt x="776415" y="258999"/>
                  </a:lnTo>
                  <a:lnTo>
                    <a:pt x="819549" y="254753"/>
                  </a:lnTo>
                  <a:lnTo>
                    <a:pt x="862683" y="250507"/>
                  </a:lnTo>
                  <a:lnTo>
                    <a:pt x="905817" y="246261"/>
                  </a:lnTo>
                  <a:lnTo>
                    <a:pt x="948951" y="242015"/>
                  </a:lnTo>
                  <a:lnTo>
                    <a:pt x="992085" y="237769"/>
                  </a:lnTo>
                  <a:lnTo>
                    <a:pt x="1035220" y="233523"/>
                  </a:lnTo>
                  <a:lnTo>
                    <a:pt x="1078354" y="229277"/>
                  </a:lnTo>
                  <a:lnTo>
                    <a:pt x="1121488" y="225031"/>
                  </a:lnTo>
                  <a:lnTo>
                    <a:pt x="1164622" y="220786"/>
                  </a:lnTo>
                  <a:lnTo>
                    <a:pt x="1207756" y="216540"/>
                  </a:lnTo>
                  <a:lnTo>
                    <a:pt x="1250890" y="212294"/>
                  </a:lnTo>
                  <a:lnTo>
                    <a:pt x="1294025" y="208048"/>
                  </a:lnTo>
                  <a:lnTo>
                    <a:pt x="1337159" y="203802"/>
                  </a:lnTo>
                  <a:lnTo>
                    <a:pt x="1380293" y="199556"/>
                  </a:lnTo>
                  <a:lnTo>
                    <a:pt x="1423427" y="195310"/>
                  </a:lnTo>
                  <a:lnTo>
                    <a:pt x="1466561" y="191064"/>
                  </a:lnTo>
                  <a:lnTo>
                    <a:pt x="1509695" y="186818"/>
                  </a:lnTo>
                  <a:lnTo>
                    <a:pt x="1552830" y="182573"/>
                  </a:lnTo>
                  <a:lnTo>
                    <a:pt x="1595964" y="178327"/>
                  </a:lnTo>
                  <a:lnTo>
                    <a:pt x="1639098" y="174081"/>
                  </a:lnTo>
                  <a:lnTo>
                    <a:pt x="1682232" y="169835"/>
                  </a:lnTo>
                  <a:lnTo>
                    <a:pt x="1725366" y="165589"/>
                  </a:lnTo>
                  <a:lnTo>
                    <a:pt x="1768500" y="161343"/>
                  </a:lnTo>
                  <a:lnTo>
                    <a:pt x="1811635" y="157097"/>
                  </a:lnTo>
                  <a:lnTo>
                    <a:pt x="1854769" y="152851"/>
                  </a:lnTo>
                  <a:lnTo>
                    <a:pt x="1897903" y="148606"/>
                  </a:lnTo>
                  <a:lnTo>
                    <a:pt x="1941037" y="144360"/>
                  </a:lnTo>
                  <a:lnTo>
                    <a:pt x="1984171" y="140114"/>
                  </a:lnTo>
                  <a:lnTo>
                    <a:pt x="2027305" y="135868"/>
                  </a:lnTo>
                  <a:lnTo>
                    <a:pt x="2070440" y="131622"/>
                  </a:lnTo>
                  <a:lnTo>
                    <a:pt x="2113574" y="127376"/>
                  </a:lnTo>
                  <a:lnTo>
                    <a:pt x="2156708" y="123130"/>
                  </a:lnTo>
                  <a:lnTo>
                    <a:pt x="2199842" y="118884"/>
                  </a:lnTo>
                  <a:lnTo>
                    <a:pt x="2242976" y="114638"/>
                  </a:lnTo>
                  <a:lnTo>
                    <a:pt x="2286110" y="110393"/>
                  </a:lnTo>
                  <a:lnTo>
                    <a:pt x="2329245" y="106147"/>
                  </a:lnTo>
                  <a:lnTo>
                    <a:pt x="2372379" y="101901"/>
                  </a:lnTo>
                  <a:lnTo>
                    <a:pt x="2415513" y="97655"/>
                  </a:lnTo>
                  <a:lnTo>
                    <a:pt x="2458647" y="93409"/>
                  </a:lnTo>
                  <a:lnTo>
                    <a:pt x="2501781" y="89163"/>
                  </a:lnTo>
                  <a:lnTo>
                    <a:pt x="2544915" y="84917"/>
                  </a:lnTo>
                  <a:lnTo>
                    <a:pt x="2588050" y="80671"/>
                  </a:lnTo>
                  <a:lnTo>
                    <a:pt x="2631184" y="76425"/>
                  </a:lnTo>
                  <a:lnTo>
                    <a:pt x="2674318" y="72180"/>
                  </a:lnTo>
                  <a:lnTo>
                    <a:pt x="2717452" y="67934"/>
                  </a:lnTo>
                  <a:lnTo>
                    <a:pt x="2760586" y="63688"/>
                  </a:lnTo>
                  <a:lnTo>
                    <a:pt x="2803721" y="59442"/>
                  </a:lnTo>
                  <a:lnTo>
                    <a:pt x="2846855" y="55196"/>
                  </a:lnTo>
                  <a:lnTo>
                    <a:pt x="2889989" y="50950"/>
                  </a:lnTo>
                  <a:lnTo>
                    <a:pt x="2933123" y="46704"/>
                  </a:lnTo>
                  <a:lnTo>
                    <a:pt x="2976257" y="42458"/>
                  </a:lnTo>
                  <a:lnTo>
                    <a:pt x="3019391" y="38212"/>
                  </a:lnTo>
                  <a:lnTo>
                    <a:pt x="3062526" y="33967"/>
                  </a:lnTo>
                  <a:lnTo>
                    <a:pt x="3105660" y="29721"/>
                  </a:lnTo>
                  <a:lnTo>
                    <a:pt x="3148794" y="25475"/>
                  </a:lnTo>
                  <a:lnTo>
                    <a:pt x="3191928" y="21229"/>
                  </a:lnTo>
                  <a:lnTo>
                    <a:pt x="3235062" y="16983"/>
                  </a:lnTo>
                  <a:lnTo>
                    <a:pt x="3278196" y="12737"/>
                  </a:lnTo>
                  <a:lnTo>
                    <a:pt x="3321331" y="8491"/>
                  </a:lnTo>
                  <a:lnTo>
                    <a:pt x="3364465" y="4245"/>
                  </a:lnTo>
                  <a:lnTo>
                    <a:pt x="3407599" y="0"/>
                  </a:lnTo>
                </a:path>
              </a:pathLst>
            </a:custGeom>
            <a:ln w="2710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tx177"/>
            <p:cNvSpPr/>
            <p:nvPr/>
          </p:nvSpPr>
          <p:spPr>
            <a:xfrm>
              <a:off x="13103660" y="3639852"/>
              <a:ext cx="1618590" cy="1259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 = 0.136; p = 5.11e-01</a:t>
              </a:r>
            </a:p>
          </p:txBody>
        </p:sp>
        <p:sp>
          <p:nvSpPr>
            <p:cNvPr id="178" name="pl178"/>
            <p:cNvSpPr/>
            <p:nvPr/>
          </p:nvSpPr>
          <p:spPr>
            <a:xfrm>
              <a:off x="11144271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10994050" y="6783332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1028560" y="5677724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1028560" y="4574646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82" name="pl182"/>
            <p:cNvSpPr/>
            <p:nvPr/>
          </p:nvSpPr>
          <p:spPr>
            <a:xfrm>
              <a:off x="11112007" y="6820727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11112007" y="5716384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11112007" y="4612040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11144271" y="6934168"/>
              <a:ext cx="3748359" cy="0"/>
            </a:xfrm>
            <a:custGeom>
              <a:avLst/>
              <a:pathLst>
                <a:path w="3748359" h="0">
                  <a:moveTo>
                    <a:pt x="0" y="0"/>
                  </a:moveTo>
                  <a:lnTo>
                    <a:pt x="3748359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11865701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12628403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13391105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14153807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tx190"/>
            <p:cNvSpPr/>
            <p:nvPr/>
          </p:nvSpPr>
          <p:spPr>
            <a:xfrm>
              <a:off x="11776414" y="6990675"/>
              <a:ext cx="178572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12556371" y="6990675"/>
              <a:ext cx="144062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13319073" y="6990675"/>
              <a:ext cx="144062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14081775" y="6990675"/>
              <a:ext cx="144062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2136560" y="7093363"/>
              <a:ext cx="1763780" cy="1198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Per capita GDP</a:t>
              </a:r>
            </a:p>
          </p:txBody>
        </p:sp>
        <p:sp>
          <p:nvSpPr>
            <p:cNvPr id="195" name="tx195"/>
            <p:cNvSpPr/>
            <p:nvPr/>
          </p:nvSpPr>
          <p:spPr>
            <a:xfrm rot="-5400000">
              <a:off x="10118732" y="5163084"/>
              <a:ext cx="1511595" cy="1199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0762690" y="3419929"/>
              <a:ext cx="79107" cy="77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97" name="rc197"/>
            <p:cNvSpPr/>
            <p:nvPr/>
          </p:nvSpPr>
          <p:spPr>
            <a:xfrm>
              <a:off x="15411046" y="3511989"/>
              <a:ext cx="3748359" cy="34221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15453370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16265867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17078364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17890861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18703358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15777651" y="450650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16364911" y="515181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15797609" y="505220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16105433" y="5368514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6237858" y="487650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6083503" y="554597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15856649" y="479512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15747225" y="464545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15547441" y="385181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15795909" y="530058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16316888" y="548761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5737779" y="464557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6046342" y="492166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15965265" y="453594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18150119" y="593166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6171634" y="493314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15866176" y="479135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5738669" y="485175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15755916" y="464649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15640723" y="437087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16877621" y="560849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16031560" y="457600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5852608" y="486937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6264218" y="496593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5846822" y="537384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6539301" y="531353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15791252" y="363355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17957840" y="544760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8955041" y="596483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16303708" y="4821054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6064691" y="4680464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15581426" y="4475313"/>
              <a:ext cx="3407599" cy="2303301"/>
            </a:xfrm>
            <a:custGeom>
              <a:avLst/>
              <a:pathLst>
                <a:path w="3407599" h="2303301">
                  <a:moveTo>
                    <a:pt x="0" y="0"/>
                  </a:moveTo>
                  <a:lnTo>
                    <a:pt x="43134" y="25355"/>
                  </a:lnTo>
                  <a:lnTo>
                    <a:pt x="86268" y="50506"/>
                  </a:lnTo>
                  <a:lnTo>
                    <a:pt x="129402" y="75436"/>
                  </a:lnTo>
                  <a:lnTo>
                    <a:pt x="172536" y="100127"/>
                  </a:lnTo>
                  <a:lnTo>
                    <a:pt x="215670" y="124557"/>
                  </a:lnTo>
                  <a:lnTo>
                    <a:pt x="258805" y="148705"/>
                  </a:lnTo>
                  <a:lnTo>
                    <a:pt x="301939" y="172552"/>
                  </a:lnTo>
                  <a:lnTo>
                    <a:pt x="345073" y="196073"/>
                  </a:lnTo>
                  <a:lnTo>
                    <a:pt x="388207" y="219248"/>
                  </a:lnTo>
                  <a:lnTo>
                    <a:pt x="431341" y="242055"/>
                  </a:lnTo>
                  <a:lnTo>
                    <a:pt x="474475" y="264472"/>
                  </a:lnTo>
                  <a:lnTo>
                    <a:pt x="517610" y="286482"/>
                  </a:lnTo>
                  <a:lnTo>
                    <a:pt x="560744" y="308068"/>
                  </a:lnTo>
                  <a:lnTo>
                    <a:pt x="603878" y="329217"/>
                  </a:lnTo>
                  <a:lnTo>
                    <a:pt x="647012" y="349918"/>
                  </a:lnTo>
                  <a:lnTo>
                    <a:pt x="690146" y="370166"/>
                  </a:lnTo>
                  <a:lnTo>
                    <a:pt x="733280" y="389958"/>
                  </a:lnTo>
                  <a:lnTo>
                    <a:pt x="776415" y="409299"/>
                  </a:lnTo>
                  <a:lnTo>
                    <a:pt x="819549" y="428195"/>
                  </a:lnTo>
                  <a:lnTo>
                    <a:pt x="862683" y="446656"/>
                  </a:lnTo>
                  <a:lnTo>
                    <a:pt x="905817" y="464697"/>
                  </a:lnTo>
                  <a:lnTo>
                    <a:pt x="948951" y="482336"/>
                  </a:lnTo>
                  <a:lnTo>
                    <a:pt x="992085" y="499591"/>
                  </a:lnTo>
                  <a:lnTo>
                    <a:pt x="1035220" y="516483"/>
                  </a:lnTo>
                  <a:lnTo>
                    <a:pt x="1078354" y="533034"/>
                  </a:lnTo>
                  <a:lnTo>
                    <a:pt x="1121488" y="549267"/>
                  </a:lnTo>
                  <a:lnTo>
                    <a:pt x="1164622" y="565202"/>
                  </a:lnTo>
                  <a:lnTo>
                    <a:pt x="1207756" y="580862"/>
                  </a:lnTo>
                  <a:lnTo>
                    <a:pt x="1250890" y="596268"/>
                  </a:lnTo>
                  <a:lnTo>
                    <a:pt x="1294025" y="611438"/>
                  </a:lnTo>
                  <a:lnTo>
                    <a:pt x="1337159" y="626392"/>
                  </a:lnTo>
                  <a:lnTo>
                    <a:pt x="1380293" y="641146"/>
                  </a:lnTo>
                  <a:lnTo>
                    <a:pt x="1423427" y="655718"/>
                  </a:lnTo>
                  <a:lnTo>
                    <a:pt x="1466561" y="670121"/>
                  </a:lnTo>
                  <a:lnTo>
                    <a:pt x="1509695" y="684370"/>
                  </a:lnTo>
                  <a:lnTo>
                    <a:pt x="1552830" y="698478"/>
                  </a:lnTo>
                  <a:lnTo>
                    <a:pt x="1595964" y="712454"/>
                  </a:lnTo>
                  <a:lnTo>
                    <a:pt x="1639098" y="726311"/>
                  </a:lnTo>
                  <a:lnTo>
                    <a:pt x="1682232" y="740058"/>
                  </a:lnTo>
                  <a:lnTo>
                    <a:pt x="1725366" y="753703"/>
                  </a:lnTo>
                  <a:lnTo>
                    <a:pt x="1768500" y="767254"/>
                  </a:lnTo>
                  <a:lnTo>
                    <a:pt x="1811635" y="780719"/>
                  </a:lnTo>
                  <a:lnTo>
                    <a:pt x="1854769" y="794105"/>
                  </a:lnTo>
                  <a:lnTo>
                    <a:pt x="1897903" y="807416"/>
                  </a:lnTo>
                  <a:lnTo>
                    <a:pt x="1941037" y="820660"/>
                  </a:lnTo>
                  <a:lnTo>
                    <a:pt x="1984171" y="833839"/>
                  </a:lnTo>
                  <a:lnTo>
                    <a:pt x="2027305" y="846961"/>
                  </a:lnTo>
                  <a:lnTo>
                    <a:pt x="2070440" y="860027"/>
                  </a:lnTo>
                  <a:lnTo>
                    <a:pt x="2113574" y="873043"/>
                  </a:lnTo>
                  <a:lnTo>
                    <a:pt x="2156708" y="886012"/>
                  </a:lnTo>
                  <a:lnTo>
                    <a:pt x="2199842" y="898936"/>
                  </a:lnTo>
                  <a:lnTo>
                    <a:pt x="2242976" y="911820"/>
                  </a:lnTo>
                  <a:lnTo>
                    <a:pt x="2286110" y="924665"/>
                  </a:lnTo>
                  <a:lnTo>
                    <a:pt x="2329245" y="937474"/>
                  </a:lnTo>
                  <a:lnTo>
                    <a:pt x="2372379" y="950249"/>
                  </a:lnTo>
                  <a:lnTo>
                    <a:pt x="2415513" y="962993"/>
                  </a:lnTo>
                  <a:lnTo>
                    <a:pt x="2458647" y="975707"/>
                  </a:lnTo>
                  <a:lnTo>
                    <a:pt x="2501781" y="988393"/>
                  </a:lnTo>
                  <a:lnTo>
                    <a:pt x="2544915" y="1001053"/>
                  </a:lnTo>
                  <a:lnTo>
                    <a:pt x="2588050" y="1013688"/>
                  </a:lnTo>
                  <a:lnTo>
                    <a:pt x="2631184" y="1026300"/>
                  </a:lnTo>
                  <a:lnTo>
                    <a:pt x="2674318" y="1038889"/>
                  </a:lnTo>
                  <a:lnTo>
                    <a:pt x="2717452" y="1051459"/>
                  </a:lnTo>
                  <a:lnTo>
                    <a:pt x="2760586" y="1064008"/>
                  </a:lnTo>
                  <a:lnTo>
                    <a:pt x="2803721" y="1076539"/>
                  </a:lnTo>
                  <a:lnTo>
                    <a:pt x="2846855" y="1089053"/>
                  </a:lnTo>
                  <a:lnTo>
                    <a:pt x="2889989" y="1101549"/>
                  </a:lnTo>
                  <a:lnTo>
                    <a:pt x="2933123" y="1114030"/>
                  </a:lnTo>
                  <a:lnTo>
                    <a:pt x="2976257" y="1126496"/>
                  </a:lnTo>
                  <a:lnTo>
                    <a:pt x="3019391" y="1138948"/>
                  </a:lnTo>
                  <a:lnTo>
                    <a:pt x="3062526" y="1151386"/>
                  </a:lnTo>
                  <a:lnTo>
                    <a:pt x="3105660" y="1163812"/>
                  </a:lnTo>
                  <a:lnTo>
                    <a:pt x="3148794" y="1176225"/>
                  </a:lnTo>
                  <a:lnTo>
                    <a:pt x="3191928" y="1188626"/>
                  </a:lnTo>
                  <a:lnTo>
                    <a:pt x="3235062" y="1201016"/>
                  </a:lnTo>
                  <a:lnTo>
                    <a:pt x="3278196" y="1213396"/>
                  </a:lnTo>
                  <a:lnTo>
                    <a:pt x="3321331" y="1225765"/>
                  </a:lnTo>
                  <a:lnTo>
                    <a:pt x="3364465" y="1238125"/>
                  </a:lnTo>
                  <a:lnTo>
                    <a:pt x="3407599" y="1250476"/>
                  </a:lnTo>
                  <a:lnTo>
                    <a:pt x="3407599" y="2303301"/>
                  </a:lnTo>
                  <a:lnTo>
                    <a:pt x="3364465" y="2275490"/>
                  </a:lnTo>
                  <a:lnTo>
                    <a:pt x="3321331" y="2247689"/>
                  </a:lnTo>
                  <a:lnTo>
                    <a:pt x="3278196" y="2219898"/>
                  </a:lnTo>
                  <a:lnTo>
                    <a:pt x="3235062" y="2192116"/>
                  </a:lnTo>
                  <a:lnTo>
                    <a:pt x="3191928" y="2164346"/>
                  </a:lnTo>
                  <a:lnTo>
                    <a:pt x="3148794" y="2136586"/>
                  </a:lnTo>
                  <a:lnTo>
                    <a:pt x="3105660" y="2108838"/>
                  </a:lnTo>
                  <a:lnTo>
                    <a:pt x="3062526" y="2081103"/>
                  </a:lnTo>
                  <a:lnTo>
                    <a:pt x="3019391" y="2053380"/>
                  </a:lnTo>
                  <a:lnTo>
                    <a:pt x="2976257" y="2025671"/>
                  </a:lnTo>
                  <a:lnTo>
                    <a:pt x="2933123" y="1997976"/>
                  </a:lnTo>
                  <a:lnTo>
                    <a:pt x="2889989" y="1970296"/>
                  </a:lnTo>
                  <a:lnTo>
                    <a:pt x="2846855" y="1942632"/>
                  </a:lnTo>
                  <a:lnTo>
                    <a:pt x="2803721" y="1914985"/>
                  </a:lnTo>
                  <a:lnTo>
                    <a:pt x="2760586" y="1887355"/>
                  </a:lnTo>
                  <a:lnTo>
                    <a:pt x="2717452" y="1859743"/>
                  </a:lnTo>
                  <a:lnTo>
                    <a:pt x="2674318" y="1832152"/>
                  </a:lnTo>
                  <a:lnTo>
                    <a:pt x="2631184" y="1804581"/>
                  </a:lnTo>
                  <a:lnTo>
                    <a:pt x="2588050" y="1777032"/>
                  </a:lnTo>
                  <a:lnTo>
                    <a:pt x="2544915" y="1749506"/>
                  </a:lnTo>
                  <a:lnTo>
                    <a:pt x="2501781" y="1722005"/>
                  </a:lnTo>
                  <a:lnTo>
                    <a:pt x="2458647" y="1694530"/>
                  </a:lnTo>
                  <a:lnTo>
                    <a:pt x="2415513" y="1667083"/>
                  </a:lnTo>
                  <a:lnTo>
                    <a:pt x="2372379" y="1639666"/>
                  </a:lnTo>
                  <a:lnTo>
                    <a:pt x="2329245" y="1612280"/>
                  </a:lnTo>
                  <a:lnTo>
                    <a:pt x="2286110" y="1584928"/>
                  </a:lnTo>
                  <a:lnTo>
                    <a:pt x="2242976" y="1557612"/>
                  </a:lnTo>
                  <a:lnTo>
                    <a:pt x="2199842" y="1530335"/>
                  </a:lnTo>
                  <a:lnTo>
                    <a:pt x="2156708" y="1503099"/>
                  </a:lnTo>
                  <a:lnTo>
                    <a:pt x="2113574" y="1475906"/>
                  </a:lnTo>
                  <a:lnTo>
                    <a:pt x="2070440" y="1448761"/>
                  </a:lnTo>
                  <a:lnTo>
                    <a:pt x="2027305" y="1421667"/>
                  </a:lnTo>
                  <a:lnTo>
                    <a:pt x="1984171" y="1394627"/>
                  </a:lnTo>
                  <a:lnTo>
                    <a:pt x="1941037" y="1367646"/>
                  </a:lnTo>
                  <a:lnTo>
                    <a:pt x="1897903" y="1340729"/>
                  </a:lnTo>
                  <a:lnTo>
                    <a:pt x="1854769" y="1313879"/>
                  </a:lnTo>
                  <a:lnTo>
                    <a:pt x="1811635" y="1287104"/>
                  </a:lnTo>
                  <a:lnTo>
                    <a:pt x="1768500" y="1260408"/>
                  </a:lnTo>
                  <a:lnTo>
                    <a:pt x="1725366" y="1233799"/>
                  </a:lnTo>
                  <a:lnTo>
                    <a:pt x="1682232" y="1207283"/>
                  </a:lnTo>
                  <a:lnTo>
                    <a:pt x="1639098" y="1180868"/>
                  </a:lnTo>
                  <a:lnTo>
                    <a:pt x="1595964" y="1154564"/>
                  </a:lnTo>
                  <a:lnTo>
                    <a:pt x="1552830" y="1128380"/>
                  </a:lnTo>
                  <a:lnTo>
                    <a:pt x="1509695" y="1102327"/>
                  </a:lnTo>
                  <a:lnTo>
                    <a:pt x="1466561" y="1076415"/>
                  </a:lnTo>
                  <a:lnTo>
                    <a:pt x="1423427" y="1050657"/>
                  </a:lnTo>
                  <a:lnTo>
                    <a:pt x="1380293" y="1025068"/>
                  </a:lnTo>
                  <a:lnTo>
                    <a:pt x="1337159" y="999662"/>
                  </a:lnTo>
                  <a:lnTo>
                    <a:pt x="1294025" y="974455"/>
                  </a:lnTo>
                  <a:lnTo>
                    <a:pt x="1250890" y="949464"/>
                  </a:lnTo>
                  <a:lnTo>
                    <a:pt x="1207756" y="924709"/>
                  </a:lnTo>
                  <a:lnTo>
                    <a:pt x="1164622" y="900208"/>
                  </a:lnTo>
                  <a:lnTo>
                    <a:pt x="1121488" y="875982"/>
                  </a:lnTo>
                  <a:lnTo>
                    <a:pt x="1078354" y="852054"/>
                  </a:lnTo>
                  <a:lnTo>
                    <a:pt x="1035220" y="828444"/>
                  </a:lnTo>
                  <a:lnTo>
                    <a:pt x="992085" y="805176"/>
                  </a:lnTo>
                  <a:lnTo>
                    <a:pt x="948951" y="782270"/>
                  </a:lnTo>
                  <a:lnTo>
                    <a:pt x="905817" y="759747"/>
                  </a:lnTo>
                  <a:lnTo>
                    <a:pt x="862683" y="737628"/>
                  </a:lnTo>
                  <a:lnTo>
                    <a:pt x="819549" y="715928"/>
                  </a:lnTo>
                  <a:lnTo>
                    <a:pt x="776415" y="694663"/>
                  </a:lnTo>
                  <a:lnTo>
                    <a:pt x="733280" y="673843"/>
                  </a:lnTo>
                  <a:lnTo>
                    <a:pt x="690146" y="653475"/>
                  </a:lnTo>
                  <a:lnTo>
                    <a:pt x="647012" y="633561"/>
                  </a:lnTo>
                  <a:lnTo>
                    <a:pt x="603878" y="614102"/>
                  </a:lnTo>
                  <a:lnTo>
                    <a:pt x="560744" y="595089"/>
                  </a:lnTo>
                  <a:lnTo>
                    <a:pt x="517610" y="576514"/>
                  </a:lnTo>
                  <a:lnTo>
                    <a:pt x="474475" y="558363"/>
                  </a:lnTo>
                  <a:lnTo>
                    <a:pt x="431341" y="540620"/>
                  </a:lnTo>
                  <a:lnTo>
                    <a:pt x="388207" y="523266"/>
                  </a:lnTo>
                  <a:lnTo>
                    <a:pt x="345073" y="506280"/>
                  </a:lnTo>
                  <a:lnTo>
                    <a:pt x="301939" y="489640"/>
                  </a:lnTo>
                  <a:lnTo>
                    <a:pt x="258805" y="473326"/>
                  </a:lnTo>
                  <a:lnTo>
                    <a:pt x="215670" y="457314"/>
                  </a:lnTo>
                  <a:lnTo>
                    <a:pt x="172536" y="441583"/>
                  </a:lnTo>
                  <a:lnTo>
                    <a:pt x="129402" y="426112"/>
                  </a:lnTo>
                  <a:lnTo>
                    <a:pt x="86268" y="410881"/>
                  </a:lnTo>
                  <a:lnTo>
                    <a:pt x="43134" y="395872"/>
                  </a:lnTo>
                  <a:lnTo>
                    <a:pt x="0" y="381066"/>
                  </a:lnTo>
                  <a:close/>
                </a:path>
              </a:pathLst>
            </a:custGeom>
            <a:solidFill>
              <a:srgbClr val="FB9A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15581426" y="4475313"/>
              <a:ext cx="3407599" cy="1250476"/>
            </a:xfrm>
            <a:custGeom>
              <a:avLst/>
              <a:pathLst>
                <a:path w="3407599" h="1250476">
                  <a:moveTo>
                    <a:pt x="0" y="0"/>
                  </a:moveTo>
                  <a:lnTo>
                    <a:pt x="43134" y="25355"/>
                  </a:lnTo>
                  <a:lnTo>
                    <a:pt x="86268" y="50506"/>
                  </a:lnTo>
                  <a:lnTo>
                    <a:pt x="129402" y="75436"/>
                  </a:lnTo>
                  <a:lnTo>
                    <a:pt x="172536" y="100127"/>
                  </a:lnTo>
                  <a:lnTo>
                    <a:pt x="215670" y="124557"/>
                  </a:lnTo>
                  <a:lnTo>
                    <a:pt x="258805" y="148705"/>
                  </a:lnTo>
                  <a:lnTo>
                    <a:pt x="301939" y="172552"/>
                  </a:lnTo>
                  <a:lnTo>
                    <a:pt x="345073" y="196073"/>
                  </a:lnTo>
                  <a:lnTo>
                    <a:pt x="388207" y="219248"/>
                  </a:lnTo>
                  <a:lnTo>
                    <a:pt x="431341" y="242055"/>
                  </a:lnTo>
                  <a:lnTo>
                    <a:pt x="474475" y="264472"/>
                  </a:lnTo>
                  <a:lnTo>
                    <a:pt x="517610" y="286482"/>
                  </a:lnTo>
                  <a:lnTo>
                    <a:pt x="560744" y="308068"/>
                  </a:lnTo>
                  <a:lnTo>
                    <a:pt x="603878" y="329217"/>
                  </a:lnTo>
                  <a:lnTo>
                    <a:pt x="647012" y="349918"/>
                  </a:lnTo>
                  <a:lnTo>
                    <a:pt x="690146" y="370166"/>
                  </a:lnTo>
                  <a:lnTo>
                    <a:pt x="733280" y="389958"/>
                  </a:lnTo>
                  <a:lnTo>
                    <a:pt x="776415" y="409299"/>
                  </a:lnTo>
                  <a:lnTo>
                    <a:pt x="819549" y="428195"/>
                  </a:lnTo>
                  <a:lnTo>
                    <a:pt x="862683" y="446656"/>
                  </a:lnTo>
                  <a:lnTo>
                    <a:pt x="905817" y="464697"/>
                  </a:lnTo>
                  <a:lnTo>
                    <a:pt x="948951" y="482336"/>
                  </a:lnTo>
                  <a:lnTo>
                    <a:pt x="992085" y="499591"/>
                  </a:lnTo>
                  <a:lnTo>
                    <a:pt x="1035220" y="516483"/>
                  </a:lnTo>
                  <a:lnTo>
                    <a:pt x="1078354" y="533034"/>
                  </a:lnTo>
                  <a:lnTo>
                    <a:pt x="1121488" y="549267"/>
                  </a:lnTo>
                  <a:lnTo>
                    <a:pt x="1164622" y="565202"/>
                  </a:lnTo>
                  <a:lnTo>
                    <a:pt x="1207756" y="580862"/>
                  </a:lnTo>
                  <a:lnTo>
                    <a:pt x="1250890" y="596268"/>
                  </a:lnTo>
                  <a:lnTo>
                    <a:pt x="1294025" y="611438"/>
                  </a:lnTo>
                  <a:lnTo>
                    <a:pt x="1337159" y="626392"/>
                  </a:lnTo>
                  <a:lnTo>
                    <a:pt x="1380293" y="641146"/>
                  </a:lnTo>
                  <a:lnTo>
                    <a:pt x="1423427" y="655718"/>
                  </a:lnTo>
                  <a:lnTo>
                    <a:pt x="1466561" y="670121"/>
                  </a:lnTo>
                  <a:lnTo>
                    <a:pt x="1509695" y="684370"/>
                  </a:lnTo>
                  <a:lnTo>
                    <a:pt x="1552830" y="698478"/>
                  </a:lnTo>
                  <a:lnTo>
                    <a:pt x="1595964" y="712454"/>
                  </a:lnTo>
                  <a:lnTo>
                    <a:pt x="1639098" y="726311"/>
                  </a:lnTo>
                  <a:lnTo>
                    <a:pt x="1682232" y="740058"/>
                  </a:lnTo>
                  <a:lnTo>
                    <a:pt x="1725366" y="753703"/>
                  </a:lnTo>
                  <a:lnTo>
                    <a:pt x="1768500" y="767254"/>
                  </a:lnTo>
                  <a:lnTo>
                    <a:pt x="1811635" y="780719"/>
                  </a:lnTo>
                  <a:lnTo>
                    <a:pt x="1854769" y="794105"/>
                  </a:lnTo>
                  <a:lnTo>
                    <a:pt x="1897903" y="807416"/>
                  </a:lnTo>
                  <a:lnTo>
                    <a:pt x="1941037" y="820660"/>
                  </a:lnTo>
                  <a:lnTo>
                    <a:pt x="1984171" y="833839"/>
                  </a:lnTo>
                  <a:lnTo>
                    <a:pt x="2027305" y="846961"/>
                  </a:lnTo>
                  <a:lnTo>
                    <a:pt x="2070440" y="860027"/>
                  </a:lnTo>
                  <a:lnTo>
                    <a:pt x="2113574" y="873043"/>
                  </a:lnTo>
                  <a:lnTo>
                    <a:pt x="2156708" y="886012"/>
                  </a:lnTo>
                  <a:lnTo>
                    <a:pt x="2199842" y="898936"/>
                  </a:lnTo>
                  <a:lnTo>
                    <a:pt x="2242976" y="911820"/>
                  </a:lnTo>
                  <a:lnTo>
                    <a:pt x="2286110" y="924665"/>
                  </a:lnTo>
                  <a:lnTo>
                    <a:pt x="2329245" y="937474"/>
                  </a:lnTo>
                  <a:lnTo>
                    <a:pt x="2372379" y="950249"/>
                  </a:lnTo>
                  <a:lnTo>
                    <a:pt x="2415513" y="962993"/>
                  </a:lnTo>
                  <a:lnTo>
                    <a:pt x="2458647" y="975707"/>
                  </a:lnTo>
                  <a:lnTo>
                    <a:pt x="2501781" y="988393"/>
                  </a:lnTo>
                  <a:lnTo>
                    <a:pt x="2544915" y="1001053"/>
                  </a:lnTo>
                  <a:lnTo>
                    <a:pt x="2588050" y="1013688"/>
                  </a:lnTo>
                  <a:lnTo>
                    <a:pt x="2631184" y="1026300"/>
                  </a:lnTo>
                  <a:lnTo>
                    <a:pt x="2674318" y="1038889"/>
                  </a:lnTo>
                  <a:lnTo>
                    <a:pt x="2717452" y="1051459"/>
                  </a:lnTo>
                  <a:lnTo>
                    <a:pt x="2760586" y="1064008"/>
                  </a:lnTo>
                  <a:lnTo>
                    <a:pt x="2803721" y="1076539"/>
                  </a:lnTo>
                  <a:lnTo>
                    <a:pt x="2846855" y="1089053"/>
                  </a:lnTo>
                  <a:lnTo>
                    <a:pt x="2889989" y="1101549"/>
                  </a:lnTo>
                  <a:lnTo>
                    <a:pt x="2933123" y="1114030"/>
                  </a:lnTo>
                  <a:lnTo>
                    <a:pt x="2976257" y="1126496"/>
                  </a:lnTo>
                  <a:lnTo>
                    <a:pt x="3019391" y="1138948"/>
                  </a:lnTo>
                  <a:lnTo>
                    <a:pt x="3062526" y="1151386"/>
                  </a:lnTo>
                  <a:lnTo>
                    <a:pt x="3105660" y="1163812"/>
                  </a:lnTo>
                  <a:lnTo>
                    <a:pt x="3148794" y="1176225"/>
                  </a:lnTo>
                  <a:lnTo>
                    <a:pt x="3191928" y="1188626"/>
                  </a:lnTo>
                  <a:lnTo>
                    <a:pt x="3235062" y="1201016"/>
                  </a:lnTo>
                  <a:lnTo>
                    <a:pt x="3278196" y="1213396"/>
                  </a:lnTo>
                  <a:lnTo>
                    <a:pt x="3321331" y="1225765"/>
                  </a:lnTo>
                  <a:lnTo>
                    <a:pt x="3364465" y="1238125"/>
                  </a:lnTo>
                  <a:lnTo>
                    <a:pt x="3407599" y="1250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15581426" y="4856380"/>
              <a:ext cx="3407599" cy="1922234"/>
            </a:xfrm>
            <a:custGeom>
              <a:avLst/>
              <a:pathLst>
                <a:path w="3407599" h="1922234">
                  <a:moveTo>
                    <a:pt x="3407599" y="1922234"/>
                  </a:moveTo>
                  <a:lnTo>
                    <a:pt x="3364465" y="1894423"/>
                  </a:lnTo>
                  <a:lnTo>
                    <a:pt x="3321331" y="1866622"/>
                  </a:lnTo>
                  <a:lnTo>
                    <a:pt x="3278196" y="1838831"/>
                  </a:lnTo>
                  <a:lnTo>
                    <a:pt x="3235062" y="1811049"/>
                  </a:lnTo>
                  <a:lnTo>
                    <a:pt x="3191928" y="1783279"/>
                  </a:lnTo>
                  <a:lnTo>
                    <a:pt x="3148794" y="1755519"/>
                  </a:lnTo>
                  <a:lnTo>
                    <a:pt x="3105660" y="1727771"/>
                  </a:lnTo>
                  <a:lnTo>
                    <a:pt x="3062526" y="1700036"/>
                  </a:lnTo>
                  <a:lnTo>
                    <a:pt x="3019391" y="1672313"/>
                  </a:lnTo>
                  <a:lnTo>
                    <a:pt x="2976257" y="1644604"/>
                  </a:lnTo>
                  <a:lnTo>
                    <a:pt x="2933123" y="1616909"/>
                  </a:lnTo>
                  <a:lnTo>
                    <a:pt x="2889989" y="1589229"/>
                  </a:lnTo>
                  <a:lnTo>
                    <a:pt x="2846855" y="1561565"/>
                  </a:lnTo>
                  <a:lnTo>
                    <a:pt x="2803721" y="1533918"/>
                  </a:lnTo>
                  <a:lnTo>
                    <a:pt x="2760586" y="1506288"/>
                  </a:lnTo>
                  <a:lnTo>
                    <a:pt x="2717452" y="1478676"/>
                  </a:lnTo>
                  <a:lnTo>
                    <a:pt x="2674318" y="1451085"/>
                  </a:lnTo>
                  <a:lnTo>
                    <a:pt x="2631184" y="1423514"/>
                  </a:lnTo>
                  <a:lnTo>
                    <a:pt x="2588050" y="1395965"/>
                  </a:lnTo>
                  <a:lnTo>
                    <a:pt x="2544915" y="1368439"/>
                  </a:lnTo>
                  <a:lnTo>
                    <a:pt x="2501781" y="1340938"/>
                  </a:lnTo>
                  <a:lnTo>
                    <a:pt x="2458647" y="1313463"/>
                  </a:lnTo>
                  <a:lnTo>
                    <a:pt x="2415513" y="1286016"/>
                  </a:lnTo>
                  <a:lnTo>
                    <a:pt x="2372379" y="1258599"/>
                  </a:lnTo>
                  <a:lnTo>
                    <a:pt x="2329245" y="1231213"/>
                  </a:lnTo>
                  <a:lnTo>
                    <a:pt x="2286110" y="1203861"/>
                  </a:lnTo>
                  <a:lnTo>
                    <a:pt x="2242976" y="1176545"/>
                  </a:lnTo>
                  <a:lnTo>
                    <a:pt x="2199842" y="1149268"/>
                  </a:lnTo>
                  <a:lnTo>
                    <a:pt x="2156708" y="1122032"/>
                  </a:lnTo>
                  <a:lnTo>
                    <a:pt x="2113574" y="1094839"/>
                  </a:lnTo>
                  <a:lnTo>
                    <a:pt x="2070440" y="1067694"/>
                  </a:lnTo>
                  <a:lnTo>
                    <a:pt x="2027305" y="1040600"/>
                  </a:lnTo>
                  <a:lnTo>
                    <a:pt x="1984171" y="1013560"/>
                  </a:lnTo>
                  <a:lnTo>
                    <a:pt x="1941037" y="986580"/>
                  </a:lnTo>
                  <a:lnTo>
                    <a:pt x="1897903" y="959662"/>
                  </a:lnTo>
                  <a:lnTo>
                    <a:pt x="1854769" y="932813"/>
                  </a:lnTo>
                  <a:lnTo>
                    <a:pt x="1811635" y="906037"/>
                  </a:lnTo>
                  <a:lnTo>
                    <a:pt x="1768500" y="879341"/>
                  </a:lnTo>
                  <a:lnTo>
                    <a:pt x="1725366" y="852732"/>
                  </a:lnTo>
                  <a:lnTo>
                    <a:pt x="1682232" y="826216"/>
                  </a:lnTo>
                  <a:lnTo>
                    <a:pt x="1639098" y="799802"/>
                  </a:lnTo>
                  <a:lnTo>
                    <a:pt x="1595964" y="773498"/>
                  </a:lnTo>
                  <a:lnTo>
                    <a:pt x="1552830" y="747313"/>
                  </a:lnTo>
                  <a:lnTo>
                    <a:pt x="1509695" y="721260"/>
                  </a:lnTo>
                  <a:lnTo>
                    <a:pt x="1466561" y="695348"/>
                  </a:lnTo>
                  <a:lnTo>
                    <a:pt x="1423427" y="669590"/>
                  </a:lnTo>
                  <a:lnTo>
                    <a:pt x="1380293" y="644001"/>
                  </a:lnTo>
                  <a:lnTo>
                    <a:pt x="1337159" y="618595"/>
                  </a:lnTo>
                  <a:lnTo>
                    <a:pt x="1294025" y="593388"/>
                  </a:lnTo>
                  <a:lnTo>
                    <a:pt x="1250890" y="568397"/>
                  </a:lnTo>
                  <a:lnTo>
                    <a:pt x="1207756" y="543642"/>
                  </a:lnTo>
                  <a:lnTo>
                    <a:pt x="1164622" y="519141"/>
                  </a:lnTo>
                  <a:lnTo>
                    <a:pt x="1121488" y="494916"/>
                  </a:lnTo>
                  <a:lnTo>
                    <a:pt x="1078354" y="470987"/>
                  </a:lnTo>
                  <a:lnTo>
                    <a:pt x="1035220" y="447377"/>
                  </a:lnTo>
                  <a:lnTo>
                    <a:pt x="992085" y="424109"/>
                  </a:lnTo>
                  <a:lnTo>
                    <a:pt x="948951" y="401203"/>
                  </a:lnTo>
                  <a:lnTo>
                    <a:pt x="905817" y="378680"/>
                  </a:lnTo>
                  <a:lnTo>
                    <a:pt x="862683" y="356561"/>
                  </a:lnTo>
                  <a:lnTo>
                    <a:pt x="819549" y="334861"/>
                  </a:lnTo>
                  <a:lnTo>
                    <a:pt x="776415" y="313596"/>
                  </a:lnTo>
                  <a:lnTo>
                    <a:pt x="733280" y="292776"/>
                  </a:lnTo>
                  <a:lnTo>
                    <a:pt x="690146" y="272408"/>
                  </a:lnTo>
                  <a:lnTo>
                    <a:pt x="647012" y="252495"/>
                  </a:lnTo>
                  <a:lnTo>
                    <a:pt x="603878" y="233035"/>
                  </a:lnTo>
                  <a:lnTo>
                    <a:pt x="560744" y="214022"/>
                  </a:lnTo>
                  <a:lnTo>
                    <a:pt x="517610" y="195447"/>
                  </a:lnTo>
                  <a:lnTo>
                    <a:pt x="474475" y="177296"/>
                  </a:lnTo>
                  <a:lnTo>
                    <a:pt x="431341" y="159553"/>
                  </a:lnTo>
                  <a:lnTo>
                    <a:pt x="388207" y="142199"/>
                  </a:lnTo>
                  <a:lnTo>
                    <a:pt x="345073" y="125213"/>
                  </a:lnTo>
                  <a:lnTo>
                    <a:pt x="301939" y="108573"/>
                  </a:lnTo>
                  <a:lnTo>
                    <a:pt x="258805" y="92259"/>
                  </a:lnTo>
                  <a:lnTo>
                    <a:pt x="215670" y="76247"/>
                  </a:lnTo>
                  <a:lnTo>
                    <a:pt x="172536" y="60516"/>
                  </a:lnTo>
                  <a:lnTo>
                    <a:pt x="129402" y="45045"/>
                  </a:lnTo>
                  <a:lnTo>
                    <a:pt x="86268" y="29815"/>
                  </a:lnTo>
                  <a:lnTo>
                    <a:pt x="43134" y="148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15581426" y="4665847"/>
              <a:ext cx="3407599" cy="1586355"/>
            </a:xfrm>
            <a:custGeom>
              <a:avLst/>
              <a:pathLst>
                <a:path w="3407599" h="1586355">
                  <a:moveTo>
                    <a:pt x="0" y="0"/>
                  </a:moveTo>
                  <a:lnTo>
                    <a:pt x="43134" y="20080"/>
                  </a:lnTo>
                  <a:lnTo>
                    <a:pt x="86268" y="40160"/>
                  </a:lnTo>
                  <a:lnTo>
                    <a:pt x="129402" y="60241"/>
                  </a:lnTo>
                  <a:lnTo>
                    <a:pt x="172536" y="80321"/>
                  </a:lnTo>
                  <a:lnTo>
                    <a:pt x="215670" y="100402"/>
                  </a:lnTo>
                  <a:lnTo>
                    <a:pt x="258805" y="120482"/>
                  </a:lnTo>
                  <a:lnTo>
                    <a:pt x="301939" y="140563"/>
                  </a:lnTo>
                  <a:lnTo>
                    <a:pt x="345073" y="160643"/>
                  </a:lnTo>
                  <a:lnTo>
                    <a:pt x="388207" y="180724"/>
                  </a:lnTo>
                  <a:lnTo>
                    <a:pt x="431341" y="200804"/>
                  </a:lnTo>
                  <a:lnTo>
                    <a:pt x="474475" y="220884"/>
                  </a:lnTo>
                  <a:lnTo>
                    <a:pt x="517610" y="240965"/>
                  </a:lnTo>
                  <a:lnTo>
                    <a:pt x="560744" y="261045"/>
                  </a:lnTo>
                  <a:lnTo>
                    <a:pt x="603878" y="281126"/>
                  </a:lnTo>
                  <a:lnTo>
                    <a:pt x="647012" y="301206"/>
                  </a:lnTo>
                  <a:lnTo>
                    <a:pt x="690146" y="321287"/>
                  </a:lnTo>
                  <a:lnTo>
                    <a:pt x="733280" y="341367"/>
                  </a:lnTo>
                  <a:lnTo>
                    <a:pt x="776415" y="361448"/>
                  </a:lnTo>
                  <a:lnTo>
                    <a:pt x="819549" y="381528"/>
                  </a:lnTo>
                  <a:lnTo>
                    <a:pt x="862683" y="401608"/>
                  </a:lnTo>
                  <a:lnTo>
                    <a:pt x="905817" y="421689"/>
                  </a:lnTo>
                  <a:lnTo>
                    <a:pt x="948951" y="441769"/>
                  </a:lnTo>
                  <a:lnTo>
                    <a:pt x="992085" y="461850"/>
                  </a:lnTo>
                  <a:lnTo>
                    <a:pt x="1035220" y="481930"/>
                  </a:lnTo>
                  <a:lnTo>
                    <a:pt x="1078354" y="502011"/>
                  </a:lnTo>
                  <a:lnTo>
                    <a:pt x="1121488" y="522091"/>
                  </a:lnTo>
                  <a:lnTo>
                    <a:pt x="1164622" y="542172"/>
                  </a:lnTo>
                  <a:lnTo>
                    <a:pt x="1207756" y="562252"/>
                  </a:lnTo>
                  <a:lnTo>
                    <a:pt x="1250890" y="582332"/>
                  </a:lnTo>
                  <a:lnTo>
                    <a:pt x="1294025" y="602413"/>
                  </a:lnTo>
                  <a:lnTo>
                    <a:pt x="1337159" y="622493"/>
                  </a:lnTo>
                  <a:lnTo>
                    <a:pt x="1380293" y="642574"/>
                  </a:lnTo>
                  <a:lnTo>
                    <a:pt x="1423427" y="662654"/>
                  </a:lnTo>
                  <a:lnTo>
                    <a:pt x="1466561" y="682735"/>
                  </a:lnTo>
                  <a:lnTo>
                    <a:pt x="1509695" y="702815"/>
                  </a:lnTo>
                  <a:lnTo>
                    <a:pt x="1552830" y="722896"/>
                  </a:lnTo>
                  <a:lnTo>
                    <a:pt x="1595964" y="742976"/>
                  </a:lnTo>
                  <a:lnTo>
                    <a:pt x="1639098" y="763056"/>
                  </a:lnTo>
                  <a:lnTo>
                    <a:pt x="1682232" y="783137"/>
                  </a:lnTo>
                  <a:lnTo>
                    <a:pt x="1725366" y="803217"/>
                  </a:lnTo>
                  <a:lnTo>
                    <a:pt x="1768500" y="823298"/>
                  </a:lnTo>
                  <a:lnTo>
                    <a:pt x="1811635" y="843378"/>
                  </a:lnTo>
                  <a:lnTo>
                    <a:pt x="1854769" y="863459"/>
                  </a:lnTo>
                  <a:lnTo>
                    <a:pt x="1897903" y="883539"/>
                  </a:lnTo>
                  <a:lnTo>
                    <a:pt x="1941037" y="903620"/>
                  </a:lnTo>
                  <a:lnTo>
                    <a:pt x="1984171" y="923700"/>
                  </a:lnTo>
                  <a:lnTo>
                    <a:pt x="2027305" y="943780"/>
                  </a:lnTo>
                  <a:lnTo>
                    <a:pt x="2070440" y="963861"/>
                  </a:lnTo>
                  <a:lnTo>
                    <a:pt x="2113574" y="983941"/>
                  </a:lnTo>
                  <a:lnTo>
                    <a:pt x="2156708" y="1004022"/>
                  </a:lnTo>
                  <a:lnTo>
                    <a:pt x="2199842" y="1024102"/>
                  </a:lnTo>
                  <a:lnTo>
                    <a:pt x="2242976" y="1044183"/>
                  </a:lnTo>
                  <a:lnTo>
                    <a:pt x="2286110" y="1064263"/>
                  </a:lnTo>
                  <a:lnTo>
                    <a:pt x="2329245" y="1084344"/>
                  </a:lnTo>
                  <a:lnTo>
                    <a:pt x="2372379" y="1104424"/>
                  </a:lnTo>
                  <a:lnTo>
                    <a:pt x="2415513" y="1124504"/>
                  </a:lnTo>
                  <a:lnTo>
                    <a:pt x="2458647" y="1144585"/>
                  </a:lnTo>
                  <a:lnTo>
                    <a:pt x="2501781" y="1164665"/>
                  </a:lnTo>
                  <a:lnTo>
                    <a:pt x="2544915" y="1184746"/>
                  </a:lnTo>
                  <a:lnTo>
                    <a:pt x="2588050" y="1204826"/>
                  </a:lnTo>
                  <a:lnTo>
                    <a:pt x="2631184" y="1224907"/>
                  </a:lnTo>
                  <a:lnTo>
                    <a:pt x="2674318" y="1244987"/>
                  </a:lnTo>
                  <a:lnTo>
                    <a:pt x="2717452" y="1265068"/>
                  </a:lnTo>
                  <a:lnTo>
                    <a:pt x="2760586" y="1285148"/>
                  </a:lnTo>
                  <a:lnTo>
                    <a:pt x="2803721" y="1305228"/>
                  </a:lnTo>
                  <a:lnTo>
                    <a:pt x="2846855" y="1325309"/>
                  </a:lnTo>
                  <a:lnTo>
                    <a:pt x="2889989" y="1345389"/>
                  </a:lnTo>
                  <a:lnTo>
                    <a:pt x="2933123" y="1365470"/>
                  </a:lnTo>
                  <a:lnTo>
                    <a:pt x="2976257" y="1385550"/>
                  </a:lnTo>
                  <a:lnTo>
                    <a:pt x="3019391" y="1405631"/>
                  </a:lnTo>
                  <a:lnTo>
                    <a:pt x="3062526" y="1425711"/>
                  </a:lnTo>
                  <a:lnTo>
                    <a:pt x="3105660" y="1445792"/>
                  </a:lnTo>
                  <a:lnTo>
                    <a:pt x="3148794" y="1465872"/>
                  </a:lnTo>
                  <a:lnTo>
                    <a:pt x="3191928" y="1485952"/>
                  </a:lnTo>
                  <a:lnTo>
                    <a:pt x="3235062" y="1506033"/>
                  </a:lnTo>
                  <a:lnTo>
                    <a:pt x="3278196" y="1526113"/>
                  </a:lnTo>
                  <a:lnTo>
                    <a:pt x="3321331" y="1546194"/>
                  </a:lnTo>
                  <a:lnTo>
                    <a:pt x="3364465" y="1566274"/>
                  </a:lnTo>
                  <a:lnTo>
                    <a:pt x="3407599" y="1586355"/>
                  </a:lnTo>
                </a:path>
              </a:pathLst>
            </a:custGeom>
            <a:ln w="27101" cap="flat">
              <a:solidFill>
                <a:srgbClr val="FB9A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tx238"/>
            <p:cNvSpPr/>
            <p:nvPr/>
          </p:nvSpPr>
          <p:spPr>
            <a:xfrm>
              <a:off x="17324708" y="3639852"/>
              <a:ext cx="1664316" cy="1259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 = -0.589; p = 7.15e-05</a:t>
              </a:r>
            </a:p>
          </p:txBody>
        </p:sp>
        <p:sp>
          <p:nvSpPr>
            <p:cNvPr id="239" name="pl239"/>
            <p:cNvSpPr/>
            <p:nvPr/>
          </p:nvSpPr>
          <p:spPr>
            <a:xfrm>
              <a:off x="15411046" y="3511989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tx240"/>
            <p:cNvSpPr/>
            <p:nvPr/>
          </p:nvSpPr>
          <p:spPr>
            <a:xfrm>
              <a:off x="15260825" y="6872093"/>
              <a:ext cx="92145" cy="75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15260825" y="6231300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15260825" y="5589192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15295335" y="4945818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15295335" y="4304975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15295335" y="3662866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46" name="pl246"/>
            <p:cNvSpPr/>
            <p:nvPr/>
          </p:nvSpPr>
          <p:spPr>
            <a:xfrm>
              <a:off x="15378782" y="691080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15378782" y="6268695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15378782" y="5626586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15378782" y="4984478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15378782" y="4342369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15378782" y="3700261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15411046" y="6934168"/>
              <a:ext cx="3748359" cy="0"/>
            </a:xfrm>
            <a:custGeom>
              <a:avLst/>
              <a:pathLst>
                <a:path w="3748359" h="0">
                  <a:moveTo>
                    <a:pt x="0" y="0"/>
                  </a:moveTo>
                  <a:lnTo>
                    <a:pt x="3748359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15453370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16265867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17078364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17890861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18703358" y="6934168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tx258"/>
            <p:cNvSpPr/>
            <p:nvPr/>
          </p:nvSpPr>
          <p:spPr>
            <a:xfrm>
              <a:off x="15407297" y="6991940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16237049" y="6990675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17049546" y="6991940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7862043" y="6991940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18674540" y="6990624"/>
              <a:ext cx="57635" cy="75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6727280" y="7118980"/>
              <a:ext cx="1115890" cy="94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Area</a:t>
              </a:r>
            </a:p>
          </p:txBody>
        </p:sp>
        <p:sp>
          <p:nvSpPr>
            <p:cNvPr id="264" name="tx264"/>
            <p:cNvSpPr/>
            <p:nvPr/>
          </p:nvSpPr>
          <p:spPr>
            <a:xfrm rot="-5400000">
              <a:off x="14385507" y="5163084"/>
              <a:ext cx="1511595" cy="1199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15021686" y="3393537"/>
              <a:ext cx="86885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266" name="rc266"/>
            <p:cNvSpPr/>
            <p:nvPr/>
          </p:nvSpPr>
          <p:spPr>
            <a:xfrm>
              <a:off x="2172391" y="7305015"/>
              <a:ext cx="3681415" cy="44668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5853806" y="7305015"/>
              <a:ext cx="4430363" cy="44668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10284169" y="7305015"/>
              <a:ext cx="4469881" cy="44668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14754051" y="7305015"/>
              <a:ext cx="4469881" cy="44668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6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2618500" y="7501296"/>
              <a:ext cx="3170778" cy="34221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2833739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3581273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4328806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5076340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707935" y="9150974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67043" y="986033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56912" y="1011297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679511" y="1036158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100251" y="951400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21449" y="1073393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145256" y="9611851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645374" y="947787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17868" y="826447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452044" y="1054547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777772" y="1040373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36573" y="939458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769960" y="972062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709372" y="912163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1768" y="9766844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309067" y="960850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59794" y="9654465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36841" y="9760234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721778" y="940851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695564" y="9096777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30411" y="10105242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077151" y="9162933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728642" y="964349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4498" y="957388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614049" y="10641449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611168" y="1005667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345612" y="762286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886749" y="903717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231771" y="9151758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608221" y="9402150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849085" y="9299256"/>
              <a:ext cx="67968" cy="67968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345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2762626" y="8917121"/>
              <a:ext cx="2882525" cy="1316420"/>
            </a:xfrm>
            <a:custGeom>
              <a:avLst/>
              <a:pathLst>
                <a:path w="2882525" h="1316420">
                  <a:moveTo>
                    <a:pt x="0" y="0"/>
                  </a:moveTo>
                  <a:lnTo>
                    <a:pt x="36487" y="14140"/>
                  </a:lnTo>
                  <a:lnTo>
                    <a:pt x="72975" y="28233"/>
                  </a:lnTo>
                  <a:lnTo>
                    <a:pt x="109463" y="42277"/>
                  </a:lnTo>
                  <a:lnTo>
                    <a:pt x="145950" y="56267"/>
                  </a:lnTo>
                  <a:lnTo>
                    <a:pt x="182438" y="70200"/>
                  </a:lnTo>
                  <a:lnTo>
                    <a:pt x="218926" y="84073"/>
                  </a:lnTo>
                  <a:lnTo>
                    <a:pt x="255413" y="97881"/>
                  </a:lnTo>
                  <a:lnTo>
                    <a:pt x="291901" y="111621"/>
                  </a:lnTo>
                  <a:lnTo>
                    <a:pt x="328389" y="125288"/>
                  </a:lnTo>
                  <a:lnTo>
                    <a:pt x="364876" y="138876"/>
                  </a:lnTo>
                  <a:lnTo>
                    <a:pt x="401364" y="152381"/>
                  </a:lnTo>
                  <a:lnTo>
                    <a:pt x="437852" y="165795"/>
                  </a:lnTo>
                  <a:lnTo>
                    <a:pt x="474339" y="179114"/>
                  </a:lnTo>
                  <a:lnTo>
                    <a:pt x="510827" y="192329"/>
                  </a:lnTo>
                  <a:lnTo>
                    <a:pt x="547315" y="205433"/>
                  </a:lnTo>
                  <a:lnTo>
                    <a:pt x="583802" y="218417"/>
                  </a:lnTo>
                  <a:lnTo>
                    <a:pt x="620290" y="231273"/>
                  </a:lnTo>
                  <a:lnTo>
                    <a:pt x="656778" y="243990"/>
                  </a:lnTo>
                  <a:lnTo>
                    <a:pt x="693265" y="256558"/>
                  </a:lnTo>
                  <a:lnTo>
                    <a:pt x="729753" y="268964"/>
                  </a:lnTo>
                  <a:lnTo>
                    <a:pt x="766241" y="281196"/>
                  </a:lnTo>
                  <a:lnTo>
                    <a:pt x="802728" y="293240"/>
                  </a:lnTo>
                  <a:lnTo>
                    <a:pt x="839216" y="305080"/>
                  </a:lnTo>
                  <a:lnTo>
                    <a:pt x="875704" y="316699"/>
                  </a:lnTo>
                  <a:lnTo>
                    <a:pt x="912191" y="328080"/>
                  </a:lnTo>
                  <a:lnTo>
                    <a:pt x="948679" y="339203"/>
                  </a:lnTo>
                  <a:lnTo>
                    <a:pt x="985167" y="350047"/>
                  </a:lnTo>
                  <a:lnTo>
                    <a:pt x="1021654" y="360590"/>
                  </a:lnTo>
                  <a:lnTo>
                    <a:pt x="1058142" y="370806"/>
                  </a:lnTo>
                  <a:lnTo>
                    <a:pt x="1094630" y="380672"/>
                  </a:lnTo>
                  <a:lnTo>
                    <a:pt x="1131117" y="390158"/>
                  </a:lnTo>
                  <a:lnTo>
                    <a:pt x="1167605" y="399238"/>
                  </a:lnTo>
                  <a:lnTo>
                    <a:pt x="1204093" y="407882"/>
                  </a:lnTo>
                  <a:lnTo>
                    <a:pt x="1240580" y="416060"/>
                  </a:lnTo>
                  <a:lnTo>
                    <a:pt x="1277068" y="423742"/>
                  </a:lnTo>
                  <a:lnTo>
                    <a:pt x="1313556" y="430899"/>
                  </a:lnTo>
                  <a:lnTo>
                    <a:pt x="1350043" y="437501"/>
                  </a:lnTo>
                  <a:lnTo>
                    <a:pt x="1386531" y="443521"/>
                  </a:lnTo>
                  <a:lnTo>
                    <a:pt x="1423019" y="448936"/>
                  </a:lnTo>
                  <a:lnTo>
                    <a:pt x="1459506" y="453723"/>
                  </a:lnTo>
                  <a:lnTo>
                    <a:pt x="1495994" y="457866"/>
                  </a:lnTo>
                  <a:lnTo>
                    <a:pt x="1532482" y="461351"/>
                  </a:lnTo>
                  <a:lnTo>
                    <a:pt x="1568969" y="464171"/>
                  </a:lnTo>
                  <a:lnTo>
                    <a:pt x="1605457" y="466323"/>
                  </a:lnTo>
                  <a:lnTo>
                    <a:pt x="1641945" y="467810"/>
                  </a:lnTo>
                  <a:lnTo>
                    <a:pt x="1678432" y="468642"/>
                  </a:lnTo>
                  <a:lnTo>
                    <a:pt x="1714920" y="468831"/>
                  </a:lnTo>
                  <a:lnTo>
                    <a:pt x="1751408" y="468396"/>
                  </a:lnTo>
                  <a:lnTo>
                    <a:pt x="1787895" y="467358"/>
                  </a:lnTo>
                  <a:lnTo>
                    <a:pt x="1824383" y="465743"/>
                  </a:lnTo>
                  <a:lnTo>
                    <a:pt x="1860871" y="463578"/>
                  </a:lnTo>
                  <a:lnTo>
                    <a:pt x="1897358" y="460892"/>
                  </a:lnTo>
                  <a:lnTo>
                    <a:pt x="1933846" y="457714"/>
                  </a:lnTo>
                  <a:lnTo>
                    <a:pt x="1970334" y="454075"/>
                  </a:lnTo>
                  <a:lnTo>
                    <a:pt x="2006821" y="450005"/>
                  </a:lnTo>
                  <a:lnTo>
                    <a:pt x="2043309" y="445532"/>
                  </a:lnTo>
                  <a:lnTo>
                    <a:pt x="2079797" y="440685"/>
                  </a:lnTo>
                  <a:lnTo>
                    <a:pt x="2116284" y="435491"/>
                  </a:lnTo>
                  <a:lnTo>
                    <a:pt x="2152772" y="429974"/>
                  </a:lnTo>
                  <a:lnTo>
                    <a:pt x="2189260" y="424160"/>
                  </a:lnTo>
                  <a:lnTo>
                    <a:pt x="2225747" y="418070"/>
                  </a:lnTo>
                  <a:lnTo>
                    <a:pt x="2262235" y="411725"/>
                  </a:lnTo>
                  <a:lnTo>
                    <a:pt x="2298723" y="405144"/>
                  </a:lnTo>
                  <a:lnTo>
                    <a:pt x="2335210" y="398346"/>
                  </a:lnTo>
                  <a:lnTo>
                    <a:pt x="2371698" y="391346"/>
                  </a:lnTo>
                  <a:lnTo>
                    <a:pt x="2408186" y="384160"/>
                  </a:lnTo>
                  <a:lnTo>
                    <a:pt x="2444673" y="376802"/>
                  </a:lnTo>
                  <a:lnTo>
                    <a:pt x="2481161" y="369284"/>
                  </a:lnTo>
                  <a:lnTo>
                    <a:pt x="2517649" y="361619"/>
                  </a:lnTo>
                  <a:lnTo>
                    <a:pt x="2554136" y="353816"/>
                  </a:lnTo>
                  <a:lnTo>
                    <a:pt x="2590624" y="345887"/>
                  </a:lnTo>
                  <a:lnTo>
                    <a:pt x="2627112" y="337839"/>
                  </a:lnTo>
                  <a:lnTo>
                    <a:pt x="2663599" y="329681"/>
                  </a:lnTo>
                  <a:lnTo>
                    <a:pt x="2700087" y="321421"/>
                  </a:lnTo>
                  <a:lnTo>
                    <a:pt x="2736575" y="313066"/>
                  </a:lnTo>
                  <a:lnTo>
                    <a:pt x="2773062" y="304622"/>
                  </a:lnTo>
                  <a:lnTo>
                    <a:pt x="2809550" y="296095"/>
                  </a:lnTo>
                  <a:lnTo>
                    <a:pt x="2846038" y="287490"/>
                  </a:lnTo>
                  <a:lnTo>
                    <a:pt x="2882525" y="278813"/>
                  </a:lnTo>
                  <a:lnTo>
                    <a:pt x="2882525" y="1316420"/>
                  </a:lnTo>
                  <a:lnTo>
                    <a:pt x="2846038" y="1302670"/>
                  </a:lnTo>
                  <a:lnTo>
                    <a:pt x="2809550" y="1288991"/>
                  </a:lnTo>
                  <a:lnTo>
                    <a:pt x="2773062" y="1275391"/>
                  </a:lnTo>
                  <a:lnTo>
                    <a:pt x="2736575" y="1261873"/>
                  </a:lnTo>
                  <a:lnTo>
                    <a:pt x="2700087" y="1248444"/>
                  </a:lnTo>
                  <a:lnTo>
                    <a:pt x="2663599" y="1235111"/>
                  </a:lnTo>
                  <a:lnTo>
                    <a:pt x="2627112" y="1221879"/>
                  </a:lnTo>
                  <a:lnTo>
                    <a:pt x="2590624" y="1208758"/>
                  </a:lnTo>
                  <a:lnTo>
                    <a:pt x="2554136" y="1195755"/>
                  </a:lnTo>
                  <a:lnTo>
                    <a:pt x="2517649" y="1182879"/>
                  </a:lnTo>
                  <a:lnTo>
                    <a:pt x="2481161" y="1170139"/>
                  </a:lnTo>
                  <a:lnTo>
                    <a:pt x="2444673" y="1157548"/>
                  </a:lnTo>
                  <a:lnTo>
                    <a:pt x="2408186" y="1145116"/>
                  </a:lnTo>
                  <a:lnTo>
                    <a:pt x="2371698" y="1132857"/>
                  </a:lnTo>
                  <a:lnTo>
                    <a:pt x="2335210" y="1120783"/>
                  </a:lnTo>
                  <a:lnTo>
                    <a:pt x="2298723" y="1108911"/>
                  </a:lnTo>
                  <a:lnTo>
                    <a:pt x="2262235" y="1097257"/>
                  </a:lnTo>
                  <a:lnTo>
                    <a:pt x="2225747" y="1085838"/>
                  </a:lnTo>
                  <a:lnTo>
                    <a:pt x="2189260" y="1074674"/>
                  </a:lnTo>
                  <a:lnTo>
                    <a:pt x="2152772" y="1063786"/>
                  </a:lnTo>
                  <a:lnTo>
                    <a:pt x="2116284" y="1053196"/>
                  </a:lnTo>
                  <a:lnTo>
                    <a:pt x="2079797" y="1042928"/>
                  </a:lnTo>
                  <a:lnTo>
                    <a:pt x="2043309" y="1033008"/>
                  </a:lnTo>
                  <a:lnTo>
                    <a:pt x="2006821" y="1023461"/>
                  </a:lnTo>
                  <a:lnTo>
                    <a:pt x="1970334" y="1014317"/>
                  </a:lnTo>
                  <a:lnTo>
                    <a:pt x="1933846" y="1005605"/>
                  </a:lnTo>
                  <a:lnTo>
                    <a:pt x="1897358" y="997353"/>
                  </a:lnTo>
                  <a:lnTo>
                    <a:pt x="1860871" y="989594"/>
                  </a:lnTo>
                  <a:lnTo>
                    <a:pt x="1824383" y="982355"/>
                  </a:lnTo>
                  <a:lnTo>
                    <a:pt x="1787895" y="975666"/>
                  </a:lnTo>
                  <a:lnTo>
                    <a:pt x="1751408" y="969555"/>
                  </a:lnTo>
                  <a:lnTo>
                    <a:pt x="1714920" y="964046"/>
                  </a:lnTo>
                  <a:lnTo>
                    <a:pt x="1678432" y="959162"/>
                  </a:lnTo>
                  <a:lnTo>
                    <a:pt x="1641945" y="954920"/>
                  </a:lnTo>
                  <a:lnTo>
                    <a:pt x="1605457" y="951334"/>
                  </a:lnTo>
                  <a:lnTo>
                    <a:pt x="1568969" y="948412"/>
                  </a:lnTo>
                  <a:lnTo>
                    <a:pt x="1532482" y="946158"/>
                  </a:lnTo>
                  <a:lnTo>
                    <a:pt x="1495994" y="944569"/>
                  </a:lnTo>
                  <a:lnTo>
                    <a:pt x="1459506" y="943638"/>
                  </a:lnTo>
                  <a:lnTo>
                    <a:pt x="1423019" y="943352"/>
                  </a:lnTo>
                  <a:lnTo>
                    <a:pt x="1386531" y="943693"/>
                  </a:lnTo>
                  <a:lnTo>
                    <a:pt x="1350043" y="944640"/>
                  </a:lnTo>
                  <a:lnTo>
                    <a:pt x="1313556" y="946168"/>
                  </a:lnTo>
                  <a:lnTo>
                    <a:pt x="1277068" y="948251"/>
                  </a:lnTo>
                  <a:lnTo>
                    <a:pt x="1240580" y="950859"/>
                  </a:lnTo>
                  <a:lnTo>
                    <a:pt x="1204093" y="953964"/>
                  </a:lnTo>
                  <a:lnTo>
                    <a:pt x="1167605" y="957534"/>
                  </a:lnTo>
                  <a:lnTo>
                    <a:pt x="1131117" y="961540"/>
                  </a:lnTo>
                  <a:lnTo>
                    <a:pt x="1094630" y="965953"/>
                  </a:lnTo>
                  <a:lnTo>
                    <a:pt x="1058142" y="970745"/>
                  </a:lnTo>
                  <a:lnTo>
                    <a:pt x="1021654" y="975888"/>
                  </a:lnTo>
                  <a:lnTo>
                    <a:pt x="985167" y="981357"/>
                  </a:lnTo>
                  <a:lnTo>
                    <a:pt x="948679" y="987127"/>
                  </a:lnTo>
                  <a:lnTo>
                    <a:pt x="912191" y="993177"/>
                  </a:lnTo>
                  <a:lnTo>
                    <a:pt x="875704" y="999484"/>
                  </a:lnTo>
                  <a:lnTo>
                    <a:pt x="839216" y="1006030"/>
                  </a:lnTo>
                  <a:lnTo>
                    <a:pt x="802728" y="1012796"/>
                  </a:lnTo>
                  <a:lnTo>
                    <a:pt x="766241" y="1019766"/>
                  </a:lnTo>
                  <a:lnTo>
                    <a:pt x="729753" y="1026924"/>
                  </a:lnTo>
                  <a:lnTo>
                    <a:pt x="693265" y="1034257"/>
                  </a:lnTo>
                  <a:lnTo>
                    <a:pt x="656778" y="1041751"/>
                  </a:lnTo>
                  <a:lnTo>
                    <a:pt x="620290" y="1049395"/>
                  </a:lnTo>
                  <a:lnTo>
                    <a:pt x="583802" y="1057177"/>
                  </a:lnTo>
                  <a:lnTo>
                    <a:pt x="547315" y="1065088"/>
                  </a:lnTo>
                  <a:lnTo>
                    <a:pt x="510827" y="1073118"/>
                  </a:lnTo>
                  <a:lnTo>
                    <a:pt x="474339" y="1081259"/>
                  </a:lnTo>
                  <a:lnTo>
                    <a:pt x="437852" y="1089504"/>
                  </a:lnTo>
                  <a:lnTo>
                    <a:pt x="401364" y="1097845"/>
                  </a:lnTo>
                  <a:lnTo>
                    <a:pt x="364876" y="1106276"/>
                  </a:lnTo>
                  <a:lnTo>
                    <a:pt x="328389" y="1114791"/>
                  </a:lnTo>
                  <a:lnTo>
                    <a:pt x="291901" y="1123384"/>
                  </a:lnTo>
                  <a:lnTo>
                    <a:pt x="255413" y="1132050"/>
                  </a:lnTo>
                  <a:lnTo>
                    <a:pt x="218926" y="1140785"/>
                  </a:lnTo>
                  <a:lnTo>
                    <a:pt x="182438" y="1149584"/>
                  </a:lnTo>
                  <a:lnTo>
                    <a:pt x="145950" y="1158444"/>
                  </a:lnTo>
                  <a:lnTo>
                    <a:pt x="109463" y="1167360"/>
                  </a:lnTo>
                  <a:lnTo>
                    <a:pt x="72975" y="1176329"/>
                  </a:lnTo>
                  <a:lnTo>
                    <a:pt x="36487" y="1185349"/>
                  </a:lnTo>
                  <a:lnTo>
                    <a:pt x="0" y="1194416"/>
                  </a:lnTo>
                  <a:close/>
                </a:path>
              </a:pathLst>
            </a:custGeom>
            <a:solidFill>
              <a:srgbClr val="6A3D9A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2762626" y="8917121"/>
              <a:ext cx="2882525" cy="468831"/>
            </a:xfrm>
            <a:custGeom>
              <a:avLst/>
              <a:pathLst>
                <a:path w="2882525" h="468831">
                  <a:moveTo>
                    <a:pt x="0" y="0"/>
                  </a:moveTo>
                  <a:lnTo>
                    <a:pt x="36487" y="14140"/>
                  </a:lnTo>
                  <a:lnTo>
                    <a:pt x="72975" y="28233"/>
                  </a:lnTo>
                  <a:lnTo>
                    <a:pt x="109463" y="42277"/>
                  </a:lnTo>
                  <a:lnTo>
                    <a:pt x="145950" y="56267"/>
                  </a:lnTo>
                  <a:lnTo>
                    <a:pt x="182438" y="70200"/>
                  </a:lnTo>
                  <a:lnTo>
                    <a:pt x="218926" y="84073"/>
                  </a:lnTo>
                  <a:lnTo>
                    <a:pt x="255413" y="97881"/>
                  </a:lnTo>
                  <a:lnTo>
                    <a:pt x="291901" y="111621"/>
                  </a:lnTo>
                  <a:lnTo>
                    <a:pt x="328389" y="125288"/>
                  </a:lnTo>
                  <a:lnTo>
                    <a:pt x="364876" y="138876"/>
                  </a:lnTo>
                  <a:lnTo>
                    <a:pt x="401364" y="152381"/>
                  </a:lnTo>
                  <a:lnTo>
                    <a:pt x="437852" y="165795"/>
                  </a:lnTo>
                  <a:lnTo>
                    <a:pt x="474339" y="179114"/>
                  </a:lnTo>
                  <a:lnTo>
                    <a:pt x="510827" y="192329"/>
                  </a:lnTo>
                  <a:lnTo>
                    <a:pt x="547315" y="205433"/>
                  </a:lnTo>
                  <a:lnTo>
                    <a:pt x="583802" y="218417"/>
                  </a:lnTo>
                  <a:lnTo>
                    <a:pt x="620290" y="231273"/>
                  </a:lnTo>
                  <a:lnTo>
                    <a:pt x="656778" y="243990"/>
                  </a:lnTo>
                  <a:lnTo>
                    <a:pt x="693265" y="256558"/>
                  </a:lnTo>
                  <a:lnTo>
                    <a:pt x="729753" y="268964"/>
                  </a:lnTo>
                  <a:lnTo>
                    <a:pt x="766241" y="281196"/>
                  </a:lnTo>
                  <a:lnTo>
                    <a:pt x="802728" y="293240"/>
                  </a:lnTo>
                  <a:lnTo>
                    <a:pt x="839216" y="305080"/>
                  </a:lnTo>
                  <a:lnTo>
                    <a:pt x="875704" y="316699"/>
                  </a:lnTo>
                  <a:lnTo>
                    <a:pt x="912191" y="328080"/>
                  </a:lnTo>
                  <a:lnTo>
                    <a:pt x="948679" y="339203"/>
                  </a:lnTo>
                  <a:lnTo>
                    <a:pt x="985167" y="350047"/>
                  </a:lnTo>
                  <a:lnTo>
                    <a:pt x="1021654" y="360590"/>
                  </a:lnTo>
                  <a:lnTo>
                    <a:pt x="1058142" y="370806"/>
                  </a:lnTo>
                  <a:lnTo>
                    <a:pt x="1094630" y="380672"/>
                  </a:lnTo>
                  <a:lnTo>
                    <a:pt x="1131117" y="390158"/>
                  </a:lnTo>
                  <a:lnTo>
                    <a:pt x="1167605" y="399238"/>
                  </a:lnTo>
                  <a:lnTo>
                    <a:pt x="1204093" y="407882"/>
                  </a:lnTo>
                  <a:lnTo>
                    <a:pt x="1240580" y="416060"/>
                  </a:lnTo>
                  <a:lnTo>
                    <a:pt x="1277068" y="423742"/>
                  </a:lnTo>
                  <a:lnTo>
                    <a:pt x="1313556" y="430899"/>
                  </a:lnTo>
                  <a:lnTo>
                    <a:pt x="1350043" y="437501"/>
                  </a:lnTo>
                  <a:lnTo>
                    <a:pt x="1386531" y="443521"/>
                  </a:lnTo>
                  <a:lnTo>
                    <a:pt x="1423019" y="448936"/>
                  </a:lnTo>
                  <a:lnTo>
                    <a:pt x="1459506" y="453723"/>
                  </a:lnTo>
                  <a:lnTo>
                    <a:pt x="1495994" y="457866"/>
                  </a:lnTo>
                  <a:lnTo>
                    <a:pt x="1532482" y="461351"/>
                  </a:lnTo>
                  <a:lnTo>
                    <a:pt x="1568969" y="464171"/>
                  </a:lnTo>
                  <a:lnTo>
                    <a:pt x="1605457" y="466323"/>
                  </a:lnTo>
                  <a:lnTo>
                    <a:pt x="1641945" y="467810"/>
                  </a:lnTo>
                  <a:lnTo>
                    <a:pt x="1678432" y="468642"/>
                  </a:lnTo>
                  <a:lnTo>
                    <a:pt x="1714920" y="468831"/>
                  </a:lnTo>
                  <a:lnTo>
                    <a:pt x="1751408" y="468396"/>
                  </a:lnTo>
                  <a:lnTo>
                    <a:pt x="1787895" y="467358"/>
                  </a:lnTo>
                  <a:lnTo>
                    <a:pt x="1824383" y="465743"/>
                  </a:lnTo>
                  <a:lnTo>
                    <a:pt x="1860871" y="463578"/>
                  </a:lnTo>
                  <a:lnTo>
                    <a:pt x="1897358" y="460892"/>
                  </a:lnTo>
                  <a:lnTo>
                    <a:pt x="1933846" y="457714"/>
                  </a:lnTo>
                  <a:lnTo>
                    <a:pt x="1970334" y="454075"/>
                  </a:lnTo>
                  <a:lnTo>
                    <a:pt x="2006821" y="450005"/>
                  </a:lnTo>
                  <a:lnTo>
                    <a:pt x="2043309" y="445532"/>
                  </a:lnTo>
                  <a:lnTo>
                    <a:pt x="2079797" y="440685"/>
                  </a:lnTo>
                  <a:lnTo>
                    <a:pt x="2116284" y="435491"/>
                  </a:lnTo>
                  <a:lnTo>
                    <a:pt x="2152772" y="429974"/>
                  </a:lnTo>
                  <a:lnTo>
                    <a:pt x="2189260" y="424160"/>
                  </a:lnTo>
                  <a:lnTo>
                    <a:pt x="2225747" y="418070"/>
                  </a:lnTo>
                  <a:lnTo>
                    <a:pt x="2262235" y="411725"/>
                  </a:lnTo>
                  <a:lnTo>
                    <a:pt x="2298723" y="405144"/>
                  </a:lnTo>
                  <a:lnTo>
                    <a:pt x="2335210" y="398346"/>
                  </a:lnTo>
                  <a:lnTo>
                    <a:pt x="2371698" y="391346"/>
                  </a:lnTo>
                  <a:lnTo>
                    <a:pt x="2408186" y="384160"/>
                  </a:lnTo>
                  <a:lnTo>
                    <a:pt x="2444673" y="376802"/>
                  </a:lnTo>
                  <a:lnTo>
                    <a:pt x="2481161" y="369284"/>
                  </a:lnTo>
                  <a:lnTo>
                    <a:pt x="2517649" y="361619"/>
                  </a:lnTo>
                  <a:lnTo>
                    <a:pt x="2554136" y="353816"/>
                  </a:lnTo>
                  <a:lnTo>
                    <a:pt x="2590624" y="345887"/>
                  </a:lnTo>
                  <a:lnTo>
                    <a:pt x="2627112" y="337839"/>
                  </a:lnTo>
                  <a:lnTo>
                    <a:pt x="2663599" y="329681"/>
                  </a:lnTo>
                  <a:lnTo>
                    <a:pt x="2700087" y="321421"/>
                  </a:lnTo>
                  <a:lnTo>
                    <a:pt x="2736575" y="313066"/>
                  </a:lnTo>
                  <a:lnTo>
                    <a:pt x="2773062" y="304622"/>
                  </a:lnTo>
                  <a:lnTo>
                    <a:pt x="2809550" y="296095"/>
                  </a:lnTo>
                  <a:lnTo>
                    <a:pt x="2846038" y="287490"/>
                  </a:lnTo>
                  <a:lnTo>
                    <a:pt x="2882525" y="278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2762626" y="9860473"/>
              <a:ext cx="2882525" cy="373068"/>
            </a:xfrm>
            <a:custGeom>
              <a:avLst/>
              <a:pathLst>
                <a:path w="2882525" h="373068">
                  <a:moveTo>
                    <a:pt x="2882525" y="373068"/>
                  </a:moveTo>
                  <a:lnTo>
                    <a:pt x="2846038" y="359317"/>
                  </a:lnTo>
                  <a:lnTo>
                    <a:pt x="2809550" y="345639"/>
                  </a:lnTo>
                  <a:lnTo>
                    <a:pt x="2773062" y="332039"/>
                  </a:lnTo>
                  <a:lnTo>
                    <a:pt x="2736575" y="318521"/>
                  </a:lnTo>
                  <a:lnTo>
                    <a:pt x="2700087" y="305092"/>
                  </a:lnTo>
                  <a:lnTo>
                    <a:pt x="2663599" y="291759"/>
                  </a:lnTo>
                  <a:lnTo>
                    <a:pt x="2627112" y="278527"/>
                  </a:lnTo>
                  <a:lnTo>
                    <a:pt x="2590624" y="265406"/>
                  </a:lnTo>
                  <a:lnTo>
                    <a:pt x="2554136" y="252403"/>
                  </a:lnTo>
                  <a:lnTo>
                    <a:pt x="2517649" y="239526"/>
                  </a:lnTo>
                  <a:lnTo>
                    <a:pt x="2481161" y="226787"/>
                  </a:lnTo>
                  <a:lnTo>
                    <a:pt x="2444673" y="214196"/>
                  </a:lnTo>
                  <a:lnTo>
                    <a:pt x="2408186" y="201764"/>
                  </a:lnTo>
                  <a:lnTo>
                    <a:pt x="2371698" y="189505"/>
                  </a:lnTo>
                  <a:lnTo>
                    <a:pt x="2335210" y="177431"/>
                  </a:lnTo>
                  <a:lnTo>
                    <a:pt x="2298723" y="165559"/>
                  </a:lnTo>
                  <a:lnTo>
                    <a:pt x="2262235" y="153905"/>
                  </a:lnTo>
                  <a:lnTo>
                    <a:pt x="2225747" y="142486"/>
                  </a:lnTo>
                  <a:lnTo>
                    <a:pt x="2189260" y="131322"/>
                  </a:lnTo>
                  <a:lnTo>
                    <a:pt x="2152772" y="120434"/>
                  </a:lnTo>
                  <a:lnTo>
                    <a:pt x="2116284" y="109844"/>
                  </a:lnTo>
                  <a:lnTo>
                    <a:pt x="2079797" y="99576"/>
                  </a:lnTo>
                  <a:lnTo>
                    <a:pt x="2043309" y="89655"/>
                  </a:lnTo>
                  <a:lnTo>
                    <a:pt x="2006821" y="80109"/>
                  </a:lnTo>
                  <a:lnTo>
                    <a:pt x="1970334" y="70965"/>
                  </a:lnTo>
                  <a:lnTo>
                    <a:pt x="1933846" y="62253"/>
                  </a:lnTo>
                  <a:lnTo>
                    <a:pt x="1897358" y="54001"/>
                  </a:lnTo>
                  <a:lnTo>
                    <a:pt x="1860871" y="46241"/>
                  </a:lnTo>
                  <a:lnTo>
                    <a:pt x="1824383" y="39003"/>
                  </a:lnTo>
                  <a:lnTo>
                    <a:pt x="1787895" y="32314"/>
                  </a:lnTo>
                  <a:lnTo>
                    <a:pt x="1751408" y="26203"/>
                  </a:lnTo>
                  <a:lnTo>
                    <a:pt x="1714920" y="20694"/>
                  </a:lnTo>
                  <a:lnTo>
                    <a:pt x="1678432" y="15810"/>
                  </a:lnTo>
                  <a:lnTo>
                    <a:pt x="1641945" y="11567"/>
                  </a:lnTo>
                  <a:lnTo>
                    <a:pt x="1605457" y="7981"/>
                  </a:lnTo>
                  <a:lnTo>
                    <a:pt x="1568969" y="5060"/>
                  </a:lnTo>
                  <a:lnTo>
                    <a:pt x="1532482" y="2806"/>
                  </a:lnTo>
                  <a:lnTo>
                    <a:pt x="1495994" y="1217"/>
                  </a:lnTo>
                  <a:lnTo>
                    <a:pt x="1459506" y="286"/>
                  </a:lnTo>
                  <a:lnTo>
                    <a:pt x="1423019" y="0"/>
                  </a:lnTo>
                  <a:lnTo>
                    <a:pt x="1386531" y="341"/>
                  </a:lnTo>
                  <a:lnTo>
                    <a:pt x="1350043" y="1288"/>
                  </a:lnTo>
                  <a:lnTo>
                    <a:pt x="1313556" y="2816"/>
                  </a:lnTo>
                  <a:lnTo>
                    <a:pt x="1277068" y="4899"/>
                  </a:lnTo>
                  <a:lnTo>
                    <a:pt x="1240580" y="7507"/>
                  </a:lnTo>
                  <a:lnTo>
                    <a:pt x="1204093" y="10612"/>
                  </a:lnTo>
                  <a:lnTo>
                    <a:pt x="1167605" y="14182"/>
                  </a:lnTo>
                  <a:lnTo>
                    <a:pt x="1131117" y="18188"/>
                  </a:lnTo>
                  <a:lnTo>
                    <a:pt x="1094630" y="22601"/>
                  </a:lnTo>
                  <a:lnTo>
                    <a:pt x="1058142" y="27393"/>
                  </a:lnTo>
                  <a:lnTo>
                    <a:pt x="1021654" y="32536"/>
                  </a:lnTo>
                  <a:lnTo>
                    <a:pt x="985167" y="38005"/>
                  </a:lnTo>
                  <a:lnTo>
                    <a:pt x="948679" y="43775"/>
                  </a:lnTo>
                  <a:lnTo>
                    <a:pt x="912191" y="49824"/>
                  </a:lnTo>
                  <a:lnTo>
                    <a:pt x="875704" y="56132"/>
                  </a:lnTo>
                  <a:lnTo>
                    <a:pt x="839216" y="62678"/>
                  </a:lnTo>
                  <a:lnTo>
                    <a:pt x="802728" y="69444"/>
                  </a:lnTo>
                  <a:lnTo>
                    <a:pt x="766241" y="76414"/>
                  </a:lnTo>
                  <a:lnTo>
                    <a:pt x="729753" y="83572"/>
                  </a:lnTo>
                  <a:lnTo>
                    <a:pt x="693265" y="90905"/>
                  </a:lnTo>
                  <a:lnTo>
                    <a:pt x="656778" y="98399"/>
                  </a:lnTo>
                  <a:lnTo>
                    <a:pt x="620290" y="106042"/>
                  </a:lnTo>
                  <a:lnTo>
                    <a:pt x="583802" y="113825"/>
                  </a:lnTo>
                  <a:lnTo>
                    <a:pt x="547315" y="121735"/>
                  </a:lnTo>
                  <a:lnTo>
                    <a:pt x="510827" y="129766"/>
                  </a:lnTo>
                  <a:lnTo>
                    <a:pt x="474339" y="137907"/>
                  </a:lnTo>
                  <a:lnTo>
                    <a:pt x="437852" y="146152"/>
                  </a:lnTo>
                  <a:lnTo>
                    <a:pt x="401364" y="154493"/>
                  </a:lnTo>
                  <a:lnTo>
                    <a:pt x="364876" y="162924"/>
                  </a:lnTo>
                  <a:lnTo>
                    <a:pt x="328389" y="171438"/>
                  </a:lnTo>
                  <a:lnTo>
                    <a:pt x="291901" y="180031"/>
                  </a:lnTo>
                  <a:lnTo>
                    <a:pt x="255413" y="188698"/>
                  </a:lnTo>
                  <a:lnTo>
                    <a:pt x="218926" y="197433"/>
                  </a:lnTo>
                  <a:lnTo>
                    <a:pt x="182438" y="206232"/>
                  </a:lnTo>
                  <a:lnTo>
                    <a:pt x="145950" y="215091"/>
                  </a:lnTo>
                  <a:lnTo>
                    <a:pt x="109463" y="224008"/>
                  </a:lnTo>
                  <a:lnTo>
                    <a:pt x="72975" y="232977"/>
                  </a:lnTo>
                  <a:lnTo>
                    <a:pt x="36487" y="241997"/>
                  </a:lnTo>
                  <a:lnTo>
                    <a:pt x="0" y="251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2762626" y="9514330"/>
              <a:ext cx="2882525" cy="200409"/>
            </a:xfrm>
            <a:custGeom>
              <a:avLst/>
              <a:pathLst>
                <a:path w="2882525" h="200409">
                  <a:moveTo>
                    <a:pt x="0" y="0"/>
                  </a:moveTo>
                  <a:lnTo>
                    <a:pt x="36487" y="2536"/>
                  </a:lnTo>
                  <a:lnTo>
                    <a:pt x="72975" y="5073"/>
                  </a:lnTo>
                  <a:lnTo>
                    <a:pt x="109463" y="7610"/>
                  </a:lnTo>
                  <a:lnTo>
                    <a:pt x="145950" y="10147"/>
                  </a:lnTo>
                  <a:lnTo>
                    <a:pt x="182438" y="12684"/>
                  </a:lnTo>
                  <a:lnTo>
                    <a:pt x="218926" y="15220"/>
                  </a:lnTo>
                  <a:lnTo>
                    <a:pt x="255413" y="17757"/>
                  </a:lnTo>
                  <a:lnTo>
                    <a:pt x="291901" y="20294"/>
                  </a:lnTo>
                  <a:lnTo>
                    <a:pt x="328389" y="22831"/>
                  </a:lnTo>
                  <a:lnTo>
                    <a:pt x="364876" y="25368"/>
                  </a:lnTo>
                  <a:lnTo>
                    <a:pt x="401364" y="27905"/>
                  </a:lnTo>
                  <a:lnTo>
                    <a:pt x="437852" y="30441"/>
                  </a:lnTo>
                  <a:lnTo>
                    <a:pt x="474339" y="32978"/>
                  </a:lnTo>
                  <a:lnTo>
                    <a:pt x="510827" y="35515"/>
                  </a:lnTo>
                  <a:lnTo>
                    <a:pt x="547315" y="38052"/>
                  </a:lnTo>
                  <a:lnTo>
                    <a:pt x="583802" y="40589"/>
                  </a:lnTo>
                  <a:lnTo>
                    <a:pt x="620290" y="43126"/>
                  </a:lnTo>
                  <a:lnTo>
                    <a:pt x="656778" y="45662"/>
                  </a:lnTo>
                  <a:lnTo>
                    <a:pt x="693265" y="48199"/>
                  </a:lnTo>
                  <a:lnTo>
                    <a:pt x="729753" y="50736"/>
                  </a:lnTo>
                  <a:lnTo>
                    <a:pt x="766241" y="53273"/>
                  </a:lnTo>
                  <a:lnTo>
                    <a:pt x="802728" y="55810"/>
                  </a:lnTo>
                  <a:lnTo>
                    <a:pt x="839216" y="58346"/>
                  </a:lnTo>
                  <a:lnTo>
                    <a:pt x="875704" y="60883"/>
                  </a:lnTo>
                  <a:lnTo>
                    <a:pt x="912191" y="63420"/>
                  </a:lnTo>
                  <a:lnTo>
                    <a:pt x="948679" y="65957"/>
                  </a:lnTo>
                  <a:lnTo>
                    <a:pt x="985167" y="68494"/>
                  </a:lnTo>
                  <a:lnTo>
                    <a:pt x="1021654" y="71031"/>
                  </a:lnTo>
                  <a:lnTo>
                    <a:pt x="1058142" y="73567"/>
                  </a:lnTo>
                  <a:lnTo>
                    <a:pt x="1094630" y="76104"/>
                  </a:lnTo>
                  <a:lnTo>
                    <a:pt x="1131117" y="78641"/>
                  </a:lnTo>
                  <a:lnTo>
                    <a:pt x="1167605" y="81178"/>
                  </a:lnTo>
                  <a:lnTo>
                    <a:pt x="1204093" y="83715"/>
                  </a:lnTo>
                  <a:lnTo>
                    <a:pt x="1240580" y="86252"/>
                  </a:lnTo>
                  <a:lnTo>
                    <a:pt x="1277068" y="88788"/>
                  </a:lnTo>
                  <a:lnTo>
                    <a:pt x="1313556" y="91325"/>
                  </a:lnTo>
                  <a:lnTo>
                    <a:pt x="1350043" y="93862"/>
                  </a:lnTo>
                  <a:lnTo>
                    <a:pt x="1386531" y="96399"/>
                  </a:lnTo>
                  <a:lnTo>
                    <a:pt x="1423019" y="98936"/>
                  </a:lnTo>
                  <a:lnTo>
                    <a:pt x="1459506" y="101472"/>
                  </a:lnTo>
                  <a:lnTo>
                    <a:pt x="1495994" y="104009"/>
                  </a:lnTo>
                  <a:lnTo>
                    <a:pt x="1532482" y="106546"/>
                  </a:lnTo>
                  <a:lnTo>
                    <a:pt x="1568969" y="109083"/>
                  </a:lnTo>
                  <a:lnTo>
                    <a:pt x="1605457" y="111620"/>
                  </a:lnTo>
                  <a:lnTo>
                    <a:pt x="1641945" y="114157"/>
                  </a:lnTo>
                  <a:lnTo>
                    <a:pt x="1678432" y="116693"/>
                  </a:lnTo>
                  <a:lnTo>
                    <a:pt x="1714920" y="119230"/>
                  </a:lnTo>
                  <a:lnTo>
                    <a:pt x="1751408" y="121767"/>
                  </a:lnTo>
                  <a:lnTo>
                    <a:pt x="1787895" y="124304"/>
                  </a:lnTo>
                  <a:lnTo>
                    <a:pt x="1824383" y="126841"/>
                  </a:lnTo>
                  <a:lnTo>
                    <a:pt x="1860871" y="129378"/>
                  </a:lnTo>
                  <a:lnTo>
                    <a:pt x="1897358" y="131914"/>
                  </a:lnTo>
                  <a:lnTo>
                    <a:pt x="1933846" y="134451"/>
                  </a:lnTo>
                  <a:lnTo>
                    <a:pt x="1970334" y="136988"/>
                  </a:lnTo>
                  <a:lnTo>
                    <a:pt x="2006821" y="139525"/>
                  </a:lnTo>
                  <a:lnTo>
                    <a:pt x="2043309" y="142062"/>
                  </a:lnTo>
                  <a:lnTo>
                    <a:pt x="2079797" y="144598"/>
                  </a:lnTo>
                  <a:lnTo>
                    <a:pt x="2116284" y="147135"/>
                  </a:lnTo>
                  <a:lnTo>
                    <a:pt x="2152772" y="149672"/>
                  </a:lnTo>
                  <a:lnTo>
                    <a:pt x="2189260" y="152209"/>
                  </a:lnTo>
                  <a:lnTo>
                    <a:pt x="2225747" y="154746"/>
                  </a:lnTo>
                  <a:lnTo>
                    <a:pt x="2262235" y="157283"/>
                  </a:lnTo>
                  <a:lnTo>
                    <a:pt x="2298723" y="159819"/>
                  </a:lnTo>
                  <a:lnTo>
                    <a:pt x="2335210" y="162356"/>
                  </a:lnTo>
                  <a:lnTo>
                    <a:pt x="2371698" y="164893"/>
                  </a:lnTo>
                  <a:lnTo>
                    <a:pt x="2408186" y="167430"/>
                  </a:lnTo>
                  <a:lnTo>
                    <a:pt x="2444673" y="169967"/>
                  </a:lnTo>
                  <a:lnTo>
                    <a:pt x="2481161" y="172504"/>
                  </a:lnTo>
                  <a:lnTo>
                    <a:pt x="2517649" y="175040"/>
                  </a:lnTo>
                  <a:lnTo>
                    <a:pt x="2554136" y="177577"/>
                  </a:lnTo>
                  <a:lnTo>
                    <a:pt x="2590624" y="180114"/>
                  </a:lnTo>
                  <a:lnTo>
                    <a:pt x="2627112" y="182651"/>
                  </a:lnTo>
                  <a:lnTo>
                    <a:pt x="2663599" y="185188"/>
                  </a:lnTo>
                  <a:lnTo>
                    <a:pt x="2700087" y="187724"/>
                  </a:lnTo>
                  <a:lnTo>
                    <a:pt x="2736575" y="190261"/>
                  </a:lnTo>
                  <a:lnTo>
                    <a:pt x="2773062" y="192798"/>
                  </a:lnTo>
                  <a:lnTo>
                    <a:pt x="2809550" y="195335"/>
                  </a:lnTo>
                  <a:lnTo>
                    <a:pt x="2846038" y="197872"/>
                  </a:lnTo>
                  <a:lnTo>
                    <a:pt x="2882525" y="200409"/>
                  </a:lnTo>
                </a:path>
              </a:pathLst>
            </a:custGeom>
            <a:ln w="27101" cap="flat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tx310"/>
            <p:cNvSpPr/>
            <p:nvPr/>
          </p:nvSpPr>
          <p:spPr>
            <a:xfrm>
              <a:off x="3980835" y="7629159"/>
              <a:ext cx="1664316" cy="1259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 = -0.047; p = 7.08e-01</a:t>
              </a:r>
            </a:p>
          </p:txBody>
        </p:sp>
        <p:sp>
          <p:nvSpPr>
            <p:cNvPr id="311" name="pl311"/>
            <p:cNvSpPr/>
            <p:nvPr/>
          </p:nvSpPr>
          <p:spPr>
            <a:xfrm>
              <a:off x="2618500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tx312"/>
            <p:cNvSpPr/>
            <p:nvPr/>
          </p:nvSpPr>
          <p:spPr>
            <a:xfrm>
              <a:off x="2468279" y="10683360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2502789" y="9584559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2502789" y="8488289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5" name="pl315"/>
            <p:cNvSpPr/>
            <p:nvPr/>
          </p:nvSpPr>
          <p:spPr>
            <a:xfrm>
              <a:off x="2586236" y="10720755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2586236" y="9623219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2586236" y="852568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2618500" y="10923475"/>
              <a:ext cx="3170778" cy="0"/>
            </a:xfrm>
            <a:custGeom>
              <a:avLst/>
              <a:pathLst>
                <a:path w="3170778" h="0">
                  <a:moveTo>
                    <a:pt x="0" y="0"/>
                  </a:moveTo>
                  <a:lnTo>
                    <a:pt x="3170778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2833739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3581273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4328806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5076340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tx323"/>
            <p:cNvSpPr/>
            <p:nvPr/>
          </p:nvSpPr>
          <p:spPr>
            <a:xfrm>
              <a:off x="2787666" y="10981247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3535200" y="10981247"/>
              <a:ext cx="9214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4299989" y="10979982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5047522" y="10981247"/>
              <a:ext cx="57635" cy="74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3127752" y="11082544"/>
              <a:ext cx="2152274" cy="1199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Habitat heterogeneity</a:t>
              </a:r>
            </a:p>
          </p:txBody>
        </p:sp>
        <p:sp>
          <p:nvSpPr>
            <p:cNvPr id="328" name="tx328"/>
            <p:cNvSpPr/>
            <p:nvPr/>
          </p:nvSpPr>
          <p:spPr>
            <a:xfrm rot="-5400000">
              <a:off x="1592961" y="9152391"/>
              <a:ext cx="1511595" cy="1199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2236919" y="7409236"/>
              <a:ext cx="79107" cy="77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330" name="rc330"/>
            <p:cNvSpPr/>
            <p:nvPr/>
          </p:nvSpPr>
          <p:spPr>
            <a:xfrm>
              <a:off x="7048863" y="7501296"/>
              <a:ext cx="3170778" cy="34221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768141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8633745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9499348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8633745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6E6E6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9212422" y="8495044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8273153" y="8554274"/>
              <a:ext cx="939268" cy="0"/>
            </a:xfrm>
            <a:custGeom>
              <a:avLst/>
              <a:pathLst>
                <a:path w="939268" h="0">
                  <a:moveTo>
                    <a:pt x="939268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8273153" y="8495044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10075515" y="9811267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8747098" y="9870497"/>
              <a:ext cx="1328417" cy="0"/>
            </a:xfrm>
            <a:custGeom>
              <a:avLst/>
              <a:pathLst>
                <a:path w="1328417" h="0">
                  <a:moveTo>
                    <a:pt x="1328417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8747098" y="9811267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9561646" y="7836933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8176612" y="7896163"/>
              <a:ext cx="1385034" cy="0"/>
            </a:xfrm>
            <a:custGeom>
              <a:avLst/>
              <a:pathLst>
                <a:path w="1385034" h="0">
                  <a:moveTo>
                    <a:pt x="1385034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8176612" y="7836933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8034903" y="10469378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FB9A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192989" y="10528608"/>
              <a:ext cx="841913" cy="0"/>
            </a:xfrm>
            <a:custGeom>
              <a:avLst/>
              <a:pathLst>
                <a:path w="841913" h="0">
                  <a:moveTo>
                    <a:pt x="841913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FB9A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192989" y="10469378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FB9A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8975991" y="9153156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8127539" y="9212386"/>
              <a:ext cx="848451" cy="0"/>
            </a:xfrm>
            <a:custGeom>
              <a:avLst/>
              <a:pathLst>
                <a:path w="848451" h="0">
                  <a:moveTo>
                    <a:pt x="848451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8127539" y="9153156"/>
              <a:ext cx="0" cy="118460"/>
            </a:xfrm>
            <a:custGeom>
              <a:avLst/>
              <a:pathLst>
                <a:path w="0" h="118460">
                  <a:moveTo>
                    <a:pt x="0" y="11846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8684412" y="8495899"/>
              <a:ext cx="116750" cy="116750"/>
            </a:xfrm>
            <a:prstGeom prst="ellipse">
              <a:avLst/>
            </a:prstGeom>
            <a:solidFill>
              <a:srgbClr val="A6CEE3">
                <a:alpha val="100000"/>
              </a:srgbClr>
            </a:solidFill>
            <a:ln w="8345" cap="rnd">
              <a:solidFill>
                <a:srgbClr val="A6CE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9352931" y="9812122"/>
              <a:ext cx="116750" cy="116750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8345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8810753" y="7837788"/>
              <a:ext cx="116750" cy="116750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8345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7555571" y="10470233"/>
              <a:ext cx="116750" cy="116750"/>
            </a:xfrm>
            <a:prstGeom prst="ellipse">
              <a:avLst/>
            </a:prstGeom>
            <a:solidFill>
              <a:srgbClr val="FB9A99">
                <a:alpha val="100000"/>
              </a:srgbClr>
            </a:solidFill>
            <a:ln w="8345" cap="rnd">
              <a:solidFill>
                <a:srgbClr val="FB9A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8493390" y="9154010"/>
              <a:ext cx="116750" cy="116750"/>
            </a:xfrm>
            <a:prstGeom prst="ellipse">
              <a:avLst/>
            </a:prstGeom>
            <a:solidFill>
              <a:srgbClr val="6A3D9A">
                <a:alpha val="100000"/>
              </a:srgbClr>
            </a:solidFill>
            <a:ln w="8345" cap="rnd">
              <a:solidFill>
                <a:srgbClr val="6A3D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048863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tx356"/>
            <p:cNvSpPr/>
            <p:nvPr/>
          </p:nvSpPr>
          <p:spPr>
            <a:xfrm>
              <a:off x="6771885" y="10490303"/>
              <a:ext cx="218902" cy="753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Area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046259" y="9810332"/>
              <a:ext cx="944528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Current survey effort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005626" y="9153485"/>
              <a:ext cx="985161" cy="95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5965701" y="8494109"/>
              <a:ext cx="1025086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Historical survey effort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6270829" y="7837212"/>
              <a:ext cx="719959" cy="960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Per capita GDP</a:t>
              </a:r>
            </a:p>
          </p:txBody>
        </p:sp>
        <p:sp>
          <p:nvSpPr>
            <p:cNvPr id="361" name="pl361"/>
            <p:cNvSpPr/>
            <p:nvPr/>
          </p:nvSpPr>
          <p:spPr>
            <a:xfrm>
              <a:off x="7016599" y="10528608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016599" y="9870497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016599" y="9212386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016599" y="8554274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016599" y="789616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048863" y="10923475"/>
              <a:ext cx="3170778" cy="0"/>
            </a:xfrm>
            <a:custGeom>
              <a:avLst/>
              <a:pathLst>
                <a:path w="3170778" h="0">
                  <a:moveTo>
                    <a:pt x="0" y="0"/>
                  </a:moveTo>
                  <a:lnTo>
                    <a:pt x="3170778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768141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8633745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9499348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tx370"/>
            <p:cNvSpPr/>
            <p:nvPr/>
          </p:nvSpPr>
          <p:spPr>
            <a:xfrm>
              <a:off x="7678854" y="10979982"/>
              <a:ext cx="178572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8561713" y="10979982"/>
              <a:ext cx="144062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9427317" y="10979982"/>
              <a:ext cx="144062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8177099" y="11082670"/>
              <a:ext cx="914306" cy="1198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Slope estimate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5918334" y="7382774"/>
              <a:ext cx="47367" cy="1035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375" name="rc375"/>
            <p:cNvSpPr/>
            <p:nvPr/>
          </p:nvSpPr>
          <p:spPr>
            <a:xfrm>
              <a:off x="11518745" y="7501296"/>
              <a:ext cx="3170778" cy="34221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11662871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12271866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12880860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13489855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14098849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11662871" y="10291688"/>
              <a:ext cx="74813" cy="473840"/>
            </a:xfrm>
            <a:prstGeom prst="rect">
              <a:avLst/>
            </a:prstGeom>
            <a:solidFill>
              <a:srgbClr val="A6CEE3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11662871" y="8317354"/>
              <a:ext cx="1731034" cy="473840"/>
            </a:xfrm>
            <a:prstGeom prst="rect">
              <a:avLst/>
            </a:prstGeom>
            <a:solidFill>
              <a:srgbClr val="1F78B4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11662871" y="8975465"/>
              <a:ext cx="1319922" cy="473840"/>
            </a:xfrm>
            <a:prstGeom prst="rect">
              <a:avLst/>
            </a:prstGeom>
            <a:solidFill>
              <a:srgbClr val="33A02C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11662871" y="7659243"/>
              <a:ext cx="2882525" cy="473840"/>
            </a:xfrm>
            <a:prstGeom prst="rect">
              <a:avLst/>
            </a:prstGeom>
            <a:solidFill>
              <a:srgbClr val="FB9A99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11662871" y="9633577"/>
              <a:ext cx="81649" cy="473840"/>
            </a:xfrm>
            <a:prstGeom prst="rect">
              <a:avLst/>
            </a:prstGeom>
            <a:solidFill>
              <a:srgbClr val="6A3D9A">
                <a:alpha val="100000"/>
              </a:srgbClr>
            </a:solidFill>
            <a:ln w="1256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11518745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tx387"/>
            <p:cNvSpPr/>
            <p:nvPr/>
          </p:nvSpPr>
          <p:spPr>
            <a:xfrm>
              <a:off x="10435583" y="10468443"/>
              <a:ext cx="1025086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Historical survey effort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10475508" y="9811597"/>
              <a:ext cx="985161" cy="95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10740710" y="9153435"/>
              <a:ext cx="719959" cy="960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Per capita GDP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10516141" y="8494109"/>
              <a:ext cx="944528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Current survey effort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11241767" y="7857857"/>
              <a:ext cx="218902" cy="753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Area</a:t>
              </a:r>
            </a:p>
          </p:txBody>
        </p:sp>
        <p:sp>
          <p:nvSpPr>
            <p:cNvPr id="392" name="pl392"/>
            <p:cNvSpPr/>
            <p:nvPr/>
          </p:nvSpPr>
          <p:spPr>
            <a:xfrm>
              <a:off x="11486481" y="10528608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11486481" y="9870497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11486481" y="9212386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11486481" y="8554274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11486481" y="789616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11518745" y="10923475"/>
              <a:ext cx="3170778" cy="0"/>
            </a:xfrm>
            <a:custGeom>
              <a:avLst/>
              <a:pathLst>
                <a:path w="3170778" h="0">
                  <a:moveTo>
                    <a:pt x="0" y="0"/>
                  </a:moveTo>
                  <a:lnTo>
                    <a:pt x="3170778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11662871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12271866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12880860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13489855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14098849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tx403"/>
            <p:cNvSpPr/>
            <p:nvPr/>
          </p:nvSpPr>
          <p:spPr>
            <a:xfrm>
              <a:off x="11634053" y="10979982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12214230" y="10979982"/>
              <a:ext cx="11527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12823225" y="10979982"/>
              <a:ext cx="11527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13432219" y="10979931"/>
              <a:ext cx="115270" cy="758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14041214" y="10979982"/>
              <a:ext cx="115270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12369874" y="11080963"/>
              <a:ext cx="1468520" cy="121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Relative importance (%)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10348697" y="7380969"/>
              <a:ext cx="86885" cy="1053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410" name="rc410"/>
            <p:cNvSpPr/>
            <p:nvPr/>
          </p:nvSpPr>
          <p:spPr>
            <a:xfrm>
              <a:off x="15988627" y="7501296"/>
              <a:ext cx="3170778" cy="34221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16863018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18031868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B0B0B0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16863018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6E6E6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16838338" y="8262240"/>
              <a:ext cx="78808" cy="78808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345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928610" y="9938832"/>
              <a:ext cx="78808" cy="78808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345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6855398" y="7710276"/>
              <a:ext cx="78808" cy="78808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345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6685907" y="10470097"/>
              <a:ext cx="78808" cy="78808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345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6812544" y="8814204"/>
              <a:ext cx="78808" cy="78808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345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6840799" y="8427829"/>
              <a:ext cx="78808" cy="78808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345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6938720" y="9448963"/>
              <a:ext cx="78808" cy="78808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345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16847478" y="7875865"/>
              <a:ext cx="78808" cy="78808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345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16688390" y="10635687"/>
              <a:ext cx="78808" cy="78808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345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6815047" y="8979794"/>
              <a:ext cx="78808" cy="78808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345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17534611" y="8345035"/>
              <a:ext cx="78808" cy="78808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345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16965495" y="10063024"/>
              <a:ext cx="78808" cy="78808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345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6813369" y="7793070"/>
              <a:ext cx="78808" cy="78808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345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16685430" y="10552892"/>
              <a:ext cx="78808" cy="78808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345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16838468" y="8896999"/>
              <a:ext cx="78808" cy="78808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345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16941158" y="8288765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16814326" y="8301644"/>
              <a:ext cx="126832" cy="0"/>
            </a:xfrm>
            <a:custGeom>
              <a:avLst/>
              <a:pathLst>
                <a:path w="126832" h="0">
                  <a:moveTo>
                    <a:pt x="126832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16814326" y="8288765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17057704" y="9958917"/>
              <a:ext cx="0" cy="38637"/>
            </a:xfrm>
            <a:custGeom>
              <a:avLst/>
              <a:pathLst>
                <a:path w="0" h="38637">
                  <a:moveTo>
                    <a:pt x="0" y="38637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16878324" y="9978236"/>
              <a:ext cx="179380" cy="0"/>
            </a:xfrm>
            <a:custGeom>
              <a:avLst/>
              <a:pathLst>
                <a:path w="179380" h="0">
                  <a:moveTo>
                    <a:pt x="179380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16878324" y="9958917"/>
              <a:ext cx="0" cy="38637"/>
            </a:xfrm>
            <a:custGeom>
              <a:avLst/>
              <a:pathLst>
                <a:path w="0" h="38637">
                  <a:moveTo>
                    <a:pt x="0" y="38637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16988315" y="7736801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16801290" y="7749680"/>
              <a:ext cx="187025" cy="0"/>
            </a:xfrm>
            <a:custGeom>
              <a:avLst/>
              <a:pathLst>
                <a:path w="187025" h="0">
                  <a:moveTo>
                    <a:pt x="187025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16801290" y="7736801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16782155" y="10496623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16668468" y="10509502"/>
              <a:ext cx="113686" cy="0"/>
            </a:xfrm>
            <a:custGeom>
              <a:avLst/>
              <a:pathLst>
                <a:path w="113686" h="0">
                  <a:moveTo>
                    <a:pt x="113686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16668468" y="10496623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16909232" y="8840730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16794663" y="8853609"/>
              <a:ext cx="114568" cy="0"/>
            </a:xfrm>
            <a:custGeom>
              <a:avLst/>
              <a:pathLst>
                <a:path w="114568" h="0">
                  <a:moveTo>
                    <a:pt x="114568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16794663" y="8840730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16942489" y="8454354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16817918" y="8467234"/>
              <a:ext cx="124570" cy="0"/>
            </a:xfrm>
            <a:custGeom>
              <a:avLst/>
              <a:pathLst>
                <a:path w="124570" h="0">
                  <a:moveTo>
                    <a:pt x="124570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16817918" y="8454354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17067562" y="9449730"/>
              <a:ext cx="0" cy="77275"/>
            </a:xfrm>
            <a:custGeom>
              <a:avLst/>
              <a:pathLst>
                <a:path w="0" h="77275">
                  <a:moveTo>
                    <a:pt x="0" y="77275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16888686" y="9488368"/>
              <a:ext cx="178876" cy="0"/>
            </a:xfrm>
            <a:custGeom>
              <a:avLst/>
              <a:pathLst>
                <a:path w="178876" h="0">
                  <a:moveTo>
                    <a:pt x="178876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16888686" y="9449730"/>
              <a:ext cx="0" cy="77275"/>
            </a:xfrm>
            <a:custGeom>
              <a:avLst/>
              <a:pathLst>
                <a:path w="0" h="77275">
                  <a:moveTo>
                    <a:pt x="0" y="77275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16979454" y="7902390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16794310" y="7915269"/>
              <a:ext cx="185144" cy="0"/>
            </a:xfrm>
            <a:custGeom>
              <a:avLst/>
              <a:pathLst>
                <a:path w="185144" h="0">
                  <a:moveTo>
                    <a:pt x="185144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16794310" y="7902390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16783695" y="10662212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16671894" y="10675091"/>
              <a:ext cx="111801" cy="0"/>
            </a:xfrm>
            <a:custGeom>
              <a:avLst/>
              <a:pathLst>
                <a:path w="111801" h="0">
                  <a:moveTo>
                    <a:pt x="111801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16671894" y="10662212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16910955" y="9006319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16797947" y="9019198"/>
              <a:ext cx="113008" cy="0"/>
            </a:xfrm>
            <a:custGeom>
              <a:avLst/>
              <a:pathLst>
                <a:path w="113008" h="0">
                  <a:moveTo>
                    <a:pt x="113008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16797947" y="9006319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19015279" y="8371560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16132753" y="8384439"/>
              <a:ext cx="2882525" cy="0"/>
            </a:xfrm>
            <a:custGeom>
              <a:avLst/>
              <a:pathLst>
                <a:path w="2882525" h="0">
                  <a:moveTo>
                    <a:pt x="2882525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16132753" y="8371560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17082224" y="10083109"/>
              <a:ext cx="0" cy="38637"/>
            </a:xfrm>
            <a:custGeom>
              <a:avLst/>
              <a:pathLst>
                <a:path w="0" h="38637">
                  <a:moveTo>
                    <a:pt x="0" y="38637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16927575" y="10102428"/>
              <a:ext cx="154648" cy="0"/>
            </a:xfrm>
            <a:custGeom>
              <a:avLst/>
              <a:pathLst>
                <a:path w="154648" h="0">
                  <a:moveTo>
                    <a:pt x="154648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16927575" y="10083109"/>
              <a:ext cx="0" cy="38637"/>
            </a:xfrm>
            <a:custGeom>
              <a:avLst/>
              <a:pathLst>
                <a:path w="0" h="38637">
                  <a:moveTo>
                    <a:pt x="0" y="38637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16933997" y="7819595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16771550" y="7832475"/>
              <a:ext cx="162447" cy="0"/>
            </a:xfrm>
            <a:custGeom>
              <a:avLst/>
              <a:pathLst>
                <a:path w="162447" h="0">
                  <a:moveTo>
                    <a:pt x="162447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16771550" y="7819595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16776993" y="10579417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16672676" y="10592296"/>
              <a:ext cx="104317" cy="0"/>
            </a:xfrm>
            <a:custGeom>
              <a:avLst/>
              <a:pathLst>
                <a:path w="104317" h="0">
                  <a:moveTo>
                    <a:pt x="104317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16672676" y="10579417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16927174" y="8923524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16828571" y="8936403"/>
              <a:ext cx="98603" cy="0"/>
            </a:xfrm>
            <a:custGeom>
              <a:avLst/>
              <a:pathLst>
                <a:path w="98603" h="0">
                  <a:moveTo>
                    <a:pt x="98603" y="0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16828571" y="8923524"/>
              <a:ext cx="0" cy="25758"/>
            </a:xfrm>
            <a:custGeom>
              <a:avLst/>
              <a:pathLst>
                <a:path w="0" h="25758">
                  <a:moveTo>
                    <a:pt x="0" y="25758"/>
                  </a:moveTo>
                  <a:lnTo>
                    <a:pt x="0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15988627" y="7501296"/>
              <a:ext cx="0" cy="3422178"/>
            </a:xfrm>
            <a:custGeom>
              <a:avLst/>
              <a:pathLst>
                <a:path w="0" h="3422178">
                  <a:moveTo>
                    <a:pt x="0" y="3422178"/>
                  </a:moveTo>
                  <a:lnTo>
                    <a:pt x="0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5"/>
            <p:cNvSpPr/>
            <p:nvPr/>
          </p:nvSpPr>
          <p:spPr>
            <a:xfrm>
              <a:off x="15711649" y="10553991"/>
              <a:ext cx="218902" cy="753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Area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14986023" y="9980167"/>
              <a:ext cx="944528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Current survey effort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15089655" y="9448747"/>
              <a:ext cx="840896" cy="767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Current user effort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14945390" y="8877503"/>
              <a:ext cx="985161" cy="95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14905465" y="8324274"/>
              <a:ext cx="1025086" cy="97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Historical survey effort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15210592" y="7773524"/>
              <a:ext cx="719959" cy="960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Per capita GDP</a:t>
              </a:r>
            </a:p>
          </p:txBody>
        </p:sp>
        <p:sp>
          <p:nvSpPr>
            <p:cNvPr id="481" name="pl481"/>
            <p:cNvSpPr/>
            <p:nvPr/>
          </p:nvSpPr>
          <p:spPr>
            <a:xfrm>
              <a:off x="15956363" y="10592296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15956363" y="10040332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5956363" y="9488368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5956363" y="8936403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5956363" y="8384439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5956363" y="7832475"/>
              <a:ext cx="32264" cy="0"/>
            </a:xfrm>
            <a:custGeom>
              <a:avLst/>
              <a:pathLst>
                <a:path w="32264" h="0">
                  <a:moveTo>
                    <a:pt x="0" y="0"/>
                  </a:moveTo>
                  <a:lnTo>
                    <a:pt x="32264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15988627" y="10923475"/>
              <a:ext cx="3170778" cy="0"/>
            </a:xfrm>
            <a:custGeom>
              <a:avLst/>
              <a:pathLst>
                <a:path w="3170778" h="0">
                  <a:moveTo>
                    <a:pt x="0" y="0"/>
                  </a:moveTo>
                  <a:lnTo>
                    <a:pt x="3170778" y="0"/>
                  </a:lnTo>
                </a:path>
              </a:pathLst>
            </a:custGeom>
            <a:ln w="1256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16863018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18031868" y="10923475"/>
              <a:ext cx="0" cy="32264"/>
            </a:xfrm>
            <a:custGeom>
              <a:avLst/>
              <a:pathLst>
                <a:path w="0" h="32264">
                  <a:moveTo>
                    <a:pt x="0" y="32264"/>
                  </a:moveTo>
                  <a:lnTo>
                    <a:pt x="0" y="0"/>
                  </a:lnTo>
                </a:path>
              </a:pathLst>
            </a:custGeom>
            <a:ln w="1256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tx490"/>
            <p:cNvSpPr/>
            <p:nvPr/>
          </p:nvSpPr>
          <p:spPr>
            <a:xfrm>
              <a:off x="16834200" y="10979982"/>
              <a:ext cx="57635" cy="75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18003051" y="10981297"/>
              <a:ext cx="57635" cy="744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16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16958543" y="11106643"/>
              <a:ext cx="1230946" cy="958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1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19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Coefficient estimate</a:t>
              </a:r>
            </a:p>
          </p:txBody>
        </p:sp>
        <p:sp>
          <p:nvSpPr>
            <p:cNvPr id="493" name="pt493"/>
            <p:cNvSpPr/>
            <p:nvPr/>
          </p:nvSpPr>
          <p:spPr>
            <a:xfrm>
              <a:off x="15755941" y="11493702"/>
              <a:ext cx="78808" cy="78808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8345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15707563" y="1153310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9512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17136409" y="11493702"/>
              <a:ext cx="78808" cy="78808"/>
            </a:xfrm>
            <a:prstGeom prst="ellipse">
              <a:avLst/>
            </a:prstGeom>
            <a:solidFill>
              <a:srgbClr val="31A354">
                <a:alpha val="100000"/>
              </a:srgbClr>
            </a:solidFill>
            <a:ln w="8345" cap="rnd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17088030" y="1153310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9512" cap="flat">
              <a:solidFill>
                <a:srgbClr val="31A3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18283002" y="11493702"/>
              <a:ext cx="78808" cy="78808"/>
            </a:xfrm>
            <a:prstGeom prst="ellipse">
              <a:avLst/>
            </a:prstGeom>
            <a:solidFill>
              <a:srgbClr val="2C7FB8">
                <a:alpha val="100000"/>
              </a:srgbClr>
            </a:solidFill>
            <a:ln w="8345" cap="rnd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18234624" y="1153310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9512" cap="flat">
              <a:solidFill>
                <a:srgbClr val="2C7F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tx499"/>
            <p:cNvSpPr/>
            <p:nvPr/>
          </p:nvSpPr>
          <p:spPr>
            <a:xfrm>
              <a:off x="15969601" y="11491887"/>
              <a:ext cx="1031955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Alternative user-effort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17350069" y="11491887"/>
              <a:ext cx="79808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Influence-filtered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18496662" y="11470434"/>
              <a:ext cx="965751" cy="101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Primary report-effort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14818579" y="7384511"/>
              <a:ext cx="86885" cy="1018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8</cp:revision>
  <dcterms:created xsi:type="dcterms:W3CDTF">2015-07-14T21:05:00Z</dcterms:created>
  <dcterms:modified xsi:type="dcterms:W3CDTF">2026-03-22T13:46:10Z</dcterms:modified>
</cp:coreProperties>
</file>