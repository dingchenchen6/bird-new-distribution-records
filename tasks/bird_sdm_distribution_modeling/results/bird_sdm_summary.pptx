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0617910467acd83d6ea9aba5017634d56bb97fd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93761d2386887d496831425f5da175af27e9fe3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05dac4b6505bc3dd9d1bbc79a6712894264429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Bird SDM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r>
              <a:rPr/>
              <a:t>New-record species pool: 578
Matched species ready for modeling: 196
Successfully modeled species: 1
Unmatched species: 382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phasianus_colchicus_current_probability.png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fig_sensitivity_thresholds.png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fig_area_change_summary.png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2026-03-19T21:30:27Z</dcterms:modified>
  <cp:category/>
</cp:coreProperties>
</file>