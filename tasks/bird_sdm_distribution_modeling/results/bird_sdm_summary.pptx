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a558e674a6b0174e6e1d6522febafd29307cc6a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0265ef744fe82c8490ab5a6c560640dd1471c38c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105dac4b6505bc3dd9d1bbc79a6712894264429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Bird SDM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New-record species pool: 578
Matched species ready for modeling: 196
Successfully modeled species: 1
Unmatched species: 382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phasianus_colchicus_current_probability.png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fig_sensitivity_thresholds.png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fig_area_change_summary.png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2026-03-19T20:36:17Z</dcterms:modified>
  <cp:category/>
</cp:coreProperties>
</file>