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24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776402" y="151830"/>
              <a:ext cx="8114546" cy="60961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785399" y="932743"/>
              <a:ext cx="7719142" cy="2909103"/>
            </a:xfrm>
            <a:custGeom>
              <a:avLst/>
              <a:pathLst>
                <a:path w="7719142" h="2909103">
                  <a:moveTo>
                    <a:pt x="0" y="0"/>
                  </a:moveTo>
                  <a:lnTo>
                    <a:pt x="8996" y="0"/>
                  </a:lnTo>
                  <a:lnTo>
                    <a:pt x="17993" y="0"/>
                  </a:lnTo>
                  <a:lnTo>
                    <a:pt x="26990" y="0"/>
                  </a:lnTo>
                  <a:lnTo>
                    <a:pt x="35986" y="0"/>
                  </a:lnTo>
                  <a:lnTo>
                    <a:pt x="44983" y="0"/>
                  </a:lnTo>
                  <a:lnTo>
                    <a:pt x="53980" y="0"/>
                  </a:lnTo>
                  <a:lnTo>
                    <a:pt x="62976" y="0"/>
                  </a:lnTo>
                  <a:lnTo>
                    <a:pt x="71973" y="0"/>
                  </a:lnTo>
                  <a:lnTo>
                    <a:pt x="80970" y="0"/>
                  </a:lnTo>
                  <a:lnTo>
                    <a:pt x="89966" y="0"/>
                  </a:lnTo>
                  <a:lnTo>
                    <a:pt x="98963" y="0"/>
                  </a:lnTo>
                  <a:lnTo>
                    <a:pt x="107960" y="0"/>
                  </a:lnTo>
                  <a:lnTo>
                    <a:pt x="116956" y="0"/>
                  </a:lnTo>
                  <a:lnTo>
                    <a:pt x="125953" y="0"/>
                  </a:lnTo>
                  <a:lnTo>
                    <a:pt x="134950" y="0"/>
                  </a:lnTo>
                  <a:lnTo>
                    <a:pt x="143946" y="0"/>
                  </a:lnTo>
                  <a:lnTo>
                    <a:pt x="152943" y="0"/>
                  </a:lnTo>
                  <a:lnTo>
                    <a:pt x="161940" y="0"/>
                  </a:lnTo>
                  <a:lnTo>
                    <a:pt x="170936" y="0"/>
                  </a:lnTo>
                  <a:lnTo>
                    <a:pt x="179933" y="0"/>
                  </a:lnTo>
                  <a:lnTo>
                    <a:pt x="188930" y="0"/>
                  </a:lnTo>
                  <a:lnTo>
                    <a:pt x="197926" y="0"/>
                  </a:lnTo>
                  <a:lnTo>
                    <a:pt x="206923" y="0"/>
                  </a:lnTo>
                  <a:lnTo>
                    <a:pt x="215920" y="0"/>
                  </a:lnTo>
                  <a:lnTo>
                    <a:pt x="224916" y="0"/>
                  </a:lnTo>
                  <a:lnTo>
                    <a:pt x="233913" y="0"/>
                  </a:lnTo>
                  <a:lnTo>
                    <a:pt x="242910" y="0"/>
                  </a:lnTo>
                  <a:lnTo>
                    <a:pt x="251906" y="0"/>
                  </a:lnTo>
                  <a:lnTo>
                    <a:pt x="260903" y="0"/>
                  </a:lnTo>
                  <a:lnTo>
                    <a:pt x="269900" y="0"/>
                  </a:lnTo>
                  <a:lnTo>
                    <a:pt x="278896" y="0"/>
                  </a:lnTo>
                  <a:lnTo>
                    <a:pt x="287893" y="0"/>
                  </a:lnTo>
                  <a:lnTo>
                    <a:pt x="296890" y="0"/>
                  </a:lnTo>
                  <a:lnTo>
                    <a:pt x="305886" y="0"/>
                  </a:lnTo>
                  <a:lnTo>
                    <a:pt x="314883" y="0"/>
                  </a:lnTo>
                  <a:lnTo>
                    <a:pt x="323880" y="0"/>
                  </a:lnTo>
                  <a:lnTo>
                    <a:pt x="332876" y="0"/>
                  </a:lnTo>
                  <a:lnTo>
                    <a:pt x="341873" y="0"/>
                  </a:lnTo>
                  <a:lnTo>
                    <a:pt x="350870" y="0"/>
                  </a:lnTo>
                  <a:lnTo>
                    <a:pt x="359866" y="0"/>
                  </a:lnTo>
                  <a:lnTo>
                    <a:pt x="368863" y="0"/>
                  </a:lnTo>
                  <a:lnTo>
                    <a:pt x="377860" y="0"/>
                  </a:lnTo>
                  <a:lnTo>
                    <a:pt x="386856" y="0"/>
                  </a:lnTo>
                  <a:lnTo>
                    <a:pt x="395853" y="0"/>
                  </a:lnTo>
                  <a:lnTo>
                    <a:pt x="404850" y="0"/>
                  </a:lnTo>
                  <a:lnTo>
                    <a:pt x="413846" y="0"/>
                  </a:lnTo>
                  <a:lnTo>
                    <a:pt x="422843" y="0"/>
                  </a:lnTo>
                  <a:lnTo>
                    <a:pt x="431840" y="0"/>
                  </a:lnTo>
                  <a:lnTo>
                    <a:pt x="440836" y="0"/>
                  </a:lnTo>
                  <a:lnTo>
                    <a:pt x="449833" y="0"/>
                  </a:lnTo>
                  <a:lnTo>
                    <a:pt x="458830" y="0"/>
                  </a:lnTo>
                  <a:lnTo>
                    <a:pt x="467826" y="0"/>
                  </a:lnTo>
                  <a:lnTo>
                    <a:pt x="476823" y="0"/>
                  </a:lnTo>
                  <a:lnTo>
                    <a:pt x="485820" y="0"/>
                  </a:lnTo>
                  <a:lnTo>
                    <a:pt x="494816" y="0"/>
                  </a:lnTo>
                  <a:lnTo>
                    <a:pt x="503813" y="0"/>
                  </a:lnTo>
                  <a:lnTo>
                    <a:pt x="512810" y="0"/>
                  </a:lnTo>
                  <a:lnTo>
                    <a:pt x="521806" y="0"/>
                  </a:lnTo>
                  <a:lnTo>
                    <a:pt x="530803" y="0"/>
                  </a:lnTo>
                  <a:lnTo>
                    <a:pt x="539800" y="0"/>
                  </a:lnTo>
                  <a:lnTo>
                    <a:pt x="548796" y="0"/>
                  </a:lnTo>
                  <a:lnTo>
                    <a:pt x="557793" y="0"/>
                  </a:lnTo>
                  <a:lnTo>
                    <a:pt x="566790" y="0"/>
                  </a:lnTo>
                  <a:lnTo>
                    <a:pt x="575786" y="0"/>
                  </a:lnTo>
                  <a:lnTo>
                    <a:pt x="584783" y="0"/>
                  </a:lnTo>
                  <a:lnTo>
                    <a:pt x="593780" y="0"/>
                  </a:lnTo>
                  <a:lnTo>
                    <a:pt x="602776" y="0"/>
                  </a:lnTo>
                  <a:lnTo>
                    <a:pt x="611773" y="0"/>
                  </a:lnTo>
                  <a:lnTo>
                    <a:pt x="620770" y="0"/>
                  </a:lnTo>
                  <a:lnTo>
                    <a:pt x="629766" y="0"/>
                  </a:lnTo>
                  <a:lnTo>
                    <a:pt x="638763" y="0"/>
                  </a:lnTo>
                  <a:lnTo>
                    <a:pt x="647760" y="0"/>
                  </a:lnTo>
                  <a:lnTo>
                    <a:pt x="656756" y="0"/>
                  </a:lnTo>
                  <a:lnTo>
                    <a:pt x="665753" y="0"/>
                  </a:lnTo>
                  <a:lnTo>
                    <a:pt x="674750" y="0"/>
                  </a:lnTo>
                  <a:lnTo>
                    <a:pt x="683746" y="0"/>
                  </a:lnTo>
                  <a:lnTo>
                    <a:pt x="692743" y="0"/>
                  </a:lnTo>
                  <a:lnTo>
                    <a:pt x="701740" y="0"/>
                  </a:lnTo>
                  <a:lnTo>
                    <a:pt x="710736" y="0"/>
                  </a:lnTo>
                  <a:lnTo>
                    <a:pt x="719733" y="0"/>
                  </a:lnTo>
                  <a:lnTo>
                    <a:pt x="728730" y="0"/>
                  </a:lnTo>
                  <a:lnTo>
                    <a:pt x="737726" y="0"/>
                  </a:lnTo>
                  <a:lnTo>
                    <a:pt x="746723" y="0"/>
                  </a:lnTo>
                  <a:lnTo>
                    <a:pt x="755720" y="0"/>
                  </a:lnTo>
                  <a:lnTo>
                    <a:pt x="764716" y="0"/>
                  </a:lnTo>
                  <a:lnTo>
                    <a:pt x="773713" y="0"/>
                  </a:lnTo>
                  <a:lnTo>
                    <a:pt x="782710" y="0"/>
                  </a:lnTo>
                  <a:lnTo>
                    <a:pt x="791706" y="0"/>
                  </a:lnTo>
                  <a:lnTo>
                    <a:pt x="800703" y="0"/>
                  </a:lnTo>
                  <a:lnTo>
                    <a:pt x="809700" y="0"/>
                  </a:lnTo>
                  <a:lnTo>
                    <a:pt x="818696" y="0"/>
                  </a:lnTo>
                  <a:lnTo>
                    <a:pt x="827693" y="0"/>
                  </a:lnTo>
                  <a:lnTo>
                    <a:pt x="836690" y="0"/>
                  </a:lnTo>
                  <a:lnTo>
                    <a:pt x="845686" y="0"/>
                  </a:lnTo>
                  <a:lnTo>
                    <a:pt x="854683" y="0"/>
                  </a:lnTo>
                  <a:lnTo>
                    <a:pt x="863680" y="0"/>
                  </a:lnTo>
                  <a:lnTo>
                    <a:pt x="872676" y="0"/>
                  </a:lnTo>
                  <a:lnTo>
                    <a:pt x="881673" y="0"/>
                  </a:lnTo>
                  <a:lnTo>
                    <a:pt x="890670" y="0"/>
                  </a:lnTo>
                  <a:lnTo>
                    <a:pt x="899666" y="0"/>
                  </a:lnTo>
                  <a:lnTo>
                    <a:pt x="908663" y="0"/>
                  </a:lnTo>
                  <a:lnTo>
                    <a:pt x="917660" y="0"/>
                  </a:lnTo>
                  <a:lnTo>
                    <a:pt x="926656" y="0"/>
                  </a:lnTo>
                  <a:lnTo>
                    <a:pt x="935653" y="0"/>
                  </a:lnTo>
                  <a:lnTo>
                    <a:pt x="944650" y="0"/>
                  </a:lnTo>
                  <a:lnTo>
                    <a:pt x="953646" y="0"/>
                  </a:lnTo>
                  <a:lnTo>
                    <a:pt x="962643" y="0"/>
                  </a:lnTo>
                  <a:lnTo>
                    <a:pt x="971640" y="0"/>
                  </a:lnTo>
                  <a:lnTo>
                    <a:pt x="980636" y="0"/>
                  </a:lnTo>
                  <a:lnTo>
                    <a:pt x="989633" y="0"/>
                  </a:lnTo>
                  <a:lnTo>
                    <a:pt x="998630" y="0"/>
                  </a:lnTo>
                  <a:lnTo>
                    <a:pt x="1007626" y="0"/>
                  </a:lnTo>
                  <a:lnTo>
                    <a:pt x="1016623" y="0"/>
                  </a:lnTo>
                  <a:lnTo>
                    <a:pt x="1025620" y="0"/>
                  </a:lnTo>
                  <a:lnTo>
                    <a:pt x="1034616" y="0"/>
                  </a:lnTo>
                  <a:lnTo>
                    <a:pt x="1043613" y="0"/>
                  </a:lnTo>
                  <a:lnTo>
                    <a:pt x="1052610" y="0"/>
                  </a:lnTo>
                  <a:lnTo>
                    <a:pt x="1061607" y="0"/>
                  </a:lnTo>
                  <a:lnTo>
                    <a:pt x="1070603" y="0"/>
                  </a:lnTo>
                  <a:lnTo>
                    <a:pt x="1079600" y="0"/>
                  </a:lnTo>
                  <a:lnTo>
                    <a:pt x="1088597" y="0"/>
                  </a:lnTo>
                  <a:lnTo>
                    <a:pt x="1097593" y="0"/>
                  </a:lnTo>
                  <a:lnTo>
                    <a:pt x="1106590" y="0"/>
                  </a:lnTo>
                  <a:lnTo>
                    <a:pt x="1115587" y="0"/>
                  </a:lnTo>
                  <a:lnTo>
                    <a:pt x="1124583" y="0"/>
                  </a:lnTo>
                  <a:lnTo>
                    <a:pt x="1133580" y="0"/>
                  </a:lnTo>
                  <a:lnTo>
                    <a:pt x="1142577" y="0"/>
                  </a:lnTo>
                  <a:lnTo>
                    <a:pt x="1151573" y="0"/>
                  </a:lnTo>
                  <a:lnTo>
                    <a:pt x="1160570" y="0"/>
                  </a:lnTo>
                  <a:lnTo>
                    <a:pt x="1169567" y="0"/>
                  </a:lnTo>
                  <a:lnTo>
                    <a:pt x="1178563" y="0"/>
                  </a:lnTo>
                  <a:lnTo>
                    <a:pt x="1187560" y="0"/>
                  </a:lnTo>
                  <a:lnTo>
                    <a:pt x="1196557" y="0"/>
                  </a:lnTo>
                  <a:lnTo>
                    <a:pt x="1205553" y="0"/>
                  </a:lnTo>
                  <a:lnTo>
                    <a:pt x="1214550" y="0"/>
                  </a:lnTo>
                  <a:lnTo>
                    <a:pt x="1223547" y="0"/>
                  </a:lnTo>
                  <a:lnTo>
                    <a:pt x="1232543" y="0"/>
                  </a:lnTo>
                  <a:lnTo>
                    <a:pt x="1241540" y="0"/>
                  </a:lnTo>
                  <a:lnTo>
                    <a:pt x="1250537" y="0"/>
                  </a:lnTo>
                  <a:lnTo>
                    <a:pt x="1259533" y="0"/>
                  </a:lnTo>
                  <a:lnTo>
                    <a:pt x="1268530" y="0"/>
                  </a:lnTo>
                  <a:lnTo>
                    <a:pt x="1277527" y="0"/>
                  </a:lnTo>
                  <a:lnTo>
                    <a:pt x="1286523" y="0"/>
                  </a:lnTo>
                  <a:lnTo>
                    <a:pt x="1295520" y="0"/>
                  </a:lnTo>
                  <a:lnTo>
                    <a:pt x="1304517" y="0"/>
                  </a:lnTo>
                  <a:lnTo>
                    <a:pt x="1313513" y="0"/>
                  </a:lnTo>
                  <a:lnTo>
                    <a:pt x="1322510" y="0"/>
                  </a:lnTo>
                  <a:lnTo>
                    <a:pt x="1331507" y="0"/>
                  </a:lnTo>
                  <a:lnTo>
                    <a:pt x="1340503" y="0"/>
                  </a:lnTo>
                  <a:lnTo>
                    <a:pt x="1349500" y="0"/>
                  </a:lnTo>
                  <a:lnTo>
                    <a:pt x="1358497" y="0"/>
                  </a:lnTo>
                  <a:lnTo>
                    <a:pt x="1367493" y="0"/>
                  </a:lnTo>
                  <a:lnTo>
                    <a:pt x="1376490" y="0"/>
                  </a:lnTo>
                  <a:lnTo>
                    <a:pt x="1385487" y="0"/>
                  </a:lnTo>
                  <a:lnTo>
                    <a:pt x="1394483" y="0"/>
                  </a:lnTo>
                  <a:lnTo>
                    <a:pt x="1403480" y="0"/>
                  </a:lnTo>
                  <a:lnTo>
                    <a:pt x="1412477" y="0"/>
                  </a:lnTo>
                  <a:lnTo>
                    <a:pt x="1421473" y="0"/>
                  </a:lnTo>
                  <a:lnTo>
                    <a:pt x="1430470" y="0"/>
                  </a:lnTo>
                  <a:lnTo>
                    <a:pt x="1439467" y="0"/>
                  </a:lnTo>
                  <a:lnTo>
                    <a:pt x="1448463" y="0"/>
                  </a:lnTo>
                  <a:lnTo>
                    <a:pt x="1457460" y="0"/>
                  </a:lnTo>
                  <a:lnTo>
                    <a:pt x="1466457" y="0"/>
                  </a:lnTo>
                  <a:lnTo>
                    <a:pt x="1475453" y="0"/>
                  </a:lnTo>
                  <a:lnTo>
                    <a:pt x="1484450" y="0"/>
                  </a:lnTo>
                  <a:lnTo>
                    <a:pt x="1493447" y="0"/>
                  </a:lnTo>
                  <a:lnTo>
                    <a:pt x="1502443" y="0"/>
                  </a:lnTo>
                  <a:lnTo>
                    <a:pt x="1511440" y="0"/>
                  </a:lnTo>
                  <a:lnTo>
                    <a:pt x="1520437" y="0"/>
                  </a:lnTo>
                  <a:lnTo>
                    <a:pt x="1529433" y="0"/>
                  </a:lnTo>
                  <a:lnTo>
                    <a:pt x="1538430" y="0"/>
                  </a:lnTo>
                  <a:lnTo>
                    <a:pt x="1547427" y="0"/>
                  </a:lnTo>
                  <a:lnTo>
                    <a:pt x="1556423" y="0"/>
                  </a:lnTo>
                  <a:lnTo>
                    <a:pt x="1565420" y="0"/>
                  </a:lnTo>
                  <a:lnTo>
                    <a:pt x="1574417" y="0"/>
                  </a:lnTo>
                  <a:lnTo>
                    <a:pt x="1583413" y="0"/>
                  </a:lnTo>
                  <a:lnTo>
                    <a:pt x="1592410" y="0"/>
                  </a:lnTo>
                  <a:lnTo>
                    <a:pt x="1601407" y="0"/>
                  </a:lnTo>
                  <a:lnTo>
                    <a:pt x="1610403" y="0"/>
                  </a:lnTo>
                  <a:lnTo>
                    <a:pt x="1619400" y="0"/>
                  </a:lnTo>
                  <a:lnTo>
                    <a:pt x="1628397" y="0"/>
                  </a:lnTo>
                  <a:lnTo>
                    <a:pt x="1637393" y="0"/>
                  </a:lnTo>
                  <a:lnTo>
                    <a:pt x="1646390" y="0"/>
                  </a:lnTo>
                  <a:lnTo>
                    <a:pt x="1655387" y="0"/>
                  </a:lnTo>
                  <a:lnTo>
                    <a:pt x="1664383" y="0"/>
                  </a:lnTo>
                  <a:lnTo>
                    <a:pt x="1673380" y="0"/>
                  </a:lnTo>
                  <a:lnTo>
                    <a:pt x="1682377" y="0"/>
                  </a:lnTo>
                  <a:lnTo>
                    <a:pt x="1691373" y="0"/>
                  </a:lnTo>
                  <a:lnTo>
                    <a:pt x="1700370" y="0"/>
                  </a:lnTo>
                  <a:lnTo>
                    <a:pt x="1709367" y="0"/>
                  </a:lnTo>
                  <a:lnTo>
                    <a:pt x="1718363" y="0"/>
                  </a:lnTo>
                  <a:lnTo>
                    <a:pt x="1727360" y="0"/>
                  </a:lnTo>
                  <a:lnTo>
                    <a:pt x="1736357" y="0"/>
                  </a:lnTo>
                  <a:lnTo>
                    <a:pt x="1745353" y="0"/>
                  </a:lnTo>
                  <a:lnTo>
                    <a:pt x="1754350" y="0"/>
                  </a:lnTo>
                  <a:lnTo>
                    <a:pt x="1763347" y="0"/>
                  </a:lnTo>
                  <a:lnTo>
                    <a:pt x="1772343" y="0"/>
                  </a:lnTo>
                  <a:lnTo>
                    <a:pt x="1781340" y="0"/>
                  </a:lnTo>
                  <a:lnTo>
                    <a:pt x="1790337" y="0"/>
                  </a:lnTo>
                  <a:lnTo>
                    <a:pt x="1799333" y="0"/>
                  </a:lnTo>
                  <a:lnTo>
                    <a:pt x="1808330" y="0"/>
                  </a:lnTo>
                  <a:lnTo>
                    <a:pt x="1817327" y="0"/>
                  </a:lnTo>
                  <a:lnTo>
                    <a:pt x="1826323" y="0"/>
                  </a:lnTo>
                  <a:lnTo>
                    <a:pt x="1835320" y="0"/>
                  </a:lnTo>
                  <a:lnTo>
                    <a:pt x="1844317" y="0"/>
                  </a:lnTo>
                  <a:lnTo>
                    <a:pt x="1853313" y="0"/>
                  </a:lnTo>
                  <a:lnTo>
                    <a:pt x="1862310" y="0"/>
                  </a:lnTo>
                  <a:lnTo>
                    <a:pt x="1871307" y="0"/>
                  </a:lnTo>
                  <a:lnTo>
                    <a:pt x="1880303" y="0"/>
                  </a:lnTo>
                  <a:lnTo>
                    <a:pt x="1889300" y="0"/>
                  </a:lnTo>
                  <a:lnTo>
                    <a:pt x="1898297" y="0"/>
                  </a:lnTo>
                  <a:lnTo>
                    <a:pt x="1907293" y="0"/>
                  </a:lnTo>
                  <a:lnTo>
                    <a:pt x="1916290" y="0"/>
                  </a:lnTo>
                  <a:lnTo>
                    <a:pt x="1925287" y="0"/>
                  </a:lnTo>
                  <a:lnTo>
                    <a:pt x="1934283" y="0"/>
                  </a:lnTo>
                  <a:lnTo>
                    <a:pt x="1943280" y="0"/>
                  </a:lnTo>
                  <a:lnTo>
                    <a:pt x="1952277" y="0"/>
                  </a:lnTo>
                  <a:lnTo>
                    <a:pt x="1961273" y="0"/>
                  </a:lnTo>
                  <a:lnTo>
                    <a:pt x="1970270" y="0"/>
                  </a:lnTo>
                  <a:lnTo>
                    <a:pt x="1979267" y="0"/>
                  </a:lnTo>
                  <a:lnTo>
                    <a:pt x="1988263" y="0"/>
                  </a:lnTo>
                  <a:lnTo>
                    <a:pt x="1997260" y="0"/>
                  </a:lnTo>
                  <a:lnTo>
                    <a:pt x="2006257" y="0"/>
                  </a:lnTo>
                  <a:lnTo>
                    <a:pt x="2015253" y="0"/>
                  </a:lnTo>
                  <a:lnTo>
                    <a:pt x="2024250" y="0"/>
                  </a:lnTo>
                  <a:lnTo>
                    <a:pt x="2033247" y="0"/>
                  </a:lnTo>
                  <a:lnTo>
                    <a:pt x="2042243" y="0"/>
                  </a:lnTo>
                  <a:lnTo>
                    <a:pt x="2051240" y="0"/>
                  </a:lnTo>
                  <a:lnTo>
                    <a:pt x="2060237" y="0"/>
                  </a:lnTo>
                  <a:lnTo>
                    <a:pt x="2069233" y="0"/>
                  </a:lnTo>
                  <a:lnTo>
                    <a:pt x="2078230" y="0"/>
                  </a:lnTo>
                  <a:lnTo>
                    <a:pt x="2087227" y="0"/>
                  </a:lnTo>
                  <a:lnTo>
                    <a:pt x="2096224" y="0"/>
                  </a:lnTo>
                  <a:lnTo>
                    <a:pt x="2105220" y="0"/>
                  </a:lnTo>
                  <a:lnTo>
                    <a:pt x="2114217" y="0"/>
                  </a:lnTo>
                  <a:lnTo>
                    <a:pt x="2123214" y="0"/>
                  </a:lnTo>
                  <a:lnTo>
                    <a:pt x="2132210" y="0"/>
                  </a:lnTo>
                  <a:lnTo>
                    <a:pt x="2141207" y="0"/>
                  </a:lnTo>
                  <a:lnTo>
                    <a:pt x="2150204" y="0"/>
                  </a:lnTo>
                  <a:lnTo>
                    <a:pt x="2159200" y="0"/>
                  </a:lnTo>
                  <a:lnTo>
                    <a:pt x="2168197" y="0"/>
                  </a:lnTo>
                  <a:lnTo>
                    <a:pt x="2177194" y="0"/>
                  </a:lnTo>
                  <a:lnTo>
                    <a:pt x="2186190" y="0"/>
                  </a:lnTo>
                  <a:lnTo>
                    <a:pt x="2195187" y="0"/>
                  </a:lnTo>
                  <a:lnTo>
                    <a:pt x="2204184" y="0"/>
                  </a:lnTo>
                  <a:lnTo>
                    <a:pt x="2213180" y="0"/>
                  </a:lnTo>
                  <a:lnTo>
                    <a:pt x="2222177" y="0"/>
                  </a:lnTo>
                  <a:lnTo>
                    <a:pt x="2231174" y="0"/>
                  </a:lnTo>
                  <a:lnTo>
                    <a:pt x="2240170" y="0"/>
                  </a:lnTo>
                  <a:lnTo>
                    <a:pt x="2249167" y="0"/>
                  </a:lnTo>
                  <a:lnTo>
                    <a:pt x="2258164" y="0"/>
                  </a:lnTo>
                  <a:lnTo>
                    <a:pt x="2267160" y="0"/>
                  </a:lnTo>
                  <a:lnTo>
                    <a:pt x="2276157" y="0"/>
                  </a:lnTo>
                  <a:lnTo>
                    <a:pt x="2285154" y="0"/>
                  </a:lnTo>
                  <a:lnTo>
                    <a:pt x="2294150" y="0"/>
                  </a:lnTo>
                  <a:lnTo>
                    <a:pt x="2303147" y="0"/>
                  </a:lnTo>
                  <a:lnTo>
                    <a:pt x="2312144" y="0"/>
                  </a:lnTo>
                  <a:lnTo>
                    <a:pt x="2321140" y="0"/>
                  </a:lnTo>
                  <a:lnTo>
                    <a:pt x="2330137" y="0"/>
                  </a:lnTo>
                  <a:lnTo>
                    <a:pt x="2339134" y="0"/>
                  </a:lnTo>
                  <a:lnTo>
                    <a:pt x="2348130" y="0"/>
                  </a:lnTo>
                  <a:lnTo>
                    <a:pt x="2357127" y="0"/>
                  </a:lnTo>
                  <a:lnTo>
                    <a:pt x="2366124" y="0"/>
                  </a:lnTo>
                  <a:lnTo>
                    <a:pt x="2375120" y="0"/>
                  </a:lnTo>
                  <a:lnTo>
                    <a:pt x="2384117" y="0"/>
                  </a:lnTo>
                  <a:lnTo>
                    <a:pt x="2393114" y="0"/>
                  </a:lnTo>
                  <a:lnTo>
                    <a:pt x="2402110" y="0"/>
                  </a:lnTo>
                  <a:lnTo>
                    <a:pt x="2411107" y="0"/>
                  </a:lnTo>
                  <a:lnTo>
                    <a:pt x="2420104" y="0"/>
                  </a:lnTo>
                  <a:lnTo>
                    <a:pt x="2429100" y="0"/>
                  </a:lnTo>
                  <a:lnTo>
                    <a:pt x="2438097" y="0"/>
                  </a:lnTo>
                  <a:lnTo>
                    <a:pt x="2447094" y="0"/>
                  </a:lnTo>
                  <a:lnTo>
                    <a:pt x="2456090" y="0"/>
                  </a:lnTo>
                  <a:lnTo>
                    <a:pt x="2465087" y="0"/>
                  </a:lnTo>
                  <a:lnTo>
                    <a:pt x="2474084" y="0"/>
                  </a:lnTo>
                  <a:lnTo>
                    <a:pt x="2483080" y="0"/>
                  </a:lnTo>
                  <a:lnTo>
                    <a:pt x="2492077" y="0"/>
                  </a:lnTo>
                  <a:lnTo>
                    <a:pt x="2501074" y="0"/>
                  </a:lnTo>
                  <a:lnTo>
                    <a:pt x="2510070" y="0"/>
                  </a:lnTo>
                  <a:lnTo>
                    <a:pt x="2519067" y="0"/>
                  </a:lnTo>
                  <a:lnTo>
                    <a:pt x="2528064" y="0"/>
                  </a:lnTo>
                  <a:lnTo>
                    <a:pt x="2537060" y="0"/>
                  </a:lnTo>
                  <a:lnTo>
                    <a:pt x="2546057" y="0"/>
                  </a:lnTo>
                  <a:lnTo>
                    <a:pt x="2555054" y="0"/>
                  </a:lnTo>
                  <a:lnTo>
                    <a:pt x="2564050" y="0"/>
                  </a:lnTo>
                  <a:lnTo>
                    <a:pt x="2573047" y="0"/>
                  </a:lnTo>
                  <a:lnTo>
                    <a:pt x="2582044" y="0"/>
                  </a:lnTo>
                  <a:lnTo>
                    <a:pt x="2591040" y="0"/>
                  </a:lnTo>
                  <a:lnTo>
                    <a:pt x="2600037" y="0"/>
                  </a:lnTo>
                  <a:lnTo>
                    <a:pt x="2609034" y="0"/>
                  </a:lnTo>
                  <a:lnTo>
                    <a:pt x="2618030" y="0"/>
                  </a:lnTo>
                  <a:lnTo>
                    <a:pt x="2627027" y="0"/>
                  </a:lnTo>
                  <a:lnTo>
                    <a:pt x="2636024" y="0"/>
                  </a:lnTo>
                  <a:lnTo>
                    <a:pt x="2645020" y="0"/>
                  </a:lnTo>
                  <a:lnTo>
                    <a:pt x="2654017" y="0"/>
                  </a:lnTo>
                  <a:lnTo>
                    <a:pt x="2663014" y="0"/>
                  </a:lnTo>
                  <a:lnTo>
                    <a:pt x="2672010" y="0"/>
                  </a:lnTo>
                  <a:lnTo>
                    <a:pt x="2681007" y="0"/>
                  </a:lnTo>
                  <a:lnTo>
                    <a:pt x="2690004" y="0"/>
                  </a:lnTo>
                  <a:lnTo>
                    <a:pt x="2699000" y="0"/>
                  </a:lnTo>
                  <a:lnTo>
                    <a:pt x="2707997" y="0"/>
                  </a:lnTo>
                  <a:lnTo>
                    <a:pt x="2716994" y="0"/>
                  </a:lnTo>
                  <a:lnTo>
                    <a:pt x="2725990" y="0"/>
                  </a:lnTo>
                  <a:lnTo>
                    <a:pt x="2734987" y="0"/>
                  </a:lnTo>
                  <a:lnTo>
                    <a:pt x="2743984" y="0"/>
                  </a:lnTo>
                  <a:lnTo>
                    <a:pt x="2752980" y="0"/>
                  </a:lnTo>
                  <a:lnTo>
                    <a:pt x="2761977" y="0"/>
                  </a:lnTo>
                  <a:lnTo>
                    <a:pt x="2770974" y="0"/>
                  </a:lnTo>
                  <a:lnTo>
                    <a:pt x="2779970" y="0"/>
                  </a:lnTo>
                  <a:lnTo>
                    <a:pt x="2788967" y="0"/>
                  </a:lnTo>
                  <a:lnTo>
                    <a:pt x="2797964" y="0"/>
                  </a:lnTo>
                  <a:lnTo>
                    <a:pt x="2806960" y="0"/>
                  </a:lnTo>
                  <a:lnTo>
                    <a:pt x="2815957" y="0"/>
                  </a:lnTo>
                  <a:lnTo>
                    <a:pt x="2824954" y="0"/>
                  </a:lnTo>
                  <a:lnTo>
                    <a:pt x="2833950" y="0"/>
                  </a:lnTo>
                  <a:lnTo>
                    <a:pt x="2842947" y="0"/>
                  </a:lnTo>
                  <a:lnTo>
                    <a:pt x="2851944" y="0"/>
                  </a:lnTo>
                  <a:lnTo>
                    <a:pt x="2860940" y="0"/>
                  </a:lnTo>
                  <a:lnTo>
                    <a:pt x="2869937" y="0"/>
                  </a:lnTo>
                  <a:lnTo>
                    <a:pt x="2878934" y="0"/>
                  </a:lnTo>
                  <a:lnTo>
                    <a:pt x="2887930" y="0"/>
                  </a:lnTo>
                  <a:lnTo>
                    <a:pt x="2896927" y="0"/>
                  </a:lnTo>
                  <a:lnTo>
                    <a:pt x="2905924" y="0"/>
                  </a:lnTo>
                  <a:lnTo>
                    <a:pt x="2914920" y="0"/>
                  </a:lnTo>
                  <a:lnTo>
                    <a:pt x="2923917" y="0"/>
                  </a:lnTo>
                  <a:lnTo>
                    <a:pt x="2932914" y="0"/>
                  </a:lnTo>
                  <a:lnTo>
                    <a:pt x="2941910" y="0"/>
                  </a:lnTo>
                  <a:lnTo>
                    <a:pt x="2950907" y="0"/>
                  </a:lnTo>
                  <a:lnTo>
                    <a:pt x="2959904" y="0"/>
                  </a:lnTo>
                  <a:lnTo>
                    <a:pt x="2968900" y="0"/>
                  </a:lnTo>
                  <a:lnTo>
                    <a:pt x="2977897" y="0"/>
                  </a:lnTo>
                  <a:lnTo>
                    <a:pt x="2986894" y="0"/>
                  </a:lnTo>
                  <a:lnTo>
                    <a:pt x="2995890" y="0"/>
                  </a:lnTo>
                  <a:lnTo>
                    <a:pt x="3004887" y="0"/>
                  </a:lnTo>
                  <a:lnTo>
                    <a:pt x="3013884" y="0"/>
                  </a:lnTo>
                  <a:lnTo>
                    <a:pt x="3022880" y="0"/>
                  </a:lnTo>
                  <a:lnTo>
                    <a:pt x="3031877" y="0"/>
                  </a:lnTo>
                  <a:lnTo>
                    <a:pt x="3040874" y="0"/>
                  </a:lnTo>
                  <a:lnTo>
                    <a:pt x="3049870" y="0"/>
                  </a:lnTo>
                  <a:lnTo>
                    <a:pt x="3058867" y="0"/>
                  </a:lnTo>
                  <a:lnTo>
                    <a:pt x="3067864" y="0"/>
                  </a:lnTo>
                  <a:lnTo>
                    <a:pt x="3076860" y="0"/>
                  </a:lnTo>
                  <a:lnTo>
                    <a:pt x="3085857" y="0"/>
                  </a:lnTo>
                  <a:lnTo>
                    <a:pt x="3094854" y="0"/>
                  </a:lnTo>
                  <a:lnTo>
                    <a:pt x="3103850" y="0"/>
                  </a:lnTo>
                  <a:lnTo>
                    <a:pt x="3112847" y="0"/>
                  </a:lnTo>
                  <a:lnTo>
                    <a:pt x="3121844" y="0"/>
                  </a:lnTo>
                  <a:lnTo>
                    <a:pt x="3130840" y="0"/>
                  </a:lnTo>
                  <a:lnTo>
                    <a:pt x="3139837" y="0"/>
                  </a:lnTo>
                  <a:lnTo>
                    <a:pt x="3148834" y="0"/>
                  </a:lnTo>
                  <a:lnTo>
                    <a:pt x="3157831" y="0"/>
                  </a:lnTo>
                  <a:lnTo>
                    <a:pt x="3166827" y="0"/>
                  </a:lnTo>
                  <a:lnTo>
                    <a:pt x="3175824" y="0"/>
                  </a:lnTo>
                  <a:lnTo>
                    <a:pt x="3184821" y="0"/>
                  </a:lnTo>
                  <a:lnTo>
                    <a:pt x="3193817" y="0"/>
                  </a:lnTo>
                  <a:lnTo>
                    <a:pt x="3202814" y="0"/>
                  </a:lnTo>
                  <a:lnTo>
                    <a:pt x="3211811" y="0"/>
                  </a:lnTo>
                  <a:lnTo>
                    <a:pt x="3220807" y="0"/>
                  </a:lnTo>
                  <a:lnTo>
                    <a:pt x="3229804" y="0"/>
                  </a:lnTo>
                  <a:lnTo>
                    <a:pt x="3238801" y="0"/>
                  </a:lnTo>
                  <a:lnTo>
                    <a:pt x="3247797" y="0"/>
                  </a:lnTo>
                  <a:lnTo>
                    <a:pt x="3256794" y="0"/>
                  </a:lnTo>
                  <a:lnTo>
                    <a:pt x="3265791" y="0"/>
                  </a:lnTo>
                  <a:lnTo>
                    <a:pt x="3274787" y="0"/>
                  </a:lnTo>
                  <a:lnTo>
                    <a:pt x="3283784" y="0"/>
                  </a:lnTo>
                  <a:lnTo>
                    <a:pt x="3292781" y="0"/>
                  </a:lnTo>
                  <a:lnTo>
                    <a:pt x="3301777" y="0"/>
                  </a:lnTo>
                  <a:lnTo>
                    <a:pt x="3310774" y="0"/>
                  </a:lnTo>
                  <a:lnTo>
                    <a:pt x="3319771" y="0"/>
                  </a:lnTo>
                  <a:lnTo>
                    <a:pt x="3328767" y="0"/>
                  </a:lnTo>
                  <a:lnTo>
                    <a:pt x="3337764" y="0"/>
                  </a:lnTo>
                  <a:lnTo>
                    <a:pt x="3346761" y="0"/>
                  </a:lnTo>
                  <a:lnTo>
                    <a:pt x="3355757" y="0"/>
                  </a:lnTo>
                  <a:lnTo>
                    <a:pt x="3364754" y="0"/>
                  </a:lnTo>
                  <a:lnTo>
                    <a:pt x="3373751" y="0"/>
                  </a:lnTo>
                  <a:lnTo>
                    <a:pt x="3382747" y="0"/>
                  </a:lnTo>
                  <a:lnTo>
                    <a:pt x="3391744" y="0"/>
                  </a:lnTo>
                  <a:lnTo>
                    <a:pt x="3400741" y="0"/>
                  </a:lnTo>
                  <a:lnTo>
                    <a:pt x="3409737" y="0"/>
                  </a:lnTo>
                  <a:lnTo>
                    <a:pt x="3418734" y="0"/>
                  </a:lnTo>
                  <a:lnTo>
                    <a:pt x="3427731" y="0"/>
                  </a:lnTo>
                  <a:lnTo>
                    <a:pt x="3436727" y="0"/>
                  </a:lnTo>
                  <a:lnTo>
                    <a:pt x="3445724" y="0"/>
                  </a:lnTo>
                  <a:lnTo>
                    <a:pt x="3454721" y="0"/>
                  </a:lnTo>
                  <a:lnTo>
                    <a:pt x="3463717" y="0"/>
                  </a:lnTo>
                  <a:lnTo>
                    <a:pt x="3472714" y="0"/>
                  </a:lnTo>
                  <a:lnTo>
                    <a:pt x="3481711" y="0"/>
                  </a:lnTo>
                  <a:lnTo>
                    <a:pt x="3490707" y="0"/>
                  </a:lnTo>
                  <a:lnTo>
                    <a:pt x="3499704" y="0"/>
                  </a:lnTo>
                  <a:lnTo>
                    <a:pt x="3508701" y="0"/>
                  </a:lnTo>
                  <a:lnTo>
                    <a:pt x="3517697" y="0"/>
                  </a:lnTo>
                  <a:lnTo>
                    <a:pt x="3526694" y="0"/>
                  </a:lnTo>
                  <a:lnTo>
                    <a:pt x="3535691" y="0"/>
                  </a:lnTo>
                  <a:lnTo>
                    <a:pt x="3544687" y="0"/>
                  </a:lnTo>
                  <a:lnTo>
                    <a:pt x="3553684" y="0"/>
                  </a:lnTo>
                  <a:lnTo>
                    <a:pt x="3562681" y="0"/>
                  </a:lnTo>
                  <a:lnTo>
                    <a:pt x="3571677" y="0"/>
                  </a:lnTo>
                  <a:lnTo>
                    <a:pt x="3580674" y="0"/>
                  </a:lnTo>
                  <a:lnTo>
                    <a:pt x="3589671" y="0"/>
                  </a:lnTo>
                  <a:lnTo>
                    <a:pt x="3598667" y="0"/>
                  </a:lnTo>
                  <a:lnTo>
                    <a:pt x="3607664" y="0"/>
                  </a:lnTo>
                  <a:lnTo>
                    <a:pt x="3616661" y="0"/>
                  </a:lnTo>
                  <a:lnTo>
                    <a:pt x="3625657" y="0"/>
                  </a:lnTo>
                  <a:lnTo>
                    <a:pt x="3634654" y="0"/>
                  </a:lnTo>
                  <a:lnTo>
                    <a:pt x="3643651" y="0"/>
                  </a:lnTo>
                  <a:lnTo>
                    <a:pt x="3652647" y="0"/>
                  </a:lnTo>
                  <a:lnTo>
                    <a:pt x="3661644" y="0"/>
                  </a:lnTo>
                  <a:lnTo>
                    <a:pt x="3670641" y="0"/>
                  </a:lnTo>
                  <a:lnTo>
                    <a:pt x="3679637" y="0"/>
                  </a:lnTo>
                  <a:lnTo>
                    <a:pt x="3688634" y="0"/>
                  </a:lnTo>
                  <a:lnTo>
                    <a:pt x="3697631" y="0"/>
                  </a:lnTo>
                  <a:lnTo>
                    <a:pt x="3706627" y="0"/>
                  </a:lnTo>
                  <a:lnTo>
                    <a:pt x="3715624" y="0"/>
                  </a:lnTo>
                  <a:lnTo>
                    <a:pt x="3724621" y="0"/>
                  </a:lnTo>
                  <a:lnTo>
                    <a:pt x="3733617" y="0"/>
                  </a:lnTo>
                  <a:lnTo>
                    <a:pt x="3742614" y="0"/>
                  </a:lnTo>
                  <a:lnTo>
                    <a:pt x="3751611" y="0"/>
                  </a:lnTo>
                  <a:lnTo>
                    <a:pt x="3760607" y="0"/>
                  </a:lnTo>
                  <a:lnTo>
                    <a:pt x="3769604" y="0"/>
                  </a:lnTo>
                  <a:lnTo>
                    <a:pt x="3778601" y="0"/>
                  </a:lnTo>
                  <a:lnTo>
                    <a:pt x="3787597" y="0"/>
                  </a:lnTo>
                  <a:lnTo>
                    <a:pt x="3796594" y="0"/>
                  </a:lnTo>
                  <a:lnTo>
                    <a:pt x="3805591" y="0"/>
                  </a:lnTo>
                  <a:lnTo>
                    <a:pt x="3814587" y="0"/>
                  </a:lnTo>
                  <a:lnTo>
                    <a:pt x="3823584" y="0"/>
                  </a:lnTo>
                  <a:lnTo>
                    <a:pt x="3832581" y="0"/>
                  </a:lnTo>
                  <a:lnTo>
                    <a:pt x="3841577" y="0"/>
                  </a:lnTo>
                  <a:lnTo>
                    <a:pt x="3850574" y="0"/>
                  </a:lnTo>
                  <a:lnTo>
                    <a:pt x="3859571" y="0"/>
                  </a:lnTo>
                  <a:lnTo>
                    <a:pt x="3868567" y="0"/>
                  </a:lnTo>
                  <a:lnTo>
                    <a:pt x="3877564" y="0"/>
                  </a:lnTo>
                  <a:lnTo>
                    <a:pt x="3886561" y="0"/>
                  </a:lnTo>
                  <a:lnTo>
                    <a:pt x="3895557" y="0"/>
                  </a:lnTo>
                  <a:lnTo>
                    <a:pt x="3904554" y="0"/>
                  </a:lnTo>
                  <a:lnTo>
                    <a:pt x="3913551" y="0"/>
                  </a:lnTo>
                  <a:lnTo>
                    <a:pt x="3922547" y="0"/>
                  </a:lnTo>
                  <a:lnTo>
                    <a:pt x="3931544" y="0"/>
                  </a:lnTo>
                  <a:lnTo>
                    <a:pt x="3940541" y="0"/>
                  </a:lnTo>
                  <a:lnTo>
                    <a:pt x="3949537" y="0"/>
                  </a:lnTo>
                  <a:lnTo>
                    <a:pt x="3958534" y="0"/>
                  </a:lnTo>
                  <a:lnTo>
                    <a:pt x="3967531" y="0"/>
                  </a:lnTo>
                  <a:lnTo>
                    <a:pt x="3976527" y="0"/>
                  </a:lnTo>
                  <a:lnTo>
                    <a:pt x="3985524" y="0"/>
                  </a:lnTo>
                  <a:lnTo>
                    <a:pt x="3994521" y="0"/>
                  </a:lnTo>
                  <a:lnTo>
                    <a:pt x="4003517" y="0"/>
                  </a:lnTo>
                  <a:lnTo>
                    <a:pt x="4012514" y="0"/>
                  </a:lnTo>
                  <a:lnTo>
                    <a:pt x="4021511" y="0"/>
                  </a:lnTo>
                  <a:lnTo>
                    <a:pt x="4030507" y="0"/>
                  </a:lnTo>
                  <a:lnTo>
                    <a:pt x="4039504" y="0"/>
                  </a:lnTo>
                  <a:lnTo>
                    <a:pt x="4048501" y="0"/>
                  </a:lnTo>
                  <a:lnTo>
                    <a:pt x="4057497" y="0"/>
                  </a:lnTo>
                  <a:lnTo>
                    <a:pt x="4066494" y="0"/>
                  </a:lnTo>
                  <a:lnTo>
                    <a:pt x="4075491" y="0"/>
                  </a:lnTo>
                  <a:lnTo>
                    <a:pt x="4084487" y="0"/>
                  </a:lnTo>
                  <a:lnTo>
                    <a:pt x="4093484" y="0"/>
                  </a:lnTo>
                  <a:lnTo>
                    <a:pt x="4102481" y="0"/>
                  </a:lnTo>
                  <a:lnTo>
                    <a:pt x="4111477" y="0"/>
                  </a:lnTo>
                  <a:lnTo>
                    <a:pt x="4120474" y="0"/>
                  </a:lnTo>
                  <a:lnTo>
                    <a:pt x="4129471" y="0"/>
                  </a:lnTo>
                  <a:lnTo>
                    <a:pt x="4138467" y="0"/>
                  </a:lnTo>
                  <a:lnTo>
                    <a:pt x="4147464" y="0"/>
                  </a:lnTo>
                  <a:lnTo>
                    <a:pt x="4156461" y="0"/>
                  </a:lnTo>
                  <a:lnTo>
                    <a:pt x="4165457" y="0"/>
                  </a:lnTo>
                  <a:lnTo>
                    <a:pt x="4174454" y="0"/>
                  </a:lnTo>
                  <a:lnTo>
                    <a:pt x="4183451" y="0"/>
                  </a:lnTo>
                  <a:lnTo>
                    <a:pt x="4192448" y="0"/>
                  </a:lnTo>
                  <a:lnTo>
                    <a:pt x="4201444" y="0"/>
                  </a:lnTo>
                  <a:lnTo>
                    <a:pt x="4210441" y="0"/>
                  </a:lnTo>
                  <a:lnTo>
                    <a:pt x="4219438" y="0"/>
                  </a:lnTo>
                  <a:lnTo>
                    <a:pt x="4228434" y="0"/>
                  </a:lnTo>
                  <a:lnTo>
                    <a:pt x="4237431" y="0"/>
                  </a:lnTo>
                  <a:lnTo>
                    <a:pt x="4246428" y="0"/>
                  </a:lnTo>
                  <a:lnTo>
                    <a:pt x="4255424" y="0"/>
                  </a:lnTo>
                  <a:lnTo>
                    <a:pt x="4264421" y="0"/>
                  </a:lnTo>
                  <a:lnTo>
                    <a:pt x="4273418" y="0"/>
                  </a:lnTo>
                  <a:lnTo>
                    <a:pt x="4282414" y="0"/>
                  </a:lnTo>
                  <a:lnTo>
                    <a:pt x="4291411" y="0"/>
                  </a:lnTo>
                  <a:lnTo>
                    <a:pt x="4300408" y="0"/>
                  </a:lnTo>
                  <a:lnTo>
                    <a:pt x="4309404" y="0"/>
                  </a:lnTo>
                  <a:lnTo>
                    <a:pt x="4318401" y="0"/>
                  </a:lnTo>
                  <a:lnTo>
                    <a:pt x="4327398" y="0"/>
                  </a:lnTo>
                  <a:lnTo>
                    <a:pt x="4336394" y="0"/>
                  </a:lnTo>
                  <a:lnTo>
                    <a:pt x="4345391" y="0"/>
                  </a:lnTo>
                  <a:lnTo>
                    <a:pt x="4354388" y="0"/>
                  </a:lnTo>
                  <a:lnTo>
                    <a:pt x="4363384" y="0"/>
                  </a:lnTo>
                  <a:lnTo>
                    <a:pt x="4372381" y="0"/>
                  </a:lnTo>
                  <a:lnTo>
                    <a:pt x="4381378" y="0"/>
                  </a:lnTo>
                  <a:lnTo>
                    <a:pt x="4390374" y="0"/>
                  </a:lnTo>
                  <a:lnTo>
                    <a:pt x="4399371" y="0"/>
                  </a:lnTo>
                  <a:lnTo>
                    <a:pt x="4408368" y="0"/>
                  </a:lnTo>
                  <a:lnTo>
                    <a:pt x="4417364" y="0"/>
                  </a:lnTo>
                  <a:lnTo>
                    <a:pt x="4426361" y="0"/>
                  </a:lnTo>
                  <a:lnTo>
                    <a:pt x="4435358" y="0"/>
                  </a:lnTo>
                  <a:lnTo>
                    <a:pt x="4444354" y="0"/>
                  </a:lnTo>
                  <a:lnTo>
                    <a:pt x="4453351" y="0"/>
                  </a:lnTo>
                  <a:lnTo>
                    <a:pt x="4462348" y="0"/>
                  </a:lnTo>
                  <a:lnTo>
                    <a:pt x="4471344" y="0"/>
                  </a:lnTo>
                  <a:lnTo>
                    <a:pt x="4480341" y="0"/>
                  </a:lnTo>
                  <a:lnTo>
                    <a:pt x="4489338" y="0"/>
                  </a:lnTo>
                  <a:lnTo>
                    <a:pt x="4498334" y="0"/>
                  </a:lnTo>
                  <a:lnTo>
                    <a:pt x="4507331" y="0"/>
                  </a:lnTo>
                  <a:lnTo>
                    <a:pt x="4516328" y="0"/>
                  </a:lnTo>
                  <a:lnTo>
                    <a:pt x="4525324" y="0"/>
                  </a:lnTo>
                  <a:lnTo>
                    <a:pt x="4534321" y="0"/>
                  </a:lnTo>
                  <a:lnTo>
                    <a:pt x="4543318" y="0"/>
                  </a:lnTo>
                  <a:lnTo>
                    <a:pt x="4552314" y="0"/>
                  </a:lnTo>
                  <a:lnTo>
                    <a:pt x="4561311" y="0"/>
                  </a:lnTo>
                  <a:lnTo>
                    <a:pt x="4570308" y="0"/>
                  </a:lnTo>
                  <a:lnTo>
                    <a:pt x="4579304" y="0"/>
                  </a:lnTo>
                  <a:lnTo>
                    <a:pt x="4588301" y="0"/>
                  </a:lnTo>
                  <a:lnTo>
                    <a:pt x="4597298" y="0"/>
                  </a:lnTo>
                  <a:lnTo>
                    <a:pt x="4606294" y="0"/>
                  </a:lnTo>
                  <a:lnTo>
                    <a:pt x="4615291" y="0"/>
                  </a:lnTo>
                  <a:lnTo>
                    <a:pt x="4624288" y="0"/>
                  </a:lnTo>
                  <a:lnTo>
                    <a:pt x="4633284" y="0"/>
                  </a:lnTo>
                  <a:lnTo>
                    <a:pt x="4642281" y="0"/>
                  </a:lnTo>
                  <a:lnTo>
                    <a:pt x="4651278" y="0"/>
                  </a:lnTo>
                  <a:lnTo>
                    <a:pt x="4660274" y="0"/>
                  </a:lnTo>
                  <a:lnTo>
                    <a:pt x="4669271" y="0"/>
                  </a:lnTo>
                  <a:lnTo>
                    <a:pt x="4678268" y="0"/>
                  </a:lnTo>
                  <a:lnTo>
                    <a:pt x="4687264" y="0"/>
                  </a:lnTo>
                  <a:lnTo>
                    <a:pt x="4696261" y="0"/>
                  </a:lnTo>
                  <a:lnTo>
                    <a:pt x="4705258" y="0"/>
                  </a:lnTo>
                  <a:lnTo>
                    <a:pt x="4714254" y="0"/>
                  </a:lnTo>
                  <a:lnTo>
                    <a:pt x="4723251" y="0"/>
                  </a:lnTo>
                  <a:lnTo>
                    <a:pt x="4732248" y="0"/>
                  </a:lnTo>
                  <a:lnTo>
                    <a:pt x="4741244" y="0"/>
                  </a:lnTo>
                  <a:lnTo>
                    <a:pt x="4750241" y="0"/>
                  </a:lnTo>
                  <a:lnTo>
                    <a:pt x="4759238" y="0"/>
                  </a:lnTo>
                  <a:lnTo>
                    <a:pt x="4768234" y="0"/>
                  </a:lnTo>
                  <a:lnTo>
                    <a:pt x="4777231" y="0"/>
                  </a:lnTo>
                  <a:lnTo>
                    <a:pt x="4786228" y="0"/>
                  </a:lnTo>
                  <a:lnTo>
                    <a:pt x="4795224" y="0"/>
                  </a:lnTo>
                  <a:lnTo>
                    <a:pt x="4804221" y="0"/>
                  </a:lnTo>
                  <a:lnTo>
                    <a:pt x="4813218" y="0"/>
                  </a:lnTo>
                  <a:lnTo>
                    <a:pt x="4822214" y="0"/>
                  </a:lnTo>
                  <a:lnTo>
                    <a:pt x="4831211" y="0"/>
                  </a:lnTo>
                  <a:lnTo>
                    <a:pt x="4840208" y="0"/>
                  </a:lnTo>
                  <a:lnTo>
                    <a:pt x="4849204" y="0"/>
                  </a:lnTo>
                  <a:lnTo>
                    <a:pt x="4858201" y="0"/>
                  </a:lnTo>
                  <a:lnTo>
                    <a:pt x="4867198" y="0"/>
                  </a:lnTo>
                  <a:lnTo>
                    <a:pt x="4876194" y="0"/>
                  </a:lnTo>
                  <a:lnTo>
                    <a:pt x="4885191" y="0"/>
                  </a:lnTo>
                  <a:lnTo>
                    <a:pt x="4894188" y="0"/>
                  </a:lnTo>
                  <a:lnTo>
                    <a:pt x="4903184" y="0"/>
                  </a:lnTo>
                  <a:lnTo>
                    <a:pt x="4912181" y="0"/>
                  </a:lnTo>
                  <a:lnTo>
                    <a:pt x="4921178" y="0"/>
                  </a:lnTo>
                  <a:lnTo>
                    <a:pt x="4930174" y="0"/>
                  </a:lnTo>
                  <a:lnTo>
                    <a:pt x="4939171" y="0"/>
                  </a:lnTo>
                  <a:lnTo>
                    <a:pt x="4948168" y="0"/>
                  </a:lnTo>
                  <a:lnTo>
                    <a:pt x="4957164" y="0"/>
                  </a:lnTo>
                  <a:lnTo>
                    <a:pt x="4966161" y="0"/>
                  </a:lnTo>
                  <a:lnTo>
                    <a:pt x="4975158" y="0"/>
                  </a:lnTo>
                  <a:lnTo>
                    <a:pt x="4984154" y="0"/>
                  </a:lnTo>
                  <a:lnTo>
                    <a:pt x="4993151" y="0"/>
                  </a:lnTo>
                  <a:lnTo>
                    <a:pt x="5002148" y="0"/>
                  </a:lnTo>
                  <a:lnTo>
                    <a:pt x="5011144" y="0"/>
                  </a:lnTo>
                  <a:lnTo>
                    <a:pt x="5020141" y="0"/>
                  </a:lnTo>
                  <a:lnTo>
                    <a:pt x="5029138" y="0"/>
                  </a:lnTo>
                  <a:lnTo>
                    <a:pt x="5038134" y="0"/>
                  </a:lnTo>
                  <a:lnTo>
                    <a:pt x="5047131" y="0"/>
                  </a:lnTo>
                  <a:lnTo>
                    <a:pt x="5056128" y="0"/>
                  </a:lnTo>
                  <a:lnTo>
                    <a:pt x="5065124" y="0"/>
                  </a:lnTo>
                  <a:lnTo>
                    <a:pt x="5074121" y="0"/>
                  </a:lnTo>
                  <a:lnTo>
                    <a:pt x="5083118" y="0"/>
                  </a:lnTo>
                  <a:lnTo>
                    <a:pt x="5092114" y="0"/>
                  </a:lnTo>
                  <a:lnTo>
                    <a:pt x="5101111" y="0"/>
                  </a:lnTo>
                  <a:lnTo>
                    <a:pt x="5110108" y="0"/>
                  </a:lnTo>
                  <a:lnTo>
                    <a:pt x="5119104" y="0"/>
                  </a:lnTo>
                  <a:lnTo>
                    <a:pt x="5128101" y="0"/>
                  </a:lnTo>
                  <a:lnTo>
                    <a:pt x="5137098" y="0"/>
                  </a:lnTo>
                  <a:lnTo>
                    <a:pt x="5146094" y="0"/>
                  </a:lnTo>
                  <a:lnTo>
                    <a:pt x="5155091" y="0"/>
                  </a:lnTo>
                  <a:lnTo>
                    <a:pt x="5164088" y="0"/>
                  </a:lnTo>
                  <a:lnTo>
                    <a:pt x="5173084" y="0"/>
                  </a:lnTo>
                  <a:lnTo>
                    <a:pt x="5182081" y="0"/>
                  </a:lnTo>
                  <a:lnTo>
                    <a:pt x="5191078" y="0"/>
                  </a:lnTo>
                  <a:lnTo>
                    <a:pt x="5200074" y="0"/>
                  </a:lnTo>
                  <a:lnTo>
                    <a:pt x="5209071" y="0"/>
                  </a:lnTo>
                  <a:lnTo>
                    <a:pt x="5218068" y="0"/>
                  </a:lnTo>
                  <a:lnTo>
                    <a:pt x="5227065" y="0"/>
                  </a:lnTo>
                  <a:lnTo>
                    <a:pt x="5236061" y="0"/>
                  </a:lnTo>
                  <a:lnTo>
                    <a:pt x="5245058" y="0"/>
                  </a:lnTo>
                  <a:lnTo>
                    <a:pt x="5254055" y="0"/>
                  </a:lnTo>
                  <a:lnTo>
                    <a:pt x="5263051" y="0"/>
                  </a:lnTo>
                  <a:lnTo>
                    <a:pt x="5272048" y="0"/>
                  </a:lnTo>
                  <a:lnTo>
                    <a:pt x="5281045" y="0"/>
                  </a:lnTo>
                  <a:lnTo>
                    <a:pt x="5290041" y="0"/>
                  </a:lnTo>
                  <a:lnTo>
                    <a:pt x="5299038" y="0"/>
                  </a:lnTo>
                  <a:lnTo>
                    <a:pt x="5308035" y="0"/>
                  </a:lnTo>
                  <a:lnTo>
                    <a:pt x="5317031" y="0"/>
                  </a:lnTo>
                  <a:lnTo>
                    <a:pt x="5326028" y="0"/>
                  </a:lnTo>
                  <a:lnTo>
                    <a:pt x="5335025" y="0"/>
                  </a:lnTo>
                  <a:lnTo>
                    <a:pt x="5344021" y="0"/>
                  </a:lnTo>
                  <a:lnTo>
                    <a:pt x="5353018" y="0"/>
                  </a:lnTo>
                  <a:lnTo>
                    <a:pt x="5362015" y="0"/>
                  </a:lnTo>
                  <a:lnTo>
                    <a:pt x="5371011" y="0"/>
                  </a:lnTo>
                  <a:lnTo>
                    <a:pt x="5380008" y="0"/>
                  </a:lnTo>
                  <a:lnTo>
                    <a:pt x="5389005" y="0"/>
                  </a:lnTo>
                  <a:lnTo>
                    <a:pt x="5398001" y="0"/>
                  </a:lnTo>
                  <a:lnTo>
                    <a:pt x="5406998" y="0"/>
                  </a:lnTo>
                  <a:lnTo>
                    <a:pt x="5415995" y="0"/>
                  </a:lnTo>
                  <a:lnTo>
                    <a:pt x="5424991" y="0"/>
                  </a:lnTo>
                  <a:lnTo>
                    <a:pt x="5433988" y="0"/>
                  </a:lnTo>
                  <a:lnTo>
                    <a:pt x="5442985" y="0"/>
                  </a:lnTo>
                  <a:lnTo>
                    <a:pt x="5451981" y="0"/>
                  </a:lnTo>
                  <a:lnTo>
                    <a:pt x="5460978" y="0"/>
                  </a:lnTo>
                  <a:lnTo>
                    <a:pt x="5469975" y="0"/>
                  </a:lnTo>
                  <a:lnTo>
                    <a:pt x="5478971" y="0"/>
                  </a:lnTo>
                  <a:lnTo>
                    <a:pt x="5487968" y="0"/>
                  </a:lnTo>
                  <a:lnTo>
                    <a:pt x="5496965" y="0"/>
                  </a:lnTo>
                  <a:lnTo>
                    <a:pt x="5505961" y="0"/>
                  </a:lnTo>
                  <a:lnTo>
                    <a:pt x="5514958" y="0"/>
                  </a:lnTo>
                  <a:lnTo>
                    <a:pt x="5523955" y="0"/>
                  </a:lnTo>
                  <a:lnTo>
                    <a:pt x="5532951" y="0"/>
                  </a:lnTo>
                  <a:lnTo>
                    <a:pt x="5541948" y="0"/>
                  </a:lnTo>
                  <a:lnTo>
                    <a:pt x="5550945" y="0"/>
                  </a:lnTo>
                  <a:lnTo>
                    <a:pt x="5559941" y="0"/>
                  </a:lnTo>
                  <a:lnTo>
                    <a:pt x="5568938" y="0"/>
                  </a:lnTo>
                  <a:lnTo>
                    <a:pt x="5577935" y="0"/>
                  </a:lnTo>
                  <a:lnTo>
                    <a:pt x="5586931" y="0"/>
                  </a:lnTo>
                  <a:lnTo>
                    <a:pt x="5595928" y="0"/>
                  </a:lnTo>
                  <a:lnTo>
                    <a:pt x="5604925" y="0"/>
                  </a:lnTo>
                  <a:lnTo>
                    <a:pt x="5613921" y="0"/>
                  </a:lnTo>
                  <a:lnTo>
                    <a:pt x="5622918" y="0"/>
                  </a:lnTo>
                  <a:lnTo>
                    <a:pt x="5631915" y="0"/>
                  </a:lnTo>
                  <a:lnTo>
                    <a:pt x="5640911" y="0"/>
                  </a:lnTo>
                  <a:lnTo>
                    <a:pt x="5649908" y="0"/>
                  </a:lnTo>
                  <a:lnTo>
                    <a:pt x="5658905" y="0"/>
                  </a:lnTo>
                  <a:lnTo>
                    <a:pt x="5667901" y="0"/>
                  </a:lnTo>
                  <a:lnTo>
                    <a:pt x="5676898" y="0"/>
                  </a:lnTo>
                  <a:lnTo>
                    <a:pt x="5685895" y="0"/>
                  </a:lnTo>
                  <a:lnTo>
                    <a:pt x="5694891" y="0"/>
                  </a:lnTo>
                  <a:lnTo>
                    <a:pt x="5703888" y="0"/>
                  </a:lnTo>
                  <a:lnTo>
                    <a:pt x="5712885" y="0"/>
                  </a:lnTo>
                  <a:lnTo>
                    <a:pt x="5721881" y="0"/>
                  </a:lnTo>
                  <a:lnTo>
                    <a:pt x="5730878" y="0"/>
                  </a:lnTo>
                  <a:lnTo>
                    <a:pt x="5739875" y="0"/>
                  </a:lnTo>
                  <a:lnTo>
                    <a:pt x="5748871" y="0"/>
                  </a:lnTo>
                  <a:lnTo>
                    <a:pt x="5757868" y="0"/>
                  </a:lnTo>
                  <a:lnTo>
                    <a:pt x="5766865" y="0"/>
                  </a:lnTo>
                  <a:lnTo>
                    <a:pt x="5775861" y="0"/>
                  </a:lnTo>
                  <a:lnTo>
                    <a:pt x="5784858" y="0"/>
                  </a:lnTo>
                  <a:lnTo>
                    <a:pt x="5793855" y="0"/>
                  </a:lnTo>
                  <a:lnTo>
                    <a:pt x="5802851" y="0"/>
                  </a:lnTo>
                  <a:lnTo>
                    <a:pt x="5811848" y="0"/>
                  </a:lnTo>
                  <a:lnTo>
                    <a:pt x="5820845" y="0"/>
                  </a:lnTo>
                  <a:lnTo>
                    <a:pt x="5829841" y="0"/>
                  </a:lnTo>
                  <a:lnTo>
                    <a:pt x="5838838" y="0"/>
                  </a:lnTo>
                  <a:lnTo>
                    <a:pt x="5847835" y="0"/>
                  </a:lnTo>
                  <a:lnTo>
                    <a:pt x="5856831" y="0"/>
                  </a:lnTo>
                  <a:lnTo>
                    <a:pt x="5865828" y="0"/>
                  </a:lnTo>
                  <a:lnTo>
                    <a:pt x="5874825" y="0"/>
                  </a:lnTo>
                  <a:lnTo>
                    <a:pt x="5883821" y="0"/>
                  </a:lnTo>
                  <a:lnTo>
                    <a:pt x="5892818" y="0"/>
                  </a:lnTo>
                  <a:lnTo>
                    <a:pt x="5901815" y="0"/>
                  </a:lnTo>
                  <a:lnTo>
                    <a:pt x="5910811" y="0"/>
                  </a:lnTo>
                  <a:lnTo>
                    <a:pt x="5919808" y="0"/>
                  </a:lnTo>
                  <a:lnTo>
                    <a:pt x="5928805" y="0"/>
                  </a:lnTo>
                  <a:lnTo>
                    <a:pt x="5937801" y="0"/>
                  </a:lnTo>
                  <a:lnTo>
                    <a:pt x="5946798" y="0"/>
                  </a:lnTo>
                  <a:lnTo>
                    <a:pt x="5955795" y="0"/>
                  </a:lnTo>
                  <a:lnTo>
                    <a:pt x="5964791" y="0"/>
                  </a:lnTo>
                  <a:lnTo>
                    <a:pt x="5973788" y="0"/>
                  </a:lnTo>
                  <a:lnTo>
                    <a:pt x="5982785" y="0"/>
                  </a:lnTo>
                  <a:lnTo>
                    <a:pt x="5991781" y="0"/>
                  </a:lnTo>
                  <a:lnTo>
                    <a:pt x="6000778" y="0"/>
                  </a:lnTo>
                  <a:lnTo>
                    <a:pt x="6009775" y="0"/>
                  </a:lnTo>
                  <a:lnTo>
                    <a:pt x="6018771" y="0"/>
                  </a:lnTo>
                  <a:lnTo>
                    <a:pt x="6027768" y="0"/>
                  </a:lnTo>
                  <a:lnTo>
                    <a:pt x="6036765" y="0"/>
                  </a:lnTo>
                  <a:lnTo>
                    <a:pt x="6045761" y="0"/>
                  </a:lnTo>
                  <a:lnTo>
                    <a:pt x="6054758" y="0"/>
                  </a:lnTo>
                  <a:lnTo>
                    <a:pt x="6063755" y="0"/>
                  </a:lnTo>
                  <a:lnTo>
                    <a:pt x="6072751" y="0"/>
                  </a:lnTo>
                  <a:lnTo>
                    <a:pt x="6081748" y="0"/>
                  </a:lnTo>
                  <a:lnTo>
                    <a:pt x="6090745" y="0"/>
                  </a:lnTo>
                  <a:lnTo>
                    <a:pt x="6099741" y="0"/>
                  </a:lnTo>
                  <a:lnTo>
                    <a:pt x="6108738" y="0"/>
                  </a:lnTo>
                  <a:lnTo>
                    <a:pt x="6117735" y="0"/>
                  </a:lnTo>
                  <a:lnTo>
                    <a:pt x="6126731" y="0"/>
                  </a:lnTo>
                  <a:lnTo>
                    <a:pt x="6135728" y="0"/>
                  </a:lnTo>
                  <a:lnTo>
                    <a:pt x="6144725" y="0"/>
                  </a:lnTo>
                  <a:lnTo>
                    <a:pt x="6153721" y="0"/>
                  </a:lnTo>
                  <a:lnTo>
                    <a:pt x="6162718" y="0"/>
                  </a:lnTo>
                  <a:lnTo>
                    <a:pt x="6171715" y="0"/>
                  </a:lnTo>
                  <a:lnTo>
                    <a:pt x="6180711" y="0"/>
                  </a:lnTo>
                  <a:lnTo>
                    <a:pt x="6189708" y="0"/>
                  </a:lnTo>
                  <a:lnTo>
                    <a:pt x="6198705" y="0"/>
                  </a:lnTo>
                  <a:lnTo>
                    <a:pt x="6207701" y="0"/>
                  </a:lnTo>
                  <a:lnTo>
                    <a:pt x="6216698" y="0"/>
                  </a:lnTo>
                  <a:lnTo>
                    <a:pt x="6225695" y="0"/>
                  </a:lnTo>
                  <a:lnTo>
                    <a:pt x="6234691" y="0"/>
                  </a:lnTo>
                  <a:lnTo>
                    <a:pt x="6243688" y="0"/>
                  </a:lnTo>
                  <a:lnTo>
                    <a:pt x="6252685" y="0"/>
                  </a:lnTo>
                  <a:lnTo>
                    <a:pt x="6261681" y="0"/>
                  </a:lnTo>
                  <a:lnTo>
                    <a:pt x="6270678" y="0"/>
                  </a:lnTo>
                  <a:lnTo>
                    <a:pt x="6279675" y="0"/>
                  </a:lnTo>
                  <a:lnTo>
                    <a:pt x="6288672" y="0"/>
                  </a:lnTo>
                  <a:lnTo>
                    <a:pt x="6297668" y="0"/>
                  </a:lnTo>
                  <a:lnTo>
                    <a:pt x="6306665" y="0"/>
                  </a:lnTo>
                  <a:lnTo>
                    <a:pt x="6315662" y="0"/>
                  </a:lnTo>
                  <a:lnTo>
                    <a:pt x="6324658" y="0"/>
                  </a:lnTo>
                  <a:lnTo>
                    <a:pt x="6333655" y="0"/>
                  </a:lnTo>
                  <a:lnTo>
                    <a:pt x="6342652" y="0"/>
                  </a:lnTo>
                  <a:lnTo>
                    <a:pt x="6351648" y="0"/>
                  </a:lnTo>
                  <a:lnTo>
                    <a:pt x="6360645" y="0"/>
                  </a:lnTo>
                  <a:lnTo>
                    <a:pt x="6369642" y="0"/>
                  </a:lnTo>
                  <a:lnTo>
                    <a:pt x="6378638" y="0"/>
                  </a:lnTo>
                  <a:lnTo>
                    <a:pt x="6387635" y="0"/>
                  </a:lnTo>
                  <a:lnTo>
                    <a:pt x="6396632" y="0"/>
                  </a:lnTo>
                  <a:lnTo>
                    <a:pt x="6405628" y="0"/>
                  </a:lnTo>
                  <a:lnTo>
                    <a:pt x="6414625" y="0"/>
                  </a:lnTo>
                  <a:lnTo>
                    <a:pt x="6423622" y="0"/>
                  </a:lnTo>
                  <a:lnTo>
                    <a:pt x="6432618" y="0"/>
                  </a:lnTo>
                  <a:lnTo>
                    <a:pt x="6441615" y="0"/>
                  </a:lnTo>
                  <a:lnTo>
                    <a:pt x="6450612" y="0"/>
                  </a:lnTo>
                  <a:lnTo>
                    <a:pt x="6459608" y="0"/>
                  </a:lnTo>
                  <a:lnTo>
                    <a:pt x="6468605" y="0"/>
                  </a:lnTo>
                  <a:lnTo>
                    <a:pt x="6477602" y="0"/>
                  </a:lnTo>
                  <a:lnTo>
                    <a:pt x="6486598" y="0"/>
                  </a:lnTo>
                  <a:lnTo>
                    <a:pt x="6495595" y="0"/>
                  </a:lnTo>
                  <a:lnTo>
                    <a:pt x="6504592" y="0"/>
                  </a:lnTo>
                  <a:lnTo>
                    <a:pt x="6513588" y="0"/>
                  </a:lnTo>
                  <a:lnTo>
                    <a:pt x="6522585" y="0"/>
                  </a:lnTo>
                  <a:lnTo>
                    <a:pt x="6531582" y="0"/>
                  </a:lnTo>
                  <a:lnTo>
                    <a:pt x="6540578" y="0"/>
                  </a:lnTo>
                  <a:lnTo>
                    <a:pt x="6549575" y="0"/>
                  </a:lnTo>
                  <a:lnTo>
                    <a:pt x="6558572" y="0"/>
                  </a:lnTo>
                  <a:lnTo>
                    <a:pt x="6567568" y="0"/>
                  </a:lnTo>
                  <a:lnTo>
                    <a:pt x="6576565" y="0"/>
                  </a:lnTo>
                  <a:lnTo>
                    <a:pt x="6585562" y="0"/>
                  </a:lnTo>
                  <a:lnTo>
                    <a:pt x="6594558" y="0"/>
                  </a:lnTo>
                  <a:lnTo>
                    <a:pt x="6603555" y="0"/>
                  </a:lnTo>
                  <a:lnTo>
                    <a:pt x="6612552" y="0"/>
                  </a:lnTo>
                  <a:lnTo>
                    <a:pt x="6621548" y="0"/>
                  </a:lnTo>
                  <a:lnTo>
                    <a:pt x="6630545" y="0"/>
                  </a:lnTo>
                  <a:lnTo>
                    <a:pt x="6639542" y="0"/>
                  </a:lnTo>
                  <a:lnTo>
                    <a:pt x="6648538" y="0"/>
                  </a:lnTo>
                  <a:lnTo>
                    <a:pt x="6657535" y="0"/>
                  </a:lnTo>
                  <a:lnTo>
                    <a:pt x="6666532" y="0"/>
                  </a:lnTo>
                  <a:lnTo>
                    <a:pt x="6675528" y="0"/>
                  </a:lnTo>
                  <a:lnTo>
                    <a:pt x="6684525" y="0"/>
                  </a:lnTo>
                  <a:lnTo>
                    <a:pt x="6693522" y="0"/>
                  </a:lnTo>
                  <a:lnTo>
                    <a:pt x="6702518" y="0"/>
                  </a:lnTo>
                  <a:lnTo>
                    <a:pt x="6711515" y="0"/>
                  </a:lnTo>
                  <a:lnTo>
                    <a:pt x="6720512" y="0"/>
                  </a:lnTo>
                  <a:lnTo>
                    <a:pt x="6729508" y="0"/>
                  </a:lnTo>
                  <a:lnTo>
                    <a:pt x="6738505" y="0"/>
                  </a:lnTo>
                  <a:lnTo>
                    <a:pt x="6747502" y="0"/>
                  </a:lnTo>
                  <a:lnTo>
                    <a:pt x="6756498" y="0"/>
                  </a:lnTo>
                  <a:lnTo>
                    <a:pt x="6765495" y="0"/>
                  </a:lnTo>
                  <a:lnTo>
                    <a:pt x="6774492" y="0"/>
                  </a:lnTo>
                  <a:lnTo>
                    <a:pt x="6783488" y="0"/>
                  </a:lnTo>
                  <a:lnTo>
                    <a:pt x="6792485" y="0"/>
                  </a:lnTo>
                  <a:lnTo>
                    <a:pt x="6801482" y="0"/>
                  </a:lnTo>
                  <a:lnTo>
                    <a:pt x="6810478" y="0"/>
                  </a:lnTo>
                  <a:lnTo>
                    <a:pt x="6819475" y="0"/>
                  </a:lnTo>
                  <a:lnTo>
                    <a:pt x="6828472" y="0"/>
                  </a:lnTo>
                  <a:lnTo>
                    <a:pt x="6837468" y="0"/>
                  </a:lnTo>
                  <a:lnTo>
                    <a:pt x="6846465" y="0"/>
                  </a:lnTo>
                  <a:lnTo>
                    <a:pt x="6855462" y="0"/>
                  </a:lnTo>
                  <a:lnTo>
                    <a:pt x="6864458" y="0"/>
                  </a:lnTo>
                  <a:lnTo>
                    <a:pt x="6873455" y="0"/>
                  </a:lnTo>
                  <a:lnTo>
                    <a:pt x="6882452" y="0"/>
                  </a:lnTo>
                  <a:lnTo>
                    <a:pt x="6891448" y="0"/>
                  </a:lnTo>
                  <a:lnTo>
                    <a:pt x="6900445" y="0"/>
                  </a:lnTo>
                  <a:lnTo>
                    <a:pt x="6909442" y="0"/>
                  </a:lnTo>
                  <a:lnTo>
                    <a:pt x="6918438" y="0"/>
                  </a:lnTo>
                  <a:lnTo>
                    <a:pt x="6927435" y="0"/>
                  </a:lnTo>
                  <a:lnTo>
                    <a:pt x="6936432" y="0"/>
                  </a:lnTo>
                  <a:lnTo>
                    <a:pt x="6945428" y="0"/>
                  </a:lnTo>
                  <a:lnTo>
                    <a:pt x="6954425" y="0"/>
                  </a:lnTo>
                  <a:lnTo>
                    <a:pt x="6963422" y="0"/>
                  </a:lnTo>
                  <a:lnTo>
                    <a:pt x="6972418" y="0"/>
                  </a:lnTo>
                  <a:lnTo>
                    <a:pt x="6981415" y="0"/>
                  </a:lnTo>
                  <a:lnTo>
                    <a:pt x="6990412" y="0"/>
                  </a:lnTo>
                  <a:lnTo>
                    <a:pt x="6999408" y="0"/>
                  </a:lnTo>
                  <a:lnTo>
                    <a:pt x="7008405" y="0"/>
                  </a:lnTo>
                  <a:lnTo>
                    <a:pt x="7017402" y="0"/>
                  </a:lnTo>
                  <a:lnTo>
                    <a:pt x="7026398" y="0"/>
                  </a:lnTo>
                  <a:lnTo>
                    <a:pt x="7035395" y="0"/>
                  </a:lnTo>
                  <a:lnTo>
                    <a:pt x="7044392" y="0"/>
                  </a:lnTo>
                  <a:lnTo>
                    <a:pt x="7053388" y="0"/>
                  </a:lnTo>
                  <a:lnTo>
                    <a:pt x="7062385" y="0"/>
                  </a:lnTo>
                  <a:lnTo>
                    <a:pt x="7071382" y="0"/>
                  </a:lnTo>
                  <a:lnTo>
                    <a:pt x="7080378" y="0"/>
                  </a:lnTo>
                  <a:lnTo>
                    <a:pt x="7089375" y="0"/>
                  </a:lnTo>
                  <a:lnTo>
                    <a:pt x="7098372" y="0"/>
                  </a:lnTo>
                  <a:lnTo>
                    <a:pt x="7107368" y="0"/>
                  </a:lnTo>
                  <a:lnTo>
                    <a:pt x="7116365" y="0"/>
                  </a:lnTo>
                  <a:lnTo>
                    <a:pt x="7125362" y="0"/>
                  </a:lnTo>
                  <a:lnTo>
                    <a:pt x="7134358" y="0"/>
                  </a:lnTo>
                  <a:lnTo>
                    <a:pt x="7143355" y="0"/>
                  </a:lnTo>
                  <a:lnTo>
                    <a:pt x="7152352" y="0"/>
                  </a:lnTo>
                  <a:lnTo>
                    <a:pt x="7161348" y="0"/>
                  </a:lnTo>
                  <a:lnTo>
                    <a:pt x="7170345" y="0"/>
                  </a:lnTo>
                  <a:lnTo>
                    <a:pt x="7179342" y="0"/>
                  </a:lnTo>
                  <a:lnTo>
                    <a:pt x="7188338" y="0"/>
                  </a:lnTo>
                  <a:lnTo>
                    <a:pt x="7197335" y="0"/>
                  </a:lnTo>
                  <a:lnTo>
                    <a:pt x="7206332" y="0"/>
                  </a:lnTo>
                  <a:lnTo>
                    <a:pt x="7215328" y="0"/>
                  </a:lnTo>
                  <a:lnTo>
                    <a:pt x="7224325" y="0"/>
                  </a:lnTo>
                  <a:lnTo>
                    <a:pt x="7233322" y="0"/>
                  </a:lnTo>
                  <a:lnTo>
                    <a:pt x="7242318" y="0"/>
                  </a:lnTo>
                  <a:lnTo>
                    <a:pt x="7251315" y="0"/>
                  </a:lnTo>
                  <a:lnTo>
                    <a:pt x="7260312" y="0"/>
                  </a:lnTo>
                  <a:lnTo>
                    <a:pt x="7269308" y="0"/>
                  </a:lnTo>
                  <a:lnTo>
                    <a:pt x="7278305" y="0"/>
                  </a:lnTo>
                  <a:lnTo>
                    <a:pt x="7287302" y="0"/>
                  </a:lnTo>
                  <a:lnTo>
                    <a:pt x="7296298" y="0"/>
                  </a:lnTo>
                  <a:lnTo>
                    <a:pt x="7305295" y="0"/>
                  </a:lnTo>
                  <a:lnTo>
                    <a:pt x="7314292" y="0"/>
                  </a:lnTo>
                  <a:lnTo>
                    <a:pt x="7323289" y="0"/>
                  </a:lnTo>
                  <a:lnTo>
                    <a:pt x="7332285" y="0"/>
                  </a:lnTo>
                  <a:lnTo>
                    <a:pt x="7341282" y="0"/>
                  </a:lnTo>
                  <a:lnTo>
                    <a:pt x="7350279" y="0"/>
                  </a:lnTo>
                  <a:lnTo>
                    <a:pt x="7359275" y="0"/>
                  </a:lnTo>
                  <a:lnTo>
                    <a:pt x="7368272" y="0"/>
                  </a:lnTo>
                  <a:lnTo>
                    <a:pt x="7377269" y="0"/>
                  </a:lnTo>
                  <a:lnTo>
                    <a:pt x="7386265" y="0"/>
                  </a:lnTo>
                  <a:lnTo>
                    <a:pt x="7395262" y="0"/>
                  </a:lnTo>
                  <a:lnTo>
                    <a:pt x="7404259" y="0"/>
                  </a:lnTo>
                  <a:lnTo>
                    <a:pt x="7413255" y="0"/>
                  </a:lnTo>
                  <a:lnTo>
                    <a:pt x="7422252" y="0"/>
                  </a:lnTo>
                  <a:lnTo>
                    <a:pt x="7431249" y="0"/>
                  </a:lnTo>
                  <a:lnTo>
                    <a:pt x="7440245" y="0"/>
                  </a:lnTo>
                  <a:lnTo>
                    <a:pt x="7449242" y="0"/>
                  </a:lnTo>
                  <a:lnTo>
                    <a:pt x="7458239" y="0"/>
                  </a:lnTo>
                  <a:lnTo>
                    <a:pt x="7467235" y="0"/>
                  </a:lnTo>
                  <a:lnTo>
                    <a:pt x="7476232" y="0"/>
                  </a:lnTo>
                  <a:lnTo>
                    <a:pt x="7485229" y="0"/>
                  </a:lnTo>
                  <a:lnTo>
                    <a:pt x="7494225" y="0"/>
                  </a:lnTo>
                  <a:lnTo>
                    <a:pt x="7503222" y="0"/>
                  </a:lnTo>
                  <a:lnTo>
                    <a:pt x="7512219" y="0"/>
                  </a:lnTo>
                  <a:lnTo>
                    <a:pt x="7521215" y="0"/>
                  </a:lnTo>
                  <a:lnTo>
                    <a:pt x="7530212" y="0"/>
                  </a:lnTo>
                  <a:lnTo>
                    <a:pt x="7539209" y="0"/>
                  </a:lnTo>
                  <a:lnTo>
                    <a:pt x="7548205" y="0"/>
                  </a:lnTo>
                  <a:lnTo>
                    <a:pt x="7557202" y="0"/>
                  </a:lnTo>
                  <a:lnTo>
                    <a:pt x="7566199" y="0"/>
                  </a:lnTo>
                  <a:lnTo>
                    <a:pt x="7575195" y="0"/>
                  </a:lnTo>
                  <a:lnTo>
                    <a:pt x="7584192" y="0"/>
                  </a:lnTo>
                  <a:lnTo>
                    <a:pt x="7593189" y="0"/>
                  </a:lnTo>
                  <a:lnTo>
                    <a:pt x="7602185" y="0"/>
                  </a:lnTo>
                  <a:lnTo>
                    <a:pt x="7611182" y="0"/>
                  </a:lnTo>
                  <a:lnTo>
                    <a:pt x="7620179" y="0"/>
                  </a:lnTo>
                  <a:lnTo>
                    <a:pt x="7629175" y="0"/>
                  </a:lnTo>
                  <a:lnTo>
                    <a:pt x="7638172" y="0"/>
                  </a:lnTo>
                  <a:lnTo>
                    <a:pt x="7647169" y="0"/>
                  </a:lnTo>
                  <a:lnTo>
                    <a:pt x="7656165" y="0"/>
                  </a:lnTo>
                  <a:lnTo>
                    <a:pt x="7665162" y="0"/>
                  </a:lnTo>
                  <a:lnTo>
                    <a:pt x="7674159" y="0"/>
                  </a:lnTo>
                  <a:lnTo>
                    <a:pt x="7683155" y="0"/>
                  </a:lnTo>
                  <a:lnTo>
                    <a:pt x="7692152" y="0"/>
                  </a:lnTo>
                  <a:lnTo>
                    <a:pt x="7701149" y="0"/>
                  </a:lnTo>
                  <a:lnTo>
                    <a:pt x="7710145" y="0"/>
                  </a:lnTo>
                  <a:lnTo>
                    <a:pt x="7719142" y="0"/>
                  </a:lnTo>
                  <a:lnTo>
                    <a:pt x="7719142" y="2909103"/>
                  </a:lnTo>
                  <a:lnTo>
                    <a:pt x="7710145" y="2906622"/>
                  </a:lnTo>
                  <a:lnTo>
                    <a:pt x="7701149" y="2904135"/>
                  </a:lnTo>
                  <a:lnTo>
                    <a:pt x="7692152" y="2907528"/>
                  </a:lnTo>
                  <a:lnTo>
                    <a:pt x="7683155" y="2905036"/>
                  </a:lnTo>
                  <a:lnTo>
                    <a:pt x="7674159" y="2908437"/>
                  </a:lnTo>
                  <a:lnTo>
                    <a:pt x="7665162" y="2905941"/>
                  </a:lnTo>
                  <a:lnTo>
                    <a:pt x="7656165" y="2903438"/>
                  </a:lnTo>
                  <a:lnTo>
                    <a:pt x="7647169" y="2906850"/>
                  </a:lnTo>
                  <a:lnTo>
                    <a:pt x="7638172" y="2904342"/>
                  </a:lnTo>
                  <a:lnTo>
                    <a:pt x="7629175" y="2907763"/>
                  </a:lnTo>
                  <a:lnTo>
                    <a:pt x="7620179" y="2905251"/>
                  </a:lnTo>
                  <a:lnTo>
                    <a:pt x="7611182" y="2902733"/>
                  </a:lnTo>
                  <a:lnTo>
                    <a:pt x="7602185" y="2906164"/>
                  </a:lnTo>
                  <a:lnTo>
                    <a:pt x="7593189" y="2903641"/>
                  </a:lnTo>
                  <a:lnTo>
                    <a:pt x="7584192" y="2907081"/>
                  </a:lnTo>
                  <a:lnTo>
                    <a:pt x="7575195" y="2904553"/>
                  </a:lnTo>
                  <a:lnTo>
                    <a:pt x="7566199" y="2908003"/>
                  </a:lnTo>
                  <a:lnTo>
                    <a:pt x="7557202" y="2905470"/>
                  </a:lnTo>
                  <a:lnTo>
                    <a:pt x="7548205" y="2902931"/>
                  </a:lnTo>
                  <a:lnTo>
                    <a:pt x="7539209" y="2906391"/>
                  </a:lnTo>
                  <a:lnTo>
                    <a:pt x="7530212" y="2903847"/>
                  </a:lnTo>
                  <a:lnTo>
                    <a:pt x="7521215" y="2907317"/>
                  </a:lnTo>
                  <a:lnTo>
                    <a:pt x="7512219" y="2904768"/>
                  </a:lnTo>
                  <a:lnTo>
                    <a:pt x="7503222" y="2902213"/>
                  </a:lnTo>
                  <a:lnTo>
                    <a:pt x="7494225" y="2905693"/>
                  </a:lnTo>
                  <a:lnTo>
                    <a:pt x="7485229" y="2903133"/>
                  </a:lnTo>
                  <a:lnTo>
                    <a:pt x="7476232" y="2906622"/>
                  </a:lnTo>
                  <a:lnTo>
                    <a:pt x="7467235" y="2904057"/>
                  </a:lnTo>
                  <a:lnTo>
                    <a:pt x="7458239" y="2901486"/>
                  </a:lnTo>
                  <a:lnTo>
                    <a:pt x="7449242" y="2904986"/>
                  </a:lnTo>
                  <a:lnTo>
                    <a:pt x="7440245" y="2902410"/>
                  </a:lnTo>
                  <a:lnTo>
                    <a:pt x="7431249" y="2905919"/>
                  </a:lnTo>
                  <a:lnTo>
                    <a:pt x="7422252" y="2903338"/>
                  </a:lnTo>
                  <a:lnTo>
                    <a:pt x="7413255" y="2900750"/>
                  </a:lnTo>
                  <a:lnTo>
                    <a:pt x="7404259" y="2904270"/>
                  </a:lnTo>
                  <a:lnTo>
                    <a:pt x="7395262" y="2901678"/>
                  </a:lnTo>
                  <a:lnTo>
                    <a:pt x="7386265" y="2905208"/>
                  </a:lnTo>
                  <a:lnTo>
                    <a:pt x="7377269" y="2902610"/>
                  </a:lnTo>
                  <a:lnTo>
                    <a:pt x="7368272" y="2900005"/>
                  </a:lnTo>
                  <a:lnTo>
                    <a:pt x="7359275" y="2903546"/>
                  </a:lnTo>
                  <a:lnTo>
                    <a:pt x="7350279" y="2900937"/>
                  </a:lnTo>
                  <a:lnTo>
                    <a:pt x="7341282" y="2904487"/>
                  </a:lnTo>
                  <a:lnTo>
                    <a:pt x="7332285" y="2901873"/>
                  </a:lnTo>
                  <a:lnTo>
                    <a:pt x="7323289" y="2905433"/>
                  </a:lnTo>
                  <a:lnTo>
                    <a:pt x="7314292" y="2902813"/>
                  </a:lnTo>
                  <a:lnTo>
                    <a:pt x="7305295" y="2900187"/>
                  </a:lnTo>
                  <a:lnTo>
                    <a:pt x="7296298" y="2903758"/>
                  </a:lnTo>
                  <a:lnTo>
                    <a:pt x="7287302" y="2901127"/>
                  </a:lnTo>
                  <a:lnTo>
                    <a:pt x="7278305" y="2904708"/>
                  </a:lnTo>
                  <a:lnTo>
                    <a:pt x="7269308" y="2902071"/>
                  </a:lnTo>
                  <a:lnTo>
                    <a:pt x="7260312" y="2899427"/>
                  </a:lnTo>
                  <a:lnTo>
                    <a:pt x="7251315" y="2903020"/>
                  </a:lnTo>
                  <a:lnTo>
                    <a:pt x="7242318" y="2900371"/>
                  </a:lnTo>
                  <a:lnTo>
                    <a:pt x="7233322" y="2903974"/>
                  </a:lnTo>
                  <a:lnTo>
                    <a:pt x="7224325" y="2901320"/>
                  </a:lnTo>
                  <a:lnTo>
                    <a:pt x="7215328" y="2898659"/>
                  </a:lnTo>
                  <a:lnTo>
                    <a:pt x="7206332" y="2902273"/>
                  </a:lnTo>
                  <a:lnTo>
                    <a:pt x="7197335" y="2899606"/>
                  </a:lnTo>
                  <a:lnTo>
                    <a:pt x="7188338" y="2903231"/>
                  </a:lnTo>
                  <a:lnTo>
                    <a:pt x="7179342" y="2900559"/>
                  </a:lnTo>
                  <a:lnTo>
                    <a:pt x="7170345" y="2897880"/>
                  </a:lnTo>
                  <a:lnTo>
                    <a:pt x="7161348" y="2901516"/>
                  </a:lnTo>
                  <a:lnTo>
                    <a:pt x="7152352" y="2898832"/>
                  </a:lnTo>
                  <a:lnTo>
                    <a:pt x="7143355" y="2902478"/>
                  </a:lnTo>
                  <a:lnTo>
                    <a:pt x="7134358" y="2899789"/>
                  </a:lnTo>
                  <a:lnTo>
                    <a:pt x="7125362" y="2897092"/>
                  </a:lnTo>
                  <a:lnTo>
                    <a:pt x="7116365" y="2900750"/>
                  </a:lnTo>
                  <a:lnTo>
                    <a:pt x="7107368" y="2898048"/>
                  </a:lnTo>
                  <a:lnTo>
                    <a:pt x="7098372" y="2901716"/>
                  </a:lnTo>
                  <a:lnTo>
                    <a:pt x="7089375" y="2899009"/>
                  </a:lnTo>
                  <a:lnTo>
                    <a:pt x="7080378" y="2902688"/>
                  </a:lnTo>
                  <a:lnTo>
                    <a:pt x="7071382" y="2899974"/>
                  </a:lnTo>
                  <a:lnTo>
                    <a:pt x="7062385" y="2897254"/>
                  </a:lnTo>
                  <a:lnTo>
                    <a:pt x="7053388" y="2900945"/>
                  </a:lnTo>
                  <a:lnTo>
                    <a:pt x="7044392" y="2898219"/>
                  </a:lnTo>
                  <a:lnTo>
                    <a:pt x="7035395" y="2901920"/>
                  </a:lnTo>
                  <a:lnTo>
                    <a:pt x="7026398" y="2899188"/>
                  </a:lnTo>
                  <a:lnTo>
                    <a:pt x="7017402" y="2896449"/>
                  </a:lnTo>
                  <a:lnTo>
                    <a:pt x="7008405" y="2900163"/>
                  </a:lnTo>
                  <a:lnTo>
                    <a:pt x="6999408" y="2897418"/>
                  </a:lnTo>
                  <a:lnTo>
                    <a:pt x="6990412" y="2901143"/>
                  </a:lnTo>
                  <a:lnTo>
                    <a:pt x="6981415" y="2898392"/>
                  </a:lnTo>
                  <a:lnTo>
                    <a:pt x="6972418" y="2895635"/>
                  </a:lnTo>
                  <a:lnTo>
                    <a:pt x="6963422" y="2899371"/>
                  </a:lnTo>
                  <a:lnTo>
                    <a:pt x="6954425" y="2896608"/>
                  </a:lnTo>
                  <a:lnTo>
                    <a:pt x="6945428" y="2900355"/>
                  </a:lnTo>
                  <a:lnTo>
                    <a:pt x="6936432" y="2897586"/>
                  </a:lnTo>
                  <a:lnTo>
                    <a:pt x="6927435" y="2894810"/>
                  </a:lnTo>
                  <a:lnTo>
                    <a:pt x="6918438" y="2898569"/>
                  </a:lnTo>
                  <a:lnTo>
                    <a:pt x="6909442" y="2895787"/>
                  </a:lnTo>
                  <a:lnTo>
                    <a:pt x="6900445" y="2899557"/>
                  </a:lnTo>
                  <a:lnTo>
                    <a:pt x="6891448" y="2896769"/>
                  </a:lnTo>
                  <a:lnTo>
                    <a:pt x="6882452" y="2893974"/>
                  </a:lnTo>
                  <a:lnTo>
                    <a:pt x="6873455" y="2897757"/>
                  </a:lnTo>
                  <a:lnTo>
                    <a:pt x="6864458" y="2894955"/>
                  </a:lnTo>
                  <a:lnTo>
                    <a:pt x="6855462" y="2898749"/>
                  </a:lnTo>
                  <a:lnTo>
                    <a:pt x="6846465" y="2895942"/>
                  </a:lnTo>
                  <a:lnTo>
                    <a:pt x="6837468" y="2899747"/>
                  </a:lnTo>
                  <a:lnTo>
                    <a:pt x="6828472" y="2896933"/>
                  </a:lnTo>
                  <a:lnTo>
                    <a:pt x="6819475" y="2894112"/>
                  </a:lnTo>
                  <a:lnTo>
                    <a:pt x="6810478" y="2897930"/>
                  </a:lnTo>
                  <a:lnTo>
                    <a:pt x="6801482" y="2895103"/>
                  </a:lnTo>
                  <a:lnTo>
                    <a:pt x="6792485" y="2898933"/>
                  </a:lnTo>
                  <a:lnTo>
                    <a:pt x="6783488" y="2896099"/>
                  </a:lnTo>
                  <a:lnTo>
                    <a:pt x="6774492" y="2893258"/>
                  </a:lnTo>
                  <a:lnTo>
                    <a:pt x="6765495" y="2897101"/>
                  </a:lnTo>
                  <a:lnTo>
                    <a:pt x="6756498" y="2894253"/>
                  </a:lnTo>
                  <a:lnTo>
                    <a:pt x="6747502" y="2898107"/>
                  </a:lnTo>
                  <a:lnTo>
                    <a:pt x="6738505" y="2895254"/>
                  </a:lnTo>
                  <a:lnTo>
                    <a:pt x="6729508" y="2892393"/>
                  </a:lnTo>
                  <a:lnTo>
                    <a:pt x="6720512" y="2896260"/>
                  </a:lnTo>
                  <a:lnTo>
                    <a:pt x="6711515" y="2893392"/>
                  </a:lnTo>
                  <a:lnTo>
                    <a:pt x="6702518" y="2897271"/>
                  </a:lnTo>
                  <a:lnTo>
                    <a:pt x="6693522" y="2894397"/>
                  </a:lnTo>
                  <a:lnTo>
                    <a:pt x="6684525" y="2891516"/>
                  </a:lnTo>
                  <a:lnTo>
                    <a:pt x="6675528" y="2895408"/>
                  </a:lnTo>
                  <a:lnTo>
                    <a:pt x="6666532" y="2892520"/>
                  </a:lnTo>
                  <a:lnTo>
                    <a:pt x="6657535" y="2896423"/>
                  </a:lnTo>
                  <a:lnTo>
                    <a:pt x="6648538" y="2893529"/>
                  </a:lnTo>
                  <a:lnTo>
                    <a:pt x="6639542" y="2890627"/>
                  </a:lnTo>
                  <a:lnTo>
                    <a:pt x="6630545" y="2894544"/>
                  </a:lnTo>
                  <a:lnTo>
                    <a:pt x="6621548" y="2891635"/>
                  </a:lnTo>
                  <a:lnTo>
                    <a:pt x="6612552" y="2895564"/>
                  </a:lnTo>
                  <a:lnTo>
                    <a:pt x="6603555" y="2892649"/>
                  </a:lnTo>
                  <a:lnTo>
                    <a:pt x="6594558" y="2896590"/>
                  </a:lnTo>
                  <a:lnTo>
                    <a:pt x="6585562" y="2893668"/>
                  </a:lnTo>
                  <a:lnTo>
                    <a:pt x="6576565" y="2890739"/>
                  </a:lnTo>
                  <a:lnTo>
                    <a:pt x="6567568" y="2894693"/>
                  </a:lnTo>
                  <a:lnTo>
                    <a:pt x="6558572" y="2891757"/>
                  </a:lnTo>
                  <a:lnTo>
                    <a:pt x="6549575" y="2895724"/>
                  </a:lnTo>
                  <a:lnTo>
                    <a:pt x="6540578" y="2892781"/>
                  </a:lnTo>
                  <a:lnTo>
                    <a:pt x="6531582" y="2889830"/>
                  </a:lnTo>
                  <a:lnTo>
                    <a:pt x="6522585" y="2893810"/>
                  </a:lnTo>
                  <a:lnTo>
                    <a:pt x="6513588" y="2890853"/>
                  </a:lnTo>
                  <a:lnTo>
                    <a:pt x="6504592" y="2894846"/>
                  </a:lnTo>
                  <a:lnTo>
                    <a:pt x="6495595" y="2891881"/>
                  </a:lnTo>
                  <a:lnTo>
                    <a:pt x="6486598" y="2888909"/>
                  </a:lnTo>
                  <a:lnTo>
                    <a:pt x="6477602" y="2892915"/>
                  </a:lnTo>
                  <a:lnTo>
                    <a:pt x="6468605" y="2889936"/>
                  </a:lnTo>
                  <a:lnTo>
                    <a:pt x="6459608" y="2893955"/>
                  </a:lnTo>
                  <a:lnTo>
                    <a:pt x="6450612" y="2890969"/>
                  </a:lnTo>
                  <a:lnTo>
                    <a:pt x="6441615" y="2887974"/>
                  </a:lnTo>
                  <a:lnTo>
                    <a:pt x="6432618" y="2892008"/>
                  </a:lnTo>
                  <a:lnTo>
                    <a:pt x="6423622" y="2889006"/>
                  </a:lnTo>
                  <a:lnTo>
                    <a:pt x="6414625" y="2893052"/>
                  </a:lnTo>
                  <a:lnTo>
                    <a:pt x="6405628" y="2890044"/>
                  </a:lnTo>
                  <a:lnTo>
                    <a:pt x="6396632" y="2887027"/>
                  </a:lnTo>
                  <a:lnTo>
                    <a:pt x="6387635" y="2891087"/>
                  </a:lnTo>
                  <a:lnTo>
                    <a:pt x="6378638" y="2888063"/>
                  </a:lnTo>
                  <a:lnTo>
                    <a:pt x="6369642" y="2892137"/>
                  </a:lnTo>
                  <a:lnTo>
                    <a:pt x="6360645" y="2889106"/>
                  </a:lnTo>
                  <a:lnTo>
                    <a:pt x="6351648" y="2893192"/>
                  </a:lnTo>
                  <a:lnTo>
                    <a:pt x="6342652" y="2890154"/>
                  </a:lnTo>
                  <a:lnTo>
                    <a:pt x="6333655" y="2887107"/>
                  </a:lnTo>
                  <a:lnTo>
                    <a:pt x="6324658" y="2891208"/>
                  </a:lnTo>
                  <a:lnTo>
                    <a:pt x="6315662" y="2888154"/>
                  </a:lnTo>
                  <a:lnTo>
                    <a:pt x="6306665" y="2892268"/>
                  </a:lnTo>
                  <a:lnTo>
                    <a:pt x="6297668" y="2889207"/>
                  </a:lnTo>
                  <a:lnTo>
                    <a:pt x="6288672" y="2886137"/>
                  </a:lnTo>
                  <a:lnTo>
                    <a:pt x="6279675" y="2890266"/>
                  </a:lnTo>
                  <a:lnTo>
                    <a:pt x="6270678" y="2887189"/>
                  </a:lnTo>
                  <a:lnTo>
                    <a:pt x="6261681" y="2891331"/>
                  </a:lnTo>
                  <a:lnTo>
                    <a:pt x="6252685" y="2888247"/>
                  </a:lnTo>
                  <a:lnTo>
                    <a:pt x="6243688" y="2885153"/>
                  </a:lnTo>
                  <a:lnTo>
                    <a:pt x="6234691" y="2889311"/>
                  </a:lnTo>
                  <a:lnTo>
                    <a:pt x="6225695" y="2886210"/>
                  </a:lnTo>
                  <a:lnTo>
                    <a:pt x="6216698" y="2890381"/>
                  </a:lnTo>
                  <a:lnTo>
                    <a:pt x="6207701" y="2887273"/>
                  </a:lnTo>
                  <a:lnTo>
                    <a:pt x="6198705" y="2884155"/>
                  </a:lnTo>
                  <a:lnTo>
                    <a:pt x="6189708" y="2888341"/>
                  </a:lnTo>
                  <a:lnTo>
                    <a:pt x="6180711" y="2885217"/>
                  </a:lnTo>
                  <a:lnTo>
                    <a:pt x="6171715" y="2889416"/>
                  </a:lnTo>
                  <a:lnTo>
                    <a:pt x="6162718" y="2886284"/>
                  </a:lnTo>
                  <a:lnTo>
                    <a:pt x="6153721" y="2890498"/>
                  </a:lnTo>
                  <a:lnTo>
                    <a:pt x="6144725" y="2887358"/>
                  </a:lnTo>
                  <a:lnTo>
                    <a:pt x="6135728" y="2884209"/>
                  </a:lnTo>
                  <a:lnTo>
                    <a:pt x="6126731" y="2888438"/>
                  </a:lnTo>
                  <a:lnTo>
                    <a:pt x="6117735" y="2885281"/>
                  </a:lnTo>
                  <a:lnTo>
                    <a:pt x="6108738" y="2889524"/>
                  </a:lnTo>
                  <a:lnTo>
                    <a:pt x="6099741" y="2886360"/>
                  </a:lnTo>
                  <a:lnTo>
                    <a:pt x="6090745" y="2883186"/>
                  </a:lnTo>
                  <a:lnTo>
                    <a:pt x="6081748" y="2887445"/>
                  </a:lnTo>
                  <a:lnTo>
                    <a:pt x="6072751" y="2884263"/>
                  </a:lnTo>
                  <a:lnTo>
                    <a:pt x="6063755" y="2888536"/>
                  </a:lnTo>
                  <a:lnTo>
                    <a:pt x="6054758" y="2885347"/>
                  </a:lnTo>
                  <a:lnTo>
                    <a:pt x="6045761" y="2882148"/>
                  </a:lnTo>
                  <a:lnTo>
                    <a:pt x="6036765" y="2886437"/>
                  </a:lnTo>
                  <a:lnTo>
                    <a:pt x="6027768" y="2883230"/>
                  </a:lnTo>
                  <a:lnTo>
                    <a:pt x="6018771" y="2887534"/>
                  </a:lnTo>
                  <a:lnTo>
                    <a:pt x="6009775" y="2884319"/>
                  </a:lnTo>
                  <a:lnTo>
                    <a:pt x="6000778" y="2881095"/>
                  </a:lnTo>
                  <a:lnTo>
                    <a:pt x="5991781" y="2885414"/>
                  </a:lnTo>
                  <a:lnTo>
                    <a:pt x="5982785" y="2882182"/>
                  </a:lnTo>
                  <a:lnTo>
                    <a:pt x="5973788" y="2886516"/>
                  </a:lnTo>
                  <a:lnTo>
                    <a:pt x="5964791" y="2883276"/>
                  </a:lnTo>
                  <a:lnTo>
                    <a:pt x="5955795" y="2887625"/>
                  </a:lnTo>
                  <a:lnTo>
                    <a:pt x="5946798" y="2884376"/>
                  </a:lnTo>
                  <a:lnTo>
                    <a:pt x="5937801" y="2881118"/>
                  </a:lnTo>
                  <a:lnTo>
                    <a:pt x="5928805" y="2885483"/>
                  </a:lnTo>
                  <a:lnTo>
                    <a:pt x="5919808" y="2882216"/>
                  </a:lnTo>
                  <a:lnTo>
                    <a:pt x="5910811" y="2886597"/>
                  </a:lnTo>
                  <a:lnTo>
                    <a:pt x="5901815" y="2883322"/>
                  </a:lnTo>
                  <a:lnTo>
                    <a:pt x="5892818" y="2880037"/>
                  </a:lnTo>
                  <a:lnTo>
                    <a:pt x="5883821" y="2884434"/>
                  </a:lnTo>
                  <a:lnTo>
                    <a:pt x="5874825" y="2881141"/>
                  </a:lnTo>
                  <a:lnTo>
                    <a:pt x="5865828" y="2885553"/>
                  </a:lnTo>
                  <a:lnTo>
                    <a:pt x="5856831" y="2882252"/>
                  </a:lnTo>
                  <a:lnTo>
                    <a:pt x="5847835" y="2878940"/>
                  </a:lnTo>
                  <a:lnTo>
                    <a:pt x="5838838" y="2883369"/>
                  </a:lnTo>
                  <a:lnTo>
                    <a:pt x="5829841" y="2880049"/>
                  </a:lnTo>
                  <a:lnTo>
                    <a:pt x="5820845" y="2884493"/>
                  </a:lnTo>
                  <a:lnTo>
                    <a:pt x="5811848" y="2881165"/>
                  </a:lnTo>
                  <a:lnTo>
                    <a:pt x="5802851" y="2877826"/>
                  </a:lnTo>
                  <a:lnTo>
                    <a:pt x="5793855" y="2882288"/>
                  </a:lnTo>
                  <a:lnTo>
                    <a:pt x="5784858" y="2878940"/>
                  </a:lnTo>
                  <a:lnTo>
                    <a:pt x="5775861" y="2883417"/>
                  </a:lnTo>
                  <a:lnTo>
                    <a:pt x="5766865" y="2880061"/>
                  </a:lnTo>
                  <a:lnTo>
                    <a:pt x="5757868" y="2884554"/>
                  </a:lnTo>
                  <a:lnTo>
                    <a:pt x="5748871" y="2881189"/>
                  </a:lnTo>
                  <a:lnTo>
                    <a:pt x="5739875" y="2877814"/>
                  </a:lnTo>
                  <a:lnTo>
                    <a:pt x="5730878" y="2882324"/>
                  </a:lnTo>
                  <a:lnTo>
                    <a:pt x="5721881" y="2878940"/>
                  </a:lnTo>
                  <a:lnTo>
                    <a:pt x="5712885" y="2883467"/>
                  </a:lnTo>
                  <a:lnTo>
                    <a:pt x="5703888" y="2880073"/>
                  </a:lnTo>
                  <a:lnTo>
                    <a:pt x="5694891" y="2876669"/>
                  </a:lnTo>
                  <a:lnTo>
                    <a:pt x="5685895" y="2881214"/>
                  </a:lnTo>
                  <a:lnTo>
                    <a:pt x="5676898" y="2877801"/>
                  </a:lnTo>
                  <a:lnTo>
                    <a:pt x="5667901" y="2882362"/>
                  </a:lnTo>
                  <a:lnTo>
                    <a:pt x="5658905" y="2878940"/>
                  </a:lnTo>
                  <a:lnTo>
                    <a:pt x="5649908" y="2875507"/>
                  </a:lnTo>
                  <a:lnTo>
                    <a:pt x="5640911" y="2880086"/>
                  </a:lnTo>
                  <a:lnTo>
                    <a:pt x="5631915" y="2876644"/>
                  </a:lnTo>
                  <a:lnTo>
                    <a:pt x="5622918" y="2881239"/>
                  </a:lnTo>
                  <a:lnTo>
                    <a:pt x="5613921" y="2877788"/>
                  </a:lnTo>
                  <a:lnTo>
                    <a:pt x="5604925" y="2874326"/>
                  </a:lnTo>
                  <a:lnTo>
                    <a:pt x="5595928" y="2878940"/>
                  </a:lnTo>
                  <a:lnTo>
                    <a:pt x="5586931" y="2875469"/>
                  </a:lnTo>
                  <a:lnTo>
                    <a:pt x="5577935" y="2880099"/>
                  </a:lnTo>
                  <a:lnTo>
                    <a:pt x="5568938" y="2876618"/>
                  </a:lnTo>
                  <a:lnTo>
                    <a:pt x="5559941" y="2881265"/>
                  </a:lnTo>
                  <a:lnTo>
                    <a:pt x="5550945" y="2877775"/>
                  </a:lnTo>
                  <a:lnTo>
                    <a:pt x="5541948" y="2874274"/>
                  </a:lnTo>
                  <a:lnTo>
                    <a:pt x="5532951" y="2878940"/>
                  </a:lnTo>
                  <a:lnTo>
                    <a:pt x="5523955" y="2875429"/>
                  </a:lnTo>
                  <a:lnTo>
                    <a:pt x="5514958" y="2880112"/>
                  </a:lnTo>
                  <a:lnTo>
                    <a:pt x="5505961" y="2876592"/>
                  </a:lnTo>
                  <a:lnTo>
                    <a:pt x="5496965" y="2873060"/>
                  </a:lnTo>
                  <a:lnTo>
                    <a:pt x="5487968" y="2877762"/>
                  </a:lnTo>
                  <a:lnTo>
                    <a:pt x="5478971" y="2874220"/>
                  </a:lnTo>
                  <a:lnTo>
                    <a:pt x="5469975" y="2878940"/>
                  </a:lnTo>
                  <a:lnTo>
                    <a:pt x="5460978" y="2875389"/>
                  </a:lnTo>
                  <a:lnTo>
                    <a:pt x="5451981" y="2871826"/>
                  </a:lnTo>
                  <a:lnTo>
                    <a:pt x="5442985" y="2876565"/>
                  </a:lnTo>
                  <a:lnTo>
                    <a:pt x="5433988" y="2872992"/>
                  </a:lnTo>
                  <a:lnTo>
                    <a:pt x="5424991" y="2877748"/>
                  </a:lnTo>
                  <a:lnTo>
                    <a:pt x="5415995" y="2874166"/>
                  </a:lnTo>
                  <a:lnTo>
                    <a:pt x="5406998" y="2870571"/>
                  </a:lnTo>
                  <a:lnTo>
                    <a:pt x="5398001" y="2875347"/>
                  </a:lnTo>
                  <a:lnTo>
                    <a:pt x="5389005" y="2871743"/>
                  </a:lnTo>
                  <a:lnTo>
                    <a:pt x="5380008" y="2876537"/>
                  </a:lnTo>
                  <a:lnTo>
                    <a:pt x="5371011" y="2872922"/>
                  </a:lnTo>
                  <a:lnTo>
                    <a:pt x="5362015" y="2877734"/>
                  </a:lnTo>
                  <a:lnTo>
                    <a:pt x="5353018" y="2874109"/>
                  </a:lnTo>
                  <a:lnTo>
                    <a:pt x="5344021" y="2870472"/>
                  </a:lnTo>
                  <a:lnTo>
                    <a:pt x="5335025" y="2875305"/>
                  </a:lnTo>
                  <a:lnTo>
                    <a:pt x="5326028" y="2871658"/>
                  </a:lnTo>
                  <a:lnTo>
                    <a:pt x="5317031" y="2876508"/>
                  </a:lnTo>
                  <a:lnTo>
                    <a:pt x="5308035" y="2872851"/>
                  </a:lnTo>
                  <a:lnTo>
                    <a:pt x="5299038" y="2869181"/>
                  </a:lnTo>
                  <a:lnTo>
                    <a:pt x="5290041" y="2874052"/>
                  </a:lnTo>
                  <a:lnTo>
                    <a:pt x="5281045" y="2870372"/>
                  </a:lnTo>
                  <a:lnTo>
                    <a:pt x="5272048" y="2875262"/>
                  </a:lnTo>
                  <a:lnTo>
                    <a:pt x="5263051" y="2871571"/>
                  </a:lnTo>
                  <a:lnTo>
                    <a:pt x="5254055" y="2867867"/>
                  </a:lnTo>
                  <a:lnTo>
                    <a:pt x="5245058" y="2872778"/>
                  </a:lnTo>
                  <a:lnTo>
                    <a:pt x="5236061" y="2869064"/>
                  </a:lnTo>
                  <a:lnTo>
                    <a:pt x="5227065" y="2873993"/>
                  </a:lnTo>
                  <a:lnTo>
                    <a:pt x="5218068" y="2870268"/>
                  </a:lnTo>
                  <a:lnTo>
                    <a:pt x="5209071" y="2875217"/>
                  </a:lnTo>
                  <a:lnTo>
                    <a:pt x="5200074" y="2871482"/>
                  </a:lnTo>
                  <a:lnTo>
                    <a:pt x="5191078" y="2867733"/>
                  </a:lnTo>
                  <a:lnTo>
                    <a:pt x="5182081" y="2872703"/>
                  </a:lnTo>
                  <a:lnTo>
                    <a:pt x="5173084" y="2868944"/>
                  </a:lnTo>
                  <a:lnTo>
                    <a:pt x="5164088" y="2873933"/>
                  </a:lnTo>
                  <a:lnTo>
                    <a:pt x="5155091" y="2870163"/>
                  </a:lnTo>
                  <a:lnTo>
                    <a:pt x="5146094" y="2866379"/>
                  </a:lnTo>
                  <a:lnTo>
                    <a:pt x="5137098" y="2871390"/>
                  </a:lnTo>
                  <a:lnTo>
                    <a:pt x="5128101" y="2867596"/>
                  </a:lnTo>
                  <a:lnTo>
                    <a:pt x="5119104" y="2872626"/>
                  </a:lnTo>
                  <a:lnTo>
                    <a:pt x="5110108" y="2868821"/>
                  </a:lnTo>
                  <a:lnTo>
                    <a:pt x="5101111" y="2865001"/>
                  </a:lnTo>
                  <a:lnTo>
                    <a:pt x="5092114" y="2870054"/>
                  </a:lnTo>
                  <a:lnTo>
                    <a:pt x="5083118" y="2866224"/>
                  </a:lnTo>
                  <a:lnTo>
                    <a:pt x="5074121" y="2871297"/>
                  </a:lnTo>
                  <a:lnTo>
                    <a:pt x="5065124" y="2867455"/>
                  </a:lnTo>
                  <a:lnTo>
                    <a:pt x="5056128" y="2863599"/>
                  </a:lnTo>
                  <a:lnTo>
                    <a:pt x="5047131" y="2868695"/>
                  </a:lnTo>
                  <a:lnTo>
                    <a:pt x="5038134" y="2864827"/>
                  </a:lnTo>
                  <a:lnTo>
                    <a:pt x="5029138" y="2869943"/>
                  </a:lnTo>
                  <a:lnTo>
                    <a:pt x="5020141" y="2866065"/>
                  </a:lnTo>
                  <a:lnTo>
                    <a:pt x="5011144" y="2871201"/>
                  </a:lnTo>
                  <a:lnTo>
                    <a:pt x="5002148" y="2867310"/>
                  </a:lnTo>
                  <a:lnTo>
                    <a:pt x="4993151" y="2863406"/>
                  </a:lnTo>
                  <a:lnTo>
                    <a:pt x="4984154" y="2868565"/>
                  </a:lnTo>
                  <a:lnTo>
                    <a:pt x="4975158" y="2864649"/>
                  </a:lnTo>
                  <a:lnTo>
                    <a:pt x="4966161" y="2869829"/>
                  </a:lnTo>
                  <a:lnTo>
                    <a:pt x="4957164" y="2865901"/>
                  </a:lnTo>
                  <a:lnTo>
                    <a:pt x="4948168" y="2861959"/>
                  </a:lnTo>
                  <a:lnTo>
                    <a:pt x="4939171" y="2867162"/>
                  </a:lnTo>
                  <a:lnTo>
                    <a:pt x="4930174" y="2863208"/>
                  </a:lnTo>
                  <a:lnTo>
                    <a:pt x="4921178" y="2868433"/>
                  </a:lnTo>
                  <a:lnTo>
                    <a:pt x="4912181" y="2864466"/>
                  </a:lnTo>
                  <a:lnTo>
                    <a:pt x="4903184" y="2860485"/>
                  </a:lnTo>
                  <a:lnTo>
                    <a:pt x="4894188" y="2865734"/>
                  </a:lnTo>
                  <a:lnTo>
                    <a:pt x="4885191" y="2861740"/>
                  </a:lnTo>
                  <a:lnTo>
                    <a:pt x="4876194" y="2867011"/>
                  </a:lnTo>
                  <a:lnTo>
                    <a:pt x="4867198" y="2863005"/>
                  </a:lnTo>
                  <a:lnTo>
                    <a:pt x="4858201" y="2868297"/>
                  </a:lnTo>
                  <a:lnTo>
                    <a:pt x="4849204" y="2864279"/>
                  </a:lnTo>
                  <a:lnTo>
                    <a:pt x="4840208" y="2860246"/>
                  </a:lnTo>
                  <a:lnTo>
                    <a:pt x="4831211" y="2865562"/>
                  </a:lnTo>
                  <a:lnTo>
                    <a:pt x="4822214" y="2861516"/>
                  </a:lnTo>
                  <a:lnTo>
                    <a:pt x="4813218" y="2866855"/>
                  </a:lnTo>
                  <a:lnTo>
                    <a:pt x="4804221" y="2862796"/>
                  </a:lnTo>
                  <a:lnTo>
                    <a:pt x="4795224" y="2858723"/>
                  </a:lnTo>
                  <a:lnTo>
                    <a:pt x="4786228" y="2864086"/>
                  </a:lnTo>
                  <a:lnTo>
                    <a:pt x="4777231" y="2860000"/>
                  </a:lnTo>
                  <a:lnTo>
                    <a:pt x="4768234" y="2865386"/>
                  </a:lnTo>
                  <a:lnTo>
                    <a:pt x="4759238" y="2861286"/>
                  </a:lnTo>
                  <a:lnTo>
                    <a:pt x="4750241" y="2857171"/>
                  </a:lnTo>
                  <a:lnTo>
                    <a:pt x="4741244" y="2862582"/>
                  </a:lnTo>
                  <a:lnTo>
                    <a:pt x="4732248" y="2858454"/>
                  </a:lnTo>
                  <a:lnTo>
                    <a:pt x="4723251" y="2863888"/>
                  </a:lnTo>
                  <a:lnTo>
                    <a:pt x="4714254" y="2859747"/>
                  </a:lnTo>
                  <a:lnTo>
                    <a:pt x="4705258" y="2855590"/>
                  </a:lnTo>
                  <a:lnTo>
                    <a:pt x="4696261" y="2861050"/>
                  </a:lnTo>
                  <a:lnTo>
                    <a:pt x="4687264" y="2856879"/>
                  </a:lnTo>
                  <a:lnTo>
                    <a:pt x="4678268" y="2862363"/>
                  </a:lnTo>
                  <a:lnTo>
                    <a:pt x="4669271" y="2858178"/>
                  </a:lnTo>
                  <a:lnTo>
                    <a:pt x="4660274" y="2863685"/>
                  </a:lnTo>
                  <a:lnTo>
                    <a:pt x="4651278" y="2859488"/>
                  </a:lnTo>
                  <a:lnTo>
                    <a:pt x="4642281" y="2855274"/>
                  </a:lnTo>
                  <a:lnTo>
                    <a:pt x="4633284" y="2860807"/>
                  </a:lnTo>
                  <a:lnTo>
                    <a:pt x="4624288" y="2856579"/>
                  </a:lnTo>
                  <a:lnTo>
                    <a:pt x="4615291" y="2862137"/>
                  </a:lnTo>
                  <a:lnTo>
                    <a:pt x="4606294" y="2857895"/>
                  </a:lnTo>
                  <a:lnTo>
                    <a:pt x="4597298" y="2853637"/>
                  </a:lnTo>
                  <a:lnTo>
                    <a:pt x="4588301" y="2859221"/>
                  </a:lnTo>
                  <a:lnTo>
                    <a:pt x="4579304" y="2854949"/>
                  </a:lnTo>
                  <a:lnTo>
                    <a:pt x="4570308" y="2860558"/>
                  </a:lnTo>
                  <a:lnTo>
                    <a:pt x="4561311" y="2856271"/>
                  </a:lnTo>
                  <a:lnTo>
                    <a:pt x="4552314" y="2851968"/>
                  </a:lnTo>
                  <a:lnTo>
                    <a:pt x="4543318" y="2857604"/>
                  </a:lnTo>
                  <a:lnTo>
                    <a:pt x="4534321" y="2853286"/>
                  </a:lnTo>
                  <a:lnTo>
                    <a:pt x="4525324" y="2858947"/>
                  </a:lnTo>
                  <a:lnTo>
                    <a:pt x="4516328" y="2854615"/>
                  </a:lnTo>
                  <a:lnTo>
                    <a:pt x="4507331" y="2860301"/>
                  </a:lnTo>
                  <a:lnTo>
                    <a:pt x="4498334" y="2855954"/>
                  </a:lnTo>
                  <a:lnTo>
                    <a:pt x="4489338" y="2851590"/>
                  </a:lnTo>
                  <a:lnTo>
                    <a:pt x="4480341" y="2857305"/>
                  </a:lnTo>
                  <a:lnTo>
                    <a:pt x="4471344" y="2852925"/>
                  </a:lnTo>
                  <a:lnTo>
                    <a:pt x="4462348" y="2858666"/>
                  </a:lnTo>
                  <a:lnTo>
                    <a:pt x="4453351" y="2854272"/>
                  </a:lnTo>
                  <a:lnTo>
                    <a:pt x="4444354" y="2849860"/>
                  </a:lnTo>
                  <a:lnTo>
                    <a:pt x="4435358" y="2855629"/>
                  </a:lnTo>
                  <a:lnTo>
                    <a:pt x="4426361" y="2851202"/>
                  </a:lnTo>
                  <a:lnTo>
                    <a:pt x="4417364" y="2856997"/>
                  </a:lnTo>
                  <a:lnTo>
                    <a:pt x="4408368" y="2852555"/>
                  </a:lnTo>
                  <a:lnTo>
                    <a:pt x="4399371" y="2848094"/>
                  </a:lnTo>
                  <a:lnTo>
                    <a:pt x="4390374" y="2853918"/>
                  </a:lnTo>
                  <a:lnTo>
                    <a:pt x="4381378" y="2849443"/>
                  </a:lnTo>
                  <a:lnTo>
                    <a:pt x="4372381" y="2855294"/>
                  </a:lnTo>
                  <a:lnTo>
                    <a:pt x="4363384" y="2850802"/>
                  </a:lnTo>
                  <a:lnTo>
                    <a:pt x="4354388" y="2856680"/>
                  </a:lnTo>
                  <a:lnTo>
                    <a:pt x="4345391" y="2852173"/>
                  </a:lnTo>
                  <a:lnTo>
                    <a:pt x="4336394" y="2847647"/>
                  </a:lnTo>
                  <a:lnTo>
                    <a:pt x="4327398" y="2853555"/>
                  </a:lnTo>
                  <a:lnTo>
                    <a:pt x="4318401" y="2849013"/>
                  </a:lnTo>
                  <a:lnTo>
                    <a:pt x="4309404" y="2854949"/>
                  </a:lnTo>
                  <a:lnTo>
                    <a:pt x="4300408" y="2850391"/>
                  </a:lnTo>
                  <a:lnTo>
                    <a:pt x="4291411" y="2845814"/>
                  </a:lnTo>
                  <a:lnTo>
                    <a:pt x="4282414" y="2851780"/>
                  </a:lnTo>
                  <a:lnTo>
                    <a:pt x="4273418" y="2847187"/>
                  </a:lnTo>
                  <a:lnTo>
                    <a:pt x="4264421" y="2853181"/>
                  </a:lnTo>
                  <a:lnTo>
                    <a:pt x="4255424" y="2848571"/>
                  </a:lnTo>
                  <a:lnTo>
                    <a:pt x="4246428" y="2843942"/>
                  </a:lnTo>
                  <a:lnTo>
                    <a:pt x="4237431" y="2849968"/>
                  </a:lnTo>
                  <a:lnTo>
                    <a:pt x="4228434" y="2845322"/>
                  </a:lnTo>
                  <a:lnTo>
                    <a:pt x="4219438" y="2851376"/>
                  </a:lnTo>
                  <a:lnTo>
                    <a:pt x="4210441" y="2846713"/>
                  </a:lnTo>
                  <a:lnTo>
                    <a:pt x="4201444" y="2852796"/>
                  </a:lnTo>
                  <a:lnTo>
                    <a:pt x="4192448" y="2848116"/>
                  </a:lnTo>
                  <a:lnTo>
                    <a:pt x="4183451" y="2843417"/>
                  </a:lnTo>
                  <a:lnTo>
                    <a:pt x="4174454" y="2849531"/>
                  </a:lnTo>
                  <a:lnTo>
                    <a:pt x="4165457" y="2844815"/>
                  </a:lnTo>
                  <a:lnTo>
                    <a:pt x="4156461" y="2850959"/>
                  </a:lnTo>
                  <a:lnTo>
                    <a:pt x="4147464" y="2846225"/>
                  </a:lnTo>
                  <a:lnTo>
                    <a:pt x="4138467" y="2841470"/>
                  </a:lnTo>
                  <a:lnTo>
                    <a:pt x="4129471" y="2847647"/>
                  </a:lnTo>
                  <a:lnTo>
                    <a:pt x="4120474" y="2842875"/>
                  </a:lnTo>
                  <a:lnTo>
                    <a:pt x="4111477" y="2849082"/>
                  </a:lnTo>
                  <a:lnTo>
                    <a:pt x="4102481" y="2844292"/>
                  </a:lnTo>
                  <a:lnTo>
                    <a:pt x="4093484" y="2850529"/>
                  </a:lnTo>
                  <a:lnTo>
                    <a:pt x="4084487" y="2845721"/>
                  </a:lnTo>
                  <a:lnTo>
                    <a:pt x="4075491" y="2840892"/>
                  </a:lnTo>
                  <a:lnTo>
                    <a:pt x="4066494" y="2847164"/>
                  </a:lnTo>
                  <a:lnTo>
                    <a:pt x="4057497" y="2842316"/>
                  </a:lnTo>
                  <a:lnTo>
                    <a:pt x="4048501" y="2848618"/>
                  </a:lnTo>
                  <a:lnTo>
                    <a:pt x="4039504" y="2843753"/>
                  </a:lnTo>
                  <a:lnTo>
                    <a:pt x="4030507" y="2838866"/>
                  </a:lnTo>
                  <a:lnTo>
                    <a:pt x="4021511" y="2845202"/>
                  </a:lnTo>
                  <a:lnTo>
                    <a:pt x="4012514" y="2840296"/>
                  </a:lnTo>
                  <a:lnTo>
                    <a:pt x="4003517" y="2846665"/>
                  </a:lnTo>
                  <a:lnTo>
                    <a:pt x="3994521" y="2841740"/>
                  </a:lnTo>
                  <a:lnTo>
                    <a:pt x="3985524" y="2836793"/>
                  </a:lnTo>
                  <a:lnTo>
                    <a:pt x="3976527" y="2843197"/>
                  </a:lnTo>
                  <a:lnTo>
                    <a:pt x="3967531" y="2838231"/>
                  </a:lnTo>
                  <a:lnTo>
                    <a:pt x="3958534" y="2844667"/>
                  </a:lnTo>
                  <a:lnTo>
                    <a:pt x="3949537" y="2839682"/>
                  </a:lnTo>
                  <a:lnTo>
                    <a:pt x="3940541" y="2846150"/>
                  </a:lnTo>
                  <a:lnTo>
                    <a:pt x="3931544" y="2841146"/>
                  </a:lnTo>
                  <a:lnTo>
                    <a:pt x="3922547" y="2836118"/>
                  </a:lnTo>
                  <a:lnTo>
                    <a:pt x="3913551" y="2842623"/>
                  </a:lnTo>
                  <a:lnTo>
                    <a:pt x="3904554" y="2837576"/>
                  </a:lnTo>
                  <a:lnTo>
                    <a:pt x="3895557" y="2844114"/>
                  </a:lnTo>
                  <a:lnTo>
                    <a:pt x="3886561" y="2839047"/>
                  </a:lnTo>
                  <a:lnTo>
                    <a:pt x="3877564" y="2833956"/>
                  </a:lnTo>
                  <a:lnTo>
                    <a:pt x="3868567" y="2840532"/>
                  </a:lnTo>
                  <a:lnTo>
                    <a:pt x="3859571" y="2835421"/>
                  </a:lnTo>
                  <a:lnTo>
                    <a:pt x="3850574" y="2842030"/>
                  </a:lnTo>
                  <a:lnTo>
                    <a:pt x="3841577" y="2836899"/>
                  </a:lnTo>
                  <a:lnTo>
                    <a:pt x="3832581" y="2831744"/>
                  </a:lnTo>
                  <a:lnTo>
                    <a:pt x="3823584" y="2838391"/>
                  </a:lnTo>
                  <a:lnTo>
                    <a:pt x="3814587" y="2833216"/>
                  </a:lnTo>
                  <a:lnTo>
                    <a:pt x="3805591" y="2839898"/>
                  </a:lnTo>
                  <a:lnTo>
                    <a:pt x="3796594" y="2834701"/>
                  </a:lnTo>
                  <a:lnTo>
                    <a:pt x="3787597" y="2841418"/>
                  </a:lnTo>
                  <a:lnTo>
                    <a:pt x="3778601" y="2836200"/>
                  </a:lnTo>
                  <a:lnTo>
                    <a:pt x="3769604" y="2830958"/>
                  </a:lnTo>
                  <a:lnTo>
                    <a:pt x="3760607" y="2837714"/>
                  </a:lnTo>
                  <a:lnTo>
                    <a:pt x="3751611" y="2832450"/>
                  </a:lnTo>
                  <a:lnTo>
                    <a:pt x="3742614" y="2839242"/>
                  </a:lnTo>
                  <a:lnTo>
                    <a:pt x="3733617" y="2833956"/>
                  </a:lnTo>
                  <a:lnTo>
                    <a:pt x="3724621" y="2828645"/>
                  </a:lnTo>
                  <a:lnTo>
                    <a:pt x="3715624" y="2835478"/>
                  </a:lnTo>
                  <a:lnTo>
                    <a:pt x="3706627" y="2830144"/>
                  </a:lnTo>
                  <a:lnTo>
                    <a:pt x="3697631" y="2837014"/>
                  </a:lnTo>
                  <a:lnTo>
                    <a:pt x="3688634" y="2831658"/>
                  </a:lnTo>
                  <a:lnTo>
                    <a:pt x="3679637" y="2838565"/>
                  </a:lnTo>
                  <a:lnTo>
                    <a:pt x="3670641" y="2833187"/>
                  </a:lnTo>
                  <a:lnTo>
                    <a:pt x="3661644" y="2827782"/>
                  </a:lnTo>
                  <a:lnTo>
                    <a:pt x="3652647" y="2834730"/>
                  </a:lnTo>
                  <a:lnTo>
                    <a:pt x="3643651" y="2829303"/>
                  </a:lnTo>
                  <a:lnTo>
                    <a:pt x="3634654" y="2836289"/>
                  </a:lnTo>
                  <a:lnTo>
                    <a:pt x="3625657" y="2830839"/>
                  </a:lnTo>
                  <a:lnTo>
                    <a:pt x="3616661" y="2825362"/>
                  </a:lnTo>
                  <a:lnTo>
                    <a:pt x="3607664" y="2832390"/>
                  </a:lnTo>
                  <a:lnTo>
                    <a:pt x="3598667" y="2826889"/>
                  </a:lnTo>
                  <a:lnTo>
                    <a:pt x="3589671" y="2833956"/>
                  </a:lnTo>
                  <a:lnTo>
                    <a:pt x="3580674" y="2828432"/>
                  </a:lnTo>
                  <a:lnTo>
                    <a:pt x="3571677" y="2822880"/>
                  </a:lnTo>
                  <a:lnTo>
                    <a:pt x="3562681" y="2829991"/>
                  </a:lnTo>
                  <a:lnTo>
                    <a:pt x="3553684" y="2824415"/>
                  </a:lnTo>
                  <a:lnTo>
                    <a:pt x="3544687" y="2831565"/>
                  </a:lnTo>
                  <a:lnTo>
                    <a:pt x="3535691" y="2825965"/>
                  </a:lnTo>
                  <a:lnTo>
                    <a:pt x="3526694" y="2833155"/>
                  </a:lnTo>
                  <a:lnTo>
                    <a:pt x="3517697" y="2827530"/>
                  </a:lnTo>
                  <a:lnTo>
                    <a:pt x="3508701" y="2821877"/>
                  </a:lnTo>
                  <a:lnTo>
                    <a:pt x="3499704" y="2829112"/>
                  </a:lnTo>
                  <a:lnTo>
                    <a:pt x="3490707" y="2823433"/>
                  </a:lnTo>
                  <a:lnTo>
                    <a:pt x="3481711" y="2830710"/>
                  </a:lnTo>
                  <a:lnTo>
                    <a:pt x="3472714" y="2825006"/>
                  </a:lnTo>
                  <a:lnTo>
                    <a:pt x="3463717" y="2819273"/>
                  </a:lnTo>
                  <a:lnTo>
                    <a:pt x="3454721" y="2826596"/>
                  </a:lnTo>
                  <a:lnTo>
                    <a:pt x="3445724" y="2820836"/>
                  </a:lnTo>
                  <a:lnTo>
                    <a:pt x="3436727" y="2828201"/>
                  </a:lnTo>
                  <a:lnTo>
                    <a:pt x="3427731" y="2822416"/>
                  </a:lnTo>
                  <a:lnTo>
                    <a:pt x="3418734" y="2829824"/>
                  </a:lnTo>
                  <a:lnTo>
                    <a:pt x="3409737" y="2824013"/>
                  </a:lnTo>
                  <a:lnTo>
                    <a:pt x="3400741" y="2818171"/>
                  </a:lnTo>
                  <a:lnTo>
                    <a:pt x="3391744" y="2825626"/>
                  </a:lnTo>
                  <a:lnTo>
                    <a:pt x="3382747" y="2819757"/>
                  </a:lnTo>
                  <a:lnTo>
                    <a:pt x="3373751" y="2827257"/>
                  </a:lnTo>
                  <a:lnTo>
                    <a:pt x="3364754" y="2821361"/>
                  </a:lnTo>
                  <a:lnTo>
                    <a:pt x="3355757" y="2815434"/>
                  </a:lnTo>
                  <a:lnTo>
                    <a:pt x="3346761" y="2822982"/>
                  </a:lnTo>
                  <a:lnTo>
                    <a:pt x="3337764" y="2817027"/>
                  </a:lnTo>
                  <a:lnTo>
                    <a:pt x="3328767" y="2824620"/>
                  </a:lnTo>
                  <a:lnTo>
                    <a:pt x="3319771" y="2818638"/>
                  </a:lnTo>
                  <a:lnTo>
                    <a:pt x="3310774" y="2826276"/>
                  </a:lnTo>
                  <a:lnTo>
                    <a:pt x="3301777" y="2820266"/>
                  </a:lnTo>
                  <a:lnTo>
                    <a:pt x="3292781" y="2814223"/>
                  </a:lnTo>
                  <a:lnTo>
                    <a:pt x="3283784" y="2821912"/>
                  </a:lnTo>
                  <a:lnTo>
                    <a:pt x="3274787" y="2815840"/>
                  </a:lnTo>
                  <a:lnTo>
                    <a:pt x="3265791" y="2823576"/>
                  </a:lnTo>
                  <a:lnTo>
                    <a:pt x="3256794" y="2817475"/>
                  </a:lnTo>
                  <a:lnTo>
                    <a:pt x="3247797" y="2811340"/>
                  </a:lnTo>
                  <a:lnTo>
                    <a:pt x="3238801" y="2819128"/>
                  </a:lnTo>
                  <a:lnTo>
                    <a:pt x="3229804" y="2812964"/>
                  </a:lnTo>
                  <a:lnTo>
                    <a:pt x="3220807" y="2820800"/>
                  </a:lnTo>
                  <a:lnTo>
                    <a:pt x="3211811" y="2814606"/>
                  </a:lnTo>
                  <a:lnTo>
                    <a:pt x="3202814" y="2822490"/>
                  </a:lnTo>
                  <a:lnTo>
                    <a:pt x="3193817" y="2816266"/>
                  </a:lnTo>
                  <a:lnTo>
                    <a:pt x="3184821" y="2810008"/>
                  </a:lnTo>
                  <a:lnTo>
                    <a:pt x="3175824" y="2817945"/>
                  </a:lnTo>
                  <a:lnTo>
                    <a:pt x="3166827" y="2811656"/>
                  </a:lnTo>
                  <a:lnTo>
                    <a:pt x="3157831" y="2819644"/>
                  </a:lnTo>
                  <a:lnTo>
                    <a:pt x="3148834" y="2813323"/>
                  </a:lnTo>
                  <a:lnTo>
                    <a:pt x="3139837" y="2806966"/>
                  </a:lnTo>
                  <a:lnTo>
                    <a:pt x="3130840" y="2815009"/>
                  </a:lnTo>
                  <a:lnTo>
                    <a:pt x="3121844" y="2808621"/>
                  </a:lnTo>
                  <a:lnTo>
                    <a:pt x="3112847" y="2816715"/>
                  </a:lnTo>
                  <a:lnTo>
                    <a:pt x="3103850" y="2810295"/>
                  </a:lnTo>
                  <a:lnTo>
                    <a:pt x="3094854" y="2803837"/>
                  </a:lnTo>
                  <a:lnTo>
                    <a:pt x="3085857" y="2811988"/>
                  </a:lnTo>
                  <a:lnTo>
                    <a:pt x="3076860" y="2805498"/>
                  </a:lnTo>
                  <a:lnTo>
                    <a:pt x="3067864" y="2813701"/>
                  </a:lnTo>
                  <a:lnTo>
                    <a:pt x="3058867" y="2807177"/>
                  </a:lnTo>
                  <a:lnTo>
                    <a:pt x="3049870" y="2815434"/>
                  </a:lnTo>
                  <a:lnTo>
                    <a:pt x="3040874" y="2808877"/>
                  </a:lnTo>
                  <a:lnTo>
                    <a:pt x="3031877" y="2802282"/>
                  </a:lnTo>
                  <a:lnTo>
                    <a:pt x="3022880" y="2810597"/>
                  </a:lnTo>
                  <a:lnTo>
                    <a:pt x="3013884" y="2803968"/>
                  </a:lnTo>
                  <a:lnTo>
                    <a:pt x="3004887" y="2812338"/>
                  </a:lnTo>
                  <a:lnTo>
                    <a:pt x="2995890" y="2805673"/>
                  </a:lnTo>
                  <a:lnTo>
                    <a:pt x="2986894" y="2798969"/>
                  </a:lnTo>
                  <a:lnTo>
                    <a:pt x="2977897" y="2807400"/>
                  </a:lnTo>
                  <a:lnTo>
                    <a:pt x="2968900" y="2800661"/>
                  </a:lnTo>
                  <a:lnTo>
                    <a:pt x="2959904" y="2809147"/>
                  </a:lnTo>
                  <a:lnTo>
                    <a:pt x="2950907" y="2802372"/>
                  </a:lnTo>
                  <a:lnTo>
                    <a:pt x="2941910" y="2810916"/>
                  </a:lnTo>
                  <a:lnTo>
                    <a:pt x="2932914" y="2804105"/>
                  </a:lnTo>
                  <a:lnTo>
                    <a:pt x="2923917" y="2797252"/>
                  </a:lnTo>
                  <a:lnTo>
                    <a:pt x="2914920" y="2805859"/>
                  </a:lnTo>
                  <a:lnTo>
                    <a:pt x="2905924" y="2798969"/>
                  </a:lnTo>
                  <a:lnTo>
                    <a:pt x="2896927" y="2807635"/>
                  </a:lnTo>
                  <a:lnTo>
                    <a:pt x="2887930" y="2800708"/>
                  </a:lnTo>
                  <a:lnTo>
                    <a:pt x="2878934" y="2793738"/>
                  </a:lnTo>
                  <a:lnTo>
                    <a:pt x="2869937" y="2802468"/>
                  </a:lnTo>
                  <a:lnTo>
                    <a:pt x="2860940" y="2795460"/>
                  </a:lnTo>
                  <a:lnTo>
                    <a:pt x="2851944" y="2804250"/>
                  </a:lnTo>
                  <a:lnTo>
                    <a:pt x="2842947" y="2797203"/>
                  </a:lnTo>
                  <a:lnTo>
                    <a:pt x="2833950" y="2806055"/>
                  </a:lnTo>
                  <a:lnTo>
                    <a:pt x="2824954" y="2798969"/>
                  </a:lnTo>
                  <a:lnTo>
                    <a:pt x="2815957" y="2791838"/>
                  </a:lnTo>
                  <a:lnTo>
                    <a:pt x="2806960" y="2800758"/>
                  </a:lnTo>
                  <a:lnTo>
                    <a:pt x="2797964" y="2793587"/>
                  </a:lnTo>
                  <a:lnTo>
                    <a:pt x="2788967" y="2802569"/>
                  </a:lnTo>
                  <a:lnTo>
                    <a:pt x="2779970" y="2795358"/>
                  </a:lnTo>
                  <a:lnTo>
                    <a:pt x="2770974" y="2788100"/>
                  </a:lnTo>
                  <a:lnTo>
                    <a:pt x="2761977" y="2797152"/>
                  </a:lnTo>
                  <a:lnTo>
                    <a:pt x="2752980" y="2789852"/>
                  </a:lnTo>
                  <a:lnTo>
                    <a:pt x="2743984" y="2798969"/>
                  </a:lnTo>
                  <a:lnTo>
                    <a:pt x="2734987" y="2791628"/>
                  </a:lnTo>
                  <a:lnTo>
                    <a:pt x="2725990" y="2800811"/>
                  </a:lnTo>
                  <a:lnTo>
                    <a:pt x="2716994" y="2793427"/>
                  </a:lnTo>
                  <a:lnTo>
                    <a:pt x="2707997" y="2785994"/>
                  </a:lnTo>
                  <a:lnTo>
                    <a:pt x="2699000" y="2795250"/>
                  </a:lnTo>
                  <a:lnTo>
                    <a:pt x="2690004" y="2787773"/>
                  </a:lnTo>
                  <a:lnTo>
                    <a:pt x="2681007" y="2797097"/>
                  </a:lnTo>
                  <a:lnTo>
                    <a:pt x="2672010" y="2789577"/>
                  </a:lnTo>
                  <a:lnTo>
                    <a:pt x="2663014" y="2798969"/>
                  </a:lnTo>
                  <a:lnTo>
                    <a:pt x="2654017" y="2791405"/>
                  </a:lnTo>
                  <a:lnTo>
                    <a:pt x="2645020" y="2783789"/>
                  </a:lnTo>
                  <a:lnTo>
                    <a:pt x="2636024" y="2793257"/>
                  </a:lnTo>
                  <a:lnTo>
                    <a:pt x="2627027" y="2785595"/>
                  </a:lnTo>
                  <a:lnTo>
                    <a:pt x="2618030" y="2795135"/>
                  </a:lnTo>
                  <a:lnTo>
                    <a:pt x="2609034" y="2787427"/>
                  </a:lnTo>
                  <a:lnTo>
                    <a:pt x="2600037" y="2779666"/>
                  </a:lnTo>
                  <a:lnTo>
                    <a:pt x="2591040" y="2789284"/>
                  </a:lnTo>
                  <a:lnTo>
                    <a:pt x="2582044" y="2781476"/>
                  </a:lnTo>
                  <a:lnTo>
                    <a:pt x="2573047" y="2791167"/>
                  </a:lnTo>
                  <a:lnTo>
                    <a:pt x="2564050" y="2783311"/>
                  </a:lnTo>
                  <a:lnTo>
                    <a:pt x="2555054" y="2793077"/>
                  </a:lnTo>
                  <a:lnTo>
                    <a:pt x="2546057" y="2785172"/>
                  </a:lnTo>
                  <a:lnTo>
                    <a:pt x="2537060" y="2777211"/>
                  </a:lnTo>
                  <a:lnTo>
                    <a:pt x="2528064" y="2787059"/>
                  </a:lnTo>
                  <a:lnTo>
                    <a:pt x="2519067" y="2779048"/>
                  </a:lnTo>
                  <a:lnTo>
                    <a:pt x="2510070" y="2788973"/>
                  </a:lnTo>
                  <a:lnTo>
                    <a:pt x="2501074" y="2780911"/>
                  </a:lnTo>
                  <a:lnTo>
                    <a:pt x="2492077" y="2772792"/>
                  </a:lnTo>
                  <a:lnTo>
                    <a:pt x="2483080" y="2782802"/>
                  </a:lnTo>
                  <a:lnTo>
                    <a:pt x="2474084" y="2774630"/>
                  </a:lnTo>
                  <a:lnTo>
                    <a:pt x="2465087" y="2784720"/>
                  </a:lnTo>
                  <a:lnTo>
                    <a:pt x="2456090" y="2776496"/>
                  </a:lnTo>
                  <a:lnTo>
                    <a:pt x="2447094" y="2786666"/>
                  </a:lnTo>
                  <a:lnTo>
                    <a:pt x="2438097" y="2778389"/>
                  </a:lnTo>
                  <a:lnTo>
                    <a:pt x="2429100" y="2770050"/>
                  </a:lnTo>
                  <a:lnTo>
                    <a:pt x="2420104" y="2780310"/>
                  </a:lnTo>
                  <a:lnTo>
                    <a:pt x="2411107" y="2771916"/>
                  </a:lnTo>
                  <a:lnTo>
                    <a:pt x="2402110" y="2782259"/>
                  </a:lnTo>
                  <a:lnTo>
                    <a:pt x="2393114" y="2773810"/>
                  </a:lnTo>
                  <a:lnTo>
                    <a:pt x="2384117" y="2765298"/>
                  </a:lnTo>
                  <a:lnTo>
                    <a:pt x="2375120" y="2775733"/>
                  </a:lnTo>
                  <a:lnTo>
                    <a:pt x="2366124" y="2767163"/>
                  </a:lnTo>
                  <a:lnTo>
                    <a:pt x="2357127" y="2777684"/>
                  </a:lnTo>
                  <a:lnTo>
                    <a:pt x="2348130" y="2769057"/>
                  </a:lnTo>
                  <a:lnTo>
                    <a:pt x="2339134" y="2779666"/>
                  </a:lnTo>
                  <a:lnTo>
                    <a:pt x="2330137" y="2770980"/>
                  </a:lnTo>
                  <a:lnTo>
                    <a:pt x="2321140" y="2762226"/>
                  </a:lnTo>
                  <a:lnTo>
                    <a:pt x="2312144" y="2772932"/>
                  </a:lnTo>
                  <a:lnTo>
                    <a:pt x="2303147" y="2764118"/>
                  </a:lnTo>
                  <a:lnTo>
                    <a:pt x="2294150" y="2774916"/>
                  </a:lnTo>
                  <a:lnTo>
                    <a:pt x="2285154" y="2766040"/>
                  </a:lnTo>
                  <a:lnTo>
                    <a:pt x="2276157" y="2776930"/>
                  </a:lnTo>
                  <a:lnTo>
                    <a:pt x="2267160" y="2767993"/>
                  </a:lnTo>
                  <a:lnTo>
                    <a:pt x="2258164" y="2758984"/>
                  </a:lnTo>
                  <a:lnTo>
                    <a:pt x="2249167" y="2769976"/>
                  </a:lnTo>
                  <a:lnTo>
                    <a:pt x="2240170" y="2760903"/>
                  </a:lnTo>
                  <a:lnTo>
                    <a:pt x="2231174" y="2771991"/>
                  </a:lnTo>
                  <a:lnTo>
                    <a:pt x="2222177" y="2762854"/>
                  </a:lnTo>
                  <a:lnTo>
                    <a:pt x="2213180" y="2753642"/>
                  </a:lnTo>
                  <a:lnTo>
                    <a:pt x="2204184" y="2764836"/>
                  </a:lnTo>
                  <a:lnTo>
                    <a:pt x="2195187" y="2755557"/>
                  </a:lnTo>
                  <a:lnTo>
                    <a:pt x="2186190" y="2766850"/>
                  </a:lnTo>
                  <a:lnTo>
                    <a:pt x="2177194" y="2757503"/>
                  </a:lnTo>
                  <a:lnTo>
                    <a:pt x="2168197" y="2768898"/>
                  </a:lnTo>
                  <a:lnTo>
                    <a:pt x="2159200" y="2759482"/>
                  </a:lnTo>
                  <a:lnTo>
                    <a:pt x="2150204" y="2749987"/>
                  </a:lnTo>
                  <a:lnTo>
                    <a:pt x="2141207" y="2761494"/>
                  </a:lnTo>
                  <a:lnTo>
                    <a:pt x="2132210" y="2751928"/>
                  </a:lnTo>
                  <a:lnTo>
                    <a:pt x="2123214" y="2763539"/>
                  </a:lnTo>
                  <a:lnTo>
                    <a:pt x="2114217" y="2753901"/>
                  </a:lnTo>
                  <a:lnTo>
                    <a:pt x="2105220" y="2765620"/>
                  </a:lnTo>
                  <a:lnTo>
                    <a:pt x="2096224" y="2755908"/>
                  </a:lnTo>
                  <a:lnTo>
                    <a:pt x="2087227" y="2746113"/>
                  </a:lnTo>
                  <a:lnTo>
                    <a:pt x="2078230" y="2757950"/>
                  </a:lnTo>
                  <a:lnTo>
                    <a:pt x="2069233" y="2748079"/>
                  </a:lnTo>
                  <a:lnTo>
                    <a:pt x="2060237" y="2760027"/>
                  </a:lnTo>
                  <a:lnTo>
                    <a:pt x="2051240" y="2750079"/>
                  </a:lnTo>
                  <a:lnTo>
                    <a:pt x="2042243" y="2740044"/>
                  </a:lnTo>
                  <a:lnTo>
                    <a:pt x="2033247" y="2752114"/>
                  </a:lnTo>
                  <a:lnTo>
                    <a:pt x="2024250" y="2741999"/>
                  </a:lnTo>
                  <a:lnTo>
                    <a:pt x="2015253" y="2754186"/>
                  </a:lnTo>
                  <a:lnTo>
                    <a:pt x="2006257" y="2743990"/>
                  </a:lnTo>
                  <a:lnTo>
                    <a:pt x="1997260" y="2756294"/>
                  </a:lnTo>
                  <a:lnTo>
                    <a:pt x="1988263" y="2746016"/>
                  </a:lnTo>
                  <a:lnTo>
                    <a:pt x="1979267" y="2735644"/>
                  </a:lnTo>
                  <a:lnTo>
                    <a:pt x="1970270" y="2748079"/>
                  </a:lnTo>
                  <a:lnTo>
                    <a:pt x="1961273" y="2737622"/>
                  </a:lnTo>
                  <a:lnTo>
                    <a:pt x="1952277" y="2750180"/>
                  </a:lnTo>
                  <a:lnTo>
                    <a:pt x="1943280" y="2739636"/>
                  </a:lnTo>
                  <a:lnTo>
                    <a:pt x="1934283" y="2752320"/>
                  </a:lnTo>
                  <a:lnTo>
                    <a:pt x="1925287" y="2741688"/>
                  </a:lnTo>
                  <a:lnTo>
                    <a:pt x="1916290" y="2730957"/>
                  </a:lnTo>
                  <a:lnTo>
                    <a:pt x="1907293" y="2743778"/>
                  </a:lnTo>
                  <a:lnTo>
                    <a:pt x="1898297" y="2732956"/>
                  </a:lnTo>
                  <a:lnTo>
                    <a:pt x="1889300" y="2745908"/>
                  </a:lnTo>
                  <a:lnTo>
                    <a:pt x="1880303" y="2734993"/>
                  </a:lnTo>
                  <a:lnTo>
                    <a:pt x="1871307" y="2748079"/>
                  </a:lnTo>
                  <a:lnTo>
                    <a:pt x="1862310" y="2737069"/>
                  </a:lnTo>
                  <a:lnTo>
                    <a:pt x="1853313" y="2725953"/>
                  </a:lnTo>
                  <a:lnTo>
                    <a:pt x="1844317" y="2739186"/>
                  </a:lnTo>
                  <a:lnTo>
                    <a:pt x="1835320" y="2727971"/>
                  </a:lnTo>
                  <a:lnTo>
                    <a:pt x="1826323" y="2741344"/>
                  </a:lnTo>
                  <a:lnTo>
                    <a:pt x="1817327" y="2730029"/>
                  </a:lnTo>
                  <a:lnTo>
                    <a:pt x="1808330" y="2718603"/>
                  </a:lnTo>
                  <a:lnTo>
                    <a:pt x="1799333" y="2732128"/>
                  </a:lnTo>
                  <a:lnTo>
                    <a:pt x="1790337" y="2720598"/>
                  </a:lnTo>
                  <a:lnTo>
                    <a:pt x="1781340" y="2734270"/>
                  </a:lnTo>
                  <a:lnTo>
                    <a:pt x="1772343" y="2722634"/>
                  </a:lnTo>
                  <a:lnTo>
                    <a:pt x="1763347" y="2736454"/>
                  </a:lnTo>
                  <a:lnTo>
                    <a:pt x="1754350" y="2724711"/>
                  </a:lnTo>
                  <a:lnTo>
                    <a:pt x="1745353" y="2712847"/>
                  </a:lnTo>
                  <a:lnTo>
                    <a:pt x="1736357" y="2726831"/>
                  </a:lnTo>
                  <a:lnTo>
                    <a:pt x="1727360" y="2714855"/>
                  </a:lnTo>
                  <a:lnTo>
                    <a:pt x="1718363" y="2728995"/>
                  </a:lnTo>
                  <a:lnTo>
                    <a:pt x="1709367" y="2716905"/>
                  </a:lnTo>
                  <a:lnTo>
                    <a:pt x="1700370" y="2731205"/>
                  </a:lnTo>
                  <a:lnTo>
                    <a:pt x="1691373" y="2718999"/>
                  </a:lnTo>
                  <a:lnTo>
                    <a:pt x="1682377" y="2706663"/>
                  </a:lnTo>
                  <a:lnTo>
                    <a:pt x="1673380" y="2721137"/>
                  </a:lnTo>
                  <a:lnTo>
                    <a:pt x="1664383" y="2708680"/>
                  </a:lnTo>
                  <a:lnTo>
                    <a:pt x="1655387" y="2723322"/>
                  </a:lnTo>
                  <a:lnTo>
                    <a:pt x="1646390" y="2710741"/>
                  </a:lnTo>
                  <a:lnTo>
                    <a:pt x="1637393" y="2725554"/>
                  </a:lnTo>
                  <a:lnTo>
                    <a:pt x="1628397" y="2712847"/>
                  </a:lnTo>
                  <a:lnTo>
                    <a:pt x="1619400" y="2700000"/>
                  </a:lnTo>
                  <a:lnTo>
                    <a:pt x="1610403" y="2715000"/>
                  </a:lnTo>
                  <a:lnTo>
                    <a:pt x="1601407" y="2702022"/>
                  </a:lnTo>
                  <a:lnTo>
                    <a:pt x="1592410" y="2717202"/>
                  </a:lnTo>
                  <a:lnTo>
                    <a:pt x="1583413" y="2704089"/>
                  </a:lnTo>
                  <a:lnTo>
                    <a:pt x="1574417" y="2719453"/>
                  </a:lnTo>
                  <a:lnTo>
                    <a:pt x="1565420" y="2706204"/>
                  </a:lnTo>
                  <a:lnTo>
                    <a:pt x="1556423" y="2692802"/>
                  </a:lnTo>
                  <a:lnTo>
                    <a:pt x="1547427" y="2708367"/>
                  </a:lnTo>
                  <a:lnTo>
                    <a:pt x="1538430" y="2694822"/>
                  </a:lnTo>
                  <a:lnTo>
                    <a:pt x="1529433" y="2710581"/>
                  </a:lnTo>
                  <a:lnTo>
                    <a:pt x="1520437" y="2696889"/>
                  </a:lnTo>
                  <a:lnTo>
                    <a:pt x="1511440" y="2712847"/>
                  </a:lnTo>
                  <a:lnTo>
                    <a:pt x="1502443" y="2699006"/>
                  </a:lnTo>
                  <a:lnTo>
                    <a:pt x="1493447" y="2684999"/>
                  </a:lnTo>
                  <a:lnTo>
                    <a:pt x="1484450" y="2701174"/>
                  </a:lnTo>
                  <a:lnTo>
                    <a:pt x="1475453" y="2687011"/>
                  </a:lnTo>
                  <a:lnTo>
                    <a:pt x="1466457" y="2703395"/>
                  </a:lnTo>
                  <a:lnTo>
                    <a:pt x="1457460" y="2689071"/>
                  </a:lnTo>
                  <a:lnTo>
                    <a:pt x="1448463" y="2705670"/>
                  </a:lnTo>
                  <a:lnTo>
                    <a:pt x="1439467" y="2691183"/>
                  </a:lnTo>
                  <a:lnTo>
                    <a:pt x="1430470" y="2676514"/>
                  </a:lnTo>
                  <a:lnTo>
                    <a:pt x="1421473" y="2693348"/>
                  </a:lnTo>
                  <a:lnTo>
                    <a:pt x="1412477" y="2678507"/>
                  </a:lnTo>
                  <a:lnTo>
                    <a:pt x="1403480" y="2695568"/>
                  </a:lnTo>
                  <a:lnTo>
                    <a:pt x="1394483" y="2680551"/>
                  </a:lnTo>
                  <a:lnTo>
                    <a:pt x="1385487" y="2697845"/>
                  </a:lnTo>
                  <a:lnTo>
                    <a:pt x="1376490" y="2682649"/>
                  </a:lnTo>
                  <a:lnTo>
                    <a:pt x="1367493" y="2667253"/>
                  </a:lnTo>
                  <a:lnTo>
                    <a:pt x="1358497" y="2684801"/>
                  </a:lnTo>
                  <a:lnTo>
                    <a:pt x="1349500" y="2669216"/>
                  </a:lnTo>
                  <a:lnTo>
                    <a:pt x="1340503" y="2687011"/>
                  </a:lnTo>
                  <a:lnTo>
                    <a:pt x="1331507" y="2671231"/>
                  </a:lnTo>
                  <a:lnTo>
                    <a:pt x="1322510" y="2689280"/>
                  </a:lnTo>
                  <a:lnTo>
                    <a:pt x="1313513" y="2673301"/>
                  </a:lnTo>
                  <a:lnTo>
                    <a:pt x="1304517" y="2657104"/>
                  </a:lnTo>
                  <a:lnTo>
                    <a:pt x="1295520" y="2675429"/>
                  </a:lnTo>
                  <a:lnTo>
                    <a:pt x="1286523" y="2659021"/>
                  </a:lnTo>
                  <a:lnTo>
                    <a:pt x="1277527" y="2677615"/>
                  </a:lnTo>
                  <a:lnTo>
                    <a:pt x="1268530" y="2660992"/>
                  </a:lnTo>
                  <a:lnTo>
                    <a:pt x="1259533" y="2679864"/>
                  </a:lnTo>
                  <a:lnTo>
                    <a:pt x="1250537" y="2663019"/>
                  </a:lnTo>
                  <a:lnTo>
                    <a:pt x="1241540" y="2645932"/>
                  </a:lnTo>
                  <a:lnTo>
                    <a:pt x="1232543" y="2665106"/>
                  </a:lnTo>
                  <a:lnTo>
                    <a:pt x="1223547" y="2647784"/>
                  </a:lnTo>
                  <a:lnTo>
                    <a:pt x="1214550" y="2667253"/>
                  </a:lnTo>
                  <a:lnTo>
                    <a:pt x="1205553" y="2649691"/>
                  </a:lnTo>
                  <a:lnTo>
                    <a:pt x="1196557" y="2669465"/>
                  </a:lnTo>
                  <a:lnTo>
                    <a:pt x="1187560" y="2651655"/>
                  </a:lnTo>
                  <a:lnTo>
                    <a:pt x="1178563" y="2633576"/>
                  </a:lnTo>
                  <a:lnTo>
                    <a:pt x="1169567" y="2653679"/>
                  </a:lnTo>
                  <a:lnTo>
                    <a:pt x="1160570" y="2635337"/>
                  </a:lnTo>
                  <a:lnTo>
                    <a:pt x="1151573" y="2655766"/>
                  </a:lnTo>
                  <a:lnTo>
                    <a:pt x="1142577" y="2637154"/>
                  </a:lnTo>
                  <a:lnTo>
                    <a:pt x="1133580" y="2657919"/>
                  </a:lnTo>
                  <a:lnTo>
                    <a:pt x="1124583" y="2639028"/>
                  </a:lnTo>
                  <a:lnTo>
                    <a:pt x="1115587" y="2619835"/>
                  </a:lnTo>
                  <a:lnTo>
                    <a:pt x="1106590" y="2640963"/>
                  </a:lnTo>
                  <a:lnTo>
                    <a:pt x="1097593" y="2621474"/>
                  </a:lnTo>
                  <a:lnTo>
                    <a:pt x="1088597" y="2642961"/>
                  </a:lnTo>
                  <a:lnTo>
                    <a:pt x="1079600" y="2623166"/>
                  </a:lnTo>
                  <a:lnTo>
                    <a:pt x="1070603" y="2645026"/>
                  </a:lnTo>
                  <a:lnTo>
                    <a:pt x="1061607" y="2624916"/>
                  </a:lnTo>
                  <a:lnTo>
                    <a:pt x="1052610" y="2604465"/>
                  </a:lnTo>
                  <a:lnTo>
                    <a:pt x="1043613" y="2626725"/>
                  </a:lnTo>
                  <a:lnTo>
                    <a:pt x="1034616" y="2605937"/>
                  </a:lnTo>
                  <a:lnTo>
                    <a:pt x="1025620" y="2628597"/>
                  </a:lnTo>
                  <a:lnTo>
                    <a:pt x="1016623" y="2607461"/>
                  </a:lnTo>
                  <a:lnTo>
                    <a:pt x="1007626" y="2630536"/>
                  </a:lnTo>
                  <a:lnTo>
                    <a:pt x="998630" y="2609039"/>
                  </a:lnTo>
                  <a:lnTo>
                    <a:pt x="989633" y="2632544"/>
                  </a:lnTo>
                  <a:lnTo>
                    <a:pt x="980636" y="2610675"/>
                  </a:lnTo>
                  <a:lnTo>
                    <a:pt x="971640" y="2588405"/>
                  </a:lnTo>
                  <a:lnTo>
                    <a:pt x="962643" y="2612371"/>
                  </a:lnTo>
                  <a:lnTo>
                    <a:pt x="953646" y="2589701"/>
                  </a:lnTo>
                  <a:lnTo>
                    <a:pt x="944650" y="2614132"/>
                  </a:lnTo>
                  <a:lnTo>
                    <a:pt x="935653" y="2591046"/>
                  </a:lnTo>
                  <a:lnTo>
                    <a:pt x="926656" y="2615960"/>
                  </a:lnTo>
                  <a:lnTo>
                    <a:pt x="917660" y="2592443"/>
                  </a:lnTo>
                  <a:lnTo>
                    <a:pt x="908663" y="2568466"/>
                  </a:lnTo>
                  <a:lnTo>
                    <a:pt x="899666" y="2593896"/>
                  </a:lnTo>
                  <a:lnTo>
                    <a:pt x="890670" y="2569454"/>
                  </a:lnTo>
                  <a:lnTo>
                    <a:pt x="881673" y="2595408"/>
                  </a:lnTo>
                  <a:lnTo>
                    <a:pt x="872676" y="2570482"/>
                  </a:lnTo>
                  <a:lnTo>
                    <a:pt x="863680" y="2596982"/>
                  </a:lnTo>
                  <a:lnTo>
                    <a:pt x="854683" y="2571553"/>
                  </a:lnTo>
                  <a:lnTo>
                    <a:pt x="845686" y="2598622"/>
                  </a:lnTo>
                  <a:lnTo>
                    <a:pt x="836690" y="2572670"/>
                  </a:lnTo>
                  <a:lnTo>
                    <a:pt x="827693" y="2546159"/>
                  </a:lnTo>
                  <a:lnTo>
                    <a:pt x="818696" y="2573835"/>
                  </a:lnTo>
                  <a:lnTo>
                    <a:pt x="809700" y="2546754"/>
                  </a:lnTo>
                  <a:lnTo>
                    <a:pt x="800703" y="2575052"/>
                  </a:lnTo>
                  <a:lnTo>
                    <a:pt x="791706" y="2547377"/>
                  </a:lnTo>
                  <a:lnTo>
                    <a:pt x="782710" y="2576324"/>
                  </a:lnTo>
                  <a:lnTo>
                    <a:pt x="773713" y="2548027"/>
                  </a:lnTo>
                  <a:lnTo>
                    <a:pt x="764716" y="2519072"/>
                  </a:lnTo>
                  <a:lnTo>
                    <a:pt x="755720" y="2548709"/>
                  </a:lnTo>
                  <a:lnTo>
                    <a:pt x="746723" y="2519072"/>
                  </a:lnTo>
                  <a:lnTo>
                    <a:pt x="737726" y="2549423"/>
                  </a:lnTo>
                  <a:lnTo>
                    <a:pt x="728730" y="2519072"/>
                  </a:lnTo>
                  <a:lnTo>
                    <a:pt x="719733" y="2550172"/>
                  </a:lnTo>
                  <a:lnTo>
                    <a:pt x="710736" y="2519072"/>
                  </a:lnTo>
                  <a:lnTo>
                    <a:pt x="701740" y="2550959"/>
                  </a:lnTo>
                  <a:lnTo>
                    <a:pt x="692743" y="2519072"/>
                  </a:lnTo>
                  <a:lnTo>
                    <a:pt x="683746" y="2486357"/>
                  </a:lnTo>
                  <a:lnTo>
                    <a:pt x="674750" y="2519072"/>
                  </a:lnTo>
                  <a:lnTo>
                    <a:pt x="665753" y="2485485"/>
                  </a:lnTo>
                  <a:lnTo>
                    <a:pt x="656756" y="2519072"/>
                  </a:lnTo>
                  <a:lnTo>
                    <a:pt x="647760" y="2484565"/>
                  </a:lnTo>
                  <a:lnTo>
                    <a:pt x="638763" y="2519072"/>
                  </a:lnTo>
                  <a:lnTo>
                    <a:pt x="629766" y="2483592"/>
                  </a:lnTo>
                  <a:lnTo>
                    <a:pt x="620770" y="2519072"/>
                  </a:lnTo>
                  <a:lnTo>
                    <a:pt x="611773" y="2482564"/>
                  </a:lnTo>
                  <a:lnTo>
                    <a:pt x="602776" y="2444982"/>
                  </a:lnTo>
                  <a:lnTo>
                    <a:pt x="593780" y="2481474"/>
                  </a:lnTo>
                  <a:lnTo>
                    <a:pt x="584783" y="2442737"/>
                  </a:lnTo>
                  <a:lnTo>
                    <a:pt x="575786" y="2480317"/>
                  </a:lnTo>
                  <a:lnTo>
                    <a:pt x="566790" y="2440351"/>
                  </a:lnTo>
                  <a:lnTo>
                    <a:pt x="557793" y="2479087"/>
                  </a:lnTo>
                  <a:lnTo>
                    <a:pt x="548796" y="2437812"/>
                  </a:lnTo>
                  <a:lnTo>
                    <a:pt x="539800" y="2477776"/>
                  </a:lnTo>
                  <a:lnTo>
                    <a:pt x="530803" y="2435103"/>
                  </a:lnTo>
                  <a:lnTo>
                    <a:pt x="521806" y="2476376"/>
                  </a:lnTo>
                  <a:lnTo>
                    <a:pt x="512810" y="2432208"/>
                  </a:lnTo>
                  <a:lnTo>
                    <a:pt x="503813" y="2386490"/>
                  </a:lnTo>
                  <a:lnTo>
                    <a:pt x="494816" y="2429105"/>
                  </a:lnTo>
                  <a:lnTo>
                    <a:pt x="485820" y="2381668"/>
                  </a:lnTo>
                  <a:lnTo>
                    <a:pt x="476823" y="2425773"/>
                  </a:lnTo>
                  <a:lnTo>
                    <a:pt x="467826" y="2376483"/>
                  </a:lnTo>
                  <a:lnTo>
                    <a:pt x="458830" y="2422185"/>
                  </a:lnTo>
                  <a:lnTo>
                    <a:pt x="449833" y="2370892"/>
                  </a:lnTo>
                  <a:lnTo>
                    <a:pt x="440836" y="2418309"/>
                  </a:lnTo>
                  <a:lnTo>
                    <a:pt x="431840" y="2364843"/>
                  </a:lnTo>
                  <a:lnTo>
                    <a:pt x="422843" y="2414111"/>
                  </a:lnTo>
                  <a:lnTo>
                    <a:pt x="413846" y="2358280"/>
                  </a:lnTo>
                  <a:lnTo>
                    <a:pt x="404850" y="2300023"/>
                  </a:lnTo>
                  <a:lnTo>
                    <a:pt x="395853" y="2351134"/>
                  </a:lnTo>
                  <a:lnTo>
                    <a:pt x="386856" y="2290066"/>
                  </a:lnTo>
                  <a:lnTo>
                    <a:pt x="377860" y="2343323"/>
                  </a:lnTo>
                  <a:lnTo>
                    <a:pt x="368863" y="2279161"/>
                  </a:lnTo>
                  <a:lnTo>
                    <a:pt x="359866" y="2334750"/>
                  </a:lnTo>
                  <a:lnTo>
                    <a:pt x="350870" y="2267165"/>
                  </a:lnTo>
                  <a:lnTo>
                    <a:pt x="341873" y="2325298"/>
                  </a:lnTo>
                  <a:lnTo>
                    <a:pt x="332876" y="2253907"/>
                  </a:lnTo>
                  <a:lnTo>
                    <a:pt x="323880" y="2314823"/>
                  </a:lnTo>
                  <a:lnTo>
                    <a:pt x="314883" y="2239175"/>
                  </a:lnTo>
                  <a:lnTo>
                    <a:pt x="305886" y="2303152"/>
                  </a:lnTo>
                  <a:lnTo>
                    <a:pt x="296890" y="2222711"/>
                  </a:lnTo>
                  <a:lnTo>
                    <a:pt x="287893" y="2290066"/>
                  </a:lnTo>
                  <a:lnTo>
                    <a:pt x="278896" y="2204188"/>
                  </a:lnTo>
                  <a:lnTo>
                    <a:pt x="269900" y="2275291"/>
                  </a:lnTo>
                  <a:lnTo>
                    <a:pt x="260903" y="2183196"/>
                  </a:lnTo>
                  <a:lnTo>
                    <a:pt x="251906" y="2084749"/>
                  </a:lnTo>
                  <a:lnTo>
                    <a:pt x="242910" y="2159205"/>
                  </a:lnTo>
                  <a:lnTo>
                    <a:pt x="233913" y="2052577"/>
                  </a:lnTo>
                  <a:lnTo>
                    <a:pt x="224916" y="2131523"/>
                  </a:lnTo>
                  <a:lnTo>
                    <a:pt x="215920" y="2015258"/>
                  </a:lnTo>
                  <a:lnTo>
                    <a:pt x="206923" y="2099227"/>
                  </a:lnTo>
                  <a:lnTo>
                    <a:pt x="197926" y="1971448"/>
                  </a:lnTo>
                  <a:lnTo>
                    <a:pt x="188930" y="2061059"/>
                  </a:lnTo>
                  <a:lnTo>
                    <a:pt x="179933" y="1919293"/>
                  </a:lnTo>
                  <a:lnTo>
                    <a:pt x="170936" y="2015258"/>
                  </a:lnTo>
                  <a:lnTo>
                    <a:pt x="161940" y="1856158"/>
                  </a:lnTo>
                  <a:lnTo>
                    <a:pt x="152943" y="1959278"/>
                  </a:lnTo>
                  <a:lnTo>
                    <a:pt x="143946" y="1778169"/>
                  </a:lnTo>
                  <a:lnTo>
                    <a:pt x="134950" y="1889304"/>
                  </a:lnTo>
                  <a:lnTo>
                    <a:pt x="125953" y="1679381"/>
                  </a:lnTo>
                  <a:lnTo>
                    <a:pt x="116956" y="1799337"/>
                  </a:lnTo>
                  <a:lnTo>
                    <a:pt x="107960" y="1550198"/>
                  </a:lnTo>
                  <a:lnTo>
                    <a:pt x="98963" y="1679381"/>
                  </a:lnTo>
                  <a:lnTo>
                    <a:pt x="89966" y="1374039"/>
                  </a:lnTo>
                  <a:lnTo>
                    <a:pt x="80970" y="1511443"/>
                  </a:lnTo>
                  <a:lnTo>
                    <a:pt x="71973" y="1679381"/>
                  </a:lnTo>
                  <a:lnTo>
                    <a:pt x="62976" y="1259536"/>
                  </a:lnTo>
                  <a:lnTo>
                    <a:pt x="53980" y="1439470"/>
                  </a:lnTo>
                  <a:lnTo>
                    <a:pt x="44983" y="839690"/>
                  </a:lnTo>
                  <a:lnTo>
                    <a:pt x="35986" y="1007629"/>
                  </a:lnTo>
                  <a:lnTo>
                    <a:pt x="26990" y="1259536"/>
                  </a:lnTo>
                  <a:lnTo>
                    <a:pt x="17993" y="0"/>
                  </a:lnTo>
                  <a:lnTo>
                    <a:pt x="8996" y="0"/>
                  </a:lnTo>
                  <a:close/>
                </a:path>
              </a:pathLst>
            </a:custGeom>
            <a:solidFill>
              <a:srgbClr val="E5393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85399" y="932743"/>
              <a:ext cx="7719142" cy="0"/>
            </a:xfrm>
            <a:custGeom>
              <a:avLst/>
              <a:pathLst>
                <a:path w="7719142" h="0">
                  <a:moveTo>
                    <a:pt x="0" y="0"/>
                  </a:moveTo>
                  <a:lnTo>
                    <a:pt x="8996" y="0"/>
                  </a:lnTo>
                  <a:lnTo>
                    <a:pt x="17993" y="0"/>
                  </a:lnTo>
                  <a:lnTo>
                    <a:pt x="26990" y="0"/>
                  </a:lnTo>
                  <a:lnTo>
                    <a:pt x="35986" y="0"/>
                  </a:lnTo>
                  <a:lnTo>
                    <a:pt x="44983" y="0"/>
                  </a:lnTo>
                  <a:lnTo>
                    <a:pt x="53980" y="0"/>
                  </a:lnTo>
                  <a:lnTo>
                    <a:pt x="62976" y="0"/>
                  </a:lnTo>
                  <a:lnTo>
                    <a:pt x="71973" y="0"/>
                  </a:lnTo>
                  <a:lnTo>
                    <a:pt x="80970" y="0"/>
                  </a:lnTo>
                  <a:lnTo>
                    <a:pt x="89966" y="0"/>
                  </a:lnTo>
                  <a:lnTo>
                    <a:pt x="98963" y="0"/>
                  </a:lnTo>
                  <a:lnTo>
                    <a:pt x="107960" y="0"/>
                  </a:lnTo>
                  <a:lnTo>
                    <a:pt x="116956" y="0"/>
                  </a:lnTo>
                  <a:lnTo>
                    <a:pt x="125953" y="0"/>
                  </a:lnTo>
                  <a:lnTo>
                    <a:pt x="134950" y="0"/>
                  </a:lnTo>
                  <a:lnTo>
                    <a:pt x="143946" y="0"/>
                  </a:lnTo>
                  <a:lnTo>
                    <a:pt x="152943" y="0"/>
                  </a:lnTo>
                  <a:lnTo>
                    <a:pt x="161940" y="0"/>
                  </a:lnTo>
                  <a:lnTo>
                    <a:pt x="170936" y="0"/>
                  </a:lnTo>
                  <a:lnTo>
                    <a:pt x="179933" y="0"/>
                  </a:lnTo>
                  <a:lnTo>
                    <a:pt x="188930" y="0"/>
                  </a:lnTo>
                  <a:lnTo>
                    <a:pt x="197926" y="0"/>
                  </a:lnTo>
                  <a:lnTo>
                    <a:pt x="206923" y="0"/>
                  </a:lnTo>
                  <a:lnTo>
                    <a:pt x="215920" y="0"/>
                  </a:lnTo>
                  <a:lnTo>
                    <a:pt x="224916" y="0"/>
                  </a:lnTo>
                  <a:lnTo>
                    <a:pt x="233913" y="0"/>
                  </a:lnTo>
                  <a:lnTo>
                    <a:pt x="242910" y="0"/>
                  </a:lnTo>
                  <a:lnTo>
                    <a:pt x="251906" y="0"/>
                  </a:lnTo>
                  <a:lnTo>
                    <a:pt x="260903" y="0"/>
                  </a:lnTo>
                  <a:lnTo>
                    <a:pt x="269900" y="0"/>
                  </a:lnTo>
                  <a:lnTo>
                    <a:pt x="278896" y="0"/>
                  </a:lnTo>
                  <a:lnTo>
                    <a:pt x="287893" y="0"/>
                  </a:lnTo>
                  <a:lnTo>
                    <a:pt x="296890" y="0"/>
                  </a:lnTo>
                  <a:lnTo>
                    <a:pt x="305886" y="0"/>
                  </a:lnTo>
                  <a:lnTo>
                    <a:pt x="314883" y="0"/>
                  </a:lnTo>
                  <a:lnTo>
                    <a:pt x="323880" y="0"/>
                  </a:lnTo>
                  <a:lnTo>
                    <a:pt x="332876" y="0"/>
                  </a:lnTo>
                  <a:lnTo>
                    <a:pt x="341873" y="0"/>
                  </a:lnTo>
                  <a:lnTo>
                    <a:pt x="350870" y="0"/>
                  </a:lnTo>
                  <a:lnTo>
                    <a:pt x="359866" y="0"/>
                  </a:lnTo>
                  <a:lnTo>
                    <a:pt x="368863" y="0"/>
                  </a:lnTo>
                  <a:lnTo>
                    <a:pt x="377860" y="0"/>
                  </a:lnTo>
                  <a:lnTo>
                    <a:pt x="386856" y="0"/>
                  </a:lnTo>
                  <a:lnTo>
                    <a:pt x="395853" y="0"/>
                  </a:lnTo>
                  <a:lnTo>
                    <a:pt x="404850" y="0"/>
                  </a:lnTo>
                  <a:lnTo>
                    <a:pt x="413846" y="0"/>
                  </a:lnTo>
                  <a:lnTo>
                    <a:pt x="422843" y="0"/>
                  </a:lnTo>
                  <a:lnTo>
                    <a:pt x="431840" y="0"/>
                  </a:lnTo>
                  <a:lnTo>
                    <a:pt x="440836" y="0"/>
                  </a:lnTo>
                  <a:lnTo>
                    <a:pt x="449833" y="0"/>
                  </a:lnTo>
                  <a:lnTo>
                    <a:pt x="458830" y="0"/>
                  </a:lnTo>
                  <a:lnTo>
                    <a:pt x="467826" y="0"/>
                  </a:lnTo>
                  <a:lnTo>
                    <a:pt x="476823" y="0"/>
                  </a:lnTo>
                  <a:lnTo>
                    <a:pt x="485820" y="0"/>
                  </a:lnTo>
                  <a:lnTo>
                    <a:pt x="494816" y="0"/>
                  </a:lnTo>
                  <a:lnTo>
                    <a:pt x="503813" y="0"/>
                  </a:lnTo>
                  <a:lnTo>
                    <a:pt x="512810" y="0"/>
                  </a:lnTo>
                  <a:lnTo>
                    <a:pt x="521806" y="0"/>
                  </a:lnTo>
                  <a:lnTo>
                    <a:pt x="530803" y="0"/>
                  </a:lnTo>
                  <a:lnTo>
                    <a:pt x="539800" y="0"/>
                  </a:lnTo>
                  <a:lnTo>
                    <a:pt x="548796" y="0"/>
                  </a:lnTo>
                  <a:lnTo>
                    <a:pt x="557793" y="0"/>
                  </a:lnTo>
                  <a:lnTo>
                    <a:pt x="566790" y="0"/>
                  </a:lnTo>
                  <a:lnTo>
                    <a:pt x="575786" y="0"/>
                  </a:lnTo>
                  <a:lnTo>
                    <a:pt x="584783" y="0"/>
                  </a:lnTo>
                  <a:lnTo>
                    <a:pt x="593780" y="0"/>
                  </a:lnTo>
                  <a:lnTo>
                    <a:pt x="602776" y="0"/>
                  </a:lnTo>
                  <a:lnTo>
                    <a:pt x="611773" y="0"/>
                  </a:lnTo>
                  <a:lnTo>
                    <a:pt x="620770" y="0"/>
                  </a:lnTo>
                  <a:lnTo>
                    <a:pt x="629766" y="0"/>
                  </a:lnTo>
                  <a:lnTo>
                    <a:pt x="638763" y="0"/>
                  </a:lnTo>
                  <a:lnTo>
                    <a:pt x="647760" y="0"/>
                  </a:lnTo>
                  <a:lnTo>
                    <a:pt x="656756" y="0"/>
                  </a:lnTo>
                  <a:lnTo>
                    <a:pt x="665753" y="0"/>
                  </a:lnTo>
                  <a:lnTo>
                    <a:pt x="674750" y="0"/>
                  </a:lnTo>
                  <a:lnTo>
                    <a:pt x="683746" y="0"/>
                  </a:lnTo>
                  <a:lnTo>
                    <a:pt x="692743" y="0"/>
                  </a:lnTo>
                  <a:lnTo>
                    <a:pt x="701740" y="0"/>
                  </a:lnTo>
                  <a:lnTo>
                    <a:pt x="710736" y="0"/>
                  </a:lnTo>
                  <a:lnTo>
                    <a:pt x="719733" y="0"/>
                  </a:lnTo>
                  <a:lnTo>
                    <a:pt x="728730" y="0"/>
                  </a:lnTo>
                  <a:lnTo>
                    <a:pt x="737726" y="0"/>
                  </a:lnTo>
                  <a:lnTo>
                    <a:pt x="746723" y="0"/>
                  </a:lnTo>
                  <a:lnTo>
                    <a:pt x="755720" y="0"/>
                  </a:lnTo>
                  <a:lnTo>
                    <a:pt x="764716" y="0"/>
                  </a:lnTo>
                  <a:lnTo>
                    <a:pt x="773713" y="0"/>
                  </a:lnTo>
                  <a:lnTo>
                    <a:pt x="782710" y="0"/>
                  </a:lnTo>
                  <a:lnTo>
                    <a:pt x="791706" y="0"/>
                  </a:lnTo>
                  <a:lnTo>
                    <a:pt x="800703" y="0"/>
                  </a:lnTo>
                  <a:lnTo>
                    <a:pt x="809700" y="0"/>
                  </a:lnTo>
                  <a:lnTo>
                    <a:pt x="818696" y="0"/>
                  </a:lnTo>
                  <a:lnTo>
                    <a:pt x="827693" y="0"/>
                  </a:lnTo>
                  <a:lnTo>
                    <a:pt x="836690" y="0"/>
                  </a:lnTo>
                  <a:lnTo>
                    <a:pt x="845686" y="0"/>
                  </a:lnTo>
                  <a:lnTo>
                    <a:pt x="854683" y="0"/>
                  </a:lnTo>
                  <a:lnTo>
                    <a:pt x="863680" y="0"/>
                  </a:lnTo>
                  <a:lnTo>
                    <a:pt x="872676" y="0"/>
                  </a:lnTo>
                  <a:lnTo>
                    <a:pt x="881673" y="0"/>
                  </a:lnTo>
                  <a:lnTo>
                    <a:pt x="890670" y="0"/>
                  </a:lnTo>
                  <a:lnTo>
                    <a:pt x="899666" y="0"/>
                  </a:lnTo>
                  <a:lnTo>
                    <a:pt x="908663" y="0"/>
                  </a:lnTo>
                  <a:lnTo>
                    <a:pt x="917660" y="0"/>
                  </a:lnTo>
                  <a:lnTo>
                    <a:pt x="926656" y="0"/>
                  </a:lnTo>
                  <a:lnTo>
                    <a:pt x="935653" y="0"/>
                  </a:lnTo>
                  <a:lnTo>
                    <a:pt x="944650" y="0"/>
                  </a:lnTo>
                  <a:lnTo>
                    <a:pt x="953646" y="0"/>
                  </a:lnTo>
                  <a:lnTo>
                    <a:pt x="962643" y="0"/>
                  </a:lnTo>
                  <a:lnTo>
                    <a:pt x="971640" y="0"/>
                  </a:lnTo>
                  <a:lnTo>
                    <a:pt x="980636" y="0"/>
                  </a:lnTo>
                  <a:lnTo>
                    <a:pt x="989633" y="0"/>
                  </a:lnTo>
                  <a:lnTo>
                    <a:pt x="998630" y="0"/>
                  </a:lnTo>
                  <a:lnTo>
                    <a:pt x="1007626" y="0"/>
                  </a:lnTo>
                  <a:lnTo>
                    <a:pt x="1016623" y="0"/>
                  </a:lnTo>
                  <a:lnTo>
                    <a:pt x="1025620" y="0"/>
                  </a:lnTo>
                  <a:lnTo>
                    <a:pt x="1034616" y="0"/>
                  </a:lnTo>
                  <a:lnTo>
                    <a:pt x="1043613" y="0"/>
                  </a:lnTo>
                  <a:lnTo>
                    <a:pt x="1052610" y="0"/>
                  </a:lnTo>
                  <a:lnTo>
                    <a:pt x="1061607" y="0"/>
                  </a:lnTo>
                  <a:lnTo>
                    <a:pt x="1070603" y="0"/>
                  </a:lnTo>
                  <a:lnTo>
                    <a:pt x="1079600" y="0"/>
                  </a:lnTo>
                  <a:lnTo>
                    <a:pt x="1088597" y="0"/>
                  </a:lnTo>
                  <a:lnTo>
                    <a:pt x="1097593" y="0"/>
                  </a:lnTo>
                  <a:lnTo>
                    <a:pt x="1106590" y="0"/>
                  </a:lnTo>
                  <a:lnTo>
                    <a:pt x="1115587" y="0"/>
                  </a:lnTo>
                  <a:lnTo>
                    <a:pt x="1124583" y="0"/>
                  </a:lnTo>
                  <a:lnTo>
                    <a:pt x="1133580" y="0"/>
                  </a:lnTo>
                  <a:lnTo>
                    <a:pt x="1142577" y="0"/>
                  </a:lnTo>
                  <a:lnTo>
                    <a:pt x="1151573" y="0"/>
                  </a:lnTo>
                  <a:lnTo>
                    <a:pt x="1160570" y="0"/>
                  </a:lnTo>
                  <a:lnTo>
                    <a:pt x="1169567" y="0"/>
                  </a:lnTo>
                  <a:lnTo>
                    <a:pt x="1178563" y="0"/>
                  </a:lnTo>
                  <a:lnTo>
                    <a:pt x="1187560" y="0"/>
                  </a:lnTo>
                  <a:lnTo>
                    <a:pt x="1196557" y="0"/>
                  </a:lnTo>
                  <a:lnTo>
                    <a:pt x="1205553" y="0"/>
                  </a:lnTo>
                  <a:lnTo>
                    <a:pt x="1214550" y="0"/>
                  </a:lnTo>
                  <a:lnTo>
                    <a:pt x="1223547" y="0"/>
                  </a:lnTo>
                  <a:lnTo>
                    <a:pt x="1232543" y="0"/>
                  </a:lnTo>
                  <a:lnTo>
                    <a:pt x="1241540" y="0"/>
                  </a:lnTo>
                  <a:lnTo>
                    <a:pt x="1250537" y="0"/>
                  </a:lnTo>
                  <a:lnTo>
                    <a:pt x="1259533" y="0"/>
                  </a:lnTo>
                  <a:lnTo>
                    <a:pt x="1268530" y="0"/>
                  </a:lnTo>
                  <a:lnTo>
                    <a:pt x="1277527" y="0"/>
                  </a:lnTo>
                  <a:lnTo>
                    <a:pt x="1286523" y="0"/>
                  </a:lnTo>
                  <a:lnTo>
                    <a:pt x="1295520" y="0"/>
                  </a:lnTo>
                  <a:lnTo>
                    <a:pt x="1304517" y="0"/>
                  </a:lnTo>
                  <a:lnTo>
                    <a:pt x="1313513" y="0"/>
                  </a:lnTo>
                  <a:lnTo>
                    <a:pt x="1322510" y="0"/>
                  </a:lnTo>
                  <a:lnTo>
                    <a:pt x="1331507" y="0"/>
                  </a:lnTo>
                  <a:lnTo>
                    <a:pt x="1340503" y="0"/>
                  </a:lnTo>
                  <a:lnTo>
                    <a:pt x="1349500" y="0"/>
                  </a:lnTo>
                  <a:lnTo>
                    <a:pt x="1358497" y="0"/>
                  </a:lnTo>
                  <a:lnTo>
                    <a:pt x="1367493" y="0"/>
                  </a:lnTo>
                  <a:lnTo>
                    <a:pt x="1376490" y="0"/>
                  </a:lnTo>
                  <a:lnTo>
                    <a:pt x="1385487" y="0"/>
                  </a:lnTo>
                  <a:lnTo>
                    <a:pt x="1394483" y="0"/>
                  </a:lnTo>
                  <a:lnTo>
                    <a:pt x="1403480" y="0"/>
                  </a:lnTo>
                  <a:lnTo>
                    <a:pt x="1412477" y="0"/>
                  </a:lnTo>
                  <a:lnTo>
                    <a:pt x="1421473" y="0"/>
                  </a:lnTo>
                  <a:lnTo>
                    <a:pt x="1430470" y="0"/>
                  </a:lnTo>
                  <a:lnTo>
                    <a:pt x="1439467" y="0"/>
                  </a:lnTo>
                  <a:lnTo>
                    <a:pt x="1448463" y="0"/>
                  </a:lnTo>
                  <a:lnTo>
                    <a:pt x="1457460" y="0"/>
                  </a:lnTo>
                  <a:lnTo>
                    <a:pt x="1466457" y="0"/>
                  </a:lnTo>
                  <a:lnTo>
                    <a:pt x="1475453" y="0"/>
                  </a:lnTo>
                  <a:lnTo>
                    <a:pt x="1484450" y="0"/>
                  </a:lnTo>
                  <a:lnTo>
                    <a:pt x="1493447" y="0"/>
                  </a:lnTo>
                  <a:lnTo>
                    <a:pt x="1502443" y="0"/>
                  </a:lnTo>
                  <a:lnTo>
                    <a:pt x="1511440" y="0"/>
                  </a:lnTo>
                  <a:lnTo>
                    <a:pt x="1520437" y="0"/>
                  </a:lnTo>
                  <a:lnTo>
                    <a:pt x="1529433" y="0"/>
                  </a:lnTo>
                  <a:lnTo>
                    <a:pt x="1538430" y="0"/>
                  </a:lnTo>
                  <a:lnTo>
                    <a:pt x="1547427" y="0"/>
                  </a:lnTo>
                  <a:lnTo>
                    <a:pt x="1556423" y="0"/>
                  </a:lnTo>
                  <a:lnTo>
                    <a:pt x="1565420" y="0"/>
                  </a:lnTo>
                  <a:lnTo>
                    <a:pt x="1574417" y="0"/>
                  </a:lnTo>
                  <a:lnTo>
                    <a:pt x="1583413" y="0"/>
                  </a:lnTo>
                  <a:lnTo>
                    <a:pt x="1592410" y="0"/>
                  </a:lnTo>
                  <a:lnTo>
                    <a:pt x="1601407" y="0"/>
                  </a:lnTo>
                  <a:lnTo>
                    <a:pt x="1610403" y="0"/>
                  </a:lnTo>
                  <a:lnTo>
                    <a:pt x="1619400" y="0"/>
                  </a:lnTo>
                  <a:lnTo>
                    <a:pt x="1628397" y="0"/>
                  </a:lnTo>
                  <a:lnTo>
                    <a:pt x="1637393" y="0"/>
                  </a:lnTo>
                  <a:lnTo>
                    <a:pt x="1646390" y="0"/>
                  </a:lnTo>
                  <a:lnTo>
                    <a:pt x="1655387" y="0"/>
                  </a:lnTo>
                  <a:lnTo>
                    <a:pt x="1664383" y="0"/>
                  </a:lnTo>
                  <a:lnTo>
                    <a:pt x="1673380" y="0"/>
                  </a:lnTo>
                  <a:lnTo>
                    <a:pt x="1682377" y="0"/>
                  </a:lnTo>
                  <a:lnTo>
                    <a:pt x="1691373" y="0"/>
                  </a:lnTo>
                  <a:lnTo>
                    <a:pt x="1700370" y="0"/>
                  </a:lnTo>
                  <a:lnTo>
                    <a:pt x="1709367" y="0"/>
                  </a:lnTo>
                  <a:lnTo>
                    <a:pt x="1718363" y="0"/>
                  </a:lnTo>
                  <a:lnTo>
                    <a:pt x="1727360" y="0"/>
                  </a:lnTo>
                  <a:lnTo>
                    <a:pt x="1736357" y="0"/>
                  </a:lnTo>
                  <a:lnTo>
                    <a:pt x="1745353" y="0"/>
                  </a:lnTo>
                  <a:lnTo>
                    <a:pt x="1754350" y="0"/>
                  </a:lnTo>
                  <a:lnTo>
                    <a:pt x="1763347" y="0"/>
                  </a:lnTo>
                  <a:lnTo>
                    <a:pt x="1772343" y="0"/>
                  </a:lnTo>
                  <a:lnTo>
                    <a:pt x="1781340" y="0"/>
                  </a:lnTo>
                  <a:lnTo>
                    <a:pt x="1790337" y="0"/>
                  </a:lnTo>
                  <a:lnTo>
                    <a:pt x="1799333" y="0"/>
                  </a:lnTo>
                  <a:lnTo>
                    <a:pt x="1808330" y="0"/>
                  </a:lnTo>
                  <a:lnTo>
                    <a:pt x="1817327" y="0"/>
                  </a:lnTo>
                  <a:lnTo>
                    <a:pt x="1826323" y="0"/>
                  </a:lnTo>
                  <a:lnTo>
                    <a:pt x="1835320" y="0"/>
                  </a:lnTo>
                  <a:lnTo>
                    <a:pt x="1844317" y="0"/>
                  </a:lnTo>
                  <a:lnTo>
                    <a:pt x="1853313" y="0"/>
                  </a:lnTo>
                  <a:lnTo>
                    <a:pt x="1862310" y="0"/>
                  </a:lnTo>
                  <a:lnTo>
                    <a:pt x="1871307" y="0"/>
                  </a:lnTo>
                  <a:lnTo>
                    <a:pt x="1880303" y="0"/>
                  </a:lnTo>
                  <a:lnTo>
                    <a:pt x="1889300" y="0"/>
                  </a:lnTo>
                  <a:lnTo>
                    <a:pt x="1898297" y="0"/>
                  </a:lnTo>
                  <a:lnTo>
                    <a:pt x="1907293" y="0"/>
                  </a:lnTo>
                  <a:lnTo>
                    <a:pt x="1916290" y="0"/>
                  </a:lnTo>
                  <a:lnTo>
                    <a:pt x="1925287" y="0"/>
                  </a:lnTo>
                  <a:lnTo>
                    <a:pt x="1934283" y="0"/>
                  </a:lnTo>
                  <a:lnTo>
                    <a:pt x="1943280" y="0"/>
                  </a:lnTo>
                  <a:lnTo>
                    <a:pt x="1952277" y="0"/>
                  </a:lnTo>
                  <a:lnTo>
                    <a:pt x="1961273" y="0"/>
                  </a:lnTo>
                  <a:lnTo>
                    <a:pt x="1970270" y="0"/>
                  </a:lnTo>
                  <a:lnTo>
                    <a:pt x="1979267" y="0"/>
                  </a:lnTo>
                  <a:lnTo>
                    <a:pt x="1988263" y="0"/>
                  </a:lnTo>
                  <a:lnTo>
                    <a:pt x="1997260" y="0"/>
                  </a:lnTo>
                  <a:lnTo>
                    <a:pt x="2006257" y="0"/>
                  </a:lnTo>
                  <a:lnTo>
                    <a:pt x="2015253" y="0"/>
                  </a:lnTo>
                  <a:lnTo>
                    <a:pt x="2024250" y="0"/>
                  </a:lnTo>
                  <a:lnTo>
                    <a:pt x="2033247" y="0"/>
                  </a:lnTo>
                  <a:lnTo>
                    <a:pt x="2042243" y="0"/>
                  </a:lnTo>
                  <a:lnTo>
                    <a:pt x="2051240" y="0"/>
                  </a:lnTo>
                  <a:lnTo>
                    <a:pt x="2060237" y="0"/>
                  </a:lnTo>
                  <a:lnTo>
                    <a:pt x="2069233" y="0"/>
                  </a:lnTo>
                  <a:lnTo>
                    <a:pt x="2078230" y="0"/>
                  </a:lnTo>
                  <a:lnTo>
                    <a:pt x="2087227" y="0"/>
                  </a:lnTo>
                  <a:lnTo>
                    <a:pt x="2096224" y="0"/>
                  </a:lnTo>
                  <a:lnTo>
                    <a:pt x="2105220" y="0"/>
                  </a:lnTo>
                  <a:lnTo>
                    <a:pt x="2114217" y="0"/>
                  </a:lnTo>
                  <a:lnTo>
                    <a:pt x="2123214" y="0"/>
                  </a:lnTo>
                  <a:lnTo>
                    <a:pt x="2132210" y="0"/>
                  </a:lnTo>
                  <a:lnTo>
                    <a:pt x="2141207" y="0"/>
                  </a:lnTo>
                  <a:lnTo>
                    <a:pt x="2150204" y="0"/>
                  </a:lnTo>
                  <a:lnTo>
                    <a:pt x="2159200" y="0"/>
                  </a:lnTo>
                  <a:lnTo>
                    <a:pt x="2168197" y="0"/>
                  </a:lnTo>
                  <a:lnTo>
                    <a:pt x="2177194" y="0"/>
                  </a:lnTo>
                  <a:lnTo>
                    <a:pt x="2186190" y="0"/>
                  </a:lnTo>
                  <a:lnTo>
                    <a:pt x="2195187" y="0"/>
                  </a:lnTo>
                  <a:lnTo>
                    <a:pt x="2204184" y="0"/>
                  </a:lnTo>
                  <a:lnTo>
                    <a:pt x="2213180" y="0"/>
                  </a:lnTo>
                  <a:lnTo>
                    <a:pt x="2222177" y="0"/>
                  </a:lnTo>
                  <a:lnTo>
                    <a:pt x="2231174" y="0"/>
                  </a:lnTo>
                  <a:lnTo>
                    <a:pt x="2240170" y="0"/>
                  </a:lnTo>
                  <a:lnTo>
                    <a:pt x="2249167" y="0"/>
                  </a:lnTo>
                  <a:lnTo>
                    <a:pt x="2258164" y="0"/>
                  </a:lnTo>
                  <a:lnTo>
                    <a:pt x="2267160" y="0"/>
                  </a:lnTo>
                  <a:lnTo>
                    <a:pt x="2276157" y="0"/>
                  </a:lnTo>
                  <a:lnTo>
                    <a:pt x="2285154" y="0"/>
                  </a:lnTo>
                  <a:lnTo>
                    <a:pt x="2294150" y="0"/>
                  </a:lnTo>
                  <a:lnTo>
                    <a:pt x="2303147" y="0"/>
                  </a:lnTo>
                  <a:lnTo>
                    <a:pt x="2312144" y="0"/>
                  </a:lnTo>
                  <a:lnTo>
                    <a:pt x="2321140" y="0"/>
                  </a:lnTo>
                  <a:lnTo>
                    <a:pt x="2330137" y="0"/>
                  </a:lnTo>
                  <a:lnTo>
                    <a:pt x="2339134" y="0"/>
                  </a:lnTo>
                  <a:lnTo>
                    <a:pt x="2348130" y="0"/>
                  </a:lnTo>
                  <a:lnTo>
                    <a:pt x="2357127" y="0"/>
                  </a:lnTo>
                  <a:lnTo>
                    <a:pt x="2366124" y="0"/>
                  </a:lnTo>
                  <a:lnTo>
                    <a:pt x="2375120" y="0"/>
                  </a:lnTo>
                  <a:lnTo>
                    <a:pt x="2384117" y="0"/>
                  </a:lnTo>
                  <a:lnTo>
                    <a:pt x="2393114" y="0"/>
                  </a:lnTo>
                  <a:lnTo>
                    <a:pt x="2402110" y="0"/>
                  </a:lnTo>
                  <a:lnTo>
                    <a:pt x="2411107" y="0"/>
                  </a:lnTo>
                  <a:lnTo>
                    <a:pt x="2420104" y="0"/>
                  </a:lnTo>
                  <a:lnTo>
                    <a:pt x="2429100" y="0"/>
                  </a:lnTo>
                  <a:lnTo>
                    <a:pt x="2438097" y="0"/>
                  </a:lnTo>
                  <a:lnTo>
                    <a:pt x="2447094" y="0"/>
                  </a:lnTo>
                  <a:lnTo>
                    <a:pt x="2456090" y="0"/>
                  </a:lnTo>
                  <a:lnTo>
                    <a:pt x="2465087" y="0"/>
                  </a:lnTo>
                  <a:lnTo>
                    <a:pt x="2474084" y="0"/>
                  </a:lnTo>
                  <a:lnTo>
                    <a:pt x="2483080" y="0"/>
                  </a:lnTo>
                  <a:lnTo>
                    <a:pt x="2492077" y="0"/>
                  </a:lnTo>
                  <a:lnTo>
                    <a:pt x="2501074" y="0"/>
                  </a:lnTo>
                  <a:lnTo>
                    <a:pt x="2510070" y="0"/>
                  </a:lnTo>
                  <a:lnTo>
                    <a:pt x="2519067" y="0"/>
                  </a:lnTo>
                  <a:lnTo>
                    <a:pt x="2528064" y="0"/>
                  </a:lnTo>
                  <a:lnTo>
                    <a:pt x="2537060" y="0"/>
                  </a:lnTo>
                  <a:lnTo>
                    <a:pt x="2546057" y="0"/>
                  </a:lnTo>
                  <a:lnTo>
                    <a:pt x="2555054" y="0"/>
                  </a:lnTo>
                  <a:lnTo>
                    <a:pt x="2564050" y="0"/>
                  </a:lnTo>
                  <a:lnTo>
                    <a:pt x="2573047" y="0"/>
                  </a:lnTo>
                  <a:lnTo>
                    <a:pt x="2582044" y="0"/>
                  </a:lnTo>
                  <a:lnTo>
                    <a:pt x="2591040" y="0"/>
                  </a:lnTo>
                  <a:lnTo>
                    <a:pt x="2600037" y="0"/>
                  </a:lnTo>
                  <a:lnTo>
                    <a:pt x="2609034" y="0"/>
                  </a:lnTo>
                  <a:lnTo>
                    <a:pt x="2618030" y="0"/>
                  </a:lnTo>
                  <a:lnTo>
                    <a:pt x="2627027" y="0"/>
                  </a:lnTo>
                  <a:lnTo>
                    <a:pt x="2636024" y="0"/>
                  </a:lnTo>
                  <a:lnTo>
                    <a:pt x="2645020" y="0"/>
                  </a:lnTo>
                  <a:lnTo>
                    <a:pt x="2654017" y="0"/>
                  </a:lnTo>
                  <a:lnTo>
                    <a:pt x="2663014" y="0"/>
                  </a:lnTo>
                  <a:lnTo>
                    <a:pt x="2672010" y="0"/>
                  </a:lnTo>
                  <a:lnTo>
                    <a:pt x="2681007" y="0"/>
                  </a:lnTo>
                  <a:lnTo>
                    <a:pt x="2690004" y="0"/>
                  </a:lnTo>
                  <a:lnTo>
                    <a:pt x="2699000" y="0"/>
                  </a:lnTo>
                  <a:lnTo>
                    <a:pt x="2707997" y="0"/>
                  </a:lnTo>
                  <a:lnTo>
                    <a:pt x="2716994" y="0"/>
                  </a:lnTo>
                  <a:lnTo>
                    <a:pt x="2725990" y="0"/>
                  </a:lnTo>
                  <a:lnTo>
                    <a:pt x="2734987" y="0"/>
                  </a:lnTo>
                  <a:lnTo>
                    <a:pt x="2743984" y="0"/>
                  </a:lnTo>
                  <a:lnTo>
                    <a:pt x="2752980" y="0"/>
                  </a:lnTo>
                  <a:lnTo>
                    <a:pt x="2761977" y="0"/>
                  </a:lnTo>
                  <a:lnTo>
                    <a:pt x="2770974" y="0"/>
                  </a:lnTo>
                  <a:lnTo>
                    <a:pt x="2779970" y="0"/>
                  </a:lnTo>
                  <a:lnTo>
                    <a:pt x="2788967" y="0"/>
                  </a:lnTo>
                  <a:lnTo>
                    <a:pt x="2797964" y="0"/>
                  </a:lnTo>
                  <a:lnTo>
                    <a:pt x="2806960" y="0"/>
                  </a:lnTo>
                  <a:lnTo>
                    <a:pt x="2815957" y="0"/>
                  </a:lnTo>
                  <a:lnTo>
                    <a:pt x="2824954" y="0"/>
                  </a:lnTo>
                  <a:lnTo>
                    <a:pt x="2833950" y="0"/>
                  </a:lnTo>
                  <a:lnTo>
                    <a:pt x="2842947" y="0"/>
                  </a:lnTo>
                  <a:lnTo>
                    <a:pt x="2851944" y="0"/>
                  </a:lnTo>
                  <a:lnTo>
                    <a:pt x="2860940" y="0"/>
                  </a:lnTo>
                  <a:lnTo>
                    <a:pt x="2869937" y="0"/>
                  </a:lnTo>
                  <a:lnTo>
                    <a:pt x="2878934" y="0"/>
                  </a:lnTo>
                  <a:lnTo>
                    <a:pt x="2887930" y="0"/>
                  </a:lnTo>
                  <a:lnTo>
                    <a:pt x="2896927" y="0"/>
                  </a:lnTo>
                  <a:lnTo>
                    <a:pt x="2905924" y="0"/>
                  </a:lnTo>
                  <a:lnTo>
                    <a:pt x="2914920" y="0"/>
                  </a:lnTo>
                  <a:lnTo>
                    <a:pt x="2923917" y="0"/>
                  </a:lnTo>
                  <a:lnTo>
                    <a:pt x="2932914" y="0"/>
                  </a:lnTo>
                  <a:lnTo>
                    <a:pt x="2941910" y="0"/>
                  </a:lnTo>
                  <a:lnTo>
                    <a:pt x="2950907" y="0"/>
                  </a:lnTo>
                  <a:lnTo>
                    <a:pt x="2959904" y="0"/>
                  </a:lnTo>
                  <a:lnTo>
                    <a:pt x="2968900" y="0"/>
                  </a:lnTo>
                  <a:lnTo>
                    <a:pt x="2977897" y="0"/>
                  </a:lnTo>
                  <a:lnTo>
                    <a:pt x="2986894" y="0"/>
                  </a:lnTo>
                  <a:lnTo>
                    <a:pt x="2995890" y="0"/>
                  </a:lnTo>
                  <a:lnTo>
                    <a:pt x="3004887" y="0"/>
                  </a:lnTo>
                  <a:lnTo>
                    <a:pt x="3013884" y="0"/>
                  </a:lnTo>
                  <a:lnTo>
                    <a:pt x="3022880" y="0"/>
                  </a:lnTo>
                  <a:lnTo>
                    <a:pt x="3031877" y="0"/>
                  </a:lnTo>
                  <a:lnTo>
                    <a:pt x="3040874" y="0"/>
                  </a:lnTo>
                  <a:lnTo>
                    <a:pt x="3049870" y="0"/>
                  </a:lnTo>
                  <a:lnTo>
                    <a:pt x="3058867" y="0"/>
                  </a:lnTo>
                  <a:lnTo>
                    <a:pt x="3067864" y="0"/>
                  </a:lnTo>
                  <a:lnTo>
                    <a:pt x="3076860" y="0"/>
                  </a:lnTo>
                  <a:lnTo>
                    <a:pt x="3085857" y="0"/>
                  </a:lnTo>
                  <a:lnTo>
                    <a:pt x="3094854" y="0"/>
                  </a:lnTo>
                  <a:lnTo>
                    <a:pt x="3103850" y="0"/>
                  </a:lnTo>
                  <a:lnTo>
                    <a:pt x="3112847" y="0"/>
                  </a:lnTo>
                  <a:lnTo>
                    <a:pt x="3121844" y="0"/>
                  </a:lnTo>
                  <a:lnTo>
                    <a:pt x="3130840" y="0"/>
                  </a:lnTo>
                  <a:lnTo>
                    <a:pt x="3139837" y="0"/>
                  </a:lnTo>
                  <a:lnTo>
                    <a:pt x="3148834" y="0"/>
                  </a:lnTo>
                  <a:lnTo>
                    <a:pt x="3157831" y="0"/>
                  </a:lnTo>
                  <a:lnTo>
                    <a:pt x="3166827" y="0"/>
                  </a:lnTo>
                  <a:lnTo>
                    <a:pt x="3175824" y="0"/>
                  </a:lnTo>
                  <a:lnTo>
                    <a:pt x="3184821" y="0"/>
                  </a:lnTo>
                  <a:lnTo>
                    <a:pt x="3193817" y="0"/>
                  </a:lnTo>
                  <a:lnTo>
                    <a:pt x="3202814" y="0"/>
                  </a:lnTo>
                  <a:lnTo>
                    <a:pt x="3211811" y="0"/>
                  </a:lnTo>
                  <a:lnTo>
                    <a:pt x="3220807" y="0"/>
                  </a:lnTo>
                  <a:lnTo>
                    <a:pt x="3229804" y="0"/>
                  </a:lnTo>
                  <a:lnTo>
                    <a:pt x="3238801" y="0"/>
                  </a:lnTo>
                  <a:lnTo>
                    <a:pt x="3247797" y="0"/>
                  </a:lnTo>
                  <a:lnTo>
                    <a:pt x="3256794" y="0"/>
                  </a:lnTo>
                  <a:lnTo>
                    <a:pt x="3265791" y="0"/>
                  </a:lnTo>
                  <a:lnTo>
                    <a:pt x="3274787" y="0"/>
                  </a:lnTo>
                  <a:lnTo>
                    <a:pt x="3283784" y="0"/>
                  </a:lnTo>
                  <a:lnTo>
                    <a:pt x="3292781" y="0"/>
                  </a:lnTo>
                  <a:lnTo>
                    <a:pt x="3301777" y="0"/>
                  </a:lnTo>
                  <a:lnTo>
                    <a:pt x="3310774" y="0"/>
                  </a:lnTo>
                  <a:lnTo>
                    <a:pt x="3319771" y="0"/>
                  </a:lnTo>
                  <a:lnTo>
                    <a:pt x="3328767" y="0"/>
                  </a:lnTo>
                  <a:lnTo>
                    <a:pt x="3337764" y="0"/>
                  </a:lnTo>
                  <a:lnTo>
                    <a:pt x="3346761" y="0"/>
                  </a:lnTo>
                  <a:lnTo>
                    <a:pt x="3355757" y="0"/>
                  </a:lnTo>
                  <a:lnTo>
                    <a:pt x="3364754" y="0"/>
                  </a:lnTo>
                  <a:lnTo>
                    <a:pt x="3373751" y="0"/>
                  </a:lnTo>
                  <a:lnTo>
                    <a:pt x="3382747" y="0"/>
                  </a:lnTo>
                  <a:lnTo>
                    <a:pt x="3391744" y="0"/>
                  </a:lnTo>
                  <a:lnTo>
                    <a:pt x="3400741" y="0"/>
                  </a:lnTo>
                  <a:lnTo>
                    <a:pt x="3409737" y="0"/>
                  </a:lnTo>
                  <a:lnTo>
                    <a:pt x="3418734" y="0"/>
                  </a:lnTo>
                  <a:lnTo>
                    <a:pt x="3427731" y="0"/>
                  </a:lnTo>
                  <a:lnTo>
                    <a:pt x="3436727" y="0"/>
                  </a:lnTo>
                  <a:lnTo>
                    <a:pt x="3445724" y="0"/>
                  </a:lnTo>
                  <a:lnTo>
                    <a:pt x="3454721" y="0"/>
                  </a:lnTo>
                  <a:lnTo>
                    <a:pt x="3463717" y="0"/>
                  </a:lnTo>
                  <a:lnTo>
                    <a:pt x="3472714" y="0"/>
                  </a:lnTo>
                  <a:lnTo>
                    <a:pt x="3481711" y="0"/>
                  </a:lnTo>
                  <a:lnTo>
                    <a:pt x="3490707" y="0"/>
                  </a:lnTo>
                  <a:lnTo>
                    <a:pt x="3499704" y="0"/>
                  </a:lnTo>
                  <a:lnTo>
                    <a:pt x="3508701" y="0"/>
                  </a:lnTo>
                  <a:lnTo>
                    <a:pt x="3517697" y="0"/>
                  </a:lnTo>
                  <a:lnTo>
                    <a:pt x="3526694" y="0"/>
                  </a:lnTo>
                  <a:lnTo>
                    <a:pt x="3535691" y="0"/>
                  </a:lnTo>
                  <a:lnTo>
                    <a:pt x="3544687" y="0"/>
                  </a:lnTo>
                  <a:lnTo>
                    <a:pt x="3553684" y="0"/>
                  </a:lnTo>
                  <a:lnTo>
                    <a:pt x="3562681" y="0"/>
                  </a:lnTo>
                  <a:lnTo>
                    <a:pt x="3571677" y="0"/>
                  </a:lnTo>
                  <a:lnTo>
                    <a:pt x="3580674" y="0"/>
                  </a:lnTo>
                  <a:lnTo>
                    <a:pt x="3589671" y="0"/>
                  </a:lnTo>
                  <a:lnTo>
                    <a:pt x="3598667" y="0"/>
                  </a:lnTo>
                  <a:lnTo>
                    <a:pt x="3607664" y="0"/>
                  </a:lnTo>
                  <a:lnTo>
                    <a:pt x="3616661" y="0"/>
                  </a:lnTo>
                  <a:lnTo>
                    <a:pt x="3625657" y="0"/>
                  </a:lnTo>
                  <a:lnTo>
                    <a:pt x="3634654" y="0"/>
                  </a:lnTo>
                  <a:lnTo>
                    <a:pt x="3643651" y="0"/>
                  </a:lnTo>
                  <a:lnTo>
                    <a:pt x="3652647" y="0"/>
                  </a:lnTo>
                  <a:lnTo>
                    <a:pt x="3661644" y="0"/>
                  </a:lnTo>
                  <a:lnTo>
                    <a:pt x="3670641" y="0"/>
                  </a:lnTo>
                  <a:lnTo>
                    <a:pt x="3679637" y="0"/>
                  </a:lnTo>
                  <a:lnTo>
                    <a:pt x="3688634" y="0"/>
                  </a:lnTo>
                  <a:lnTo>
                    <a:pt x="3697631" y="0"/>
                  </a:lnTo>
                  <a:lnTo>
                    <a:pt x="3706627" y="0"/>
                  </a:lnTo>
                  <a:lnTo>
                    <a:pt x="3715624" y="0"/>
                  </a:lnTo>
                  <a:lnTo>
                    <a:pt x="3724621" y="0"/>
                  </a:lnTo>
                  <a:lnTo>
                    <a:pt x="3733617" y="0"/>
                  </a:lnTo>
                  <a:lnTo>
                    <a:pt x="3742614" y="0"/>
                  </a:lnTo>
                  <a:lnTo>
                    <a:pt x="3751611" y="0"/>
                  </a:lnTo>
                  <a:lnTo>
                    <a:pt x="3760607" y="0"/>
                  </a:lnTo>
                  <a:lnTo>
                    <a:pt x="3769604" y="0"/>
                  </a:lnTo>
                  <a:lnTo>
                    <a:pt x="3778601" y="0"/>
                  </a:lnTo>
                  <a:lnTo>
                    <a:pt x="3787597" y="0"/>
                  </a:lnTo>
                  <a:lnTo>
                    <a:pt x="3796594" y="0"/>
                  </a:lnTo>
                  <a:lnTo>
                    <a:pt x="3805591" y="0"/>
                  </a:lnTo>
                  <a:lnTo>
                    <a:pt x="3814587" y="0"/>
                  </a:lnTo>
                  <a:lnTo>
                    <a:pt x="3823584" y="0"/>
                  </a:lnTo>
                  <a:lnTo>
                    <a:pt x="3832581" y="0"/>
                  </a:lnTo>
                  <a:lnTo>
                    <a:pt x="3841577" y="0"/>
                  </a:lnTo>
                  <a:lnTo>
                    <a:pt x="3850574" y="0"/>
                  </a:lnTo>
                  <a:lnTo>
                    <a:pt x="3859571" y="0"/>
                  </a:lnTo>
                  <a:lnTo>
                    <a:pt x="3868567" y="0"/>
                  </a:lnTo>
                  <a:lnTo>
                    <a:pt x="3877564" y="0"/>
                  </a:lnTo>
                  <a:lnTo>
                    <a:pt x="3886561" y="0"/>
                  </a:lnTo>
                  <a:lnTo>
                    <a:pt x="3895557" y="0"/>
                  </a:lnTo>
                  <a:lnTo>
                    <a:pt x="3904554" y="0"/>
                  </a:lnTo>
                  <a:lnTo>
                    <a:pt x="3913551" y="0"/>
                  </a:lnTo>
                  <a:lnTo>
                    <a:pt x="3922547" y="0"/>
                  </a:lnTo>
                  <a:lnTo>
                    <a:pt x="3931544" y="0"/>
                  </a:lnTo>
                  <a:lnTo>
                    <a:pt x="3940541" y="0"/>
                  </a:lnTo>
                  <a:lnTo>
                    <a:pt x="3949537" y="0"/>
                  </a:lnTo>
                  <a:lnTo>
                    <a:pt x="3958534" y="0"/>
                  </a:lnTo>
                  <a:lnTo>
                    <a:pt x="3967531" y="0"/>
                  </a:lnTo>
                  <a:lnTo>
                    <a:pt x="3976527" y="0"/>
                  </a:lnTo>
                  <a:lnTo>
                    <a:pt x="3985524" y="0"/>
                  </a:lnTo>
                  <a:lnTo>
                    <a:pt x="3994521" y="0"/>
                  </a:lnTo>
                  <a:lnTo>
                    <a:pt x="4003517" y="0"/>
                  </a:lnTo>
                  <a:lnTo>
                    <a:pt x="4012514" y="0"/>
                  </a:lnTo>
                  <a:lnTo>
                    <a:pt x="4021511" y="0"/>
                  </a:lnTo>
                  <a:lnTo>
                    <a:pt x="4030507" y="0"/>
                  </a:lnTo>
                  <a:lnTo>
                    <a:pt x="4039504" y="0"/>
                  </a:lnTo>
                  <a:lnTo>
                    <a:pt x="4048501" y="0"/>
                  </a:lnTo>
                  <a:lnTo>
                    <a:pt x="4057497" y="0"/>
                  </a:lnTo>
                  <a:lnTo>
                    <a:pt x="4066494" y="0"/>
                  </a:lnTo>
                  <a:lnTo>
                    <a:pt x="4075491" y="0"/>
                  </a:lnTo>
                  <a:lnTo>
                    <a:pt x="4084487" y="0"/>
                  </a:lnTo>
                  <a:lnTo>
                    <a:pt x="4093484" y="0"/>
                  </a:lnTo>
                  <a:lnTo>
                    <a:pt x="4102481" y="0"/>
                  </a:lnTo>
                  <a:lnTo>
                    <a:pt x="4111477" y="0"/>
                  </a:lnTo>
                  <a:lnTo>
                    <a:pt x="4120474" y="0"/>
                  </a:lnTo>
                  <a:lnTo>
                    <a:pt x="4129471" y="0"/>
                  </a:lnTo>
                  <a:lnTo>
                    <a:pt x="4138467" y="0"/>
                  </a:lnTo>
                  <a:lnTo>
                    <a:pt x="4147464" y="0"/>
                  </a:lnTo>
                  <a:lnTo>
                    <a:pt x="4156461" y="0"/>
                  </a:lnTo>
                  <a:lnTo>
                    <a:pt x="4165457" y="0"/>
                  </a:lnTo>
                  <a:lnTo>
                    <a:pt x="4174454" y="0"/>
                  </a:lnTo>
                  <a:lnTo>
                    <a:pt x="4183451" y="0"/>
                  </a:lnTo>
                  <a:lnTo>
                    <a:pt x="4192448" y="0"/>
                  </a:lnTo>
                  <a:lnTo>
                    <a:pt x="4201444" y="0"/>
                  </a:lnTo>
                  <a:lnTo>
                    <a:pt x="4210441" y="0"/>
                  </a:lnTo>
                  <a:lnTo>
                    <a:pt x="4219438" y="0"/>
                  </a:lnTo>
                  <a:lnTo>
                    <a:pt x="4228434" y="0"/>
                  </a:lnTo>
                  <a:lnTo>
                    <a:pt x="4237431" y="0"/>
                  </a:lnTo>
                  <a:lnTo>
                    <a:pt x="4246428" y="0"/>
                  </a:lnTo>
                  <a:lnTo>
                    <a:pt x="4255424" y="0"/>
                  </a:lnTo>
                  <a:lnTo>
                    <a:pt x="4264421" y="0"/>
                  </a:lnTo>
                  <a:lnTo>
                    <a:pt x="4273418" y="0"/>
                  </a:lnTo>
                  <a:lnTo>
                    <a:pt x="4282414" y="0"/>
                  </a:lnTo>
                  <a:lnTo>
                    <a:pt x="4291411" y="0"/>
                  </a:lnTo>
                  <a:lnTo>
                    <a:pt x="4300408" y="0"/>
                  </a:lnTo>
                  <a:lnTo>
                    <a:pt x="4309404" y="0"/>
                  </a:lnTo>
                  <a:lnTo>
                    <a:pt x="4318401" y="0"/>
                  </a:lnTo>
                  <a:lnTo>
                    <a:pt x="4327398" y="0"/>
                  </a:lnTo>
                  <a:lnTo>
                    <a:pt x="4336394" y="0"/>
                  </a:lnTo>
                  <a:lnTo>
                    <a:pt x="4345391" y="0"/>
                  </a:lnTo>
                  <a:lnTo>
                    <a:pt x="4354388" y="0"/>
                  </a:lnTo>
                  <a:lnTo>
                    <a:pt x="4363384" y="0"/>
                  </a:lnTo>
                  <a:lnTo>
                    <a:pt x="4372381" y="0"/>
                  </a:lnTo>
                  <a:lnTo>
                    <a:pt x="4381378" y="0"/>
                  </a:lnTo>
                  <a:lnTo>
                    <a:pt x="4390374" y="0"/>
                  </a:lnTo>
                  <a:lnTo>
                    <a:pt x="4399371" y="0"/>
                  </a:lnTo>
                  <a:lnTo>
                    <a:pt x="4408368" y="0"/>
                  </a:lnTo>
                  <a:lnTo>
                    <a:pt x="4417364" y="0"/>
                  </a:lnTo>
                  <a:lnTo>
                    <a:pt x="4426361" y="0"/>
                  </a:lnTo>
                  <a:lnTo>
                    <a:pt x="4435358" y="0"/>
                  </a:lnTo>
                  <a:lnTo>
                    <a:pt x="4444354" y="0"/>
                  </a:lnTo>
                  <a:lnTo>
                    <a:pt x="4453351" y="0"/>
                  </a:lnTo>
                  <a:lnTo>
                    <a:pt x="4462348" y="0"/>
                  </a:lnTo>
                  <a:lnTo>
                    <a:pt x="4471344" y="0"/>
                  </a:lnTo>
                  <a:lnTo>
                    <a:pt x="4480341" y="0"/>
                  </a:lnTo>
                  <a:lnTo>
                    <a:pt x="4489338" y="0"/>
                  </a:lnTo>
                  <a:lnTo>
                    <a:pt x="4498334" y="0"/>
                  </a:lnTo>
                  <a:lnTo>
                    <a:pt x="4507331" y="0"/>
                  </a:lnTo>
                  <a:lnTo>
                    <a:pt x="4516328" y="0"/>
                  </a:lnTo>
                  <a:lnTo>
                    <a:pt x="4525324" y="0"/>
                  </a:lnTo>
                  <a:lnTo>
                    <a:pt x="4534321" y="0"/>
                  </a:lnTo>
                  <a:lnTo>
                    <a:pt x="4543318" y="0"/>
                  </a:lnTo>
                  <a:lnTo>
                    <a:pt x="4552314" y="0"/>
                  </a:lnTo>
                  <a:lnTo>
                    <a:pt x="4561311" y="0"/>
                  </a:lnTo>
                  <a:lnTo>
                    <a:pt x="4570308" y="0"/>
                  </a:lnTo>
                  <a:lnTo>
                    <a:pt x="4579304" y="0"/>
                  </a:lnTo>
                  <a:lnTo>
                    <a:pt x="4588301" y="0"/>
                  </a:lnTo>
                  <a:lnTo>
                    <a:pt x="4597298" y="0"/>
                  </a:lnTo>
                  <a:lnTo>
                    <a:pt x="4606294" y="0"/>
                  </a:lnTo>
                  <a:lnTo>
                    <a:pt x="4615291" y="0"/>
                  </a:lnTo>
                  <a:lnTo>
                    <a:pt x="4624288" y="0"/>
                  </a:lnTo>
                  <a:lnTo>
                    <a:pt x="4633284" y="0"/>
                  </a:lnTo>
                  <a:lnTo>
                    <a:pt x="4642281" y="0"/>
                  </a:lnTo>
                  <a:lnTo>
                    <a:pt x="4651278" y="0"/>
                  </a:lnTo>
                  <a:lnTo>
                    <a:pt x="4660274" y="0"/>
                  </a:lnTo>
                  <a:lnTo>
                    <a:pt x="4669271" y="0"/>
                  </a:lnTo>
                  <a:lnTo>
                    <a:pt x="4678268" y="0"/>
                  </a:lnTo>
                  <a:lnTo>
                    <a:pt x="4687264" y="0"/>
                  </a:lnTo>
                  <a:lnTo>
                    <a:pt x="4696261" y="0"/>
                  </a:lnTo>
                  <a:lnTo>
                    <a:pt x="4705258" y="0"/>
                  </a:lnTo>
                  <a:lnTo>
                    <a:pt x="4714254" y="0"/>
                  </a:lnTo>
                  <a:lnTo>
                    <a:pt x="4723251" y="0"/>
                  </a:lnTo>
                  <a:lnTo>
                    <a:pt x="4732248" y="0"/>
                  </a:lnTo>
                  <a:lnTo>
                    <a:pt x="4741244" y="0"/>
                  </a:lnTo>
                  <a:lnTo>
                    <a:pt x="4750241" y="0"/>
                  </a:lnTo>
                  <a:lnTo>
                    <a:pt x="4759238" y="0"/>
                  </a:lnTo>
                  <a:lnTo>
                    <a:pt x="4768234" y="0"/>
                  </a:lnTo>
                  <a:lnTo>
                    <a:pt x="4777231" y="0"/>
                  </a:lnTo>
                  <a:lnTo>
                    <a:pt x="4786228" y="0"/>
                  </a:lnTo>
                  <a:lnTo>
                    <a:pt x="4795224" y="0"/>
                  </a:lnTo>
                  <a:lnTo>
                    <a:pt x="4804221" y="0"/>
                  </a:lnTo>
                  <a:lnTo>
                    <a:pt x="4813218" y="0"/>
                  </a:lnTo>
                  <a:lnTo>
                    <a:pt x="4822214" y="0"/>
                  </a:lnTo>
                  <a:lnTo>
                    <a:pt x="4831211" y="0"/>
                  </a:lnTo>
                  <a:lnTo>
                    <a:pt x="4840208" y="0"/>
                  </a:lnTo>
                  <a:lnTo>
                    <a:pt x="4849204" y="0"/>
                  </a:lnTo>
                  <a:lnTo>
                    <a:pt x="4858201" y="0"/>
                  </a:lnTo>
                  <a:lnTo>
                    <a:pt x="4867198" y="0"/>
                  </a:lnTo>
                  <a:lnTo>
                    <a:pt x="4876194" y="0"/>
                  </a:lnTo>
                  <a:lnTo>
                    <a:pt x="4885191" y="0"/>
                  </a:lnTo>
                  <a:lnTo>
                    <a:pt x="4894188" y="0"/>
                  </a:lnTo>
                  <a:lnTo>
                    <a:pt x="4903184" y="0"/>
                  </a:lnTo>
                  <a:lnTo>
                    <a:pt x="4912181" y="0"/>
                  </a:lnTo>
                  <a:lnTo>
                    <a:pt x="4921178" y="0"/>
                  </a:lnTo>
                  <a:lnTo>
                    <a:pt x="4930174" y="0"/>
                  </a:lnTo>
                  <a:lnTo>
                    <a:pt x="4939171" y="0"/>
                  </a:lnTo>
                  <a:lnTo>
                    <a:pt x="4948168" y="0"/>
                  </a:lnTo>
                  <a:lnTo>
                    <a:pt x="4957164" y="0"/>
                  </a:lnTo>
                  <a:lnTo>
                    <a:pt x="4966161" y="0"/>
                  </a:lnTo>
                  <a:lnTo>
                    <a:pt x="4975158" y="0"/>
                  </a:lnTo>
                  <a:lnTo>
                    <a:pt x="4984154" y="0"/>
                  </a:lnTo>
                  <a:lnTo>
                    <a:pt x="4993151" y="0"/>
                  </a:lnTo>
                  <a:lnTo>
                    <a:pt x="5002148" y="0"/>
                  </a:lnTo>
                  <a:lnTo>
                    <a:pt x="5011144" y="0"/>
                  </a:lnTo>
                  <a:lnTo>
                    <a:pt x="5020141" y="0"/>
                  </a:lnTo>
                  <a:lnTo>
                    <a:pt x="5029138" y="0"/>
                  </a:lnTo>
                  <a:lnTo>
                    <a:pt x="5038134" y="0"/>
                  </a:lnTo>
                  <a:lnTo>
                    <a:pt x="5047131" y="0"/>
                  </a:lnTo>
                  <a:lnTo>
                    <a:pt x="5056128" y="0"/>
                  </a:lnTo>
                  <a:lnTo>
                    <a:pt x="5065124" y="0"/>
                  </a:lnTo>
                  <a:lnTo>
                    <a:pt x="5074121" y="0"/>
                  </a:lnTo>
                  <a:lnTo>
                    <a:pt x="5083118" y="0"/>
                  </a:lnTo>
                  <a:lnTo>
                    <a:pt x="5092114" y="0"/>
                  </a:lnTo>
                  <a:lnTo>
                    <a:pt x="5101111" y="0"/>
                  </a:lnTo>
                  <a:lnTo>
                    <a:pt x="5110108" y="0"/>
                  </a:lnTo>
                  <a:lnTo>
                    <a:pt x="5119104" y="0"/>
                  </a:lnTo>
                  <a:lnTo>
                    <a:pt x="5128101" y="0"/>
                  </a:lnTo>
                  <a:lnTo>
                    <a:pt x="5137098" y="0"/>
                  </a:lnTo>
                  <a:lnTo>
                    <a:pt x="5146094" y="0"/>
                  </a:lnTo>
                  <a:lnTo>
                    <a:pt x="5155091" y="0"/>
                  </a:lnTo>
                  <a:lnTo>
                    <a:pt x="5164088" y="0"/>
                  </a:lnTo>
                  <a:lnTo>
                    <a:pt x="5173084" y="0"/>
                  </a:lnTo>
                  <a:lnTo>
                    <a:pt x="5182081" y="0"/>
                  </a:lnTo>
                  <a:lnTo>
                    <a:pt x="5191078" y="0"/>
                  </a:lnTo>
                  <a:lnTo>
                    <a:pt x="5200074" y="0"/>
                  </a:lnTo>
                  <a:lnTo>
                    <a:pt x="5209071" y="0"/>
                  </a:lnTo>
                  <a:lnTo>
                    <a:pt x="5218068" y="0"/>
                  </a:lnTo>
                  <a:lnTo>
                    <a:pt x="5227065" y="0"/>
                  </a:lnTo>
                  <a:lnTo>
                    <a:pt x="5236061" y="0"/>
                  </a:lnTo>
                  <a:lnTo>
                    <a:pt x="5245058" y="0"/>
                  </a:lnTo>
                  <a:lnTo>
                    <a:pt x="5254055" y="0"/>
                  </a:lnTo>
                  <a:lnTo>
                    <a:pt x="5263051" y="0"/>
                  </a:lnTo>
                  <a:lnTo>
                    <a:pt x="5272048" y="0"/>
                  </a:lnTo>
                  <a:lnTo>
                    <a:pt x="5281045" y="0"/>
                  </a:lnTo>
                  <a:lnTo>
                    <a:pt x="5290041" y="0"/>
                  </a:lnTo>
                  <a:lnTo>
                    <a:pt x="5299038" y="0"/>
                  </a:lnTo>
                  <a:lnTo>
                    <a:pt x="5308035" y="0"/>
                  </a:lnTo>
                  <a:lnTo>
                    <a:pt x="5317031" y="0"/>
                  </a:lnTo>
                  <a:lnTo>
                    <a:pt x="5326028" y="0"/>
                  </a:lnTo>
                  <a:lnTo>
                    <a:pt x="5335025" y="0"/>
                  </a:lnTo>
                  <a:lnTo>
                    <a:pt x="5344021" y="0"/>
                  </a:lnTo>
                  <a:lnTo>
                    <a:pt x="5353018" y="0"/>
                  </a:lnTo>
                  <a:lnTo>
                    <a:pt x="5362015" y="0"/>
                  </a:lnTo>
                  <a:lnTo>
                    <a:pt x="5371011" y="0"/>
                  </a:lnTo>
                  <a:lnTo>
                    <a:pt x="5380008" y="0"/>
                  </a:lnTo>
                  <a:lnTo>
                    <a:pt x="5389005" y="0"/>
                  </a:lnTo>
                  <a:lnTo>
                    <a:pt x="5398001" y="0"/>
                  </a:lnTo>
                  <a:lnTo>
                    <a:pt x="5406998" y="0"/>
                  </a:lnTo>
                  <a:lnTo>
                    <a:pt x="5415995" y="0"/>
                  </a:lnTo>
                  <a:lnTo>
                    <a:pt x="5424991" y="0"/>
                  </a:lnTo>
                  <a:lnTo>
                    <a:pt x="5433988" y="0"/>
                  </a:lnTo>
                  <a:lnTo>
                    <a:pt x="5442985" y="0"/>
                  </a:lnTo>
                  <a:lnTo>
                    <a:pt x="5451981" y="0"/>
                  </a:lnTo>
                  <a:lnTo>
                    <a:pt x="5460978" y="0"/>
                  </a:lnTo>
                  <a:lnTo>
                    <a:pt x="5469975" y="0"/>
                  </a:lnTo>
                  <a:lnTo>
                    <a:pt x="5478971" y="0"/>
                  </a:lnTo>
                  <a:lnTo>
                    <a:pt x="5487968" y="0"/>
                  </a:lnTo>
                  <a:lnTo>
                    <a:pt x="5496965" y="0"/>
                  </a:lnTo>
                  <a:lnTo>
                    <a:pt x="5505961" y="0"/>
                  </a:lnTo>
                  <a:lnTo>
                    <a:pt x="5514958" y="0"/>
                  </a:lnTo>
                  <a:lnTo>
                    <a:pt x="5523955" y="0"/>
                  </a:lnTo>
                  <a:lnTo>
                    <a:pt x="5532951" y="0"/>
                  </a:lnTo>
                  <a:lnTo>
                    <a:pt x="5541948" y="0"/>
                  </a:lnTo>
                  <a:lnTo>
                    <a:pt x="5550945" y="0"/>
                  </a:lnTo>
                  <a:lnTo>
                    <a:pt x="5559941" y="0"/>
                  </a:lnTo>
                  <a:lnTo>
                    <a:pt x="5568938" y="0"/>
                  </a:lnTo>
                  <a:lnTo>
                    <a:pt x="5577935" y="0"/>
                  </a:lnTo>
                  <a:lnTo>
                    <a:pt x="5586931" y="0"/>
                  </a:lnTo>
                  <a:lnTo>
                    <a:pt x="5595928" y="0"/>
                  </a:lnTo>
                  <a:lnTo>
                    <a:pt x="5604925" y="0"/>
                  </a:lnTo>
                  <a:lnTo>
                    <a:pt x="5613921" y="0"/>
                  </a:lnTo>
                  <a:lnTo>
                    <a:pt x="5622918" y="0"/>
                  </a:lnTo>
                  <a:lnTo>
                    <a:pt x="5631915" y="0"/>
                  </a:lnTo>
                  <a:lnTo>
                    <a:pt x="5640911" y="0"/>
                  </a:lnTo>
                  <a:lnTo>
                    <a:pt x="5649908" y="0"/>
                  </a:lnTo>
                  <a:lnTo>
                    <a:pt x="5658905" y="0"/>
                  </a:lnTo>
                  <a:lnTo>
                    <a:pt x="5667901" y="0"/>
                  </a:lnTo>
                  <a:lnTo>
                    <a:pt x="5676898" y="0"/>
                  </a:lnTo>
                  <a:lnTo>
                    <a:pt x="5685895" y="0"/>
                  </a:lnTo>
                  <a:lnTo>
                    <a:pt x="5694891" y="0"/>
                  </a:lnTo>
                  <a:lnTo>
                    <a:pt x="5703888" y="0"/>
                  </a:lnTo>
                  <a:lnTo>
                    <a:pt x="5712885" y="0"/>
                  </a:lnTo>
                  <a:lnTo>
                    <a:pt x="5721881" y="0"/>
                  </a:lnTo>
                  <a:lnTo>
                    <a:pt x="5730878" y="0"/>
                  </a:lnTo>
                  <a:lnTo>
                    <a:pt x="5739875" y="0"/>
                  </a:lnTo>
                  <a:lnTo>
                    <a:pt x="5748871" y="0"/>
                  </a:lnTo>
                  <a:lnTo>
                    <a:pt x="5757868" y="0"/>
                  </a:lnTo>
                  <a:lnTo>
                    <a:pt x="5766865" y="0"/>
                  </a:lnTo>
                  <a:lnTo>
                    <a:pt x="5775861" y="0"/>
                  </a:lnTo>
                  <a:lnTo>
                    <a:pt x="5784858" y="0"/>
                  </a:lnTo>
                  <a:lnTo>
                    <a:pt x="5793855" y="0"/>
                  </a:lnTo>
                  <a:lnTo>
                    <a:pt x="5802851" y="0"/>
                  </a:lnTo>
                  <a:lnTo>
                    <a:pt x="5811848" y="0"/>
                  </a:lnTo>
                  <a:lnTo>
                    <a:pt x="5820845" y="0"/>
                  </a:lnTo>
                  <a:lnTo>
                    <a:pt x="5829841" y="0"/>
                  </a:lnTo>
                  <a:lnTo>
                    <a:pt x="5838838" y="0"/>
                  </a:lnTo>
                  <a:lnTo>
                    <a:pt x="5847835" y="0"/>
                  </a:lnTo>
                  <a:lnTo>
                    <a:pt x="5856831" y="0"/>
                  </a:lnTo>
                  <a:lnTo>
                    <a:pt x="5865828" y="0"/>
                  </a:lnTo>
                  <a:lnTo>
                    <a:pt x="5874825" y="0"/>
                  </a:lnTo>
                  <a:lnTo>
                    <a:pt x="5883821" y="0"/>
                  </a:lnTo>
                  <a:lnTo>
                    <a:pt x="5892818" y="0"/>
                  </a:lnTo>
                  <a:lnTo>
                    <a:pt x="5901815" y="0"/>
                  </a:lnTo>
                  <a:lnTo>
                    <a:pt x="5910811" y="0"/>
                  </a:lnTo>
                  <a:lnTo>
                    <a:pt x="5919808" y="0"/>
                  </a:lnTo>
                  <a:lnTo>
                    <a:pt x="5928805" y="0"/>
                  </a:lnTo>
                  <a:lnTo>
                    <a:pt x="5937801" y="0"/>
                  </a:lnTo>
                  <a:lnTo>
                    <a:pt x="5946798" y="0"/>
                  </a:lnTo>
                  <a:lnTo>
                    <a:pt x="5955795" y="0"/>
                  </a:lnTo>
                  <a:lnTo>
                    <a:pt x="5964791" y="0"/>
                  </a:lnTo>
                  <a:lnTo>
                    <a:pt x="5973788" y="0"/>
                  </a:lnTo>
                  <a:lnTo>
                    <a:pt x="5982785" y="0"/>
                  </a:lnTo>
                  <a:lnTo>
                    <a:pt x="5991781" y="0"/>
                  </a:lnTo>
                  <a:lnTo>
                    <a:pt x="6000778" y="0"/>
                  </a:lnTo>
                  <a:lnTo>
                    <a:pt x="6009775" y="0"/>
                  </a:lnTo>
                  <a:lnTo>
                    <a:pt x="6018771" y="0"/>
                  </a:lnTo>
                  <a:lnTo>
                    <a:pt x="6027768" y="0"/>
                  </a:lnTo>
                  <a:lnTo>
                    <a:pt x="6036765" y="0"/>
                  </a:lnTo>
                  <a:lnTo>
                    <a:pt x="6045761" y="0"/>
                  </a:lnTo>
                  <a:lnTo>
                    <a:pt x="6054758" y="0"/>
                  </a:lnTo>
                  <a:lnTo>
                    <a:pt x="6063755" y="0"/>
                  </a:lnTo>
                  <a:lnTo>
                    <a:pt x="6072751" y="0"/>
                  </a:lnTo>
                  <a:lnTo>
                    <a:pt x="6081748" y="0"/>
                  </a:lnTo>
                  <a:lnTo>
                    <a:pt x="6090745" y="0"/>
                  </a:lnTo>
                  <a:lnTo>
                    <a:pt x="6099741" y="0"/>
                  </a:lnTo>
                  <a:lnTo>
                    <a:pt x="6108738" y="0"/>
                  </a:lnTo>
                  <a:lnTo>
                    <a:pt x="6117735" y="0"/>
                  </a:lnTo>
                  <a:lnTo>
                    <a:pt x="6126731" y="0"/>
                  </a:lnTo>
                  <a:lnTo>
                    <a:pt x="6135728" y="0"/>
                  </a:lnTo>
                  <a:lnTo>
                    <a:pt x="6144725" y="0"/>
                  </a:lnTo>
                  <a:lnTo>
                    <a:pt x="6153721" y="0"/>
                  </a:lnTo>
                  <a:lnTo>
                    <a:pt x="6162718" y="0"/>
                  </a:lnTo>
                  <a:lnTo>
                    <a:pt x="6171715" y="0"/>
                  </a:lnTo>
                  <a:lnTo>
                    <a:pt x="6180711" y="0"/>
                  </a:lnTo>
                  <a:lnTo>
                    <a:pt x="6189708" y="0"/>
                  </a:lnTo>
                  <a:lnTo>
                    <a:pt x="6198705" y="0"/>
                  </a:lnTo>
                  <a:lnTo>
                    <a:pt x="6207701" y="0"/>
                  </a:lnTo>
                  <a:lnTo>
                    <a:pt x="6216698" y="0"/>
                  </a:lnTo>
                  <a:lnTo>
                    <a:pt x="6225695" y="0"/>
                  </a:lnTo>
                  <a:lnTo>
                    <a:pt x="6234691" y="0"/>
                  </a:lnTo>
                  <a:lnTo>
                    <a:pt x="6243688" y="0"/>
                  </a:lnTo>
                  <a:lnTo>
                    <a:pt x="6252685" y="0"/>
                  </a:lnTo>
                  <a:lnTo>
                    <a:pt x="6261681" y="0"/>
                  </a:lnTo>
                  <a:lnTo>
                    <a:pt x="6270678" y="0"/>
                  </a:lnTo>
                  <a:lnTo>
                    <a:pt x="6279675" y="0"/>
                  </a:lnTo>
                  <a:lnTo>
                    <a:pt x="6288672" y="0"/>
                  </a:lnTo>
                  <a:lnTo>
                    <a:pt x="6297668" y="0"/>
                  </a:lnTo>
                  <a:lnTo>
                    <a:pt x="6306665" y="0"/>
                  </a:lnTo>
                  <a:lnTo>
                    <a:pt x="6315662" y="0"/>
                  </a:lnTo>
                  <a:lnTo>
                    <a:pt x="6324658" y="0"/>
                  </a:lnTo>
                  <a:lnTo>
                    <a:pt x="6333655" y="0"/>
                  </a:lnTo>
                  <a:lnTo>
                    <a:pt x="6342652" y="0"/>
                  </a:lnTo>
                  <a:lnTo>
                    <a:pt x="6351648" y="0"/>
                  </a:lnTo>
                  <a:lnTo>
                    <a:pt x="6360645" y="0"/>
                  </a:lnTo>
                  <a:lnTo>
                    <a:pt x="6369642" y="0"/>
                  </a:lnTo>
                  <a:lnTo>
                    <a:pt x="6378638" y="0"/>
                  </a:lnTo>
                  <a:lnTo>
                    <a:pt x="6387635" y="0"/>
                  </a:lnTo>
                  <a:lnTo>
                    <a:pt x="6396632" y="0"/>
                  </a:lnTo>
                  <a:lnTo>
                    <a:pt x="6405628" y="0"/>
                  </a:lnTo>
                  <a:lnTo>
                    <a:pt x="6414625" y="0"/>
                  </a:lnTo>
                  <a:lnTo>
                    <a:pt x="6423622" y="0"/>
                  </a:lnTo>
                  <a:lnTo>
                    <a:pt x="6432618" y="0"/>
                  </a:lnTo>
                  <a:lnTo>
                    <a:pt x="6441615" y="0"/>
                  </a:lnTo>
                  <a:lnTo>
                    <a:pt x="6450612" y="0"/>
                  </a:lnTo>
                  <a:lnTo>
                    <a:pt x="6459608" y="0"/>
                  </a:lnTo>
                  <a:lnTo>
                    <a:pt x="6468605" y="0"/>
                  </a:lnTo>
                  <a:lnTo>
                    <a:pt x="6477602" y="0"/>
                  </a:lnTo>
                  <a:lnTo>
                    <a:pt x="6486598" y="0"/>
                  </a:lnTo>
                  <a:lnTo>
                    <a:pt x="6495595" y="0"/>
                  </a:lnTo>
                  <a:lnTo>
                    <a:pt x="6504592" y="0"/>
                  </a:lnTo>
                  <a:lnTo>
                    <a:pt x="6513588" y="0"/>
                  </a:lnTo>
                  <a:lnTo>
                    <a:pt x="6522585" y="0"/>
                  </a:lnTo>
                  <a:lnTo>
                    <a:pt x="6531582" y="0"/>
                  </a:lnTo>
                  <a:lnTo>
                    <a:pt x="6540578" y="0"/>
                  </a:lnTo>
                  <a:lnTo>
                    <a:pt x="6549575" y="0"/>
                  </a:lnTo>
                  <a:lnTo>
                    <a:pt x="6558572" y="0"/>
                  </a:lnTo>
                  <a:lnTo>
                    <a:pt x="6567568" y="0"/>
                  </a:lnTo>
                  <a:lnTo>
                    <a:pt x="6576565" y="0"/>
                  </a:lnTo>
                  <a:lnTo>
                    <a:pt x="6585562" y="0"/>
                  </a:lnTo>
                  <a:lnTo>
                    <a:pt x="6594558" y="0"/>
                  </a:lnTo>
                  <a:lnTo>
                    <a:pt x="6603555" y="0"/>
                  </a:lnTo>
                  <a:lnTo>
                    <a:pt x="6612552" y="0"/>
                  </a:lnTo>
                  <a:lnTo>
                    <a:pt x="6621548" y="0"/>
                  </a:lnTo>
                  <a:lnTo>
                    <a:pt x="6630545" y="0"/>
                  </a:lnTo>
                  <a:lnTo>
                    <a:pt x="6639542" y="0"/>
                  </a:lnTo>
                  <a:lnTo>
                    <a:pt x="6648538" y="0"/>
                  </a:lnTo>
                  <a:lnTo>
                    <a:pt x="6657535" y="0"/>
                  </a:lnTo>
                  <a:lnTo>
                    <a:pt x="6666532" y="0"/>
                  </a:lnTo>
                  <a:lnTo>
                    <a:pt x="6675528" y="0"/>
                  </a:lnTo>
                  <a:lnTo>
                    <a:pt x="6684525" y="0"/>
                  </a:lnTo>
                  <a:lnTo>
                    <a:pt x="6693522" y="0"/>
                  </a:lnTo>
                  <a:lnTo>
                    <a:pt x="6702518" y="0"/>
                  </a:lnTo>
                  <a:lnTo>
                    <a:pt x="6711515" y="0"/>
                  </a:lnTo>
                  <a:lnTo>
                    <a:pt x="6720512" y="0"/>
                  </a:lnTo>
                  <a:lnTo>
                    <a:pt x="6729508" y="0"/>
                  </a:lnTo>
                  <a:lnTo>
                    <a:pt x="6738505" y="0"/>
                  </a:lnTo>
                  <a:lnTo>
                    <a:pt x="6747502" y="0"/>
                  </a:lnTo>
                  <a:lnTo>
                    <a:pt x="6756498" y="0"/>
                  </a:lnTo>
                  <a:lnTo>
                    <a:pt x="6765495" y="0"/>
                  </a:lnTo>
                  <a:lnTo>
                    <a:pt x="6774492" y="0"/>
                  </a:lnTo>
                  <a:lnTo>
                    <a:pt x="6783488" y="0"/>
                  </a:lnTo>
                  <a:lnTo>
                    <a:pt x="6792485" y="0"/>
                  </a:lnTo>
                  <a:lnTo>
                    <a:pt x="6801482" y="0"/>
                  </a:lnTo>
                  <a:lnTo>
                    <a:pt x="6810478" y="0"/>
                  </a:lnTo>
                  <a:lnTo>
                    <a:pt x="6819475" y="0"/>
                  </a:lnTo>
                  <a:lnTo>
                    <a:pt x="6828472" y="0"/>
                  </a:lnTo>
                  <a:lnTo>
                    <a:pt x="6837468" y="0"/>
                  </a:lnTo>
                  <a:lnTo>
                    <a:pt x="6846465" y="0"/>
                  </a:lnTo>
                  <a:lnTo>
                    <a:pt x="6855462" y="0"/>
                  </a:lnTo>
                  <a:lnTo>
                    <a:pt x="6864458" y="0"/>
                  </a:lnTo>
                  <a:lnTo>
                    <a:pt x="6873455" y="0"/>
                  </a:lnTo>
                  <a:lnTo>
                    <a:pt x="6882452" y="0"/>
                  </a:lnTo>
                  <a:lnTo>
                    <a:pt x="6891448" y="0"/>
                  </a:lnTo>
                  <a:lnTo>
                    <a:pt x="6900445" y="0"/>
                  </a:lnTo>
                  <a:lnTo>
                    <a:pt x="6909442" y="0"/>
                  </a:lnTo>
                  <a:lnTo>
                    <a:pt x="6918438" y="0"/>
                  </a:lnTo>
                  <a:lnTo>
                    <a:pt x="6927435" y="0"/>
                  </a:lnTo>
                  <a:lnTo>
                    <a:pt x="6936432" y="0"/>
                  </a:lnTo>
                  <a:lnTo>
                    <a:pt x="6945428" y="0"/>
                  </a:lnTo>
                  <a:lnTo>
                    <a:pt x="6954425" y="0"/>
                  </a:lnTo>
                  <a:lnTo>
                    <a:pt x="6963422" y="0"/>
                  </a:lnTo>
                  <a:lnTo>
                    <a:pt x="6972418" y="0"/>
                  </a:lnTo>
                  <a:lnTo>
                    <a:pt x="6981415" y="0"/>
                  </a:lnTo>
                  <a:lnTo>
                    <a:pt x="6990412" y="0"/>
                  </a:lnTo>
                  <a:lnTo>
                    <a:pt x="6999408" y="0"/>
                  </a:lnTo>
                  <a:lnTo>
                    <a:pt x="7008405" y="0"/>
                  </a:lnTo>
                  <a:lnTo>
                    <a:pt x="7017402" y="0"/>
                  </a:lnTo>
                  <a:lnTo>
                    <a:pt x="7026398" y="0"/>
                  </a:lnTo>
                  <a:lnTo>
                    <a:pt x="7035395" y="0"/>
                  </a:lnTo>
                  <a:lnTo>
                    <a:pt x="7044392" y="0"/>
                  </a:lnTo>
                  <a:lnTo>
                    <a:pt x="7053388" y="0"/>
                  </a:lnTo>
                  <a:lnTo>
                    <a:pt x="7062385" y="0"/>
                  </a:lnTo>
                  <a:lnTo>
                    <a:pt x="7071382" y="0"/>
                  </a:lnTo>
                  <a:lnTo>
                    <a:pt x="7080378" y="0"/>
                  </a:lnTo>
                  <a:lnTo>
                    <a:pt x="7089375" y="0"/>
                  </a:lnTo>
                  <a:lnTo>
                    <a:pt x="7098372" y="0"/>
                  </a:lnTo>
                  <a:lnTo>
                    <a:pt x="7107368" y="0"/>
                  </a:lnTo>
                  <a:lnTo>
                    <a:pt x="7116365" y="0"/>
                  </a:lnTo>
                  <a:lnTo>
                    <a:pt x="7125362" y="0"/>
                  </a:lnTo>
                  <a:lnTo>
                    <a:pt x="7134358" y="0"/>
                  </a:lnTo>
                  <a:lnTo>
                    <a:pt x="7143355" y="0"/>
                  </a:lnTo>
                  <a:lnTo>
                    <a:pt x="7152352" y="0"/>
                  </a:lnTo>
                  <a:lnTo>
                    <a:pt x="7161348" y="0"/>
                  </a:lnTo>
                  <a:lnTo>
                    <a:pt x="7170345" y="0"/>
                  </a:lnTo>
                  <a:lnTo>
                    <a:pt x="7179342" y="0"/>
                  </a:lnTo>
                  <a:lnTo>
                    <a:pt x="7188338" y="0"/>
                  </a:lnTo>
                  <a:lnTo>
                    <a:pt x="7197335" y="0"/>
                  </a:lnTo>
                  <a:lnTo>
                    <a:pt x="7206332" y="0"/>
                  </a:lnTo>
                  <a:lnTo>
                    <a:pt x="7215328" y="0"/>
                  </a:lnTo>
                  <a:lnTo>
                    <a:pt x="7224325" y="0"/>
                  </a:lnTo>
                  <a:lnTo>
                    <a:pt x="7233322" y="0"/>
                  </a:lnTo>
                  <a:lnTo>
                    <a:pt x="7242318" y="0"/>
                  </a:lnTo>
                  <a:lnTo>
                    <a:pt x="7251315" y="0"/>
                  </a:lnTo>
                  <a:lnTo>
                    <a:pt x="7260312" y="0"/>
                  </a:lnTo>
                  <a:lnTo>
                    <a:pt x="7269308" y="0"/>
                  </a:lnTo>
                  <a:lnTo>
                    <a:pt x="7278305" y="0"/>
                  </a:lnTo>
                  <a:lnTo>
                    <a:pt x="7287302" y="0"/>
                  </a:lnTo>
                  <a:lnTo>
                    <a:pt x="7296298" y="0"/>
                  </a:lnTo>
                  <a:lnTo>
                    <a:pt x="7305295" y="0"/>
                  </a:lnTo>
                  <a:lnTo>
                    <a:pt x="7314292" y="0"/>
                  </a:lnTo>
                  <a:lnTo>
                    <a:pt x="7323289" y="0"/>
                  </a:lnTo>
                  <a:lnTo>
                    <a:pt x="7332285" y="0"/>
                  </a:lnTo>
                  <a:lnTo>
                    <a:pt x="7341282" y="0"/>
                  </a:lnTo>
                  <a:lnTo>
                    <a:pt x="7350279" y="0"/>
                  </a:lnTo>
                  <a:lnTo>
                    <a:pt x="7359275" y="0"/>
                  </a:lnTo>
                  <a:lnTo>
                    <a:pt x="7368272" y="0"/>
                  </a:lnTo>
                  <a:lnTo>
                    <a:pt x="7377269" y="0"/>
                  </a:lnTo>
                  <a:lnTo>
                    <a:pt x="7386265" y="0"/>
                  </a:lnTo>
                  <a:lnTo>
                    <a:pt x="7395262" y="0"/>
                  </a:lnTo>
                  <a:lnTo>
                    <a:pt x="7404259" y="0"/>
                  </a:lnTo>
                  <a:lnTo>
                    <a:pt x="7413255" y="0"/>
                  </a:lnTo>
                  <a:lnTo>
                    <a:pt x="7422252" y="0"/>
                  </a:lnTo>
                  <a:lnTo>
                    <a:pt x="7431249" y="0"/>
                  </a:lnTo>
                  <a:lnTo>
                    <a:pt x="7440245" y="0"/>
                  </a:lnTo>
                  <a:lnTo>
                    <a:pt x="7449242" y="0"/>
                  </a:lnTo>
                  <a:lnTo>
                    <a:pt x="7458239" y="0"/>
                  </a:lnTo>
                  <a:lnTo>
                    <a:pt x="7467235" y="0"/>
                  </a:lnTo>
                  <a:lnTo>
                    <a:pt x="7476232" y="0"/>
                  </a:lnTo>
                  <a:lnTo>
                    <a:pt x="7485229" y="0"/>
                  </a:lnTo>
                  <a:lnTo>
                    <a:pt x="7494225" y="0"/>
                  </a:lnTo>
                  <a:lnTo>
                    <a:pt x="7503222" y="0"/>
                  </a:lnTo>
                  <a:lnTo>
                    <a:pt x="7512219" y="0"/>
                  </a:lnTo>
                  <a:lnTo>
                    <a:pt x="7521215" y="0"/>
                  </a:lnTo>
                  <a:lnTo>
                    <a:pt x="7530212" y="0"/>
                  </a:lnTo>
                  <a:lnTo>
                    <a:pt x="7539209" y="0"/>
                  </a:lnTo>
                  <a:lnTo>
                    <a:pt x="7548205" y="0"/>
                  </a:lnTo>
                  <a:lnTo>
                    <a:pt x="7557202" y="0"/>
                  </a:lnTo>
                  <a:lnTo>
                    <a:pt x="7566199" y="0"/>
                  </a:lnTo>
                  <a:lnTo>
                    <a:pt x="7575195" y="0"/>
                  </a:lnTo>
                  <a:lnTo>
                    <a:pt x="7584192" y="0"/>
                  </a:lnTo>
                  <a:lnTo>
                    <a:pt x="7593189" y="0"/>
                  </a:lnTo>
                  <a:lnTo>
                    <a:pt x="7602185" y="0"/>
                  </a:lnTo>
                  <a:lnTo>
                    <a:pt x="7611182" y="0"/>
                  </a:lnTo>
                  <a:lnTo>
                    <a:pt x="7620179" y="0"/>
                  </a:lnTo>
                  <a:lnTo>
                    <a:pt x="7629175" y="0"/>
                  </a:lnTo>
                  <a:lnTo>
                    <a:pt x="7638172" y="0"/>
                  </a:lnTo>
                  <a:lnTo>
                    <a:pt x="7647169" y="0"/>
                  </a:lnTo>
                  <a:lnTo>
                    <a:pt x="7656165" y="0"/>
                  </a:lnTo>
                  <a:lnTo>
                    <a:pt x="7665162" y="0"/>
                  </a:lnTo>
                  <a:lnTo>
                    <a:pt x="7674159" y="0"/>
                  </a:lnTo>
                  <a:lnTo>
                    <a:pt x="7683155" y="0"/>
                  </a:lnTo>
                  <a:lnTo>
                    <a:pt x="7692152" y="0"/>
                  </a:lnTo>
                  <a:lnTo>
                    <a:pt x="7701149" y="0"/>
                  </a:lnTo>
                  <a:lnTo>
                    <a:pt x="7710145" y="0"/>
                  </a:lnTo>
                  <a:lnTo>
                    <a:pt x="771914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85399" y="932743"/>
              <a:ext cx="7719142" cy="2909103"/>
            </a:xfrm>
            <a:custGeom>
              <a:avLst/>
              <a:pathLst>
                <a:path w="7719142" h="2909103">
                  <a:moveTo>
                    <a:pt x="7719142" y="2909103"/>
                  </a:moveTo>
                  <a:lnTo>
                    <a:pt x="7710145" y="2906622"/>
                  </a:lnTo>
                  <a:lnTo>
                    <a:pt x="7701149" y="2904135"/>
                  </a:lnTo>
                  <a:lnTo>
                    <a:pt x="7692152" y="2907528"/>
                  </a:lnTo>
                  <a:lnTo>
                    <a:pt x="7683155" y="2905036"/>
                  </a:lnTo>
                  <a:lnTo>
                    <a:pt x="7674159" y="2908437"/>
                  </a:lnTo>
                  <a:lnTo>
                    <a:pt x="7665162" y="2905941"/>
                  </a:lnTo>
                  <a:lnTo>
                    <a:pt x="7656165" y="2903438"/>
                  </a:lnTo>
                  <a:lnTo>
                    <a:pt x="7647169" y="2906850"/>
                  </a:lnTo>
                  <a:lnTo>
                    <a:pt x="7638172" y="2904342"/>
                  </a:lnTo>
                  <a:lnTo>
                    <a:pt x="7629175" y="2907763"/>
                  </a:lnTo>
                  <a:lnTo>
                    <a:pt x="7620179" y="2905251"/>
                  </a:lnTo>
                  <a:lnTo>
                    <a:pt x="7611182" y="2902733"/>
                  </a:lnTo>
                  <a:lnTo>
                    <a:pt x="7602185" y="2906164"/>
                  </a:lnTo>
                  <a:lnTo>
                    <a:pt x="7593189" y="2903641"/>
                  </a:lnTo>
                  <a:lnTo>
                    <a:pt x="7584192" y="2907081"/>
                  </a:lnTo>
                  <a:lnTo>
                    <a:pt x="7575195" y="2904553"/>
                  </a:lnTo>
                  <a:lnTo>
                    <a:pt x="7566199" y="2908003"/>
                  </a:lnTo>
                  <a:lnTo>
                    <a:pt x="7557202" y="2905470"/>
                  </a:lnTo>
                  <a:lnTo>
                    <a:pt x="7548205" y="2902931"/>
                  </a:lnTo>
                  <a:lnTo>
                    <a:pt x="7539209" y="2906391"/>
                  </a:lnTo>
                  <a:lnTo>
                    <a:pt x="7530212" y="2903847"/>
                  </a:lnTo>
                  <a:lnTo>
                    <a:pt x="7521215" y="2907317"/>
                  </a:lnTo>
                  <a:lnTo>
                    <a:pt x="7512219" y="2904768"/>
                  </a:lnTo>
                  <a:lnTo>
                    <a:pt x="7503222" y="2902213"/>
                  </a:lnTo>
                  <a:lnTo>
                    <a:pt x="7494225" y="2905693"/>
                  </a:lnTo>
                  <a:lnTo>
                    <a:pt x="7485229" y="2903133"/>
                  </a:lnTo>
                  <a:lnTo>
                    <a:pt x="7476232" y="2906622"/>
                  </a:lnTo>
                  <a:lnTo>
                    <a:pt x="7467235" y="2904057"/>
                  </a:lnTo>
                  <a:lnTo>
                    <a:pt x="7458239" y="2901486"/>
                  </a:lnTo>
                  <a:lnTo>
                    <a:pt x="7449242" y="2904986"/>
                  </a:lnTo>
                  <a:lnTo>
                    <a:pt x="7440245" y="2902410"/>
                  </a:lnTo>
                  <a:lnTo>
                    <a:pt x="7431249" y="2905919"/>
                  </a:lnTo>
                  <a:lnTo>
                    <a:pt x="7422252" y="2903338"/>
                  </a:lnTo>
                  <a:lnTo>
                    <a:pt x="7413255" y="2900750"/>
                  </a:lnTo>
                  <a:lnTo>
                    <a:pt x="7404259" y="2904270"/>
                  </a:lnTo>
                  <a:lnTo>
                    <a:pt x="7395262" y="2901678"/>
                  </a:lnTo>
                  <a:lnTo>
                    <a:pt x="7386265" y="2905208"/>
                  </a:lnTo>
                  <a:lnTo>
                    <a:pt x="7377269" y="2902610"/>
                  </a:lnTo>
                  <a:lnTo>
                    <a:pt x="7368272" y="2900005"/>
                  </a:lnTo>
                  <a:lnTo>
                    <a:pt x="7359275" y="2903546"/>
                  </a:lnTo>
                  <a:lnTo>
                    <a:pt x="7350279" y="2900937"/>
                  </a:lnTo>
                  <a:lnTo>
                    <a:pt x="7341282" y="2904487"/>
                  </a:lnTo>
                  <a:lnTo>
                    <a:pt x="7332285" y="2901873"/>
                  </a:lnTo>
                  <a:lnTo>
                    <a:pt x="7323289" y="2905433"/>
                  </a:lnTo>
                  <a:lnTo>
                    <a:pt x="7314292" y="2902813"/>
                  </a:lnTo>
                  <a:lnTo>
                    <a:pt x="7305295" y="2900187"/>
                  </a:lnTo>
                  <a:lnTo>
                    <a:pt x="7296298" y="2903758"/>
                  </a:lnTo>
                  <a:lnTo>
                    <a:pt x="7287302" y="2901127"/>
                  </a:lnTo>
                  <a:lnTo>
                    <a:pt x="7278305" y="2904708"/>
                  </a:lnTo>
                  <a:lnTo>
                    <a:pt x="7269308" y="2902071"/>
                  </a:lnTo>
                  <a:lnTo>
                    <a:pt x="7260312" y="2899427"/>
                  </a:lnTo>
                  <a:lnTo>
                    <a:pt x="7251315" y="2903020"/>
                  </a:lnTo>
                  <a:lnTo>
                    <a:pt x="7242318" y="2900371"/>
                  </a:lnTo>
                  <a:lnTo>
                    <a:pt x="7233322" y="2903974"/>
                  </a:lnTo>
                  <a:lnTo>
                    <a:pt x="7224325" y="2901320"/>
                  </a:lnTo>
                  <a:lnTo>
                    <a:pt x="7215328" y="2898659"/>
                  </a:lnTo>
                  <a:lnTo>
                    <a:pt x="7206332" y="2902273"/>
                  </a:lnTo>
                  <a:lnTo>
                    <a:pt x="7197335" y="2899606"/>
                  </a:lnTo>
                  <a:lnTo>
                    <a:pt x="7188338" y="2903231"/>
                  </a:lnTo>
                  <a:lnTo>
                    <a:pt x="7179342" y="2900559"/>
                  </a:lnTo>
                  <a:lnTo>
                    <a:pt x="7170345" y="2897880"/>
                  </a:lnTo>
                  <a:lnTo>
                    <a:pt x="7161348" y="2901516"/>
                  </a:lnTo>
                  <a:lnTo>
                    <a:pt x="7152352" y="2898832"/>
                  </a:lnTo>
                  <a:lnTo>
                    <a:pt x="7143355" y="2902478"/>
                  </a:lnTo>
                  <a:lnTo>
                    <a:pt x="7134358" y="2899789"/>
                  </a:lnTo>
                  <a:lnTo>
                    <a:pt x="7125362" y="2897092"/>
                  </a:lnTo>
                  <a:lnTo>
                    <a:pt x="7116365" y="2900750"/>
                  </a:lnTo>
                  <a:lnTo>
                    <a:pt x="7107368" y="2898048"/>
                  </a:lnTo>
                  <a:lnTo>
                    <a:pt x="7098372" y="2901716"/>
                  </a:lnTo>
                  <a:lnTo>
                    <a:pt x="7089375" y="2899009"/>
                  </a:lnTo>
                  <a:lnTo>
                    <a:pt x="7080378" y="2902688"/>
                  </a:lnTo>
                  <a:lnTo>
                    <a:pt x="7071382" y="2899974"/>
                  </a:lnTo>
                  <a:lnTo>
                    <a:pt x="7062385" y="2897254"/>
                  </a:lnTo>
                  <a:lnTo>
                    <a:pt x="7053388" y="2900945"/>
                  </a:lnTo>
                  <a:lnTo>
                    <a:pt x="7044392" y="2898219"/>
                  </a:lnTo>
                  <a:lnTo>
                    <a:pt x="7035395" y="2901920"/>
                  </a:lnTo>
                  <a:lnTo>
                    <a:pt x="7026398" y="2899188"/>
                  </a:lnTo>
                  <a:lnTo>
                    <a:pt x="7017402" y="2896449"/>
                  </a:lnTo>
                  <a:lnTo>
                    <a:pt x="7008405" y="2900163"/>
                  </a:lnTo>
                  <a:lnTo>
                    <a:pt x="6999408" y="2897418"/>
                  </a:lnTo>
                  <a:lnTo>
                    <a:pt x="6990412" y="2901143"/>
                  </a:lnTo>
                  <a:lnTo>
                    <a:pt x="6981415" y="2898392"/>
                  </a:lnTo>
                  <a:lnTo>
                    <a:pt x="6972418" y="2895635"/>
                  </a:lnTo>
                  <a:lnTo>
                    <a:pt x="6963422" y="2899371"/>
                  </a:lnTo>
                  <a:lnTo>
                    <a:pt x="6954425" y="2896608"/>
                  </a:lnTo>
                  <a:lnTo>
                    <a:pt x="6945428" y="2900355"/>
                  </a:lnTo>
                  <a:lnTo>
                    <a:pt x="6936432" y="2897586"/>
                  </a:lnTo>
                  <a:lnTo>
                    <a:pt x="6927435" y="2894810"/>
                  </a:lnTo>
                  <a:lnTo>
                    <a:pt x="6918438" y="2898569"/>
                  </a:lnTo>
                  <a:lnTo>
                    <a:pt x="6909442" y="2895787"/>
                  </a:lnTo>
                  <a:lnTo>
                    <a:pt x="6900445" y="2899557"/>
                  </a:lnTo>
                  <a:lnTo>
                    <a:pt x="6891448" y="2896769"/>
                  </a:lnTo>
                  <a:lnTo>
                    <a:pt x="6882452" y="2893974"/>
                  </a:lnTo>
                  <a:lnTo>
                    <a:pt x="6873455" y="2897757"/>
                  </a:lnTo>
                  <a:lnTo>
                    <a:pt x="6864458" y="2894955"/>
                  </a:lnTo>
                  <a:lnTo>
                    <a:pt x="6855462" y="2898749"/>
                  </a:lnTo>
                  <a:lnTo>
                    <a:pt x="6846465" y="2895942"/>
                  </a:lnTo>
                  <a:lnTo>
                    <a:pt x="6837468" y="2899747"/>
                  </a:lnTo>
                  <a:lnTo>
                    <a:pt x="6828472" y="2896933"/>
                  </a:lnTo>
                  <a:lnTo>
                    <a:pt x="6819475" y="2894112"/>
                  </a:lnTo>
                  <a:lnTo>
                    <a:pt x="6810478" y="2897930"/>
                  </a:lnTo>
                  <a:lnTo>
                    <a:pt x="6801482" y="2895103"/>
                  </a:lnTo>
                  <a:lnTo>
                    <a:pt x="6792485" y="2898933"/>
                  </a:lnTo>
                  <a:lnTo>
                    <a:pt x="6783488" y="2896099"/>
                  </a:lnTo>
                  <a:lnTo>
                    <a:pt x="6774492" y="2893258"/>
                  </a:lnTo>
                  <a:lnTo>
                    <a:pt x="6765495" y="2897101"/>
                  </a:lnTo>
                  <a:lnTo>
                    <a:pt x="6756498" y="2894253"/>
                  </a:lnTo>
                  <a:lnTo>
                    <a:pt x="6747502" y="2898107"/>
                  </a:lnTo>
                  <a:lnTo>
                    <a:pt x="6738505" y="2895254"/>
                  </a:lnTo>
                  <a:lnTo>
                    <a:pt x="6729508" y="2892393"/>
                  </a:lnTo>
                  <a:lnTo>
                    <a:pt x="6720512" y="2896260"/>
                  </a:lnTo>
                  <a:lnTo>
                    <a:pt x="6711515" y="2893392"/>
                  </a:lnTo>
                  <a:lnTo>
                    <a:pt x="6702518" y="2897271"/>
                  </a:lnTo>
                  <a:lnTo>
                    <a:pt x="6693522" y="2894397"/>
                  </a:lnTo>
                  <a:lnTo>
                    <a:pt x="6684525" y="2891516"/>
                  </a:lnTo>
                  <a:lnTo>
                    <a:pt x="6675528" y="2895408"/>
                  </a:lnTo>
                  <a:lnTo>
                    <a:pt x="6666532" y="2892520"/>
                  </a:lnTo>
                  <a:lnTo>
                    <a:pt x="6657535" y="2896423"/>
                  </a:lnTo>
                  <a:lnTo>
                    <a:pt x="6648538" y="2893529"/>
                  </a:lnTo>
                  <a:lnTo>
                    <a:pt x="6639542" y="2890627"/>
                  </a:lnTo>
                  <a:lnTo>
                    <a:pt x="6630545" y="2894544"/>
                  </a:lnTo>
                  <a:lnTo>
                    <a:pt x="6621548" y="2891635"/>
                  </a:lnTo>
                  <a:lnTo>
                    <a:pt x="6612552" y="2895564"/>
                  </a:lnTo>
                  <a:lnTo>
                    <a:pt x="6603555" y="2892649"/>
                  </a:lnTo>
                  <a:lnTo>
                    <a:pt x="6594558" y="2896590"/>
                  </a:lnTo>
                  <a:lnTo>
                    <a:pt x="6585562" y="2893668"/>
                  </a:lnTo>
                  <a:lnTo>
                    <a:pt x="6576565" y="2890739"/>
                  </a:lnTo>
                  <a:lnTo>
                    <a:pt x="6567568" y="2894693"/>
                  </a:lnTo>
                  <a:lnTo>
                    <a:pt x="6558572" y="2891757"/>
                  </a:lnTo>
                  <a:lnTo>
                    <a:pt x="6549575" y="2895724"/>
                  </a:lnTo>
                  <a:lnTo>
                    <a:pt x="6540578" y="2892781"/>
                  </a:lnTo>
                  <a:lnTo>
                    <a:pt x="6531582" y="2889830"/>
                  </a:lnTo>
                  <a:lnTo>
                    <a:pt x="6522585" y="2893810"/>
                  </a:lnTo>
                  <a:lnTo>
                    <a:pt x="6513588" y="2890853"/>
                  </a:lnTo>
                  <a:lnTo>
                    <a:pt x="6504592" y="2894846"/>
                  </a:lnTo>
                  <a:lnTo>
                    <a:pt x="6495595" y="2891881"/>
                  </a:lnTo>
                  <a:lnTo>
                    <a:pt x="6486598" y="2888909"/>
                  </a:lnTo>
                  <a:lnTo>
                    <a:pt x="6477602" y="2892915"/>
                  </a:lnTo>
                  <a:lnTo>
                    <a:pt x="6468605" y="2889936"/>
                  </a:lnTo>
                  <a:lnTo>
                    <a:pt x="6459608" y="2893955"/>
                  </a:lnTo>
                  <a:lnTo>
                    <a:pt x="6450612" y="2890969"/>
                  </a:lnTo>
                  <a:lnTo>
                    <a:pt x="6441615" y="2887974"/>
                  </a:lnTo>
                  <a:lnTo>
                    <a:pt x="6432618" y="2892008"/>
                  </a:lnTo>
                  <a:lnTo>
                    <a:pt x="6423622" y="2889006"/>
                  </a:lnTo>
                  <a:lnTo>
                    <a:pt x="6414625" y="2893052"/>
                  </a:lnTo>
                  <a:lnTo>
                    <a:pt x="6405628" y="2890044"/>
                  </a:lnTo>
                  <a:lnTo>
                    <a:pt x="6396632" y="2887027"/>
                  </a:lnTo>
                  <a:lnTo>
                    <a:pt x="6387635" y="2891087"/>
                  </a:lnTo>
                  <a:lnTo>
                    <a:pt x="6378638" y="2888063"/>
                  </a:lnTo>
                  <a:lnTo>
                    <a:pt x="6369642" y="2892137"/>
                  </a:lnTo>
                  <a:lnTo>
                    <a:pt x="6360645" y="2889106"/>
                  </a:lnTo>
                  <a:lnTo>
                    <a:pt x="6351648" y="2893192"/>
                  </a:lnTo>
                  <a:lnTo>
                    <a:pt x="6342652" y="2890154"/>
                  </a:lnTo>
                  <a:lnTo>
                    <a:pt x="6333655" y="2887107"/>
                  </a:lnTo>
                  <a:lnTo>
                    <a:pt x="6324658" y="2891208"/>
                  </a:lnTo>
                  <a:lnTo>
                    <a:pt x="6315662" y="2888154"/>
                  </a:lnTo>
                  <a:lnTo>
                    <a:pt x="6306665" y="2892268"/>
                  </a:lnTo>
                  <a:lnTo>
                    <a:pt x="6297668" y="2889207"/>
                  </a:lnTo>
                  <a:lnTo>
                    <a:pt x="6288672" y="2886137"/>
                  </a:lnTo>
                  <a:lnTo>
                    <a:pt x="6279675" y="2890266"/>
                  </a:lnTo>
                  <a:lnTo>
                    <a:pt x="6270678" y="2887189"/>
                  </a:lnTo>
                  <a:lnTo>
                    <a:pt x="6261681" y="2891331"/>
                  </a:lnTo>
                  <a:lnTo>
                    <a:pt x="6252685" y="2888247"/>
                  </a:lnTo>
                  <a:lnTo>
                    <a:pt x="6243688" y="2885153"/>
                  </a:lnTo>
                  <a:lnTo>
                    <a:pt x="6234691" y="2889311"/>
                  </a:lnTo>
                  <a:lnTo>
                    <a:pt x="6225695" y="2886210"/>
                  </a:lnTo>
                  <a:lnTo>
                    <a:pt x="6216698" y="2890381"/>
                  </a:lnTo>
                  <a:lnTo>
                    <a:pt x="6207701" y="2887273"/>
                  </a:lnTo>
                  <a:lnTo>
                    <a:pt x="6198705" y="2884155"/>
                  </a:lnTo>
                  <a:lnTo>
                    <a:pt x="6189708" y="2888341"/>
                  </a:lnTo>
                  <a:lnTo>
                    <a:pt x="6180711" y="2885217"/>
                  </a:lnTo>
                  <a:lnTo>
                    <a:pt x="6171715" y="2889416"/>
                  </a:lnTo>
                  <a:lnTo>
                    <a:pt x="6162718" y="2886284"/>
                  </a:lnTo>
                  <a:lnTo>
                    <a:pt x="6153721" y="2890498"/>
                  </a:lnTo>
                  <a:lnTo>
                    <a:pt x="6144725" y="2887358"/>
                  </a:lnTo>
                  <a:lnTo>
                    <a:pt x="6135728" y="2884209"/>
                  </a:lnTo>
                  <a:lnTo>
                    <a:pt x="6126731" y="2888438"/>
                  </a:lnTo>
                  <a:lnTo>
                    <a:pt x="6117735" y="2885281"/>
                  </a:lnTo>
                  <a:lnTo>
                    <a:pt x="6108738" y="2889524"/>
                  </a:lnTo>
                  <a:lnTo>
                    <a:pt x="6099741" y="2886360"/>
                  </a:lnTo>
                  <a:lnTo>
                    <a:pt x="6090745" y="2883186"/>
                  </a:lnTo>
                  <a:lnTo>
                    <a:pt x="6081748" y="2887445"/>
                  </a:lnTo>
                  <a:lnTo>
                    <a:pt x="6072751" y="2884263"/>
                  </a:lnTo>
                  <a:lnTo>
                    <a:pt x="6063755" y="2888536"/>
                  </a:lnTo>
                  <a:lnTo>
                    <a:pt x="6054758" y="2885347"/>
                  </a:lnTo>
                  <a:lnTo>
                    <a:pt x="6045761" y="2882148"/>
                  </a:lnTo>
                  <a:lnTo>
                    <a:pt x="6036765" y="2886437"/>
                  </a:lnTo>
                  <a:lnTo>
                    <a:pt x="6027768" y="2883230"/>
                  </a:lnTo>
                  <a:lnTo>
                    <a:pt x="6018771" y="2887534"/>
                  </a:lnTo>
                  <a:lnTo>
                    <a:pt x="6009775" y="2884319"/>
                  </a:lnTo>
                  <a:lnTo>
                    <a:pt x="6000778" y="2881095"/>
                  </a:lnTo>
                  <a:lnTo>
                    <a:pt x="5991781" y="2885414"/>
                  </a:lnTo>
                  <a:lnTo>
                    <a:pt x="5982785" y="2882182"/>
                  </a:lnTo>
                  <a:lnTo>
                    <a:pt x="5973788" y="2886516"/>
                  </a:lnTo>
                  <a:lnTo>
                    <a:pt x="5964791" y="2883276"/>
                  </a:lnTo>
                  <a:lnTo>
                    <a:pt x="5955795" y="2887625"/>
                  </a:lnTo>
                  <a:lnTo>
                    <a:pt x="5946798" y="2884376"/>
                  </a:lnTo>
                  <a:lnTo>
                    <a:pt x="5937801" y="2881118"/>
                  </a:lnTo>
                  <a:lnTo>
                    <a:pt x="5928805" y="2885483"/>
                  </a:lnTo>
                  <a:lnTo>
                    <a:pt x="5919808" y="2882216"/>
                  </a:lnTo>
                  <a:lnTo>
                    <a:pt x="5910811" y="2886597"/>
                  </a:lnTo>
                  <a:lnTo>
                    <a:pt x="5901815" y="2883322"/>
                  </a:lnTo>
                  <a:lnTo>
                    <a:pt x="5892818" y="2880037"/>
                  </a:lnTo>
                  <a:lnTo>
                    <a:pt x="5883821" y="2884434"/>
                  </a:lnTo>
                  <a:lnTo>
                    <a:pt x="5874825" y="2881141"/>
                  </a:lnTo>
                  <a:lnTo>
                    <a:pt x="5865828" y="2885553"/>
                  </a:lnTo>
                  <a:lnTo>
                    <a:pt x="5856831" y="2882252"/>
                  </a:lnTo>
                  <a:lnTo>
                    <a:pt x="5847835" y="2878940"/>
                  </a:lnTo>
                  <a:lnTo>
                    <a:pt x="5838838" y="2883369"/>
                  </a:lnTo>
                  <a:lnTo>
                    <a:pt x="5829841" y="2880049"/>
                  </a:lnTo>
                  <a:lnTo>
                    <a:pt x="5820845" y="2884493"/>
                  </a:lnTo>
                  <a:lnTo>
                    <a:pt x="5811848" y="2881165"/>
                  </a:lnTo>
                  <a:lnTo>
                    <a:pt x="5802851" y="2877826"/>
                  </a:lnTo>
                  <a:lnTo>
                    <a:pt x="5793855" y="2882288"/>
                  </a:lnTo>
                  <a:lnTo>
                    <a:pt x="5784858" y="2878940"/>
                  </a:lnTo>
                  <a:lnTo>
                    <a:pt x="5775861" y="2883417"/>
                  </a:lnTo>
                  <a:lnTo>
                    <a:pt x="5766865" y="2880061"/>
                  </a:lnTo>
                  <a:lnTo>
                    <a:pt x="5757868" y="2884554"/>
                  </a:lnTo>
                  <a:lnTo>
                    <a:pt x="5748871" y="2881189"/>
                  </a:lnTo>
                  <a:lnTo>
                    <a:pt x="5739875" y="2877814"/>
                  </a:lnTo>
                  <a:lnTo>
                    <a:pt x="5730878" y="2882324"/>
                  </a:lnTo>
                  <a:lnTo>
                    <a:pt x="5721881" y="2878940"/>
                  </a:lnTo>
                  <a:lnTo>
                    <a:pt x="5712885" y="2883467"/>
                  </a:lnTo>
                  <a:lnTo>
                    <a:pt x="5703888" y="2880073"/>
                  </a:lnTo>
                  <a:lnTo>
                    <a:pt x="5694891" y="2876669"/>
                  </a:lnTo>
                  <a:lnTo>
                    <a:pt x="5685895" y="2881214"/>
                  </a:lnTo>
                  <a:lnTo>
                    <a:pt x="5676898" y="2877801"/>
                  </a:lnTo>
                  <a:lnTo>
                    <a:pt x="5667901" y="2882362"/>
                  </a:lnTo>
                  <a:lnTo>
                    <a:pt x="5658905" y="2878940"/>
                  </a:lnTo>
                  <a:lnTo>
                    <a:pt x="5649908" y="2875507"/>
                  </a:lnTo>
                  <a:lnTo>
                    <a:pt x="5640911" y="2880086"/>
                  </a:lnTo>
                  <a:lnTo>
                    <a:pt x="5631915" y="2876644"/>
                  </a:lnTo>
                  <a:lnTo>
                    <a:pt x="5622918" y="2881239"/>
                  </a:lnTo>
                  <a:lnTo>
                    <a:pt x="5613921" y="2877788"/>
                  </a:lnTo>
                  <a:lnTo>
                    <a:pt x="5604925" y="2874326"/>
                  </a:lnTo>
                  <a:lnTo>
                    <a:pt x="5595928" y="2878940"/>
                  </a:lnTo>
                  <a:lnTo>
                    <a:pt x="5586931" y="2875469"/>
                  </a:lnTo>
                  <a:lnTo>
                    <a:pt x="5577935" y="2880099"/>
                  </a:lnTo>
                  <a:lnTo>
                    <a:pt x="5568938" y="2876618"/>
                  </a:lnTo>
                  <a:lnTo>
                    <a:pt x="5559941" y="2881265"/>
                  </a:lnTo>
                  <a:lnTo>
                    <a:pt x="5550945" y="2877775"/>
                  </a:lnTo>
                  <a:lnTo>
                    <a:pt x="5541948" y="2874274"/>
                  </a:lnTo>
                  <a:lnTo>
                    <a:pt x="5532951" y="2878940"/>
                  </a:lnTo>
                  <a:lnTo>
                    <a:pt x="5523955" y="2875429"/>
                  </a:lnTo>
                  <a:lnTo>
                    <a:pt x="5514958" y="2880112"/>
                  </a:lnTo>
                  <a:lnTo>
                    <a:pt x="5505961" y="2876592"/>
                  </a:lnTo>
                  <a:lnTo>
                    <a:pt x="5496965" y="2873060"/>
                  </a:lnTo>
                  <a:lnTo>
                    <a:pt x="5487968" y="2877762"/>
                  </a:lnTo>
                  <a:lnTo>
                    <a:pt x="5478971" y="2874220"/>
                  </a:lnTo>
                  <a:lnTo>
                    <a:pt x="5469975" y="2878940"/>
                  </a:lnTo>
                  <a:lnTo>
                    <a:pt x="5460978" y="2875389"/>
                  </a:lnTo>
                  <a:lnTo>
                    <a:pt x="5451981" y="2871826"/>
                  </a:lnTo>
                  <a:lnTo>
                    <a:pt x="5442985" y="2876565"/>
                  </a:lnTo>
                  <a:lnTo>
                    <a:pt x="5433988" y="2872992"/>
                  </a:lnTo>
                  <a:lnTo>
                    <a:pt x="5424991" y="2877748"/>
                  </a:lnTo>
                  <a:lnTo>
                    <a:pt x="5415995" y="2874166"/>
                  </a:lnTo>
                  <a:lnTo>
                    <a:pt x="5406998" y="2870571"/>
                  </a:lnTo>
                  <a:lnTo>
                    <a:pt x="5398001" y="2875347"/>
                  </a:lnTo>
                  <a:lnTo>
                    <a:pt x="5389005" y="2871743"/>
                  </a:lnTo>
                  <a:lnTo>
                    <a:pt x="5380008" y="2876537"/>
                  </a:lnTo>
                  <a:lnTo>
                    <a:pt x="5371011" y="2872922"/>
                  </a:lnTo>
                  <a:lnTo>
                    <a:pt x="5362015" y="2877734"/>
                  </a:lnTo>
                  <a:lnTo>
                    <a:pt x="5353018" y="2874109"/>
                  </a:lnTo>
                  <a:lnTo>
                    <a:pt x="5344021" y="2870472"/>
                  </a:lnTo>
                  <a:lnTo>
                    <a:pt x="5335025" y="2875305"/>
                  </a:lnTo>
                  <a:lnTo>
                    <a:pt x="5326028" y="2871658"/>
                  </a:lnTo>
                  <a:lnTo>
                    <a:pt x="5317031" y="2876508"/>
                  </a:lnTo>
                  <a:lnTo>
                    <a:pt x="5308035" y="2872851"/>
                  </a:lnTo>
                  <a:lnTo>
                    <a:pt x="5299038" y="2869181"/>
                  </a:lnTo>
                  <a:lnTo>
                    <a:pt x="5290041" y="2874052"/>
                  </a:lnTo>
                  <a:lnTo>
                    <a:pt x="5281045" y="2870372"/>
                  </a:lnTo>
                  <a:lnTo>
                    <a:pt x="5272048" y="2875262"/>
                  </a:lnTo>
                  <a:lnTo>
                    <a:pt x="5263051" y="2871571"/>
                  </a:lnTo>
                  <a:lnTo>
                    <a:pt x="5254055" y="2867867"/>
                  </a:lnTo>
                  <a:lnTo>
                    <a:pt x="5245058" y="2872778"/>
                  </a:lnTo>
                  <a:lnTo>
                    <a:pt x="5236061" y="2869064"/>
                  </a:lnTo>
                  <a:lnTo>
                    <a:pt x="5227065" y="2873993"/>
                  </a:lnTo>
                  <a:lnTo>
                    <a:pt x="5218068" y="2870268"/>
                  </a:lnTo>
                  <a:lnTo>
                    <a:pt x="5209071" y="2875217"/>
                  </a:lnTo>
                  <a:lnTo>
                    <a:pt x="5200074" y="2871482"/>
                  </a:lnTo>
                  <a:lnTo>
                    <a:pt x="5191078" y="2867733"/>
                  </a:lnTo>
                  <a:lnTo>
                    <a:pt x="5182081" y="2872703"/>
                  </a:lnTo>
                  <a:lnTo>
                    <a:pt x="5173084" y="2868944"/>
                  </a:lnTo>
                  <a:lnTo>
                    <a:pt x="5164088" y="2873933"/>
                  </a:lnTo>
                  <a:lnTo>
                    <a:pt x="5155091" y="2870163"/>
                  </a:lnTo>
                  <a:lnTo>
                    <a:pt x="5146094" y="2866379"/>
                  </a:lnTo>
                  <a:lnTo>
                    <a:pt x="5137098" y="2871390"/>
                  </a:lnTo>
                  <a:lnTo>
                    <a:pt x="5128101" y="2867596"/>
                  </a:lnTo>
                  <a:lnTo>
                    <a:pt x="5119104" y="2872626"/>
                  </a:lnTo>
                  <a:lnTo>
                    <a:pt x="5110108" y="2868821"/>
                  </a:lnTo>
                  <a:lnTo>
                    <a:pt x="5101111" y="2865001"/>
                  </a:lnTo>
                  <a:lnTo>
                    <a:pt x="5092114" y="2870054"/>
                  </a:lnTo>
                  <a:lnTo>
                    <a:pt x="5083118" y="2866224"/>
                  </a:lnTo>
                  <a:lnTo>
                    <a:pt x="5074121" y="2871297"/>
                  </a:lnTo>
                  <a:lnTo>
                    <a:pt x="5065124" y="2867455"/>
                  </a:lnTo>
                  <a:lnTo>
                    <a:pt x="5056128" y="2863599"/>
                  </a:lnTo>
                  <a:lnTo>
                    <a:pt x="5047131" y="2868695"/>
                  </a:lnTo>
                  <a:lnTo>
                    <a:pt x="5038134" y="2864827"/>
                  </a:lnTo>
                  <a:lnTo>
                    <a:pt x="5029138" y="2869943"/>
                  </a:lnTo>
                  <a:lnTo>
                    <a:pt x="5020141" y="2866065"/>
                  </a:lnTo>
                  <a:lnTo>
                    <a:pt x="5011144" y="2871201"/>
                  </a:lnTo>
                  <a:lnTo>
                    <a:pt x="5002148" y="2867310"/>
                  </a:lnTo>
                  <a:lnTo>
                    <a:pt x="4993151" y="2863406"/>
                  </a:lnTo>
                  <a:lnTo>
                    <a:pt x="4984154" y="2868565"/>
                  </a:lnTo>
                  <a:lnTo>
                    <a:pt x="4975158" y="2864649"/>
                  </a:lnTo>
                  <a:lnTo>
                    <a:pt x="4966161" y="2869829"/>
                  </a:lnTo>
                  <a:lnTo>
                    <a:pt x="4957164" y="2865901"/>
                  </a:lnTo>
                  <a:lnTo>
                    <a:pt x="4948168" y="2861959"/>
                  </a:lnTo>
                  <a:lnTo>
                    <a:pt x="4939171" y="2867162"/>
                  </a:lnTo>
                  <a:lnTo>
                    <a:pt x="4930174" y="2863208"/>
                  </a:lnTo>
                  <a:lnTo>
                    <a:pt x="4921178" y="2868433"/>
                  </a:lnTo>
                  <a:lnTo>
                    <a:pt x="4912181" y="2864466"/>
                  </a:lnTo>
                  <a:lnTo>
                    <a:pt x="4903184" y="2860485"/>
                  </a:lnTo>
                  <a:lnTo>
                    <a:pt x="4894188" y="2865734"/>
                  </a:lnTo>
                  <a:lnTo>
                    <a:pt x="4885191" y="2861740"/>
                  </a:lnTo>
                  <a:lnTo>
                    <a:pt x="4876194" y="2867011"/>
                  </a:lnTo>
                  <a:lnTo>
                    <a:pt x="4867198" y="2863005"/>
                  </a:lnTo>
                  <a:lnTo>
                    <a:pt x="4858201" y="2868297"/>
                  </a:lnTo>
                  <a:lnTo>
                    <a:pt x="4849204" y="2864279"/>
                  </a:lnTo>
                  <a:lnTo>
                    <a:pt x="4840208" y="2860246"/>
                  </a:lnTo>
                  <a:lnTo>
                    <a:pt x="4831211" y="2865562"/>
                  </a:lnTo>
                  <a:lnTo>
                    <a:pt x="4822214" y="2861516"/>
                  </a:lnTo>
                  <a:lnTo>
                    <a:pt x="4813218" y="2866855"/>
                  </a:lnTo>
                  <a:lnTo>
                    <a:pt x="4804221" y="2862796"/>
                  </a:lnTo>
                  <a:lnTo>
                    <a:pt x="4795224" y="2858723"/>
                  </a:lnTo>
                  <a:lnTo>
                    <a:pt x="4786228" y="2864086"/>
                  </a:lnTo>
                  <a:lnTo>
                    <a:pt x="4777231" y="2860000"/>
                  </a:lnTo>
                  <a:lnTo>
                    <a:pt x="4768234" y="2865386"/>
                  </a:lnTo>
                  <a:lnTo>
                    <a:pt x="4759238" y="2861286"/>
                  </a:lnTo>
                  <a:lnTo>
                    <a:pt x="4750241" y="2857171"/>
                  </a:lnTo>
                  <a:lnTo>
                    <a:pt x="4741244" y="2862582"/>
                  </a:lnTo>
                  <a:lnTo>
                    <a:pt x="4732248" y="2858454"/>
                  </a:lnTo>
                  <a:lnTo>
                    <a:pt x="4723251" y="2863888"/>
                  </a:lnTo>
                  <a:lnTo>
                    <a:pt x="4714254" y="2859747"/>
                  </a:lnTo>
                  <a:lnTo>
                    <a:pt x="4705258" y="2855590"/>
                  </a:lnTo>
                  <a:lnTo>
                    <a:pt x="4696261" y="2861050"/>
                  </a:lnTo>
                  <a:lnTo>
                    <a:pt x="4687264" y="2856879"/>
                  </a:lnTo>
                  <a:lnTo>
                    <a:pt x="4678268" y="2862363"/>
                  </a:lnTo>
                  <a:lnTo>
                    <a:pt x="4669271" y="2858178"/>
                  </a:lnTo>
                  <a:lnTo>
                    <a:pt x="4660274" y="2863685"/>
                  </a:lnTo>
                  <a:lnTo>
                    <a:pt x="4651278" y="2859488"/>
                  </a:lnTo>
                  <a:lnTo>
                    <a:pt x="4642281" y="2855274"/>
                  </a:lnTo>
                  <a:lnTo>
                    <a:pt x="4633284" y="2860807"/>
                  </a:lnTo>
                  <a:lnTo>
                    <a:pt x="4624288" y="2856579"/>
                  </a:lnTo>
                  <a:lnTo>
                    <a:pt x="4615291" y="2862137"/>
                  </a:lnTo>
                  <a:lnTo>
                    <a:pt x="4606294" y="2857895"/>
                  </a:lnTo>
                  <a:lnTo>
                    <a:pt x="4597298" y="2853637"/>
                  </a:lnTo>
                  <a:lnTo>
                    <a:pt x="4588301" y="2859221"/>
                  </a:lnTo>
                  <a:lnTo>
                    <a:pt x="4579304" y="2854949"/>
                  </a:lnTo>
                  <a:lnTo>
                    <a:pt x="4570308" y="2860558"/>
                  </a:lnTo>
                  <a:lnTo>
                    <a:pt x="4561311" y="2856271"/>
                  </a:lnTo>
                  <a:lnTo>
                    <a:pt x="4552314" y="2851968"/>
                  </a:lnTo>
                  <a:lnTo>
                    <a:pt x="4543318" y="2857604"/>
                  </a:lnTo>
                  <a:lnTo>
                    <a:pt x="4534321" y="2853286"/>
                  </a:lnTo>
                  <a:lnTo>
                    <a:pt x="4525324" y="2858947"/>
                  </a:lnTo>
                  <a:lnTo>
                    <a:pt x="4516328" y="2854615"/>
                  </a:lnTo>
                  <a:lnTo>
                    <a:pt x="4507331" y="2860301"/>
                  </a:lnTo>
                  <a:lnTo>
                    <a:pt x="4498334" y="2855954"/>
                  </a:lnTo>
                  <a:lnTo>
                    <a:pt x="4489338" y="2851590"/>
                  </a:lnTo>
                  <a:lnTo>
                    <a:pt x="4480341" y="2857305"/>
                  </a:lnTo>
                  <a:lnTo>
                    <a:pt x="4471344" y="2852925"/>
                  </a:lnTo>
                  <a:lnTo>
                    <a:pt x="4462348" y="2858666"/>
                  </a:lnTo>
                  <a:lnTo>
                    <a:pt x="4453351" y="2854272"/>
                  </a:lnTo>
                  <a:lnTo>
                    <a:pt x="4444354" y="2849860"/>
                  </a:lnTo>
                  <a:lnTo>
                    <a:pt x="4435358" y="2855629"/>
                  </a:lnTo>
                  <a:lnTo>
                    <a:pt x="4426361" y="2851202"/>
                  </a:lnTo>
                  <a:lnTo>
                    <a:pt x="4417364" y="2856997"/>
                  </a:lnTo>
                  <a:lnTo>
                    <a:pt x="4408368" y="2852555"/>
                  </a:lnTo>
                  <a:lnTo>
                    <a:pt x="4399371" y="2848094"/>
                  </a:lnTo>
                  <a:lnTo>
                    <a:pt x="4390374" y="2853918"/>
                  </a:lnTo>
                  <a:lnTo>
                    <a:pt x="4381378" y="2849443"/>
                  </a:lnTo>
                  <a:lnTo>
                    <a:pt x="4372381" y="2855294"/>
                  </a:lnTo>
                  <a:lnTo>
                    <a:pt x="4363384" y="2850802"/>
                  </a:lnTo>
                  <a:lnTo>
                    <a:pt x="4354388" y="2856680"/>
                  </a:lnTo>
                  <a:lnTo>
                    <a:pt x="4345391" y="2852173"/>
                  </a:lnTo>
                  <a:lnTo>
                    <a:pt x="4336394" y="2847647"/>
                  </a:lnTo>
                  <a:lnTo>
                    <a:pt x="4327398" y="2853555"/>
                  </a:lnTo>
                  <a:lnTo>
                    <a:pt x="4318401" y="2849013"/>
                  </a:lnTo>
                  <a:lnTo>
                    <a:pt x="4309404" y="2854949"/>
                  </a:lnTo>
                  <a:lnTo>
                    <a:pt x="4300408" y="2850391"/>
                  </a:lnTo>
                  <a:lnTo>
                    <a:pt x="4291411" y="2845814"/>
                  </a:lnTo>
                  <a:lnTo>
                    <a:pt x="4282414" y="2851780"/>
                  </a:lnTo>
                  <a:lnTo>
                    <a:pt x="4273418" y="2847187"/>
                  </a:lnTo>
                  <a:lnTo>
                    <a:pt x="4264421" y="2853181"/>
                  </a:lnTo>
                  <a:lnTo>
                    <a:pt x="4255424" y="2848571"/>
                  </a:lnTo>
                  <a:lnTo>
                    <a:pt x="4246428" y="2843942"/>
                  </a:lnTo>
                  <a:lnTo>
                    <a:pt x="4237431" y="2849968"/>
                  </a:lnTo>
                  <a:lnTo>
                    <a:pt x="4228434" y="2845322"/>
                  </a:lnTo>
                  <a:lnTo>
                    <a:pt x="4219438" y="2851376"/>
                  </a:lnTo>
                  <a:lnTo>
                    <a:pt x="4210441" y="2846713"/>
                  </a:lnTo>
                  <a:lnTo>
                    <a:pt x="4201444" y="2852796"/>
                  </a:lnTo>
                  <a:lnTo>
                    <a:pt x="4192448" y="2848116"/>
                  </a:lnTo>
                  <a:lnTo>
                    <a:pt x="4183451" y="2843417"/>
                  </a:lnTo>
                  <a:lnTo>
                    <a:pt x="4174454" y="2849531"/>
                  </a:lnTo>
                  <a:lnTo>
                    <a:pt x="4165457" y="2844815"/>
                  </a:lnTo>
                  <a:lnTo>
                    <a:pt x="4156461" y="2850959"/>
                  </a:lnTo>
                  <a:lnTo>
                    <a:pt x="4147464" y="2846225"/>
                  </a:lnTo>
                  <a:lnTo>
                    <a:pt x="4138467" y="2841470"/>
                  </a:lnTo>
                  <a:lnTo>
                    <a:pt x="4129471" y="2847647"/>
                  </a:lnTo>
                  <a:lnTo>
                    <a:pt x="4120474" y="2842875"/>
                  </a:lnTo>
                  <a:lnTo>
                    <a:pt x="4111477" y="2849082"/>
                  </a:lnTo>
                  <a:lnTo>
                    <a:pt x="4102481" y="2844292"/>
                  </a:lnTo>
                  <a:lnTo>
                    <a:pt x="4093484" y="2850529"/>
                  </a:lnTo>
                  <a:lnTo>
                    <a:pt x="4084487" y="2845721"/>
                  </a:lnTo>
                  <a:lnTo>
                    <a:pt x="4075491" y="2840892"/>
                  </a:lnTo>
                  <a:lnTo>
                    <a:pt x="4066494" y="2847164"/>
                  </a:lnTo>
                  <a:lnTo>
                    <a:pt x="4057497" y="2842316"/>
                  </a:lnTo>
                  <a:lnTo>
                    <a:pt x="4048501" y="2848618"/>
                  </a:lnTo>
                  <a:lnTo>
                    <a:pt x="4039504" y="2843753"/>
                  </a:lnTo>
                  <a:lnTo>
                    <a:pt x="4030507" y="2838866"/>
                  </a:lnTo>
                  <a:lnTo>
                    <a:pt x="4021511" y="2845202"/>
                  </a:lnTo>
                  <a:lnTo>
                    <a:pt x="4012514" y="2840296"/>
                  </a:lnTo>
                  <a:lnTo>
                    <a:pt x="4003517" y="2846665"/>
                  </a:lnTo>
                  <a:lnTo>
                    <a:pt x="3994521" y="2841740"/>
                  </a:lnTo>
                  <a:lnTo>
                    <a:pt x="3985524" y="2836793"/>
                  </a:lnTo>
                  <a:lnTo>
                    <a:pt x="3976527" y="2843197"/>
                  </a:lnTo>
                  <a:lnTo>
                    <a:pt x="3967531" y="2838231"/>
                  </a:lnTo>
                  <a:lnTo>
                    <a:pt x="3958534" y="2844667"/>
                  </a:lnTo>
                  <a:lnTo>
                    <a:pt x="3949537" y="2839682"/>
                  </a:lnTo>
                  <a:lnTo>
                    <a:pt x="3940541" y="2846150"/>
                  </a:lnTo>
                  <a:lnTo>
                    <a:pt x="3931544" y="2841146"/>
                  </a:lnTo>
                  <a:lnTo>
                    <a:pt x="3922547" y="2836118"/>
                  </a:lnTo>
                  <a:lnTo>
                    <a:pt x="3913551" y="2842623"/>
                  </a:lnTo>
                  <a:lnTo>
                    <a:pt x="3904554" y="2837576"/>
                  </a:lnTo>
                  <a:lnTo>
                    <a:pt x="3895557" y="2844114"/>
                  </a:lnTo>
                  <a:lnTo>
                    <a:pt x="3886561" y="2839047"/>
                  </a:lnTo>
                  <a:lnTo>
                    <a:pt x="3877564" y="2833956"/>
                  </a:lnTo>
                  <a:lnTo>
                    <a:pt x="3868567" y="2840532"/>
                  </a:lnTo>
                  <a:lnTo>
                    <a:pt x="3859571" y="2835421"/>
                  </a:lnTo>
                  <a:lnTo>
                    <a:pt x="3850574" y="2842030"/>
                  </a:lnTo>
                  <a:lnTo>
                    <a:pt x="3841577" y="2836899"/>
                  </a:lnTo>
                  <a:lnTo>
                    <a:pt x="3832581" y="2831744"/>
                  </a:lnTo>
                  <a:lnTo>
                    <a:pt x="3823584" y="2838391"/>
                  </a:lnTo>
                  <a:lnTo>
                    <a:pt x="3814587" y="2833216"/>
                  </a:lnTo>
                  <a:lnTo>
                    <a:pt x="3805591" y="2839898"/>
                  </a:lnTo>
                  <a:lnTo>
                    <a:pt x="3796594" y="2834701"/>
                  </a:lnTo>
                  <a:lnTo>
                    <a:pt x="3787597" y="2841418"/>
                  </a:lnTo>
                  <a:lnTo>
                    <a:pt x="3778601" y="2836200"/>
                  </a:lnTo>
                  <a:lnTo>
                    <a:pt x="3769604" y="2830958"/>
                  </a:lnTo>
                  <a:lnTo>
                    <a:pt x="3760607" y="2837714"/>
                  </a:lnTo>
                  <a:lnTo>
                    <a:pt x="3751611" y="2832450"/>
                  </a:lnTo>
                  <a:lnTo>
                    <a:pt x="3742614" y="2839242"/>
                  </a:lnTo>
                  <a:lnTo>
                    <a:pt x="3733617" y="2833956"/>
                  </a:lnTo>
                  <a:lnTo>
                    <a:pt x="3724621" y="2828645"/>
                  </a:lnTo>
                  <a:lnTo>
                    <a:pt x="3715624" y="2835478"/>
                  </a:lnTo>
                  <a:lnTo>
                    <a:pt x="3706627" y="2830144"/>
                  </a:lnTo>
                  <a:lnTo>
                    <a:pt x="3697631" y="2837014"/>
                  </a:lnTo>
                  <a:lnTo>
                    <a:pt x="3688634" y="2831658"/>
                  </a:lnTo>
                  <a:lnTo>
                    <a:pt x="3679637" y="2838565"/>
                  </a:lnTo>
                  <a:lnTo>
                    <a:pt x="3670641" y="2833187"/>
                  </a:lnTo>
                  <a:lnTo>
                    <a:pt x="3661644" y="2827782"/>
                  </a:lnTo>
                  <a:lnTo>
                    <a:pt x="3652647" y="2834730"/>
                  </a:lnTo>
                  <a:lnTo>
                    <a:pt x="3643651" y="2829303"/>
                  </a:lnTo>
                  <a:lnTo>
                    <a:pt x="3634654" y="2836289"/>
                  </a:lnTo>
                  <a:lnTo>
                    <a:pt x="3625657" y="2830839"/>
                  </a:lnTo>
                  <a:lnTo>
                    <a:pt x="3616661" y="2825362"/>
                  </a:lnTo>
                  <a:lnTo>
                    <a:pt x="3607664" y="2832390"/>
                  </a:lnTo>
                  <a:lnTo>
                    <a:pt x="3598667" y="2826889"/>
                  </a:lnTo>
                  <a:lnTo>
                    <a:pt x="3589671" y="2833956"/>
                  </a:lnTo>
                  <a:lnTo>
                    <a:pt x="3580674" y="2828432"/>
                  </a:lnTo>
                  <a:lnTo>
                    <a:pt x="3571677" y="2822880"/>
                  </a:lnTo>
                  <a:lnTo>
                    <a:pt x="3562681" y="2829991"/>
                  </a:lnTo>
                  <a:lnTo>
                    <a:pt x="3553684" y="2824415"/>
                  </a:lnTo>
                  <a:lnTo>
                    <a:pt x="3544687" y="2831565"/>
                  </a:lnTo>
                  <a:lnTo>
                    <a:pt x="3535691" y="2825965"/>
                  </a:lnTo>
                  <a:lnTo>
                    <a:pt x="3526694" y="2833155"/>
                  </a:lnTo>
                  <a:lnTo>
                    <a:pt x="3517697" y="2827530"/>
                  </a:lnTo>
                  <a:lnTo>
                    <a:pt x="3508701" y="2821877"/>
                  </a:lnTo>
                  <a:lnTo>
                    <a:pt x="3499704" y="2829112"/>
                  </a:lnTo>
                  <a:lnTo>
                    <a:pt x="3490707" y="2823433"/>
                  </a:lnTo>
                  <a:lnTo>
                    <a:pt x="3481711" y="2830710"/>
                  </a:lnTo>
                  <a:lnTo>
                    <a:pt x="3472714" y="2825006"/>
                  </a:lnTo>
                  <a:lnTo>
                    <a:pt x="3463717" y="2819273"/>
                  </a:lnTo>
                  <a:lnTo>
                    <a:pt x="3454721" y="2826596"/>
                  </a:lnTo>
                  <a:lnTo>
                    <a:pt x="3445724" y="2820836"/>
                  </a:lnTo>
                  <a:lnTo>
                    <a:pt x="3436727" y="2828201"/>
                  </a:lnTo>
                  <a:lnTo>
                    <a:pt x="3427731" y="2822416"/>
                  </a:lnTo>
                  <a:lnTo>
                    <a:pt x="3418734" y="2829824"/>
                  </a:lnTo>
                  <a:lnTo>
                    <a:pt x="3409737" y="2824013"/>
                  </a:lnTo>
                  <a:lnTo>
                    <a:pt x="3400741" y="2818171"/>
                  </a:lnTo>
                  <a:lnTo>
                    <a:pt x="3391744" y="2825626"/>
                  </a:lnTo>
                  <a:lnTo>
                    <a:pt x="3382747" y="2819757"/>
                  </a:lnTo>
                  <a:lnTo>
                    <a:pt x="3373751" y="2827257"/>
                  </a:lnTo>
                  <a:lnTo>
                    <a:pt x="3364754" y="2821361"/>
                  </a:lnTo>
                  <a:lnTo>
                    <a:pt x="3355757" y="2815434"/>
                  </a:lnTo>
                  <a:lnTo>
                    <a:pt x="3346761" y="2822982"/>
                  </a:lnTo>
                  <a:lnTo>
                    <a:pt x="3337764" y="2817027"/>
                  </a:lnTo>
                  <a:lnTo>
                    <a:pt x="3328767" y="2824620"/>
                  </a:lnTo>
                  <a:lnTo>
                    <a:pt x="3319771" y="2818638"/>
                  </a:lnTo>
                  <a:lnTo>
                    <a:pt x="3310774" y="2826276"/>
                  </a:lnTo>
                  <a:lnTo>
                    <a:pt x="3301777" y="2820266"/>
                  </a:lnTo>
                  <a:lnTo>
                    <a:pt x="3292781" y="2814223"/>
                  </a:lnTo>
                  <a:lnTo>
                    <a:pt x="3283784" y="2821912"/>
                  </a:lnTo>
                  <a:lnTo>
                    <a:pt x="3274787" y="2815840"/>
                  </a:lnTo>
                  <a:lnTo>
                    <a:pt x="3265791" y="2823576"/>
                  </a:lnTo>
                  <a:lnTo>
                    <a:pt x="3256794" y="2817475"/>
                  </a:lnTo>
                  <a:lnTo>
                    <a:pt x="3247797" y="2811340"/>
                  </a:lnTo>
                  <a:lnTo>
                    <a:pt x="3238801" y="2819128"/>
                  </a:lnTo>
                  <a:lnTo>
                    <a:pt x="3229804" y="2812964"/>
                  </a:lnTo>
                  <a:lnTo>
                    <a:pt x="3220807" y="2820800"/>
                  </a:lnTo>
                  <a:lnTo>
                    <a:pt x="3211811" y="2814606"/>
                  </a:lnTo>
                  <a:lnTo>
                    <a:pt x="3202814" y="2822490"/>
                  </a:lnTo>
                  <a:lnTo>
                    <a:pt x="3193817" y="2816266"/>
                  </a:lnTo>
                  <a:lnTo>
                    <a:pt x="3184821" y="2810008"/>
                  </a:lnTo>
                  <a:lnTo>
                    <a:pt x="3175824" y="2817945"/>
                  </a:lnTo>
                  <a:lnTo>
                    <a:pt x="3166827" y="2811656"/>
                  </a:lnTo>
                  <a:lnTo>
                    <a:pt x="3157831" y="2819644"/>
                  </a:lnTo>
                  <a:lnTo>
                    <a:pt x="3148834" y="2813323"/>
                  </a:lnTo>
                  <a:lnTo>
                    <a:pt x="3139837" y="2806966"/>
                  </a:lnTo>
                  <a:lnTo>
                    <a:pt x="3130840" y="2815009"/>
                  </a:lnTo>
                  <a:lnTo>
                    <a:pt x="3121844" y="2808621"/>
                  </a:lnTo>
                  <a:lnTo>
                    <a:pt x="3112847" y="2816715"/>
                  </a:lnTo>
                  <a:lnTo>
                    <a:pt x="3103850" y="2810295"/>
                  </a:lnTo>
                  <a:lnTo>
                    <a:pt x="3094854" y="2803837"/>
                  </a:lnTo>
                  <a:lnTo>
                    <a:pt x="3085857" y="2811988"/>
                  </a:lnTo>
                  <a:lnTo>
                    <a:pt x="3076860" y="2805498"/>
                  </a:lnTo>
                  <a:lnTo>
                    <a:pt x="3067864" y="2813701"/>
                  </a:lnTo>
                  <a:lnTo>
                    <a:pt x="3058867" y="2807177"/>
                  </a:lnTo>
                  <a:lnTo>
                    <a:pt x="3049870" y="2815434"/>
                  </a:lnTo>
                  <a:lnTo>
                    <a:pt x="3040874" y="2808877"/>
                  </a:lnTo>
                  <a:lnTo>
                    <a:pt x="3031877" y="2802282"/>
                  </a:lnTo>
                  <a:lnTo>
                    <a:pt x="3022880" y="2810597"/>
                  </a:lnTo>
                  <a:lnTo>
                    <a:pt x="3013884" y="2803968"/>
                  </a:lnTo>
                  <a:lnTo>
                    <a:pt x="3004887" y="2812338"/>
                  </a:lnTo>
                  <a:lnTo>
                    <a:pt x="2995890" y="2805673"/>
                  </a:lnTo>
                  <a:lnTo>
                    <a:pt x="2986894" y="2798969"/>
                  </a:lnTo>
                  <a:lnTo>
                    <a:pt x="2977897" y="2807400"/>
                  </a:lnTo>
                  <a:lnTo>
                    <a:pt x="2968900" y="2800661"/>
                  </a:lnTo>
                  <a:lnTo>
                    <a:pt x="2959904" y="2809147"/>
                  </a:lnTo>
                  <a:lnTo>
                    <a:pt x="2950907" y="2802372"/>
                  </a:lnTo>
                  <a:lnTo>
                    <a:pt x="2941910" y="2810916"/>
                  </a:lnTo>
                  <a:lnTo>
                    <a:pt x="2932914" y="2804105"/>
                  </a:lnTo>
                  <a:lnTo>
                    <a:pt x="2923917" y="2797252"/>
                  </a:lnTo>
                  <a:lnTo>
                    <a:pt x="2914920" y="2805859"/>
                  </a:lnTo>
                  <a:lnTo>
                    <a:pt x="2905924" y="2798969"/>
                  </a:lnTo>
                  <a:lnTo>
                    <a:pt x="2896927" y="2807635"/>
                  </a:lnTo>
                  <a:lnTo>
                    <a:pt x="2887930" y="2800708"/>
                  </a:lnTo>
                  <a:lnTo>
                    <a:pt x="2878934" y="2793738"/>
                  </a:lnTo>
                  <a:lnTo>
                    <a:pt x="2869937" y="2802468"/>
                  </a:lnTo>
                  <a:lnTo>
                    <a:pt x="2860940" y="2795460"/>
                  </a:lnTo>
                  <a:lnTo>
                    <a:pt x="2851944" y="2804250"/>
                  </a:lnTo>
                  <a:lnTo>
                    <a:pt x="2842947" y="2797203"/>
                  </a:lnTo>
                  <a:lnTo>
                    <a:pt x="2833950" y="2806055"/>
                  </a:lnTo>
                  <a:lnTo>
                    <a:pt x="2824954" y="2798969"/>
                  </a:lnTo>
                  <a:lnTo>
                    <a:pt x="2815957" y="2791838"/>
                  </a:lnTo>
                  <a:lnTo>
                    <a:pt x="2806960" y="2800758"/>
                  </a:lnTo>
                  <a:lnTo>
                    <a:pt x="2797964" y="2793587"/>
                  </a:lnTo>
                  <a:lnTo>
                    <a:pt x="2788967" y="2802569"/>
                  </a:lnTo>
                  <a:lnTo>
                    <a:pt x="2779970" y="2795358"/>
                  </a:lnTo>
                  <a:lnTo>
                    <a:pt x="2770974" y="2788100"/>
                  </a:lnTo>
                  <a:lnTo>
                    <a:pt x="2761977" y="2797152"/>
                  </a:lnTo>
                  <a:lnTo>
                    <a:pt x="2752980" y="2789852"/>
                  </a:lnTo>
                  <a:lnTo>
                    <a:pt x="2743984" y="2798969"/>
                  </a:lnTo>
                  <a:lnTo>
                    <a:pt x="2734987" y="2791628"/>
                  </a:lnTo>
                  <a:lnTo>
                    <a:pt x="2725990" y="2800811"/>
                  </a:lnTo>
                  <a:lnTo>
                    <a:pt x="2716994" y="2793427"/>
                  </a:lnTo>
                  <a:lnTo>
                    <a:pt x="2707997" y="2785994"/>
                  </a:lnTo>
                  <a:lnTo>
                    <a:pt x="2699000" y="2795250"/>
                  </a:lnTo>
                  <a:lnTo>
                    <a:pt x="2690004" y="2787773"/>
                  </a:lnTo>
                  <a:lnTo>
                    <a:pt x="2681007" y="2797097"/>
                  </a:lnTo>
                  <a:lnTo>
                    <a:pt x="2672010" y="2789577"/>
                  </a:lnTo>
                  <a:lnTo>
                    <a:pt x="2663014" y="2798969"/>
                  </a:lnTo>
                  <a:lnTo>
                    <a:pt x="2654017" y="2791405"/>
                  </a:lnTo>
                  <a:lnTo>
                    <a:pt x="2645020" y="2783789"/>
                  </a:lnTo>
                  <a:lnTo>
                    <a:pt x="2636024" y="2793257"/>
                  </a:lnTo>
                  <a:lnTo>
                    <a:pt x="2627027" y="2785595"/>
                  </a:lnTo>
                  <a:lnTo>
                    <a:pt x="2618030" y="2795135"/>
                  </a:lnTo>
                  <a:lnTo>
                    <a:pt x="2609034" y="2787427"/>
                  </a:lnTo>
                  <a:lnTo>
                    <a:pt x="2600037" y="2779666"/>
                  </a:lnTo>
                  <a:lnTo>
                    <a:pt x="2591040" y="2789284"/>
                  </a:lnTo>
                  <a:lnTo>
                    <a:pt x="2582044" y="2781476"/>
                  </a:lnTo>
                  <a:lnTo>
                    <a:pt x="2573047" y="2791167"/>
                  </a:lnTo>
                  <a:lnTo>
                    <a:pt x="2564050" y="2783311"/>
                  </a:lnTo>
                  <a:lnTo>
                    <a:pt x="2555054" y="2793077"/>
                  </a:lnTo>
                  <a:lnTo>
                    <a:pt x="2546057" y="2785172"/>
                  </a:lnTo>
                  <a:lnTo>
                    <a:pt x="2537060" y="2777211"/>
                  </a:lnTo>
                  <a:lnTo>
                    <a:pt x="2528064" y="2787059"/>
                  </a:lnTo>
                  <a:lnTo>
                    <a:pt x="2519067" y="2779048"/>
                  </a:lnTo>
                  <a:lnTo>
                    <a:pt x="2510070" y="2788973"/>
                  </a:lnTo>
                  <a:lnTo>
                    <a:pt x="2501074" y="2780911"/>
                  </a:lnTo>
                  <a:lnTo>
                    <a:pt x="2492077" y="2772792"/>
                  </a:lnTo>
                  <a:lnTo>
                    <a:pt x="2483080" y="2782802"/>
                  </a:lnTo>
                  <a:lnTo>
                    <a:pt x="2474084" y="2774630"/>
                  </a:lnTo>
                  <a:lnTo>
                    <a:pt x="2465087" y="2784720"/>
                  </a:lnTo>
                  <a:lnTo>
                    <a:pt x="2456090" y="2776496"/>
                  </a:lnTo>
                  <a:lnTo>
                    <a:pt x="2447094" y="2786666"/>
                  </a:lnTo>
                  <a:lnTo>
                    <a:pt x="2438097" y="2778389"/>
                  </a:lnTo>
                  <a:lnTo>
                    <a:pt x="2429100" y="2770050"/>
                  </a:lnTo>
                  <a:lnTo>
                    <a:pt x="2420104" y="2780310"/>
                  </a:lnTo>
                  <a:lnTo>
                    <a:pt x="2411107" y="2771916"/>
                  </a:lnTo>
                  <a:lnTo>
                    <a:pt x="2402110" y="2782259"/>
                  </a:lnTo>
                  <a:lnTo>
                    <a:pt x="2393114" y="2773810"/>
                  </a:lnTo>
                  <a:lnTo>
                    <a:pt x="2384117" y="2765298"/>
                  </a:lnTo>
                  <a:lnTo>
                    <a:pt x="2375120" y="2775733"/>
                  </a:lnTo>
                  <a:lnTo>
                    <a:pt x="2366124" y="2767163"/>
                  </a:lnTo>
                  <a:lnTo>
                    <a:pt x="2357127" y="2777684"/>
                  </a:lnTo>
                  <a:lnTo>
                    <a:pt x="2348130" y="2769057"/>
                  </a:lnTo>
                  <a:lnTo>
                    <a:pt x="2339134" y="2779666"/>
                  </a:lnTo>
                  <a:lnTo>
                    <a:pt x="2330137" y="2770980"/>
                  </a:lnTo>
                  <a:lnTo>
                    <a:pt x="2321140" y="2762226"/>
                  </a:lnTo>
                  <a:lnTo>
                    <a:pt x="2312144" y="2772932"/>
                  </a:lnTo>
                  <a:lnTo>
                    <a:pt x="2303147" y="2764118"/>
                  </a:lnTo>
                  <a:lnTo>
                    <a:pt x="2294150" y="2774916"/>
                  </a:lnTo>
                  <a:lnTo>
                    <a:pt x="2285154" y="2766040"/>
                  </a:lnTo>
                  <a:lnTo>
                    <a:pt x="2276157" y="2776930"/>
                  </a:lnTo>
                  <a:lnTo>
                    <a:pt x="2267160" y="2767993"/>
                  </a:lnTo>
                  <a:lnTo>
                    <a:pt x="2258164" y="2758984"/>
                  </a:lnTo>
                  <a:lnTo>
                    <a:pt x="2249167" y="2769976"/>
                  </a:lnTo>
                  <a:lnTo>
                    <a:pt x="2240170" y="2760903"/>
                  </a:lnTo>
                  <a:lnTo>
                    <a:pt x="2231174" y="2771991"/>
                  </a:lnTo>
                  <a:lnTo>
                    <a:pt x="2222177" y="2762854"/>
                  </a:lnTo>
                  <a:lnTo>
                    <a:pt x="2213180" y="2753642"/>
                  </a:lnTo>
                  <a:lnTo>
                    <a:pt x="2204184" y="2764836"/>
                  </a:lnTo>
                  <a:lnTo>
                    <a:pt x="2195187" y="2755557"/>
                  </a:lnTo>
                  <a:lnTo>
                    <a:pt x="2186190" y="2766850"/>
                  </a:lnTo>
                  <a:lnTo>
                    <a:pt x="2177194" y="2757503"/>
                  </a:lnTo>
                  <a:lnTo>
                    <a:pt x="2168197" y="2768898"/>
                  </a:lnTo>
                  <a:lnTo>
                    <a:pt x="2159200" y="2759482"/>
                  </a:lnTo>
                  <a:lnTo>
                    <a:pt x="2150204" y="2749987"/>
                  </a:lnTo>
                  <a:lnTo>
                    <a:pt x="2141207" y="2761494"/>
                  </a:lnTo>
                  <a:lnTo>
                    <a:pt x="2132210" y="2751928"/>
                  </a:lnTo>
                  <a:lnTo>
                    <a:pt x="2123214" y="2763539"/>
                  </a:lnTo>
                  <a:lnTo>
                    <a:pt x="2114217" y="2753901"/>
                  </a:lnTo>
                  <a:lnTo>
                    <a:pt x="2105220" y="2765620"/>
                  </a:lnTo>
                  <a:lnTo>
                    <a:pt x="2096224" y="2755908"/>
                  </a:lnTo>
                  <a:lnTo>
                    <a:pt x="2087227" y="2746113"/>
                  </a:lnTo>
                  <a:lnTo>
                    <a:pt x="2078230" y="2757950"/>
                  </a:lnTo>
                  <a:lnTo>
                    <a:pt x="2069233" y="2748079"/>
                  </a:lnTo>
                  <a:lnTo>
                    <a:pt x="2060237" y="2760027"/>
                  </a:lnTo>
                  <a:lnTo>
                    <a:pt x="2051240" y="2750079"/>
                  </a:lnTo>
                  <a:lnTo>
                    <a:pt x="2042243" y="2740044"/>
                  </a:lnTo>
                  <a:lnTo>
                    <a:pt x="2033247" y="2752114"/>
                  </a:lnTo>
                  <a:lnTo>
                    <a:pt x="2024250" y="2741999"/>
                  </a:lnTo>
                  <a:lnTo>
                    <a:pt x="2015253" y="2754186"/>
                  </a:lnTo>
                  <a:lnTo>
                    <a:pt x="2006257" y="2743990"/>
                  </a:lnTo>
                  <a:lnTo>
                    <a:pt x="1997260" y="2756294"/>
                  </a:lnTo>
                  <a:lnTo>
                    <a:pt x="1988263" y="2746016"/>
                  </a:lnTo>
                  <a:lnTo>
                    <a:pt x="1979267" y="2735644"/>
                  </a:lnTo>
                  <a:lnTo>
                    <a:pt x="1970270" y="2748079"/>
                  </a:lnTo>
                  <a:lnTo>
                    <a:pt x="1961273" y="2737622"/>
                  </a:lnTo>
                  <a:lnTo>
                    <a:pt x="1952277" y="2750180"/>
                  </a:lnTo>
                  <a:lnTo>
                    <a:pt x="1943280" y="2739636"/>
                  </a:lnTo>
                  <a:lnTo>
                    <a:pt x="1934283" y="2752320"/>
                  </a:lnTo>
                  <a:lnTo>
                    <a:pt x="1925287" y="2741688"/>
                  </a:lnTo>
                  <a:lnTo>
                    <a:pt x="1916290" y="2730957"/>
                  </a:lnTo>
                  <a:lnTo>
                    <a:pt x="1907293" y="2743778"/>
                  </a:lnTo>
                  <a:lnTo>
                    <a:pt x="1898297" y="2732956"/>
                  </a:lnTo>
                  <a:lnTo>
                    <a:pt x="1889300" y="2745908"/>
                  </a:lnTo>
                  <a:lnTo>
                    <a:pt x="1880303" y="2734993"/>
                  </a:lnTo>
                  <a:lnTo>
                    <a:pt x="1871307" y="2748079"/>
                  </a:lnTo>
                  <a:lnTo>
                    <a:pt x="1862310" y="2737069"/>
                  </a:lnTo>
                  <a:lnTo>
                    <a:pt x="1853313" y="2725953"/>
                  </a:lnTo>
                  <a:lnTo>
                    <a:pt x="1844317" y="2739186"/>
                  </a:lnTo>
                  <a:lnTo>
                    <a:pt x="1835320" y="2727971"/>
                  </a:lnTo>
                  <a:lnTo>
                    <a:pt x="1826323" y="2741344"/>
                  </a:lnTo>
                  <a:lnTo>
                    <a:pt x="1817327" y="2730029"/>
                  </a:lnTo>
                  <a:lnTo>
                    <a:pt x="1808330" y="2718603"/>
                  </a:lnTo>
                  <a:lnTo>
                    <a:pt x="1799333" y="2732128"/>
                  </a:lnTo>
                  <a:lnTo>
                    <a:pt x="1790337" y="2720598"/>
                  </a:lnTo>
                  <a:lnTo>
                    <a:pt x="1781340" y="2734270"/>
                  </a:lnTo>
                  <a:lnTo>
                    <a:pt x="1772343" y="2722634"/>
                  </a:lnTo>
                  <a:lnTo>
                    <a:pt x="1763347" y="2736454"/>
                  </a:lnTo>
                  <a:lnTo>
                    <a:pt x="1754350" y="2724711"/>
                  </a:lnTo>
                  <a:lnTo>
                    <a:pt x="1745353" y="2712847"/>
                  </a:lnTo>
                  <a:lnTo>
                    <a:pt x="1736357" y="2726831"/>
                  </a:lnTo>
                  <a:lnTo>
                    <a:pt x="1727360" y="2714855"/>
                  </a:lnTo>
                  <a:lnTo>
                    <a:pt x="1718363" y="2728995"/>
                  </a:lnTo>
                  <a:lnTo>
                    <a:pt x="1709367" y="2716905"/>
                  </a:lnTo>
                  <a:lnTo>
                    <a:pt x="1700370" y="2731205"/>
                  </a:lnTo>
                  <a:lnTo>
                    <a:pt x="1691373" y="2718999"/>
                  </a:lnTo>
                  <a:lnTo>
                    <a:pt x="1682377" y="2706663"/>
                  </a:lnTo>
                  <a:lnTo>
                    <a:pt x="1673380" y="2721137"/>
                  </a:lnTo>
                  <a:lnTo>
                    <a:pt x="1664383" y="2708680"/>
                  </a:lnTo>
                  <a:lnTo>
                    <a:pt x="1655387" y="2723322"/>
                  </a:lnTo>
                  <a:lnTo>
                    <a:pt x="1646390" y="2710741"/>
                  </a:lnTo>
                  <a:lnTo>
                    <a:pt x="1637393" y="2725554"/>
                  </a:lnTo>
                  <a:lnTo>
                    <a:pt x="1628397" y="2712847"/>
                  </a:lnTo>
                  <a:lnTo>
                    <a:pt x="1619400" y="2700000"/>
                  </a:lnTo>
                  <a:lnTo>
                    <a:pt x="1610403" y="2715000"/>
                  </a:lnTo>
                  <a:lnTo>
                    <a:pt x="1601407" y="2702022"/>
                  </a:lnTo>
                  <a:lnTo>
                    <a:pt x="1592410" y="2717202"/>
                  </a:lnTo>
                  <a:lnTo>
                    <a:pt x="1583413" y="2704089"/>
                  </a:lnTo>
                  <a:lnTo>
                    <a:pt x="1574417" y="2719453"/>
                  </a:lnTo>
                  <a:lnTo>
                    <a:pt x="1565420" y="2706204"/>
                  </a:lnTo>
                  <a:lnTo>
                    <a:pt x="1556423" y="2692802"/>
                  </a:lnTo>
                  <a:lnTo>
                    <a:pt x="1547427" y="2708367"/>
                  </a:lnTo>
                  <a:lnTo>
                    <a:pt x="1538430" y="2694822"/>
                  </a:lnTo>
                  <a:lnTo>
                    <a:pt x="1529433" y="2710581"/>
                  </a:lnTo>
                  <a:lnTo>
                    <a:pt x="1520437" y="2696889"/>
                  </a:lnTo>
                  <a:lnTo>
                    <a:pt x="1511440" y="2712847"/>
                  </a:lnTo>
                  <a:lnTo>
                    <a:pt x="1502443" y="2699006"/>
                  </a:lnTo>
                  <a:lnTo>
                    <a:pt x="1493447" y="2684999"/>
                  </a:lnTo>
                  <a:lnTo>
                    <a:pt x="1484450" y="2701174"/>
                  </a:lnTo>
                  <a:lnTo>
                    <a:pt x="1475453" y="2687011"/>
                  </a:lnTo>
                  <a:lnTo>
                    <a:pt x="1466457" y="2703395"/>
                  </a:lnTo>
                  <a:lnTo>
                    <a:pt x="1457460" y="2689071"/>
                  </a:lnTo>
                  <a:lnTo>
                    <a:pt x="1448463" y="2705670"/>
                  </a:lnTo>
                  <a:lnTo>
                    <a:pt x="1439467" y="2691183"/>
                  </a:lnTo>
                  <a:lnTo>
                    <a:pt x="1430470" y="2676514"/>
                  </a:lnTo>
                  <a:lnTo>
                    <a:pt x="1421473" y="2693348"/>
                  </a:lnTo>
                  <a:lnTo>
                    <a:pt x="1412477" y="2678507"/>
                  </a:lnTo>
                  <a:lnTo>
                    <a:pt x="1403480" y="2695568"/>
                  </a:lnTo>
                  <a:lnTo>
                    <a:pt x="1394483" y="2680551"/>
                  </a:lnTo>
                  <a:lnTo>
                    <a:pt x="1385487" y="2697845"/>
                  </a:lnTo>
                  <a:lnTo>
                    <a:pt x="1376490" y="2682649"/>
                  </a:lnTo>
                  <a:lnTo>
                    <a:pt x="1367493" y="2667253"/>
                  </a:lnTo>
                  <a:lnTo>
                    <a:pt x="1358497" y="2684801"/>
                  </a:lnTo>
                  <a:lnTo>
                    <a:pt x="1349500" y="2669216"/>
                  </a:lnTo>
                  <a:lnTo>
                    <a:pt x="1340503" y="2687011"/>
                  </a:lnTo>
                  <a:lnTo>
                    <a:pt x="1331507" y="2671231"/>
                  </a:lnTo>
                  <a:lnTo>
                    <a:pt x="1322510" y="2689280"/>
                  </a:lnTo>
                  <a:lnTo>
                    <a:pt x="1313513" y="2673301"/>
                  </a:lnTo>
                  <a:lnTo>
                    <a:pt x="1304517" y="2657104"/>
                  </a:lnTo>
                  <a:lnTo>
                    <a:pt x="1295520" y="2675429"/>
                  </a:lnTo>
                  <a:lnTo>
                    <a:pt x="1286523" y="2659021"/>
                  </a:lnTo>
                  <a:lnTo>
                    <a:pt x="1277527" y="2677615"/>
                  </a:lnTo>
                  <a:lnTo>
                    <a:pt x="1268530" y="2660992"/>
                  </a:lnTo>
                  <a:lnTo>
                    <a:pt x="1259533" y="2679864"/>
                  </a:lnTo>
                  <a:lnTo>
                    <a:pt x="1250537" y="2663019"/>
                  </a:lnTo>
                  <a:lnTo>
                    <a:pt x="1241540" y="2645932"/>
                  </a:lnTo>
                  <a:lnTo>
                    <a:pt x="1232543" y="2665106"/>
                  </a:lnTo>
                  <a:lnTo>
                    <a:pt x="1223547" y="2647784"/>
                  </a:lnTo>
                  <a:lnTo>
                    <a:pt x="1214550" y="2667253"/>
                  </a:lnTo>
                  <a:lnTo>
                    <a:pt x="1205553" y="2649691"/>
                  </a:lnTo>
                  <a:lnTo>
                    <a:pt x="1196557" y="2669465"/>
                  </a:lnTo>
                  <a:lnTo>
                    <a:pt x="1187560" y="2651655"/>
                  </a:lnTo>
                  <a:lnTo>
                    <a:pt x="1178563" y="2633576"/>
                  </a:lnTo>
                  <a:lnTo>
                    <a:pt x="1169567" y="2653679"/>
                  </a:lnTo>
                  <a:lnTo>
                    <a:pt x="1160570" y="2635337"/>
                  </a:lnTo>
                  <a:lnTo>
                    <a:pt x="1151573" y="2655766"/>
                  </a:lnTo>
                  <a:lnTo>
                    <a:pt x="1142577" y="2637154"/>
                  </a:lnTo>
                  <a:lnTo>
                    <a:pt x="1133580" y="2657919"/>
                  </a:lnTo>
                  <a:lnTo>
                    <a:pt x="1124583" y="2639028"/>
                  </a:lnTo>
                  <a:lnTo>
                    <a:pt x="1115587" y="2619835"/>
                  </a:lnTo>
                  <a:lnTo>
                    <a:pt x="1106590" y="2640963"/>
                  </a:lnTo>
                  <a:lnTo>
                    <a:pt x="1097593" y="2621474"/>
                  </a:lnTo>
                  <a:lnTo>
                    <a:pt x="1088597" y="2642961"/>
                  </a:lnTo>
                  <a:lnTo>
                    <a:pt x="1079600" y="2623166"/>
                  </a:lnTo>
                  <a:lnTo>
                    <a:pt x="1070603" y="2645026"/>
                  </a:lnTo>
                  <a:lnTo>
                    <a:pt x="1061607" y="2624916"/>
                  </a:lnTo>
                  <a:lnTo>
                    <a:pt x="1052610" y="2604465"/>
                  </a:lnTo>
                  <a:lnTo>
                    <a:pt x="1043613" y="2626725"/>
                  </a:lnTo>
                  <a:lnTo>
                    <a:pt x="1034616" y="2605937"/>
                  </a:lnTo>
                  <a:lnTo>
                    <a:pt x="1025620" y="2628597"/>
                  </a:lnTo>
                  <a:lnTo>
                    <a:pt x="1016623" y="2607461"/>
                  </a:lnTo>
                  <a:lnTo>
                    <a:pt x="1007626" y="2630536"/>
                  </a:lnTo>
                  <a:lnTo>
                    <a:pt x="998630" y="2609039"/>
                  </a:lnTo>
                  <a:lnTo>
                    <a:pt x="989633" y="2632544"/>
                  </a:lnTo>
                  <a:lnTo>
                    <a:pt x="980636" y="2610675"/>
                  </a:lnTo>
                  <a:lnTo>
                    <a:pt x="971640" y="2588405"/>
                  </a:lnTo>
                  <a:lnTo>
                    <a:pt x="962643" y="2612371"/>
                  </a:lnTo>
                  <a:lnTo>
                    <a:pt x="953646" y="2589701"/>
                  </a:lnTo>
                  <a:lnTo>
                    <a:pt x="944650" y="2614132"/>
                  </a:lnTo>
                  <a:lnTo>
                    <a:pt x="935653" y="2591046"/>
                  </a:lnTo>
                  <a:lnTo>
                    <a:pt x="926656" y="2615960"/>
                  </a:lnTo>
                  <a:lnTo>
                    <a:pt x="917660" y="2592443"/>
                  </a:lnTo>
                  <a:lnTo>
                    <a:pt x="908663" y="2568466"/>
                  </a:lnTo>
                  <a:lnTo>
                    <a:pt x="899666" y="2593896"/>
                  </a:lnTo>
                  <a:lnTo>
                    <a:pt x="890670" y="2569454"/>
                  </a:lnTo>
                  <a:lnTo>
                    <a:pt x="881673" y="2595408"/>
                  </a:lnTo>
                  <a:lnTo>
                    <a:pt x="872676" y="2570482"/>
                  </a:lnTo>
                  <a:lnTo>
                    <a:pt x="863680" y="2596982"/>
                  </a:lnTo>
                  <a:lnTo>
                    <a:pt x="854683" y="2571553"/>
                  </a:lnTo>
                  <a:lnTo>
                    <a:pt x="845686" y="2598622"/>
                  </a:lnTo>
                  <a:lnTo>
                    <a:pt x="836690" y="2572670"/>
                  </a:lnTo>
                  <a:lnTo>
                    <a:pt x="827693" y="2546159"/>
                  </a:lnTo>
                  <a:lnTo>
                    <a:pt x="818696" y="2573835"/>
                  </a:lnTo>
                  <a:lnTo>
                    <a:pt x="809700" y="2546754"/>
                  </a:lnTo>
                  <a:lnTo>
                    <a:pt x="800703" y="2575052"/>
                  </a:lnTo>
                  <a:lnTo>
                    <a:pt x="791706" y="2547377"/>
                  </a:lnTo>
                  <a:lnTo>
                    <a:pt x="782710" y="2576324"/>
                  </a:lnTo>
                  <a:lnTo>
                    <a:pt x="773713" y="2548027"/>
                  </a:lnTo>
                  <a:lnTo>
                    <a:pt x="764716" y="2519072"/>
                  </a:lnTo>
                  <a:lnTo>
                    <a:pt x="755720" y="2548709"/>
                  </a:lnTo>
                  <a:lnTo>
                    <a:pt x="746723" y="2519072"/>
                  </a:lnTo>
                  <a:lnTo>
                    <a:pt x="737726" y="2549423"/>
                  </a:lnTo>
                  <a:lnTo>
                    <a:pt x="728730" y="2519072"/>
                  </a:lnTo>
                  <a:lnTo>
                    <a:pt x="719733" y="2550172"/>
                  </a:lnTo>
                  <a:lnTo>
                    <a:pt x="710736" y="2519072"/>
                  </a:lnTo>
                  <a:lnTo>
                    <a:pt x="701740" y="2550959"/>
                  </a:lnTo>
                  <a:lnTo>
                    <a:pt x="692743" y="2519072"/>
                  </a:lnTo>
                  <a:lnTo>
                    <a:pt x="683746" y="2486357"/>
                  </a:lnTo>
                  <a:lnTo>
                    <a:pt x="674750" y="2519072"/>
                  </a:lnTo>
                  <a:lnTo>
                    <a:pt x="665753" y="2485485"/>
                  </a:lnTo>
                  <a:lnTo>
                    <a:pt x="656756" y="2519072"/>
                  </a:lnTo>
                  <a:lnTo>
                    <a:pt x="647760" y="2484565"/>
                  </a:lnTo>
                  <a:lnTo>
                    <a:pt x="638763" y="2519072"/>
                  </a:lnTo>
                  <a:lnTo>
                    <a:pt x="629766" y="2483592"/>
                  </a:lnTo>
                  <a:lnTo>
                    <a:pt x="620770" y="2519072"/>
                  </a:lnTo>
                  <a:lnTo>
                    <a:pt x="611773" y="2482564"/>
                  </a:lnTo>
                  <a:lnTo>
                    <a:pt x="602776" y="2444982"/>
                  </a:lnTo>
                  <a:lnTo>
                    <a:pt x="593780" y="2481474"/>
                  </a:lnTo>
                  <a:lnTo>
                    <a:pt x="584783" y="2442737"/>
                  </a:lnTo>
                  <a:lnTo>
                    <a:pt x="575786" y="2480317"/>
                  </a:lnTo>
                  <a:lnTo>
                    <a:pt x="566790" y="2440351"/>
                  </a:lnTo>
                  <a:lnTo>
                    <a:pt x="557793" y="2479087"/>
                  </a:lnTo>
                  <a:lnTo>
                    <a:pt x="548796" y="2437812"/>
                  </a:lnTo>
                  <a:lnTo>
                    <a:pt x="539800" y="2477776"/>
                  </a:lnTo>
                  <a:lnTo>
                    <a:pt x="530803" y="2435103"/>
                  </a:lnTo>
                  <a:lnTo>
                    <a:pt x="521806" y="2476376"/>
                  </a:lnTo>
                  <a:lnTo>
                    <a:pt x="512810" y="2432208"/>
                  </a:lnTo>
                  <a:lnTo>
                    <a:pt x="503813" y="2386490"/>
                  </a:lnTo>
                  <a:lnTo>
                    <a:pt x="494816" y="2429105"/>
                  </a:lnTo>
                  <a:lnTo>
                    <a:pt x="485820" y="2381668"/>
                  </a:lnTo>
                  <a:lnTo>
                    <a:pt x="476823" y="2425773"/>
                  </a:lnTo>
                  <a:lnTo>
                    <a:pt x="467826" y="2376483"/>
                  </a:lnTo>
                  <a:lnTo>
                    <a:pt x="458830" y="2422185"/>
                  </a:lnTo>
                  <a:lnTo>
                    <a:pt x="449833" y="2370892"/>
                  </a:lnTo>
                  <a:lnTo>
                    <a:pt x="440836" y="2418309"/>
                  </a:lnTo>
                  <a:lnTo>
                    <a:pt x="431840" y="2364843"/>
                  </a:lnTo>
                  <a:lnTo>
                    <a:pt x="422843" y="2414111"/>
                  </a:lnTo>
                  <a:lnTo>
                    <a:pt x="413846" y="2358280"/>
                  </a:lnTo>
                  <a:lnTo>
                    <a:pt x="404850" y="2300023"/>
                  </a:lnTo>
                  <a:lnTo>
                    <a:pt x="395853" y="2351134"/>
                  </a:lnTo>
                  <a:lnTo>
                    <a:pt x="386856" y="2290066"/>
                  </a:lnTo>
                  <a:lnTo>
                    <a:pt x="377860" y="2343323"/>
                  </a:lnTo>
                  <a:lnTo>
                    <a:pt x="368863" y="2279161"/>
                  </a:lnTo>
                  <a:lnTo>
                    <a:pt x="359866" y="2334750"/>
                  </a:lnTo>
                  <a:lnTo>
                    <a:pt x="350870" y="2267165"/>
                  </a:lnTo>
                  <a:lnTo>
                    <a:pt x="341873" y="2325298"/>
                  </a:lnTo>
                  <a:lnTo>
                    <a:pt x="332876" y="2253907"/>
                  </a:lnTo>
                  <a:lnTo>
                    <a:pt x="323880" y="2314823"/>
                  </a:lnTo>
                  <a:lnTo>
                    <a:pt x="314883" y="2239175"/>
                  </a:lnTo>
                  <a:lnTo>
                    <a:pt x="305886" y="2303152"/>
                  </a:lnTo>
                  <a:lnTo>
                    <a:pt x="296890" y="2222711"/>
                  </a:lnTo>
                  <a:lnTo>
                    <a:pt x="287893" y="2290066"/>
                  </a:lnTo>
                  <a:lnTo>
                    <a:pt x="278896" y="2204188"/>
                  </a:lnTo>
                  <a:lnTo>
                    <a:pt x="269900" y="2275291"/>
                  </a:lnTo>
                  <a:lnTo>
                    <a:pt x="260903" y="2183196"/>
                  </a:lnTo>
                  <a:lnTo>
                    <a:pt x="251906" y="2084749"/>
                  </a:lnTo>
                  <a:lnTo>
                    <a:pt x="242910" y="2159205"/>
                  </a:lnTo>
                  <a:lnTo>
                    <a:pt x="233913" y="2052577"/>
                  </a:lnTo>
                  <a:lnTo>
                    <a:pt x="224916" y="2131523"/>
                  </a:lnTo>
                  <a:lnTo>
                    <a:pt x="215920" y="2015258"/>
                  </a:lnTo>
                  <a:lnTo>
                    <a:pt x="206923" y="2099227"/>
                  </a:lnTo>
                  <a:lnTo>
                    <a:pt x="197926" y="1971448"/>
                  </a:lnTo>
                  <a:lnTo>
                    <a:pt x="188930" y="2061059"/>
                  </a:lnTo>
                  <a:lnTo>
                    <a:pt x="179933" y="1919293"/>
                  </a:lnTo>
                  <a:lnTo>
                    <a:pt x="170936" y="2015258"/>
                  </a:lnTo>
                  <a:lnTo>
                    <a:pt x="161940" y="1856158"/>
                  </a:lnTo>
                  <a:lnTo>
                    <a:pt x="152943" y="1959278"/>
                  </a:lnTo>
                  <a:lnTo>
                    <a:pt x="143946" y="1778169"/>
                  </a:lnTo>
                  <a:lnTo>
                    <a:pt x="134950" y="1889304"/>
                  </a:lnTo>
                  <a:lnTo>
                    <a:pt x="125953" y="1679381"/>
                  </a:lnTo>
                  <a:lnTo>
                    <a:pt x="116956" y="1799337"/>
                  </a:lnTo>
                  <a:lnTo>
                    <a:pt x="107960" y="1550198"/>
                  </a:lnTo>
                  <a:lnTo>
                    <a:pt x="98963" y="1679381"/>
                  </a:lnTo>
                  <a:lnTo>
                    <a:pt x="89966" y="1374039"/>
                  </a:lnTo>
                  <a:lnTo>
                    <a:pt x="80970" y="1511443"/>
                  </a:lnTo>
                  <a:lnTo>
                    <a:pt x="71973" y="1679381"/>
                  </a:lnTo>
                  <a:lnTo>
                    <a:pt x="62976" y="1259536"/>
                  </a:lnTo>
                  <a:lnTo>
                    <a:pt x="53980" y="1439470"/>
                  </a:lnTo>
                  <a:lnTo>
                    <a:pt x="44983" y="839690"/>
                  </a:lnTo>
                  <a:lnTo>
                    <a:pt x="35986" y="1007629"/>
                  </a:lnTo>
                  <a:lnTo>
                    <a:pt x="26990" y="1259536"/>
                  </a:lnTo>
                  <a:lnTo>
                    <a:pt x="17993" y="0"/>
                  </a:lnTo>
                  <a:lnTo>
                    <a:pt x="8996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785399" y="4166092"/>
              <a:ext cx="7719142" cy="1804796"/>
            </a:xfrm>
            <a:custGeom>
              <a:avLst/>
              <a:pathLst>
                <a:path w="7719142" h="1804796">
                  <a:moveTo>
                    <a:pt x="0" y="1804796"/>
                  </a:moveTo>
                  <a:lnTo>
                    <a:pt x="8996" y="1804796"/>
                  </a:lnTo>
                  <a:lnTo>
                    <a:pt x="17993" y="1804796"/>
                  </a:lnTo>
                  <a:lnTo>
                    <a:pt x="26990" y="1804796"/>
                  </a:lnTo>
                  <a:lnTo>
                    <a:pt x="35986" y="1804796"/>
                  </a:lnTo>
                  <a:lnTo>
                    <a:pt x="44983" y="1804796"/>
                  </a:lnTo>
                  <a:lnTo>
                    <a:pt x="53980" y="1804796"/>
                  </a:lnTo>
                  <a:lnTo>
                    <a:pt x="62976" y="1175028"/>
                  </a:lnTo>
                  <a:lnTo>
                    <a:pt x="71973" y="1245002"/>
                  </a:lnTo>
                  <a:lnTo>
                    <a:pt x="80970" y="1300982"/>
                  </a:lnTo>
                  <a:lnTo>
                    <a:pt x="89966" y="1346783"/>
                  </a:lnTo>
                  <a:lnTo>
                    <a:pt x="98963" y="965105"/>
                  </a:lnTo>
                  <a:lnTo>
                    <a:pt x="107960" y="1029697"/>
                  </a:lnTo>
                  <a:lnTo>
                    <a:pt x="116956" y="1085061"/>
                  </a:lnTo>
                  <a:lnTo>
                    <a:pt x="125953" y="1133043"/>
                  </a:lnTo>
                  <a:lnTo>
                    <a:pt x="134950" y="860144"/>
                  </a:lnTo>
                  <a:lnTo>
                    <a:pt x="143946" y="915712"/>
                  </a:lnTo>
                  <a:lnTo>
                    <a:pt x="152943" y="965105"/>
                  </a:lnTo>
                  <a:lnTo>
                    <a:pt x="161940" y="1009299"/>
                  </a:lnTo>
                  <a:lnTo>
                    <a:pt x="170936" y="797167"/>
                  </a:lnTo>
                  <a:lnTo>
                    <a:pt x="179933" y="845149"/>
                  </a:lnTo>
                  <a:lnTo>
                    <a:pt x="188930" y="888770"/>
                  </a:lnTo>
                  <a:lnTo>
                    <a:pt x="197926" y="709547"/>
                  </a:lnTo>
                  <a:lnTo>
                    <a:pt x="206923" y="755182"/>
                  </a:lnTo>
                  <a:lnTo>
                    <a:pt x="215920" y="797167"/>
                  </a:lnTo>
                  <a:lnTo>
                    <a:pt x="224916" y="835922"/>
                  </a:lnTo>
                  <a:lnTo>
                    <a:pt x="233913" y="685208"/>
                  </a:lnTo>
                  <a:lnTo>
                    <a:pt x="242910" y="725194"/>
                  </a:lnTo>
                  <a:lnTo>
                    <a:pt x="251906" y="762421"/>
                  </a:lnTo>
                  <a:lnTo>
                    <a:pt x="260903" y="629229"/>
                  </a:lnTo>
                  <a:lnTo>
                    <a:pt x="269900" y="667150"/>
                  </a:lnTo>
                  <a:lnTo>
                    <a:pt x="278896" y="702702"/>
                  </a:lnTo>
                  <a:lnTo>
                    <a:pt x="287893" y="583428"/>
                  </a:lnTo>
                  <a:lnTo>
                    <a:pt x="296890" y="619350"/>
                  </a:lnTo>
                  <a:lnTo>
                    <a:pt x="305886" y="653220"/>
                  </a:lnTo>
                  <a:lnTo>
                    <a:pt x="314883" y="685208"/>
                  </a:lnTo>
                  <a:lnTo>
                    <a:pt x="323880" y="579301"/>
                  </a:lnTo>
                  <a:lnTo>
                    <a:pt x="332876" y="611551"/>
                  </a:lnTo>
                  <a:lnTo>
                    <a:pt x="341873" y="642147"/>
                  </a:lnTo>
                  <a:lnTo>
                    <a:pt x="350870" y="545260"/>
                  </a:lnTo>
                  <a:lnTo>
                    <a:pt x="359866" y="575980"/>
                  </a:lnTo>
                  <a:lnTo>
                    <a:pt x="368863" y="605238"/>
                  </a:lnTo>
                  <a:lnTo>
                    <a:pt x="377860" y="515968"/>
                  </a:lnTo>
                  <a:lnTo>
                    <a:pt x="386856" y="545260"/>
                  </a:lnTo>
                  <a:lnTo>
                    <a:pt x="395853" y="573249"/>
                  </a:lnTo>
                  <a:lnTo>
                    <a:pt x="404850" y="490497"/>
                  </a:lnTo>
                  <a:lnTo>
                    <a:pt x="413846" y="518461"/>
                  </a:lnTo>
                  <a:lnTo>
                    <a:pt x="422843" y="545260"/>
                  </a:lnTo>
                  <a:lnTo>
                    <a:pt x="431840" y="468145"/>
                  </a:lnTo>
                  <a:lnTo>
                    <a:pt x="440836" y="494878"/>
                  </a:lnTo>
                  <a:lnTo>
                    <a:pt x="449833" y="520563"/>
                  </a:lnTo>
                  <a:lnTo>
                    <a:pt x="458830" y="448372"/>
                  </a:lnTo>
                  <a:lnTo>
                    <a:pt x="467826" y="473965"/>
                  </a:lnTo>
                  <a:lnTo>
                    <a:pt x="476823" y="498610"/>
                  </a:lnTo>
                  <a:lnTo>
                    <a:pt x="485820" y="430756"/>
                  </a:lnTo>
                  <a:lnTo>
                    <a:pt x="494816" y="455293"/>
                  </a:lnTo>
                  <a:lnTo>
                    <a:pt x="503813" y="478968"/>
                  </a:lnTo>
                  <a:lnTo>
                    <a:pt x="512810" y="501827"/>
                  </a:lnTo>
                  <a:lnTo>
                    <a:pt x="521806" y="438519"/>
                  </a:lnTo>
                  <a:lnTo>
                    <a:pt x="530803" y="461291"/>
                  </a:lnTo>
                  <a:lnTo>
                    <a:pt x="539800" y="483315"/>
                  </a:lnTo>
                  <a:lnTo>
                    <a:pt x="548796" y="423369"/>
                  </a:lnTo>
                  <a:lnTo>
                    <a:pt x="557793" y="445297"/>
                  </a:lnTo>
                  <a:lnTo>
                    <a:pt x="566790" y="466539"/>
                  </a:lnTo>
                  <a:lnTo>
                    <a:pt x="575786" y="409617"/>
                  </a:lnTo>
                  <a:lnTo>
                    <a:pt x="584783" y="430756"/>
                  </a:lnTo>
                  <a:lnTo>
                    <a:pt x="593780" y="451264"/>
                  </a:lnTo>
                  <a:lnTo>
                    <a:pt x="602776" y="397079"/>
                  </a:lnTo>
                  <a:lnTo>
                    <a:pt x="611773" y="417481"/>
                  </a:lnTo>
                  <a:lnTo>
                    <a:pt x="620770" y="437299"/>
                  </a:lnTo>
                  <a:lnTo>
                    <a:pt x="629766" y="385600"/>
                  </a:lnTo>
                  <a:lnTo>
                    <a:pt x="638763" y="405311"/>
                  </a:lnTo>
                  <a:lnTo>
                    <a:pt x="647760" y="424482"/>
                  </a:lnTo>
                  <a:lnTo>
                    <a:pt x="656756" y="375052"/>
                  </a:lnTo>
                  <a:lnTo>
                    <a:pt x="665753" y="394115"/>
                  </a:lnTo>
                  <a:lnTo>
                    <a:pt x="674750" y="412677"/>
                  </a:lnTo>
                  <a:lnTo>
                    <a:pt x="683746" y="365326"/>
                  </a:lnTo>
                  <a:lnTo>
                    <a:pt x="692743" y="383781"/>
                  </a:lnTo>
                  <a:lnTo>
                    <a:pt x="701740" y="401768"/>
                  </a:lnTo>
                  <a:lnTo>
                    <a:pt x="710736" y="356329"/>
                  </a:lnTo>
                  <a:lnTo>
                    <a:pt x="719733" y="374212"/>
                  </a:lnTo>
                  <a:lnTo>
                    <a:pt x="728730" y="391658"/>
                  </a:lnTo>
                  <a:lnTo>
                    <a:pt x="737726" y="347983"/>
                  </a:lnTo>
                  <a:lnTo>
                    <a:pt x="746723" y="365326"/>
                  </a:lnTo>
                  <a:lnTo>
                    <a:pt x="755720" y="382261"/>
                  </a:lnTo>
                  <a:lnTo>
                    <a:pt x="764716" y="340219"/>
                  </a:lnTo>
                  <a:lnTo>
                    <a:pt x="773713" y="357053"/>
                  </a:lnTo>
                  <a:lnTo>
                    <a:pt x="782710" y="316253"/>
                  </a:lnTo>
                  <a:lnTo>
                    <a:pt x="791706" y="332978"/>
                  </a:lnTo>
                  <a:lnTo>
                    <a:pt x="800703" y="349332"/>
                  </a:lnTo>
                  <a:lnTo>
                    <a:pt x="809700" y="309962"/>
                  </a:lnTo>
                  <a:lnTo>
                    <a:pt x="818696" y="326210"/>
                  </a:lnTo>
                  <a:lnTo>
                    <a:pt x="827693" y="342109"/>
                  </a:lnTo>
                  <a:lnTo>
                    <a:pt x="836690" y="304072"/>
                  </a:lnTo>
                  <a:lnTo>
                    <a:pt x="845686" y="319869"/>
                  </a:lnTo>
                  <a:lnTo>
                    <a:pt x="854683" y="335337"/>
                  </a:lnTo>
                  <a:lnTo>
                    <a:pt x="863680" y="298546"/>
                  </a:lnTo>
                  <a:lnTo>
                    <a:pt x="872676" y="313916"/>
                  </a:lnTo>
                  <a:lnTo>
                    <a:pt x="881673" y="328976"/>
                  </a:lnTo>
                  <a:lnTo>
                    <a:pt x="890670" y="293352"/>
                  </a:lnTo>
                  <a:lnTo>
                    <a:pt x="899666" y="308317"/>
                  </a:lnTo>
                  <a:lnTo>
                    <a:pt x="908663" y="322989"/>
                  </a:lnTo>
                  <a:lnTo>
                    <a:pt x="917660" y="288461"/>
                  </a:lnTo>
                  <a:lnTo>
                    <a:pt x="926656" y="303041"/>
                  </a:lnTo>
                  <a:lnTo>
                    <a:pt x="935653" y="317344"/>
                  </a:lnTo>
                  <a:lnTo>
                    <a:pt x="944650" y="283847"/>
                  </a:lnTo>
                  <a:lnTo>
                    <a:pt x="953646" y="298061"/>
                  </a:lnTo>
                  <a:lnTo>
                    <a:pt x="962643" y="312012"/>
                  </a:lnTo>
                  <a:lnTo>
                    <a:pt x="971640" y="279486"/>
                  </a:lnTo>
                  <a:lnTo>
                    <a:pt x="980636" y="293352"/>
                  </a:lnTo>
                  <a:lnTo>
                    <a:pt x="989633" y="306969"/>
                  </a:lnTo>
                  <a:lnTo>
                    <a:pt x="998630" y="275359"/>
                  </a:lnTo>
                  <a:lnTo>
                    <a:pt x="1007626" y="288894"/>
                  </a:lnTo>
                  <a:lnTo>
                    <a:pt x="1016623" y="302191"/>
                  </a:lnTo>
                  <a:lnTo>
                    <a:pt x="1025620" y="271447"/>
                  </a:lnTo>
                  <a:lnTo>
                    <a:pt x="1034616" y="284666"/>
                  </a:lnTo>
                  <a:lnTo>
                    <a:pt x="1043613" y="297659"/>
                  </a:lnTo>
                  <a:lnTo>
                    <a:pt x="1052610" y="267735"/>
                  </a:lnTo>
                  <a:lnTo>
                    <a:pt x="1061607" y="280651"/>
                  </a:lnTo>
                  <a:lnTo>
                    <a:pt x="1070603" y="293352"/>
                  </a:lnTo>
                  <a:lnTo>
                    <a:pt x="1079600" y="264206"/>
                  </a:lnTo>
                  <a:lnTo>
                    <a:pt x="1088597" y="276834"/>
                  </a:lnTo>
                  <a:lnTo>
                    <a:pt x="1097593" y="248296"/>
                  </a:lnTo>
                  <a:lnTo>
                    <a:pt x="1106590" y="260848"/>
                  </a:lnTo>
                  <a:lnTo>
                    <a:pt x="1115587" y="273200"/>
                  </a:lnTo>
                  <a:lnTo>
                    <a:pt x="1124583" y="245370"/>
                  </a:lnTo>
                  <a:lnTo>
                    <a:pt x="1133580" y="257649"/>
                  </a:lnTo>
                  <a:lnTo>
                    <a:pt x="1142577" y="269736"/>
                  </a:lnTo>
                  <a:lnTo>
                    <a:pt x="1151573" y="242580"/>
                  </a:lnTo>
                  <a:lnTo>
                    <a:pt x="1160570" y="254597"/>
                  </a:lnTo>
                  <a:lnTo>
                    <a:pt x="1169567" y="266431"/>
                  </a:lnTo>
                  <a:lnTo>
                    <a:pt x="1178563" y="239918"/>
                  </a:lnTo>
                  <a:lnTo>
                    <a:pt x="1187560" y="251684"/>
                  </a:lnTo>
                  <a:lnTo>
                    <a:pt x="1196557" y="263274"/>
                  </a:lnTo>
                  <a:lnTo>
                    <a:pt x="1205553" y="237373"/>
                  </a:lnTo>
                  <a:lnTo>
                    <a:pt x="1214550" y="248898"/>
                  </a:lnTo>
                  <a:lnTo>
                    <a:pt x="1223547" y="260255"/>
                  </a:lnTo>
                  <a:lnTo>
                    <a:pt x="1232543" y="234939"/>
                  </a:lnTo>
                  <a:lnTo>
                    <a:pt x="1241540" y="246233"/>
                  </a:lnTo>
                  <a:lnTo>
                    <a:pt x="1250537" y="257366"/>
                  </a:lnTo>
                  <a:lnTo>
                    <a:pt x="1259533" y="232609"/>
                  </a:lnTo>
                  <a:lnTo>
                    <a:pt x="1268530" y="243681"/>
                  </a:lnTo>
                  <a:lnTo>
                    <a:pt x="1277527" y="219366"/>
                  </a:lnTo>
                  <a:lnTo>
                    <a:pt x="1286523" y="230376"/>
                  </a:lnTo>
                  <a:lnTo>
                    <a:pt x="1295520" y="241234"/>
                  </a:lnTo>
                  <a:lnTo>
                    <a:pt x="1304517" y="217435"/>
                  </a:lnTo>
                  <a:lnTo>
                    <a:pt x="1313513" y="228234"/>
                  </a:lnTo>
                  <a:lnTo>
                    <a:pt x="1322510" y="238886"/>
                  </a:lnTo>
                  <a:lnTo>
                    <a:pt x="1331507" y="215582"/>
                  </a:lnTo>
                  <a:lnTo>
                    <a:pt x="1340503" y="226177"/>
                  </a:lnTo>
                  <a:lnTo>
                    <a:pt x="1349500" y="236632"/>
                  </a:lnTo>
                  <a:lnTo>
                    <a:pt x="1358497" y="213803"/>
                  </a:lnTo>
                  <a:lnTo>
                    <a:pt x="1367493" y="224201"/>
                  </a:lnTo>
                  <a:lnTo>
                    <a:pt x="1376490" y="234465"/>
                  </a:lnTo>
                  <a:lnTo>
                    <a:pt x="1385487" y="212092"/>
                  </a:lnTo>
                  <a:lnTo>
                    <a:pt x="1394483" y="222302"/>
                  </a:lnTo>
                  <a:lnTo>
                    <a:pt x="1403480" y="232381"/>
                  </a:lnTo>
                  <a:lnTo>
                    <a:pt x="1412477" y="210446"/>
                  </a:lnTo>
                  <a:lnTo>
                    <a:pt x="1421473" y="220474"/>
                  </a:lnTo>
                  <a:lnTo>
                    <a:pt x="1430470" y="230376"/>
                  </a:lnTo>
                  <a:lnTo>
                    <a:pt x="1439467" y="208862"/>
                  </a:lnTo>
                  <a:lnTo>
                    <a:pt x="1448463" y="218713"/>
                  </a:lnTo>
                  <a:lnTo>
                    <a:pt x="1457460" y="197535"/>
                  </a:lnTo>
                  <a:lnTo>
                    <a:pt x="1466457" y="207335"/>
                  </a:lnTo>
                  <a:lnTo>
                    <a:pt x="1475453" y="217017"/>
                  </a:lnTo>
                  <a:lnTo>
                    <a:pt x="1484450" y="196232"/>
                  </a:lnTo>
                  <a:lnTo>
                    <a:pt x="1493447" y="205864"/>
                  </a:lnTo>
                  <a:lnTo>
                    <a:pt x="1502443" y="215381"/>
                  </a:lnTo>
                  <a:lnTo>
                    <a:pt x="1511440" y="194974"/>
                  </a:lnTo>
                  <a:lnTo>
                    <a:pt x="1520437" y="204444"/>
                  </a:lnTo>
                  <a:lnTo>
                    <a:pt x="1529433" y="213803"/>
                  </a:lnTo>
                  <a:lnTo>
                    <a:pt x="1538430" y="193761"/>
                  </a:lnTo>
                  <a:lnTo>
                    <a:pt x="1547427" y="203074"/>
                  </a:lnTo>
                  <a:lnTo>
                    <a:pt x="1556423" y="212279"/>
                  </a:lnTo>
                  <a:lnTo>
                    <a:pt x="1565420" y="192590"/>
                  </a:lnTo>
                  <a:lnTo>
                    <a:pt x="1574417" y="201750"/>
                  </a:lnTo>
                  <a:lnTo>
                    <a:pt x="1583413" y="210807"/>
                  </a:lnTo>
                  <a:lnTo>
                    <a:pt x="1592410" y="191457"/>
                  </a:lnTo>
                  <a:lnTo>
                    <a:pt x="1601407" y="200470"/>
                  </a:lnTo>
                  <a:lnTo>
                    <a:pt x="1610403" y="181394"/>
                  </a:lnTo>
                  <a:lnTo>
                    <a:pt x="1619400" y="190363"/>
                  </a:lnTo>
                  <a:lnTo>
                    <a:pt x="1628397" y="199233"/>
                  </a:lnTo>
                  <a:lnTo>
                    <a:pt x="1637393" y="180476"/>
                  </a:lnTo>
                  <a:lnTo>
                    <a:pt x="1646390" y="189304"/>
                  </a:lnTo>
                  <a:lnTo>
                    <a:pt x="1655387" y="198036"/>
                  </a:lnTo>
                  <a:lnTo>
                    <a:pt x="1664383" y="179588"/>
                  </a:lnTo>
                  <a:lnTo>
                    <a:pt x="1673380" y="188279"/>
                  </a:lnTo>
                  <a:lnTo>
                    <a:pt x="1682377" y="196877"/>
                  </a:lnTo>
                  <a:lnTo>
                    <a:pt x="1691373" y="178728"/>
                  </a:lnTo>
                  <a:lnTo>
                    <a:pt x="1700370" y="187286"/>
                  </a:lnTo>
                  <a:lnTo>
                    <a:pt x="1709367" y="195755"/>
                  </a:lnTo>
                  <a:lnTo>
                    <a:pt x="1718363" y="177895"/>
                  </a:lnTo>
                  <a:lnTo>
                    <a:pt x="1727360" y="186324"/>
                  </a:lnTo>
                  <a:lnTo>
                    <a:pt x="1736357" y="168697"/>
                  </a:lnTo>
                  <a:lnTo>
                    <a:pt x="1745353" y="177088"/>
                  </a:lnTo>
                  <a:lnTo>
                    <a:pt x="1754350" y="185392"/>
                  </a:lnTo>
                  <a:lnTo>
                    <a:pt x="1763347" y="168038"/>
                  </a:lnTo>
                  <a:lnTo>
                    <a:pt x="1772343" y="176305"/>
                  </a:lnTo>
                  <a:lnTo>
                    <a:pt x="1781340" y="184488"/>
                  </a:lnTo>
                  <a:lnTo>
                    <a:pt x="1790337" y="167399"/>
                  </a:lnTo>
                  <a:lnTo>
                    <a:pt x="1799333" y="175545"/>
                  </a:lnTo>
                  <a:lnTo>
                    <a:pt x="1808330" y="183611"/>
                  </a:lnTo>
                  <a:lnTo>
                    <a:pt x="1817327" y="166778"/>
                  </a:lnTo>
                  <a:lnTo>
                    <a:pt x="1826323" y="174808"/>
                  </a:lnTo>
                  <a:lnTo>
                    <a:pt x="1835320" y="182759"/>
                  </a:lnTo>
                  <a:lnTo>
                    <a:pt x="1844317" y="166176"/>
                  </a:lnTo>
                  <a:lnTo>
                    <a:pt x="1853313" y="174092"/>
                  </a:lnTo>
                  <a:lnTo>
                    <a:pt x="1862310" y="157710"/>
                  </a:lnTo>
                  <a:lnTo>
                    <a:pt x="1871307" y="165591"/>
                  </a:lnTo>
                  <a:lnTo>
                    <a:pt x="1880303" y="173397"/>
                  </a:lnTo>
                  <a:lnTo>
                    <a:pt x="1889300" y="157251"/>
                  </a:lnTo>
                  <a:lnTo>
                    <a:pt x="1898297" y="165022"/>
                  </a:lnTo>
                  <a:lnTo>
                    <a:pt x="1907293" y="172721"/>
                  </a:lnTo>
                  <a:lnTo>
                    <a:pt x="1916290" y="156805"/>
                  </a:lnTo>
                  <a:lnTo>
                    <a:pt x="1925287" y="164470"/>
                  </a:lnTo>
                  <a:lnTo>
                    <a:pt x="1934283" y="172064"/>
                  </a:lnTo>
                  <a:lnTo>
                    <a:pt x="1943280" y="156371"/>
                  </a:lnTo>
                  <a:lnTo>
                    <a:pt x="1952277" y="163932"/>
                  </a:lnTo>
                  <a:lnTo>
                    <a:pt x="1961273" y="171425"/>
                  </a:lnTo>
                  <a:lnTo>
                    <a:pt x="1970270" y="155948"/>
                  </a:lnTo>
                  <a:lnTo>
                    <a:pt x="1979267" y="163409"/>
                  </a:lnTo>
                  <a:lnTo>
                    <a:pt x="1988263" y="148109"/>
                  </a:lnTo>
                  <a:lnTo>
                    <a:pt x="1997260" y="155538"/>
                  </a:lnTo>
                  <a:lnTo>
                    <a:pt x="2006257" y="162900"/>
                  </a:lnTo>
                  <a:lnTo>
                    <a:pt x="2015253" y="147806"/>
                  </a:lnTo>
                  <a:lnTo>
                    <a:pt x="2024250" y="155138"/>
                  </a:lnTo>
                  <a:lnTo>
                    <a:pt x="2033247" y="162405"/>
                  </a:lnTo>
                  <a:lnTo>
                    <a:pt x="2042243" y="147511"/>
                  </a:lnTo>
                  <a:lnTo>
                    <a:pt x="2051240" y="154748"/>
                  </a:lnTo>
                  <a:lnTo>
                    <a:pt x="2060237" y="161923"/>
                  </a:lnTo>
                  <a:lnTo>
                    <a:pt x="2069233" y="147224"/>
                  </a:lnTo>
                  <a:lnTo>
                    <a:pt x="2078230" y="154369"/>
                  </a:lnTo>
                  <a:lnTo>
                    <a:pt x="2087227" y="161452"/>
                  </a:lnTo>
                  <a:lnTo>
                    <a:pt x="2096224" y="146945"/>
                  </a:lnTo>
                  <a:lnTo>
                    <a:pt x="2105220" y="153999"/>
                  </a:lnTo>
                  <a:lnTo>
                    <a:pt x="2114217" y="139646"/>
                  </a:lnTo>
                  <a:lnTo>
                    <a:pt x="2123214" y="146672"/>
                  </a:lnTo>
                  <a:lnTo>
                    <a:pt x="2132210" y="153639"/>
                  </a:lnTo>
                  <a:lnTo>
                    <a:pt x="2141207" y="139468"/>
                  </a:lnTo>
                  <a:lnTo>
                    <a:pt x="2150204" y="146407"/>
                  </a:lnTo>
                  <a:lnTo>
                    <a:pt x="2159200" y="153288"/>
                  </a:lnTo>
                  <a:lnTo>
                    <a:pt x="2168197" y="139293"/>
                  </a:lnTo>
                  <a:lnTo>
                    <a:pt x="2177194" y="146147"/>
                  </a:lnTo>
                  <a:lnTo>
                    <a:pt x="2186190" y="152945"/>
                  </a:lnTo>
                  <a:lnTo>
                    <a:pt x="2195187" y="139123"/>
                  </a:lnTo>
                  <a:lnTo>
                    <a:pt x="2204184" y="145895"/>
                  </a:lnTo>
                  <a:lnTo>
                    <a:pt x="2213180" y="152611"/>
                  </a:lnTo>
                  <a:lnTo>
                    <a:pt x="2222177" y="138958"/>
                  </a:lnTo>
                  <a:lnTo>
                    <a:pt x="2231174" y="145648"/>
                  </a:lnTo>
                  <a:lnTo>
                    <a:pt x="2240170" y="132132"/>
                  </a:lnTo>
                  <a:lnTo>
                    <a:pt x="2249167" y="138796"/>
                  </a:lnTo>
                  <a:lnTo>
                    <a:pt x="2258164" y="145407"/>
                  </a:lnTo>
                  <a:lnTo>
                    <a:pt x="2267160" y="132052"/>
                  </a:lnTo>
                  <a:lnTo>
                    <a:pt x="2276157" y="138638"/>
                  </a:lnTo>
                  <a:lnTo>
                    <a:pt x="2285154" y="145172"/>
                  </a:lnTo>
                  <a:lnTo>
                    <a:pt x="2294150" y="131974"/>
                  </a:lnTo>
                  <a:lnTo>
                    <a:pt x="2303147" y="138483"/>
                  </a:lnTo>
                  <a:lnTo>
                    <a:pt x="2312144" y="144942"/>
                  </a:lnTo>
                  <a:lnTo>
                    <a:pt x="2321140" y="131898"/>
                  </a:lnTo>
                  <a:lnTo>
                    <a:pt x="2330137" y="138333"/>
                  </a:lnTo>
                  <a:lnTo>
                    <a:pt x="2339134" y="125414"/>
                  </a:lnTo>
                  <a:lnTo>
                    <a:pt x="2348130" y="131824"/>
                  </a:lnTo>
                  <a:lnTo>
                    <a:pt x="2357127" y="138185"/>
                  </a:lnTo>
                  <a:lnTo>
                    <a:pt x="2366124" y="125414"/>
                  </a:lnTo>
                  <a:lnTo>
                    <a:pt x="2375120" y="131752"/>
                  </a:lnTo>
                  <a:lnTo>
                    <a:pt x="2384117" y="138041"/>
                  </a:lnTo>
                  <a:lnTo>
                    <a:pt x="2393114" y="125414"/>
                  </a:lnTo>
                  <a:lnTo>
                    <a:pt x="2402110" y="131681"/>
                  </a:lnTo>
                  <a:lnTo>
                    <a:pt x="2411107" y="137900"/>
                  </a:lnTo>
                  <a:lnTo>
                    <a:pt x="2420104" y="125414"/>
                  </a:lnTo>
                  <a:lnTo>
                    <a:pt x="2429100" y="131611"/>
                  </a:lnTo>
                  <a:lnTo>
                    <a:pt x="2438097" y="119240"/>
                  </a:lnTo>
                  <a:lnTo>
                    <a:pt x="2447094" y="125414"/>
                  </a:lnTo>
                  <a:lnTo>
                    <a:pt x="2456090" y="131543"/>
                  </a:lnTo>
                  <a:lnTo>
                    <a:pt x="2465087" y="119307"/>
                  </a:lnTo>
                  <a:lnTo>
                    <a:pt x="2474084" y="125414"/>
                  </a:lnTo>
                  <a:lnTo>
                    <a:pt x="2483080" y="131477"/>
                  </a:lnTo>
                  <a:lnTo>
                    <a:pt x="2492077" y="119373"/>
                  </a:lnTo>
                  <a:lnTo>
                    <a:pt x="2501074" y="125414"/>
                  </a:lnTo>
                  <a:lnTo>
                    <a:pt x="2510070" y="131412"/>
                  </a:lnTo>
                  <a:lnTo>
                    <a:pt x="2519067" y="119438"/>
                  </a:lnTo>
                  <a:lnTo>
                    <a:pt x="2528064" y="125414"/>
                  </a:lnTo>
                  <a:lnTo>
                    <a:pt x="2537060" y="131348"/>
                  </a:lnTo>
                  <a:lnTo>
                    <a:pt x="2546057" y="119501"/>
                  </a:lnTo>
                  <a:lnTo>
                    <a:pt x="2555054" y="125414"/>
                  </a:lnTo>
                  <a:lnTo>
                    <a:pt x="2564050" y="113670"/>
                  </a:lnTo>
                  <a:lnTo>
                    <a:pt x="2573047" y="119563"/>
                  </a:lnTo>
                  <a:lnTo>
                    <a:pt x="2582044" y="125414"/>
                  </a:lnTo>
                  <a:lnTo>
                    <a:pt x="2591040" y="113792"/>
                  </a:lnTo>
                  <a:lnTo>
                    <a:pt x="2600037" y="119623"/>
                  </a:lnTo>
                  <a:lnTo>
                    <a:pt x="2609034" y="125414"/>
                  </a:lnTo>
                  <a:lnTo>
                    <a:pt x="2618030" y="113912"/>
                  </a:lnTo>
                  <a:lnTo>
                    <a:pt x="2627027" y="119683"/>
                  </a:lnTo>
                  <a:lnTo>
                    <a:pt x="2636024" y="125414"/>
                  </a:lnTo>
                  <a:lnTo>
                    <a:pt x="2645020" y="114029"/>
                  </a:lnTo>
                  <a:lnTo>
                    <a:pt x="2654017" y="119741"/>
                  </a:lnTo>
                  <a:lnTo>
                    <a:pt x="2663014" y="108451"/>
                  </a:lnTo>
                  <a:lnTo>
                    <a:pt x="2672010" y="114143"/>
                  </a:lnTo>
                  <a:lnTo>
                    <a:pt x="2681007" y="119798"/>
                  </a:lnTo>
                  <a:lnTo>
                    <a:pt x="2690004" y="108620"/>
                  </a:lnTo>
                  <a:lnTo>
                    <a:pt x="2699000" y="114256"/>
                  </a:lnTo>
                  <a:lnTo>
                    <a:pt x="2707997" y="119853"/>
                  </a:lnTo>
                  <a:lnTo>
                    <a:pt x="2716994" y="108787"/>
                  </a:lnTo>
                  <a:lnTo>
                    <a:pt x="2725990" y="114366"/>
                  </a:lnTo>
                  <a:lnTo>
                    <a:pt x="2734987" y="119908"/>
                  </a:lnTo>
                  <a:lnTo>
                    <a:pt x="2743984" y="108950"/>
                  </a:lnTo>
                  <a:lnTo>
                    <a:pt x="2752980" y="114474"/>
                  </a:lnTo>
                  <a:lnTo>
                    <a:pt x="2761977" y="103604"/>
                  </a:lnTo>
                  <a:lnTo>
                    <a:pt x="2770974" y="109110"/>
                  </a:lnTo>
                  <a:lnTo>
                    <a:pt x="2779970" y="114580"/>
                  </a:lnTo>
                  <a:lnTo>
                    <a:pt x="2788967" y="103814"/>
                  </a:lnTo>
                  <a:lnTo>
                    <a:pt x="2797964" y="109266"/>
                  </a:lnTo>
                  <a:lnTo>
                    <a:pt x="2806960" y="114683"/>
                  </a:lnTo>
                  <a:lnTo>
                    <a:pt x="2815957" y="104021"/>
                  </a:lnTo>
                  <a:lnTo>
                    <a:pt x="2824954" y="109420"/>
                  </a:lnTo>
                  <a:lnTo>
                    <a:pt x="2833950" y="114785"/>
                  </a:lnTo>
                  <a:lnTo>
                    <a:pt x="2842947" y="104223"/>
                  </a:lnTo>
                  <a:lnTo>
                    <a:pt x="2851944" y="109571"/>
                  </a:lnTo>
                  <a:lnTo>
                    <a:pt x="2860940" y="99092"/>
                  </a:lnTo>
                  <a:lnTo>
                    <a:pt x="2869937" y="104422"/>
                  </a:lnTo>
                  <a:lnTo>
                    <a:pt x="2878934" y="109719"/>
                  </a:lnTo>
                  <a:lnTo>
                    <a:pt x="2887930" y="99337"/>
                  </a:lnTo>
                  <a:lnTo>
                    <a:pt x="2896927" y="104617"/>
                  </a:lnTo>
                  <a:lnTo>
                    <a:pt x="2905924" y="109864"/>
                  </a:lnTo>
                  <a:lnTo>
                    <a:pt x="2914920" y="99578"/>
                  </a:lnTo>
                  <a:lnTo>
                    <a:pt x="2923917" y="104808"/>
                  </a:lnTo>
                  <a:lnTo>
                    <a:pt x="2932914" y="110007"/>
                  </a:lnTo>
                  <a:lnTo>
                    <a:pt x="2941910" y="99814"/>
                  </a:lnTo>
                  <a:lnTo>
                    <a:pt x="2950907" y="104996"/>
                  </a:lnTo>
                  <a:lnTo>
                    <a:pt x="2959904" y="94880"/>
                  </a:lnTo>
                  <a:lnTo>
                    <a:pt x="2968900" y="100046"/>
                  </a:lnTo>
                  <a:lnTo>
                    <a:pt x="2977897" y="105181"/>
                  </a:lnTo>
                  <a:lnTo>
                    <a:pt x="2986894" y="95155"/>
                  </a:lnTo>
                  <a:lnTo>
                    <a:pt x="2995890" y="100274"/>
                  </a:lnTo>
                  <a:lnTo>
                    <a:pt x="3004887" y="105362"/>
                  </a:lnTo>
                  <a:lnTo>
                    <a:pt x="3013884" y="95425"/>
                  </a:lnTo>
                  <a:lnTo>
                    <a:pt x="3022880" y="100498"/>
                  </a:lnTo>
                  <a:lnTo>
                    <a:pt x="3031877" y="105540"/>
                  </a:lnTo>
                  <a:lnTo>
                    <a:pt x="3040874" y="95691"/>
                  </a:lnTo>
                  <a:lnTo>
                    <a:pt x="3049870" y="100717"/>
                  </a:lnTo>
                  <a:lnTo>
                    <a:pt x="3058867" y="90940"/>
                  </a:lnTo>
                  <a:lnTo>
                    <a:pt x="3067864" y="95951"/>
                  </a:lnTo>
                  <a:lnTo>
                    <a:pt x="3076860" y="100933"/>
                  </a:lnTo>
                  <a:lnTo>
                    <a:pt x="3085857" y="91241"/>
                  </a:lnTo>
                  <a:lnTo>
                    <a:pt x="3094854" y="96208"/>
                  </a:lnTo>
                  <a:lnTo>
                    <a:pt x="3103850" y="101146"/>
                  </a:lnTo>
                  <a:lnTo>
                    <a:pt x="3112847" y="91536"/>
                  </a:lnTo>
                  <a:lnTo>
                    <a:pt x="3121844" y="96459"/>
                  </a:lnTo>
                  <a:lnTo>
                    <a:pt x="3130840" y="101354"/>
                  </a:lnTo>
                  <a:lnTo>
                    <a:pt x="3139837" y="91827"/>
                  </a:lnTo>
                  <a:lnTo>
                    <a:pt x="3148834" y="96707"/>
                  </a:lnTo>
                  <a:lnTo>
                    <a:pt x="3157831" y="87246"/>
                  </a:lnTo>
                  <a:lnTo>
                    <a:pt x="3166827" y="92112"/>
                  </a:lnTo>
                  <a:lnTo>
                    <a:pt x="3175824" y="96950"/>
                  </a:lnTo>
                  <a:lnTo>
                    <a:pt x="3184821" y="87569"/>
                  </a:lnTo>
                  <a:lnTo>
                    <a:pt x="3193817" y="92393"/>
                  </a:lnTo>
                  <a:lnTo>
                    <a:pt x="3202814" y="97189"/>
                  </a:lnTo>
                  <a:lnTo>
                    <a:pt x="3211811" y="87886"/>
                  </a:lnTo>
                  <a:lnTo>
                    <a:pt x="3220807" y="92669"/>
                  </a:lnTo>
                  <a:lnTo>
                    <a:pt x="3229804" y="97425"/>
                  </a:lnTo>
                  <a:lnTo>
                    <a:pt x="3238801" y="88198"/>
                  </a:lnTo>
                  <a:lnTo>
                    <a:pt x="3247797" y="92940"/>
                  </a:lnTo>
                  <a:lnTo>
                    <a:pt x="3256794" y="83777"/>
                  </a:lnTo>
                  <a:lnTo>
                    <a:pt x="3265791" y="88505"/>
                  </a:lnTo>
                  <a:lnTo>
                    <a:pt x="3274787" y="93207"/>
                  </a:lnTo>
                  <a:lnTo>
                    <a:pt x="3283784" y="84118"/>
                  </a:lnTo>
                  <a:lnTo>
                    <a:pt x="3292781" y="88806"/>
                  </a:lnTo>
                  <a:lnTo>
                    <a:pt x="3301777" y="93469"/>
                  </a:lnTo>
                  <a:lnTo>
                    <a:pt x="3310774" y="84454"/>
                  </a:lnTo>
                  <a:lnTo>
                    <a:pt x="3319771" y="89103"/>
                  </a:lnTo>
                  <a:lnTo>
                    <a:pt x="3328767" y="80148"/>
                  </a:lnTo>
                  <a:lnTo>
                    <a:pt x="3337764" y="84784"/>
                  </a:lnTo>
                  <a:lnTo>
                    <a:pt x="3346761" y="89395"/>
                  </a:lnTo>
                  <a:lnTo>
                    <a:pt x="3355757" y="80511"/>
                  </a:lnTo>
                  <a:lnTo>
                    <a:pt x="3364754" y="85109"/>
                  </a:lnTo>
                  <a:lnTo>
                    <a:pt x="3373751" y="89683"/>
                  </a:lnTo>
                  <a:lnTo>
                    <a:pt x="3382747" y="80868"/>
                  </a:lnTo>
                  <a:lnTo>
                    <a:pt x="3391744" y="85429"/>
                  </a:lnTo>
                  <a:lnTo>
                    <a:pt x="3400741" y="89966"/>
                  </a:lnTo>
                  <a:lnTo>
                    <a:pt x="3409737" y="81220"/>
                  </a:lnTo>
                  <a:lnTo>
                    <a:pt x="3418734" y="85744"/>
                  </a:lnTo>
                  <a:lnTo>
                    <a:pt x="3427731" y="77055"/>
                  </a:lnTo>
                  <a:lnTo>
                    <a:pt x="3436727" y="81566"/>
                  </a:lnTo>
                  <a:lnTo>
                    <a:pt x="3445724" y="86054"/>
                  </a:lnTo>
                  <a:lnTo>
                    <a:pt x="3454721" y="77432"/>
                  </a:lnTo>
                  <a:lnTo>
                    <a:pt x="3463717" y="81907"/>
                  </a:lnTo>
                  <a:lnTo>
                    <a:pt x="3472714" y="86359"/>
                  </a:lnTo>
                  <a:lnTo>
                    <a:pt x="3481711" y="77803"/>
                  </a:lnTo>
                  <a:lnTo>
                    <a:pt x="3490707" y="82242"/>
                  </a:lnTo>
                  <a:lnTo>
                    <a:pt x="3499704" y="86659"/>
                  </a:lnTo>
                  <a:lnTo>
                    <a:pt x="3508701" y="78168"/>
                  </a:lnTo>
                  <a:lnTo>
                    <a:pt x="3517697" y="82573"/>
                  </a:lnTo>
                  <a:lnTo>
                    <a:pt x="3526694" y="74135"/>
                  </a:lnTo>
                  <a:lnTo>
                    <a:pt x="3535691" y="78528"/>
                  </a:lnTo>
                  <a:lnTo>
                    <a:pt x="3544687" y="82898"/>
                  </a:lnTo>
                  <a:lnTo>
                    <a:pt x="3553684" y="74524"/>
                  </a:lnTo>
                  <a:lnTo>
                    <a:pt x="3562681" y="78882"/>
                  </a:lnTo>
                  <a:lnTo>
                    <a:pt x="3571677" y="83219"/>
                  </a:lnTo>
                  <a:lnTo>
                    <a:pt x="3580674" y="74907"/>
                  </a:lnTo>
                  <a:lnTo>
                    <a:pt x="3589671" y="79231"/>
                  </a:lnTo>
                  <a:lnTo>
                    <a:pt x="3598667" y="83534"/>
                  </a:lnTo>
                  <a:lnTo>
                    <a:pt x="3607664" y="75283"/>
                  </a:lnTo>
                  <a:lnTo>
                    <a:pt x="3616661" y="79575"/>
                  </a:lnTo>
                  <a:lnTo>
                    <a:pt x="3625657" y="71375"/>
                  </a:lnTo>
                  <a:lnTo>
                    <a:pt x="3634654" y="75655"/>
                  </a:lnTo>
                  <a:lnTo>
                    <a:pt x="3643651" y="79914"/>
                  </a:lnTo>
                  <a:lnTo>
                    <a:pt x="3652647" y="71773"/>
                  </a:lnTo>
                  <a:lnTo>
                    <a:pt x="3661644" y="76021"/>
                  </a:lnTo>
                  <a:lnTo>
                    <a:pt x="3670641" y="80248"/>
                  </a:lnTo>
                  <a:lnTo>
                    <a:pt x="3679637" y="72166"/>
                  </a:lnTo>
                  <a:lnTo>
                    <a:pt x="3688634" y="76381"/>
                  </a:lnTo>
                  <a:lnTo>
                    <a:pt x="3697631" y="68348"/>
                  </a:lnTo>
                  <a:lnTo>
                    <a:pt x="3706627" y="72552"/>
                  </a:lnTo>
                  <a:lnTo>
                    <a:pt x="3715624" y="76737"/>
                  </a:lnTo>
                  <a:lnTo>
                    <a:pt x="3724621" y="68760"/>
                  </a:lnTo>
                  <a:lnTo>
                    <a:pt x="3733617" y="72934"/>
                  </a:lnTo>
                  <a:lnTo>
                    <a:pt x="3742614" y="77087"/>
                  </a:lnTo>
                  <a:lnTo>
                    <a:pt x="3751611" y="69167"/>
                  </a:lnTo>
                  <a:lnTo>
                    <a:pt x="3760607" y="73309"/>
                  </a:lnTo>
                  <a:lnTo>
                    <a:pt x="3769604" y="77432"/>
                  </a:lnTo>
                  <a:lnTo>
                    <a:pt x="3778601" y="69568"/>
                  </a:lnTo>
                  <a:lnTo>
                    <a:pt x="3787597" y="73680"/>
                  </a:lnTo>
                  <a:lnTo>
                    <a:pt x="3796594" y="65862"/>
                  </a:lnTo>
                  <a:lnTo>
                    <a:pt x="3805591" y="69963"/>
                  </a:lnTo>
                  <a:lnTo>
                    <a:pt x="3814587" y="74045"/>
                  </a:lnTo>
                  <a:lnTo>
                    <a:pt x="3823584" y="66281"/>
                  </a:lnTo>
                  <a:lnTo>
                    <a:pt x="3832581" y="70353"/>
                  </a:lnTo>
                  <a:lnTo>
                    <a:pt x="3841577" y="74405"/>
                  </a:lnTo>
                  <a:lnTo>
                    <a:pt x="3850574" y="66695"/>
                  </a:lnTo>
                  <a:lnTo>
                    <a:pt x="3859571" y="70737"/>
                  </a:lnTo>
                  <a:lnTo>
                    <a:pt x="3868567" y="74760"/>
                  </a:lnTo>
                  <a:lnTo>
                    <a:pt x="3877564" y="67102"/>
                  </a:lnTo>
                  <a:lnTo>
                    <a:pt x="3886561" y="71116"/>
                  </a:lnTo>
                  <a:lnTo>
                    <a:pt x="3895557" y="63502"/>
                  </a:lnTo>
                  <a:lnTo>
                    <a:pt x="3904554" y="67505"/>
                  </a:lnTo>
                  <a:lnTo>
                    <a:pt x="3913551" y="71489"/>
                  </a:lnTo>
                  <a:lnTo>
                    <a:pt x="3922547" y="63927"/>
                  </a:lnTo>
                  <a:lnTo>
                    <a:pt x="3931544" y="67901"/>
                  </a:lnTo>
                  <a:lnTo>
                    <a:pt x="3940541" y="71858"/>
                  </a:lnTo>
                  <a:lnTo>
                    <a:pt x="3949537" y="64346"/>
                  </a:lnTo>
                  <a:lnTo>
                    <a:pt x="3958534" y="68292"/>
                  </a:lnTo>
                  <a:lnTo>
                    <a:pt x="3967531" y="60823"/>
                  </a:lnTo>
                  <a:lnTo>
                    <a:pt x="3976527" y="64759"/>
                  </a:lnTo>
                  <a:lnTo>
                    <a:pt x="3985524" y="68678"/>
                  </a:lnTo>
                  <a:lnTo>
                    <a:pt x="3994521" y="61258"/>
                  </a:lnTo>
                  <a:lnTo>
                    <a:pt x="4003517" y="65167"/>
                  </a:lnTo>
                  <a:lnTo>
                    <a:pt x="4012514" y="69059"/>
                  </a:lnTo>
                  <a:lnTo>
                    <a:pt x="4021511" y="61688"/>
                  </a:lnTo>
                  <a:lnTo>
                    <a:pt x="4030507" y="65570"/>
                  </a:lnTo>
                  <a:lnTo>
                    <a:pt x="4039504" y="69435"/>
                  </a:lnTo>
                  <a:lnTo>
                    <a:pt x="4048501" y="62112"/>
                  </a:lnTo>
                  <a:lnTo>
                    <a:pt x="4057497" y="65967"/>
                  </a:lnTo>
                  <a:lnTo>
                    <a:pt x="4066494" y="58684"/>
                  </a:lnTo>
                  <a:lnTo>
                    <a:pt x="4075491" y="62530"/>
                  </a:lnTo>
                  <a:lnTo>
                    <a:pt x="4084487" y="66359"/>
                  </a:lnTo>
                  <a:lnTo>
                    <a:pt x="4093484" y="59123"/>
                  </a:lnTo>
                  <a:lnTo>
                    <a:pt x="4102481" y="62943"/>
                  </a:lnTo>
                  <a:lnTo>
                    <a:pt x="4111477" y="66746"/>
                  </a:lnTo>
                  <a:lnTo>
                    <a:pt x="4120474" y="59556"/>
                  </a:lnTo>
                  <a:lnTo>
                    <a:pt x="4129471" y="63350"/>
                  </a:lnTo>
                  <a:lnTo>
                    <a:pt x="4138467" y="56199"/>
                  </a:lnTo>
                  <a:lnTo>
                    <a:pt x="4147464" y="59984"/>
                  </a:lnTo>
                  <a:lnTo>
                    <a:pt x="4156461" y="63752"/>
                  </a:lnTo>
                  <a:lnTo>
                    <a:pt x="4165457" y="56646"/>
                  </a:lnTo>
                  <a:lnTo>
                    <a:pt x="4174454" y="60406"/>
                  </a:lnTo>
                  <a:lnTo>
                    <a:pt x="4183451" y="64149"/>
                  </a:lnTo>
                  <a:lnTo>
                    <a:pt x="4192448" y="57088"/>
                  </a:lnTo>
                  <a:lnTo>
                    <a:pt x="4201444" y="60823"/>
                  </a:lnTo>
                  <a:lnTo>
                    <a:pt x="4210441" y="64541"/>
                  </a:lnTo>
                  <a:lnTo>
                    <a:pt x="4219438" y="57524"/>
                  </a:lnTo>
                  <a:lnTo>
                    <a:pt x="4228434" y="61234"/>
                  </a:lnTo>
                  <a:lnTo>
                    <a:pt x="4237431" y="54254"/>
                  </a:lnTo>
                  <a:lnTo>
                    <a:pt x="4246428" y="57955"/>
                  </a:lnTo>
                  <a:lnTo>
                    <a:pt x="4255424" y="61640"/>
                  </a:lnTo>
                  <a:lnTo>
                    <a:pt x="4264421" y="54703"/>
                  </a:lnTo>
                  <a:lnTo>
                    <a:pt x="4273418" y="58380"/>
                  </a:lnTo>
                  <a:lnTo>
                    <a:pt x="4282414" y="62041"/>
                  </a:lnTo>
                  <a:lnTo>
                    <a:pt x="4291411" y="55147"/>
                  </a:lnTo>
                  <a:lnTo>
                    <a:pt x="4300408" y="58800"/>
                  </a:lnTo>
                  <a:lnTo>
                    <a:pt x="4309404" y="51941"/>
                  </a:lnTo>
                  <a:lnTo>
                    <a:pt x="4318401" y="55585"/>
                  </a:lnTo>
                  <a:lnTo>
                    <a:pt x="4327398" y="59215"/>
                  </a:lnTo>
                  <a:lnTo>
                    <a:pt x="4336394" y="52398"/>
                  </a:lnTo>
                  <a:lnTo>
                    <a:pt x="4345391" y="56018"/>
                  </a:lnTo>
                  <a:lnTo>
                    <a:pt x="4354388" y="59624"/>
                  </a:lnTo>
                  <a:lnTo>
                    <a:pt x="4363384" y="52848"/>
                  </a:lnTo>
                  <a:lnTo>
                    <a:pt x="4372381" y="56446"/>
                  </a:lnTo>
                  <a:lnTo>
                    <a:pt x="4381378" y="60028"/>
                  </a:lnTo>
                  <a:lnTo>
                    <a:pt x="4390374" y="53294"/>
                  </a:lnTo>
                  <a:lnTo>
                    <a:pt x="4399371" y="56868"/>
                  </a:lnTo>
                  <a:lnTo>
                    <a:pt x="4408368" y="50167"/>
                  </a:lnTo>
                  <a:lnTo>
                    <a:pt x="4417364" y="53733"/>
                  </a:lnTo>
                  <a:lnTo>
                    <a:pt x="4426361" y="57285"/>
                  </a:lnTo>
                  <a:lnTo>
                    <a:pt x="4435358" y="50624"/>
                  </a:lnTo>
                  <a:lnTo>
                    <a:pt x="4444354" y="54168"/>
                  </a:lnTo>
                  <a:lnTo>
                    <a:pt x="4453351" y="57697"/>
                  </a:lnTo>
                  <a:lnTo>
                    <a:pt x="4462348" y="51075"/>
                  </a:lnTo>
                  <a:lnTo>
                    <a:pt x="4471344" y="54597"/>
                  </a:lnTo>
                  <a:lnTo>
                    <a:pt x="4480341" y="48008"/>
                  </a:lnTo>
                  <a:lnTo>
                    <a:pt x="4489338" y="51521"/>
                  </a:lnTo>
                  <a:lnTo>
                    <a:pt x="4498334" y="55021"/>
                  </a:lnTo>
                  <a:lnTo>
                    <a:pt x="4507331" y="48470"/>
                  </a:lnTo>
                  <a:lnTo>
                    <a:pt x="4516328" y="51962"/>
                  </a:lnTo>
                  <a:lnTo>
                    <a:pt x="4525324" y="55440"/>
                  </a:lnTo>
                  <a:lnTo>
                    <a:pt x="4534321" y="48928"/>
                  </a:lnTo>
                  <a:lnTo>
                    <a:pt x="4543318" y="52398"/>
                  </a:lnTo>
                  <a:lnTo>
                    <a:pt x="4552314" y="55854"/>
                  </a:lnTo>
                  <a:lnTo>
                    <a:pt x="4561311" y="49379"/>
                  </a:lnTo>
                  <a:lnTo>
                    <a:pt x="4570308" y="52828"/>
                  </a:lnTo>
                  <a:lnTo>
                    <a:pt x="4579304" y="46385"/>
                  </a:lnTo>
                  <a:lnTo>
                    <a:pt x="4588301" y="49826"/>
                  </a:lnTo>
                  <a:lnTo>
                    <a:pt x="4597298" y="53253"/>
                  </a:lnTo>
                  <a:lnTo>
                    <a:pt x="4606294" y="46847"/>
                  </a:lnTo>
                  <a:lnTo>
                    <a:pt x="4615291" y="50267"/>
                  </a:lnTo>
                  <a:lnTo>
                    <a:pt x="4624288" y="53674"/>
                  </a:lnTo>
                  <a:lnTo>
                    <a:pt x="4633284" y="47303"/>
                  </a:lnTo>
                  <a:lnTo>
                    <a:pt x="4642281" y="50703"/>
                  </a:lnTo>
                  <a:lnTo>
                    <a:pt x="4651278" y="44363"/>
                  </a:lnTo>
                  <a:lnTo>
                    <a:pt x="4660274" y="47755"/>
                  </a:lnTo>
                  <a:lnTo>
                    <a:pt x="4669271" y="51134"/>
                  </a:lnTo>
                  <a:lnTo>
                    <a:pt x="4678268" y="44830"/>
                  </a:lnTo>
                  <a:lnTo>
                    <a:pt x="4687264" y="48201"/>
                  </a:lnTo>
                  <a:lnTo>
                    <a:pt x="4696261" y="51560"/>
                  </a:lnTo>
                  <a:lnTo>
                    <a:pt x="4705258" y="45291"/>
                  </a:lnTo>
                  <a:lnTo>
                    <a:pt x="4714254" y="48643"/>
                  </a:lnTo>
                  <a:lnTo>
                    <a:pt x="4723251" y="51981"/>
                  </a:lnTo>
                  <a:lnTo>
                    <a:pt x="4732248" y="45747"/>
                  </a:lnTo>
                  <a:lnTo>
                    <a:pt x="4741244" y="49079"/>
                  </a:lnTo>
                  <a:lnTo>
                    <a:pt x="4750241" y="42874"/>
                  </a:lnTo>
                  <a:lnTo>
                    <a:pt x="4759238" y="46198"/>
                  </a:lnTo>
                  <a:lnTo>
                    <a:pt x="4768234" y="49510"/>
                  </a:lnTo>
                  <a:lnTo>
                    <a:pt x="4777231" y="43339"/>
                  </a:lnTo>
                  <a:lnTo>
                    <a:pt x="4786228" y="46644"/>
                  </a:lnTo>
                  <a:lnTo>
                    <a:pt x="4795224" y="49936"/>
                  </a:lnTo>
                  <a:lnTo>
                    <a:pt x="4804221" y="43799"/>
                  </a:lnTo>
                  <a:lnTo>
                    <a:pt x="4813218" y="47085"/>
                  </a:lnTo>
                  <a:lnTo>
                    <a:pt x="4822214" y="40976"/>
                  </a:lnTo>
                  <a:lnTo>
                    <a:pt x="4831211" y="44255"/>
                  </a:lnTo>
                  <a:lnTo>
                    <a:pt x="4840208" y="47521"/>
                  </a:lnTo>
                  <a:lnTo>
                    <a:pt x="4849204" y="41445"/>
                  </a:lnTo>
                  <a:lnTo>
                    <a:pt x="4858201" y="44705"/>
                  </a:lnTo>
                  <a:lnTo>
                    <a:pt x="4867198" y="47952"/>
                  </a:lnTo>
                  <a:lnTo>
                    <a:pt x="4876194" y="41909"/>
                  </a:lnTo>
                  <a:lnTo>
                    <a:pt x="4885191" y="45150"/>
                  </a:lnTo>
                  <a:lnTo>
                    <a:pt x="4894188" y="39134"/>
                  </a:lnTo>
                  <a:lnTo>
                    <a:pt x="4903184" y="42368"/>
                  </a:lnTo>
                  <a:lnTo>
                    <a:pt x="4912181" y="45590"/>
                  </a:lnTo>
                  <a:lnTo>
                    <a:pt x="4921178" y="39606"/>
                  </a:lnTo>
                  <a:lnTo>
                    <a:pt x="4930174" y="42822"/>
                  </a:lnTo>
                  <a:lnTo>
                    <a:pt x="4939171" y="46025"/>
                  </a:lnTo>
                  <a:lnTo>
                    <a:pt x="4948168" y="40074"/>
                  </a:lnTo>
                  <a:lnTo>
                    <a:pt x="4957164" y="43271"/>
                  </a:lnTo>
                  <a:lnTo>
                    <a:pt x="4966161" y="46456"/>
                  </a:lnTo>
                  <a:lnTo>
                    <a:pt x="4975158" y="40536"/>
                  </a:lnTo>
                  <a:lnTo>
                    <a:pt x="4984154" y="43715"/>
                  </a:lnTo>
                  <a:lnTo>
                    <a:pt x="4993151" y="37821"/>
                  </a:lnTo>
                  <a:lnTo>
                    <a:pt x="5002148" y="40993"/>
                  </a:lnTo>
                  <a:lnTo>
                    <a:pt x="5011144" y="44154"/>
                  </a:lnTo>
                  <a:lnTo>
                    <a:pt x="5020141" y="38291"/>
                  </a:lnTo>
                  <a:lnTo>
                    <a:pt x="5029138" y="41445"/>
                  </a:lnTo>
                  <a:lnTo>
                    <a:pt x="5038134" y="44588"/>
                  </a:lnTo>
                  <a:lnTo>
                    <a:pt x="5047131" y="38756"/>
                  </a:lnTo>
                  <a:lnTo>
                    <a:pt x="5056128" y="41893"/>
                  </a:lnTo>
                  <a:lnTo>
                    <a:pt x="5065124" y="36085"/>
                  </a:lnTo>
                  <a:lnTo>
                    <a:pt x="5074121" y="39216"/>
                  </a:lnTo>
                  <a:lnTo>
                    <a:pt x="5083118" y="42335"/>
                  </a:lnTo>
                  <a:lnTo>
                    <a:pt x="5092114" y="36558"/>
                  </a:lnTo>
                  <a:lnTo>
                    <a:pt x="5101111" y="39671"/>
                  </a:lnTo>
                  <a:lnTo>
                    <a:pt x="5110108" y="42773"/>
                  </a:lnTo>
                  <a:lnTo>
                    <a:pt x="5119104" y="37026"/>
                  </a:lnTo>
                  <a:lnTo>
                    <a:pt x="5128101" y="40122"/>
                  </a:lnTo>
                  <a:lnTo>
                    <a:pt x="5137098" y="34399"/>
                  </a:lnTo>
                  <a:lnTo>
                    <a:pt x="5146094" y="37488"/>
                  </a:lnTo>
                  <a:lnTo>
                    <a:pt x="5155091" y="40567"/>
                  </a:lnTo>
                  <a:lnTo>
                    <a:pt x="5164088" y="34874"/>
                  </a:lnTo>
                  <a:lnTo>
                    <a:pt x="5173084" y="37946"/>
                  </a:lnTo>
                  <a:lnTo>
                    <a:pt x="5182081" y="41009"/>
                  </a:lnTo>
                  <a:lnTo>
                    <a:pt x="5191078" y="35344"/>
                  </a:lnTo>
                  <a:lnTo>
                    <a:pt x="5200074" y="38400"/>
                  </a:lnTo>
                  <a:lnTo>
                    <a:pt x="5209071" y="41445"/>
                  </a:lnTo>
                  <a:lnTo>
                    <a:pt x="5218068" y="35809"/>
                  </a:lnTo>
                  <a:lnTo>
                    <a:pt x="5227065" y="38848"/>
                  </a:lnTo>
                  <a:lnTo>
                    <a:pt x="5236061" y="33235"/>
                  </a:lnTo>
                  <a:lnTo>
                    <a:pt x="5245058" y="36269"/>
                  </a:lnTo>
                  <a:lnTo>
                    <a:pt x="5254055" y="39292"/>
                  </a:lnTo>
                  <a:lnTo>
                    <a:pt x="5263051" y="33707"/>
                  </a:lnTo>
                  <a:lnTo>
                    <a:pt x="5272048" y="36725"/>
                  </a:lnTo>
                  <a:lnTo>
                    <a:pt x="5281045" y="39732"/>
                  </a:lnTo>
                  <a:lnTo>
                    <a:pt x="5290041" y="34174"/>
                  </a:lnTo>
                  <a:lnTo>
                    <a:pt x="5299038" y="37176"/>
                  </a:lnTo>
                  <a:lnTo>
                    <a:pt x="5308035" y="31642"/>
                  </a:lnTo>
                  <a:lnTo>
                    <a:pt x="5317031" y="34637"/>
                  </a:lnTo>
                  <a:lnTo>
                    <a:pt x="5326028" y="37622"/>
                  </a:lnTo>
                  <a:lnTo>
                    <a:pt x="5335025" y="32115"/>
                  </a:lnTo>
                  <a:lnTo>
                    <a:pt x="5344021" y="35095"/>
                  </a:lnTo>
                  <a:lnTo>
                    <a:pt x="5353018" y="38064"/>
                  </a:lnTo>
                  <a:lnTo>
                    <a:pt x="5362015" y="32584"/>
                  </a:lnTo>
                  <a:lnTo>
                    <a:pt x="5371011" y="35548"/>
                  </a:lnTo>
                  <a:lnTo>
                    <a:pt x="5380008" y="30090"/>
                  </a:lnTo>
                  <a:lnTo>
                    <a:pt x="5389005" y="33048"/>
                  </a:lnTo>
                  <a:lnTo>
                    <a:pt x="5398001" y="35996"/>
                  </a:lnTo>
                  <a:lnTo>
                    <a:pt x="5406998" y="30565"/>
                  </a:lnTo>
                  <a:lnTo>
                    <a:pt x="5415995" y="33508"/>
                  </a:lnTo>
                  <a:lnTo>
                    <a:pt x="5424991" y="36440"/>
                  </a:lnTo>
                  <a:lnTo>
                    <a:pt x="5433988" y="31036"/>
                  </a:lnTo>
                  <a:lnTo>
                    <a:pt x="5442985" y="33963"/>
                  </a:lnTo>
                  <a:lnTo>
                    <a:pt x="5451981" y="36880"/>
                  </a:lnTo>
                  <a:lnTo>
                    <a:pt x="5460978" y="31501"/>
                  </a:lnTo>
                  <a:lnTo>
                    <a:pt x="5469975" y="34413"/>
                  </a:lnTo>
                  <a:lnTo>
                    <a:pt x="5478971" y="29056"/>
                  </a:lnTo>
                  <a:lnTo>
                    <a:pt x="5487968" y="31963"/>
                  </a:lnTo>
                  <a:lnTo>
                    <a:pt x="5496965" y="34859"/>
                  </a:lnTo>
                  <a:lnTo>
                    <a:pt x="5505961" y="29528"/>
                  </a:lnTo>
                  <a:lnTo>
                    <a:pt x="5514958" y="32419"/>
                  </a:lnTo>
                  <a:lnTo>
                    <a:pt x="5523955" y="35301"/>
                  </a:lnTo>
                  <a:lnTo>
                    <a:pt x="5532951" y="29995"/>
                  </a:lnTo>
                  <a:lnTo>
                    <a:pt x="5541948" y="32871"/>
                  </a:lnTo>
                  <a:lnTo>
                    <a:pt x="5550945" y="27586"/>
                  </a:lnTo>
                  <a:lnTo>
                    <a:pt x="5559941" y="30457"/>
                  </a:lnTo>
                  <a:lnTo>
                    <a:pt x="5568938" y="33319"/>
                  </a:lnTo>
                  <a:lnTo>
                    <a:pt x="5577935" y="28059"/>
                  </a:lnTo>
                  <a:lnTo>
                    <a:pt x="5586931" y="30915"/>
                  </a:lnTo>
                  <a:lnTo>
                    <a:pt x="5595928" y="33763"/>
                  </a:lnTo>
                  <a:lnTo>
                    <a:pt x="5604925" y="28527"/>
                  </a:lnTo>
                  <a:lnTo>
                    <a:pt x="5613921" y="31369"/>
                  </a:lnTo>
                  <a:lnTo>
                    <a:pt x="5622918" y="26154"/>
                  </a:lnTo>
                  <a:lnTo>
                    <a:pt x="5631915" y="28990"/>
                  </a:lnTo>
                  <a:lnTo>
                    <a:pt x="5640911" y="31818"/>
                  </a:lnTo>
                  <a:lnTo>
                    <a:pt x="5649908" y="26627"/>
                  </a:lnTo>
                  <a:lnTo>
                    <a:pt x="5658905" y="29450"/>
                  </a:lnTo>
                  <a:lnTo>
                    <a:pt x="5667901" y="32263"/>
                  </a:lnTo>
                  <a:lnTo>
                    <a:pt x="5676898" y="27096"/>
                  </a:lnTo>
                  <a:lnTo>
                    <a:pt x="5685895" y="29904"/>
                  </a:lnTo>
                  <a:lnTo>
                    <a:pt x="5694891" y="32704"/>
                  </a:lnTo>
                  <a:lnTo>
                    <a:pt x="5703888" y="27561"/>
                  </a:lnTo>
                  <a:lnTo>
                    <a:pt x="5712885" y="30355"/>
                  </a:lnTo>
                  <a:lnTo>
                    <a:pt x="5721881" y="25231"/>
                  </a:lnTo>
                  <a:lnTo>
                    <a:pt x="5730878" y="28021"/>
                  </a:lnTo>
                  <a:lnTo>
                    <a:pt x="5739875" y="30801"/>
                  </a:lnTo>
                  <a:lnTo>
                    <a:pt x="5748871" y="25701"/>
                  </a:lnTo>
                  <a:lnTo>
                    <a:pt x="5757868" y="28476"/>
                  </a:lnTo>
                  <a:lnTo>
                    <a:pt x="5766865" y="31243"/>
                  </a:lnTo>
                  <a:lnTo>
                    <a:pt x="5775861" y="26166"/>
                  </a:lnTo>
                  <a:lnTo>
                    <a:pt x="5784858" y="28928"/>
                  </a:lnTo>
                  <a:lnTo>
                    <a:pt x="5793855" y="23870"/>
                  </a:lnTo>
                  <a:lnTo>
                    <a:pt x="5802851" y="26627"/>
                  </a:lnTo>
                  <a:lnTo>
                    <a:pt x="5811848" y="29375"/>
                  </a:lnTo>
                  <a:lnTo>
                    <a:pt x="5820845" y="24340"/>
                  </a:lnTo>
                  <a:lnTo>
                    <a:pt x="5829841" y="27084"/>
                  </a:lnTo>
                  <a:lnTo>
                    <a:pt x="5838838" y="29819"/>
                  </a:lnTo>
                  <a:lnTo>
                    <a:pt x="5847835" y="24806"/>
                  </a:lnTo>
                  <a:lnTo>
                    <a:pt x="5856831" y="27536"/>
                  </a:lnTo>
                  <a:lnTo>
                    <a:pt x="5865828" y="22542"/>
                  </a:lnTo>
                  <a:lnTo>
                    <a:pt x="5874825" y="25268"/>
                  </a:lnTo>
                  <a:lnTo>
                    <a:pt x="5883821" y="27984"/>
                  </a:lnTo>
                  <a:lnTo>
                    <a:pt x="5892818" y="23013"/>
                  </a:lnTo>
                  <a:lnTo>
                    <a:pt x="5901815" y="25725"/>
                  </a:lnTo>
                  <a:lnTo>
                    <a:pt x="5910811" y="28429"/>
                  </a:lnTo>
                  <a:lnTo>
                    <a:pt x="5919808" y="23479"/>
                  </a:lnTo>
                  <a:lnTo>
                    <a:pt x="5928805" y="26178"/>
                  </a:lnTo>
                  <a:lnTo>
                    <a:pt x="5937801" y="21247"/>
                  </a:lnTo>
                  <a:lnTo>
                    <a:pt x="5946798" y="23941"/>
                  </a:lnTo>
                  <a:lnTo>
                    <a:pt x="5955795" y="26627"/>
                  </a:lnTo>
                  <a:lnTo>
                    <a:pt x="5964791" y="21717"/>
                  </a:lnTo>
                  <a:lnTo>
                    <a:pt x="5973788" y="24399"/>
                  </a:lnTo>
                  <a:lnTo>
                    <a:pt x="5982785" y="27072"/>
                  </a:lnTo>
                  <a:lnTo>
                    <a:pt x="5991781" y="22184"/>
                  </a:lnTo>
                  <a:lnTo>
                    <a:pt x="6000778" y="24852"/>
                  </a:lnTo>
                  <a:lnTo>
                    <a:pt x="6009775" y="19982"/>
                  </a:lnTo>
                  <a:lnTo>
                    <a:pt x="6018771" y="22646"/>
                  </a:lnTo>
                  <a:lnTo>
                    <a:pt x="6027768" y="25302"/>
                  </a:lnTo>
                  <a:lnTo>
                    <a:pt x="6036765" y="20453"/>
                  </a:lnTo>
                  <a:lnTo>
                    <a:pt x="6045761" y="23104"/>
                  </a:lnTo>
                  <a:lnTo>
                    <a:pt x="6054758" y="25748"/>
                  </a:lnTo>
                  <a:lnTo>
                    <a:pt x="6063755" y="20919"/>
                  </a:lnTo>
                  <a:lnTo>
                    <a:pt x="6072751" y="23558"/>
                  </a:lnTo>
                  <a:lnTo>
                    <a:pt x="6081748" y="26189"/>
                  </a:lnTo>
                  <a:lnTo>
                    <a:pt x="6090745" y="21382"/>
                  </a:lnTo>
                  <a:lnTo>
                    <a:pt x="6099741" y="24008"/>
                  </a:lnTo>
                  <a:lnTo>
                    <a:pt x="6108738" y="19218"/>
                  </a:lnTo>
                  <a:lnTo>
                    <a:pt x="6117735" y="21840"/>
                  </a:lnTo>
                  <a:lnTo>
                    <a:pt x="6126731" y="24454"/>
                  </a:lnTo>
                  <a:lnTo>
                    <a:pt x="6135728" y="19684"/>
                  </a:lnTo>
                  <a:lnTo>
                    <a:pt x="6144725" y="22294"/>
                  </a:lnTo>
                  <a:lnTo>
                    <a:pt x="6153721" y="24897"/>
                  </a:lnTo>
                  <a:lnTo>
                    <a:pt x="6162718" y="20147"/>
                  </a:lnTo>
                  <a:lnTo>
                    <a:pt x="6171715" y="22745"/>
                  </a:lnTo>
                  <a:lnTo>
                    <a:pt x="6180711" y="18012"/>
                  </a:lnTo>
                  <a:lnTo>
                    <a:pt x="6189708" y="20605"/>
                  </a:lnTo>
                  <a:lnTo>
                    <a:pt x="6198705" y="23191"/>
                  </a:lnTo>
                  <a:lnTo>
                    <a:pt x="6207701" y="18478"/>
                  </a:lnTo>
                  <a:lnTo>
                    <a:pt x="6216698" y="21060"/>
                  </a:lnTo>
                  <a:lnTo>
                    <a:pt x="6225695" y="23634"/>
                  </a:lnTo>
                  <a:lnTo>
                    <a:pt x="6234691" y="18940"/>
                  </a:lnTo>
                  <a:lnTo>
                    <a:pt x="6243688" y="21510"/>
                  </a:lnTo>
                  <a:lnTo>
                    <a:pt x="6252685" y="16834"/>
                  </a:lnTo>
                  <a:lnTo>
                    <a:pt x="6261681" y="19399"/>
                  </a:lnTo>
                  <a:lnTo>
                    <a:pt x="6270678" y="21957"/>
                  </a:lnTo>
                  <a:lnTo>
                    <a:pt x="6279675" y="17300"/>
                  </a:lnTo>
                  <a:lnTo>
                    <a:pt x="6288672" y="19853"/>
                  </a:lnTo>
                  <a:lnTo>
                    <a:pt x="6297668" y="22399"/>
                  </a:lnTo>
                  <a:lnTo>
                    <a:pt x="6306665" y="17762"/>
                  </a:lnTo>
                  <a:lnTo>
                    <a:pt x="6315662" y="20304"/>
                  </a:lnTo>
                  <a:lnTo>
                    <a:pt x="6324658" y="15682"/>
                  </a:lnTo>
                  <a:lnTo>
                    <a:pt x="6333655" y="18220"/>
                  </a:lnTo>
                  <a:lnTo>
                    <a:pt x="6342652" y="20750"/>
                  </a:lnTo>
                  <a:lnTo>
                    <a:pt x="6351648" y="16148"/>
                  </a:lnTo>
                  <a:lnTo>
                    <a:pt x="6360645" y="18674"/>
                  </a:lnTo>
                  <a:lnTo>
                    <a:pt x="6369642" y="21193"/>
                  </a:lnTo>
                  <a:lnTo>
                    <a:pt x="6378638" y="16609"/>
                  </a:lnTo>
                  <a:lnTo>
                    <a:pt x="6387635" y="19124"/>
                  </a:lnTo>
                  <a:lnTo>
                    <a:pt x="6396632" y="14556"/>
                  </a:lnTo>
                  <a:lnTo>
                    <a:pt x="6405628" y="17067"/>
                  </a:lnTo>
                  <a:lnTo>
                    <a:pt x="6414625" y="19571"/>
                  </a:lnTo>
                  <a:lnTo>
                    <a:pt x="6423622" y="15021"/>
                  </a:lnTo>
                  <a:lnTo>
                    <a:pt x="6432618" y="17521"/>
                  </a:lnTo>
                  <a:lnTo>
                    <a:pt x="6441615" y="20014"/>
                  </a:lnTo>
                  <a:lnTo>
                    <a:pt x="6450612" y="15483"/>
                  </a:lnTo>
                  <a:lnTo>
                    <a:pt x="6459608" y="17971"/>
                  </a:lnTo>
                  <a:lnTo>
                    <a:pt x="6468605" y="20453"/>
                  </a:lnTo>
                  <a:lnTo>
                    <a:pt x="6477602" y="15940"/>
                  </a:lnTo>
                  <a:lnTo>
                    <a:pt x="6486598" y="18418"/>
                  </a:lnTo>
                  <a:lnTo>
                    <a:pt x="6495595" y="13920"/>
                  </a:lnTo>
                  <a:lnTo>
                    <a:pt x="6504592" y="16394"/>
                  </a:lnTo>
                  <a:lnTo>
                    <a:pt x="6513588" y="18860"/>
                  </a:lnTo>
                  <a:lnTo>
                    <a:pt x="6522585" y="14381"/>
                  </a:lnTo>
                  <a:lnTo>
                    <a:pt x="6531582" y="16843"/>
                  </a:lnTo>
                  <a:lnTo>
                    <a:pt x="6540578" y="19299"/>
                  </a:lnTo>
                  <a:lnTo>
                    <a:pt x="6549575" y="14838"/>
                  </a:lnTo>
                  <a:lnTo>
                    <a:pt x="6558572" y="17290"/>
                  </a:lnTo>
                  <a:lnTo>
                    <a:pt x="6567568" y="12843"/>
                  </a:lnTo>
                  <a:lnTo>
                    <a:pt x="6576565" y="15291"/>
                  </a:lnTo>
                  <a:lnTo>
                    <a:pt x="6585562" y="17732"/>
                  </a:lnTo>
                  <a:lnTo>
                    <a:pt x="6594558" y="13303"/>
                  </a:lnTo>
                  <a:lnTo>
                    <a:pt x="6603555" y="15740"/>
                  </a:lnTo>
                  <a:lnTo>
                    <a:pt x="6612552" y="18171"/>
                  </a:lnTo>
                  <a:lnTo>
                    <a:pt x="6621548" y="13759"/>
                  </a:lnTo>
                  <a:lnTo>
                    <a:pt x="6630545" y="16186"/>
                  </a:lnTo>
                  <a:lnTo>
                    <a:pt x="6639542" y="11789"/>
                  </a:lnTo>
                  <a:lnTo>
                    <a:pt x="6648538" y="14212"/>
                  </a:lnTo>
                  <a:lnTo>
                    <a:pt x="6657535" y="16628"/>
                  </a:lnTo>
                  <a:lnTo>
                    <a:pt x="6666532" y="12248"/>
                  </a:lnTo>
                  <a:lnTo>
                    <a:pt x="6675528" y="14661"/>
                  </a:lnTo>
                  <a:lnTo>
                    <a:pt x="6684525" y="17067"/>
                  </a:lnTo>
                  <a:lnTo>
                    <a:pt x="6693522" y="12704"/>
                  </a:lnTo>
                  <a:lnTo>
                    <a:pt x="6702518" y="15106"/>
                  </a:lnTo>
                  <a:lnTo>
                    <a:pt x="6711515" y="10758"/>
                  </a:lnTo>
                  <a:lnTo>
                    <a:pt x="6720512" y="13156"/>
                  </a:lnTo>
                  <a:lnTo>
                    <a:pt x="6729508" y="15548"/>
                  </a:lnTo>
                  <a:lnTo>
                    <a:pt x="6738505" y="11216"/>
                  </a:lnTo>
                  <a:lnTo>
                    <a:pt x="6747502" y="13605"/>
                  </a:lnTo>
                  <a:lnTo>
                    <a:pt x="6756498" y="15986"/>
                  </a:lnTo>
                  <a:lnTo>
                    <a:pt x="6765495" y="11671"/>
                  </a:lnTo>
                  <a:lnTo>
                    <a:pt x="6774492" y="14049"/>
                  </a:lnTo>
                  <a:lnTo>
                    <a:pt x="6783488" y="9748"/>
                  </a:lnTo>
                  <a:lnTo>
                    <a:pt x="6792485" y="12123"/>
                  </a:lnTo>
                  <a:lnTo>
                    <a:pt x="6801482" y="14491"/>
                  </a:lnTo>
                  <a:lnTo>
                    <a:pt x="6810478" y="10206"/>
                  </a:lnTo>
                  <a:lnTo>
                    <a:pt x="6819475" y="12570"/>
                  </a:lnTo>
                  <a:lnTo>
                    <a:pt x="6828472" y="14929"/>
                  </a:lnTo>
                  <a:lnTo>
                    <a:pt x="6837468" y="10660"/>
                  </a:lnTo>
                  <a:lnTo>
                    <a:pt x="6846465" y="13015"/>
                  </a:lnTo>
                  <a:lnTo>
                    <a:pt x="6855462" y="8760"/>
                  </a:lnTo>
                  <a:lnTo>
                    <a:pt x="6864458" y="11111"/>
                  </a:lnTo>
                  <a:lnTo>
                    <a:pt x="6873455" y="13455"/>
                  </a:lnTo>
                  <a:lnTo>
                    <a:pt x="6882452" y="9217"/>
                  </a:lnTo>
                  <a:lnTo>
                    <a:pt x="6891448" y="11558"/>
                  </a:lnTo>
                  <a:lnTo>
                    <a:pt x="6900445" y="13893"/>
                  </a:lnTo>
                  <a:lnTo>
                    <a:pt x="6909442" y="9670"/>
                  </a:lnTo>
                  <a:lnTo>
                    <a:pt x="6918438" y="12001"/>
                  </a:lnTo>
                  <a:lnTo>
                    <a:pt x="6927435" y="14327"/>
                  </a:lnTo>
                  <a:lnTo>
                    <a:pt x="6936432" y="10120"/>
                  </a:lnTo>
                  <a:lnTo>
                    <a:pt x="6945428" y="12442"/>
                  </a:lnTo>
                  <a:lnTo>
                    <a:pt x="6954425" y="8248"/>
                  </a:lnTo>
                  <a:lnTo>
                    <a:pt x="6963422" y="10566"/>
                  </a:lnTo>
                  <a:lnTo>
                    <a:pt x="6972418" y="12878"/>
                  </a:lnTo>
                  <a:lnTo>
                    <a:pt x="6981415" y="8700"/>
                  </a:lnTo>
                  <a:lnTo>
                    <a:pt x="6990412" y="11009"/>
                  </a:lnTo>
                  <a:lnTo>
                    <a:pt x="6999408" y="13312"/>
                  </a:lnTo>
                  <a:lnTo>
                    <a:pt x="7008405" y="9149"/>
                  </a:lnTo>
                  <a:lnTo>
                    <a:pt x="7017402" y="11449"/>
                  </a:lnTo>
                  <a:lnTo>
                    <a:pt x="7026398" y="7299"/>
                  </a:lnTo>
                  <a:lnTo>
                    <a:pt x="7035395" y="9595"/>
                  </a:lnTo>
                  <a:lnTo>
                    <a:pt x="7044392" y="11885"/>
                  </a:lnTo>
                  <a:lnTo>
                    <a:pt x="7053388" y="7751"/>
                  </a:lnTo>
                  <a:lnTo>
                    <a:pt x="7062385" y="10037"/>
                  </a:lnTo>
                  <a:lnTo>
                    <a:pt x="7071382" y="12317"/>
                  </a:lnTo>
                  <a:lnTo>
                    <a:pt x="7080378" y="8199"/>
                  </a:lnTo>
                  <a:lnTo>
                    <a:pt x="7089375" y="10476"/>
                  </a:lnTo>
                  <a:lnTo>
                    <a:pt x="7098372" y="6369"/>
                  </a:lnTo>
                  <a:lnTo>
                    <a:pt x="7107368" y="8643"/>
                  </a:lnTo>
                  <a:lnTo>
                    <a:pt x="7116365" y="10911"/>
                  </a:lnTo>
                  <a:lnTo>
                    <a:pt x="7125362" y="6820"/>
                  </a:lnTo>
                  <a:lnTo>
                    <a:pt x="7134358" y="9084"/>
                  </a:lnTo>
                  <a:lnTo>
                    <a:pt x="7143355" y="11343"/>
                  </a:lnTo>
                  <a:lnTo>
                    <a:pt x="7152352" y="7267"/>
                  </a:lnTo>
                  <a:lnTo>
                    <a:pt x="7161348" y="9522"/>
                  </a:lnTo>
                  <a:lnTo>
                    <a:pt x="7170345" y="5458"/>
                  </a:lnTo>
                  <a:lnTo>
                    <a:pt x="7179342" y="7710"/>
                  </a:lnTo>
                  <a:lnTo>
                    <a:pt x="7188338" y="9957"/>
                  </a:lnTo>
                  <a:lnTo>
                    <a:pt x="7197335" y="5908"/>
                  </a:lnTo>
                  <a:lnTo>
                    <a:pt x="7206332" y="8151"/>
                  </a:lnTo>
                  <a:lnTo>
                    <a:pt x="7215328" y="10388"/>
                  </a:lnTo>
                  <a:lnTo>
                    <a:pt x="7224325" y="6354"/>
                  </a:lnTo>
                  <a:lnTo>
                    <a:pt x="7233322" y="8588"/>
                  </a:lnTo>
                  <a:lnTo>
                    <a:pt x="7242318" y="4565"/>
                  </a:lnTo>
                  <a:lnTo>
                    <a:pt x="7251315" y="6796"/>
                  </a:lnTo>
                  <a:lnTo>
                    <a:pt x="7260312" y="9021"/>
                  </a:lnTo>
                  <a:lnTo>
                    <a:pt x="7269308" y="5014"/>
                  </a:lnTo>
                  <a:lnTo>
                    <a:pt x="7278305" y="7236"/>
                  </a:lnTo>
                  <a:lnTo>
                    <a:pt x="7287302" y="9452"/>
                  </a:lnTo>
                  <a:lnTo>
                    <a:pt x="7296298" y="5458"/>
                  </a:lnTo>
                  <a:lnTo>
                    <a:pt x="7305295" y="7672"/>
                  </a:lnTo>
                  <a:lnTo>
                    <a:pt x="7314292" y="3690"/>
                  </a:lnTo>
                  <a:lnTo>
                    <a:pt x="7323289" y="5900"/>
                  </a:lnTo>
                  <a:lnTo>
                    <a:pt x="7332285" y="8104"/>
                  </a:lnTo>
                  <a:lnTo>
                    <a:pt x="7341282" y="4137"/>
                  </a:lnTo>
                  <a:lnTo>
                    <a:pt x="7350279" y="6338"/>
                  </a:lnTo>
                  <a:lnTo>
                    <a:pt x="7359275" y="8534"/>
                  </a:lnTo>
                  <a:lnTo>
                    <a:pt x="7368272" y="4581"/>
                  </a:lnTo>
                  <a:lnTo>
                    <a:pt x="7377269" y="6773"/>
                  </a:lnTo>
                  <a:lnTo>
                    <a:pt x="7386265" y="2832"/>
                  </a:lnTo>
                  <a:lnTo>
                    <a:pt x="7395262" y="5021"/>
                  </a:lnTo>
                  <a:lnTo>
                    <a:pt x="7404259" y="7205"/>
                  </a:lnTo>
                  <a:lnTo>
                    <a:pt x="7413255" y="3277"/>
                  </a:lnTo>
                  <a:lnTo>
                    <a:pt x="7422252" y="5458"/>
                  </a:lnTo>
                  <a:lnTo>
                    <a:pt x="7431249" y="7634"/>
                  </a:lnTo>
                  <a:lnTo>
                    <a:pt x="7440245" y="3720"/>
                  </a:lnTo>
                  <a:lnTo>
                    <a:pt x="7449242" y="5892"/>
                  </a:lnTo>
                  <a:lnTo>
                    <a:pt x="7458239" y="1990"/>
                  </a:lnTo>
                  <a:lnTo>
                    <a:pt x="7467235" y="4159"/>
                  </a:lnTo>
                  <a:lnTo>
                    <a:pt x="7476232" y="6323"/>
                  </a:lnTo>
                  <a:lnTo>
                    <a:pt x="7485229" y="2434"/>
                  </a:lnTo>
                  <a:lnTo>
                    <a:pt x="7494225" y="4595"/>
                  </a:lnTo>
                  <a:lnTo>
                    <a:pt x="7503222" y="6751"/>
                  </a:lnTo>
                  <a:lnTo>
                    <a:pt x="7512219" y="2876"/>
                  </a:lnTo>
                  <a:lnTo>
                    <a:pt x="7521215" y="5028"/>
                  </a:lnTo>
                  <a:lnTo>
                    <a:pt x="7530212" y="1164"/>
                  </a:lnTo>
                  <a:lnTo>
                    <a:pt x="7539209" y="3314"/>
                  </a:lnTo>
                  <a:lnTo>
                    <a:pt x="7548205" y="5458"/>
                  </a:lnTo>
                  <a:lnTo>
                    <a:pt x="7557202" y="1607"/>
                  </a:lnTo>
                  <a:lnTo>
                    <a:pt x="7566199" y="3749"/>
                  </a:lnTo>
                  <a:lnTo>
                    <a:pt x="7575195" y="5885"/>
                  </a:lnTo>
                  <a:lnTo>
                    <a:pt x="7584192" y="2047"/>
                  </a:lnTo>
                  <a:lnTo>
                    <a:pt x="7593189" y="4181"/>
                  </a:lnTo>
                  <a:lnTo>
                    <a:pt x="7602185" y="354"/>
                  </a:lnTo>
                  <a:lnTo>
                    <a:pt x="7611182" y="2484"/>
                  </a:lnTo>
                  <a:lnTo>
                    <a:pt x="7620179" y="4610"/>
                  </a:lnTo>
                  <a:lnTo>
                    <a:pt x="7629175" y="796"/>
                  </a:lnTo>
                  <a:lnTo>
                    <a:pt x="7638172" y="2918"/>
                  </a:lnTo>
                  <a:lnTo>
                    <a:pt x="7647169" y="5036"/>
                  </a:lnTo>
                  <a:lnTo>
                    <a:pt x="7656165" y="1235"/>
                  </a:lnTo>
                  <a:lnTo>
                    <a:pt x="7665162" y="3349"/>
                  </a:lnTo>
                  <a:lnTo>
                    <a:pt x="7674159" y="5458"/>
                  </a:lnTo>
                  <a:lnTo>
                    <a:pt x="7683155" y="1670"/>
                  </a:lnTo>
                  <a:lnTo>
                    <a:pt x="7692152" y="3777"/>
                  </a:lnTo>
                  <a:lnTo>
                    <a:pt x="7701149" y="0"/>
                  </a:lnTo>
                  <a:lnTo>
                    <a:pt x="7710145" y="2103"/>
                  </a:lnTo>
                  <a:lnTo>
                    <a:pt x="7719142" y="4202"/>
                  </a:lnTo>
                  <a:lnTo>
                    <a:pt x="7719142" y="1804796"/>
                  </a:lnTo>
                  <a:lnTo>
                    <a:pt x="7710145" y="1804796"/>
                  </a:lnTo>
                  <a:lnTo>
                    <a:pt x="7701149" y="1804796"/>
                  </a:lnTo>
                  <a:lnTo>
                    <a:pt x="7692152" y="1804796"/>
                  </a:lnTo>
                  <a:lnTo>
                    <a:pt x="7683155" y="1804796"/>
                  </a:lnTo>
                  <a:lnTo>
                    <a:pt x="7674159" y="1804796"/>
                  </a:lnTo>
                  <a:lnTo>
                    <a:pt x="7665162" y="1804796"/>
                  </a:lnTo>
                  <a:lnTo>
                    <a:pt x="7656165" y="1804796"/>
                  </a:lnTo>
                  <a:lnTo>
                    <a:pt x="7647169" y="1804796"/>
                  </a:lnTo>
                  <a:lnTo>
                    <a:pt x="7638172" y="1804796"/>
                  </a:lnTo>
                  <a:lnTo>
                    <a:pt x="7629175" y="1804796"/>
                  </a:lnTo>
                  <a:lnTo>
                    <a:pt x="7620179" y="1804796"/>
                  </a:lnTo>
                  <a:lnTo>
                    <a:pt x="7611182" y="1804796"/>
                  </a:lnTo>
                  <a:lnTo>
                    <a:pt x="7602185" y="1804796"/>
                  </a:lnTo>
                  <a:lnTo>
                    <a:pt x="7593189" y="1804796"/>
                  </a:lnTo>
                  <a:lnTo>
                    <a:pt x="7584192" y="1804796"/>
                  </a:lnTo>
                  <a:lnTo>
                    <a:pt x="7575195" y="1804796"/>
                  </a:lnTo>
                  <a:lnTo>
                    <a:pt x="7566199" y="1804796"/>
                  </a:lnTo>
                  <a:lnTo>
                    <a:pt x="7557202" y="1804796"/>
                  </a:lnTo>
                  <a:lnTo>
                    <a:pt x="7548205" y="1804796"/>
                  </a:lnTo>
                  <a:lnTo>
                    <a:pt x="7539209" y="1804796"/>
                  </a:lnTo>
                  <a:lnTo>
                    <a:pt x="7530212" y="1804796"/>
                  </a:lnTo>
                  <a:lnTo>
                    <a:pt x="7521215" y="1804796"/>
                  </a:lnTo>
                  <a:lnTo>
                    <a:pt x="7512219" y="1804796"/>
                  </a:lnTo>
                  <a:lnTo>
                    <a:pt x="7503222" y="1804796"/>
                  </a:lnTo>
                  <a:lnTo>
                    <a:pt x="7494225" y="1804796"/>
                  </a:lnTo>
                  <a:lnTo>
                    <a:pt x="7485229" y="1804796"/>
                  </a:lnTo>
                  <a:lnTo>
                    <a:pt x="7476232" y="1804796"/>
                  </a:lnTo>
                  <a:lnTo>
                    <a:pt x="7467235" y="1804796"/>
                  </a:lnTo>
                  <a:lnTo>
                    <a:pt x="7458239" y="1804796"/>
                  </a:lnTo>
                  <a:lnTo>
                    <a:pt x="7449242" y="1804796"/>
                  </a:lnTo>
                  <a:lnTo>
                    <a:pt x="7440245" y="1804796"/>
                  </a:lnTo>
                  <a:lnTo>
                    <a:pt x="7431249" y="1804796"/>
                  </a:lnTo>
                  <a:lnTo>
                    <a:pt x="7422252" y="1804796"/>
                  </a:lnTo>
                  <a:lnTo>
                    <a:pt x="7413255" y="1804796"/>
                  </a:lnTo>
                  <a:lnTo>
                    <a:pt x="7404259" y="1804796"/>
                  </a:lnTo>
                  <a:lnTo>
                    <a:pt x="7395262" y="1804796"/>
                  </a:lnTo>
                  <a:lnTo>
                    <a:pt x="7386265" y="1804796"/>
                  </a:lnTo>
                  <a:lnTo>
                    <a:pt x="7377269" y="1804796"/>
                  </a:lnTo>
                  <a:lnTo>
                    <a:pt x="7368272" y="1804796"/>
                  </a:lnTo>
                  <a:lnTo>
                    <a:pt x="7359275" y="1804796"/>
                  </a:lnTo>
                  <a:lnTo>
                    <a:pt x="7350279" y="1804796"/>
                  </a:lnTo>
                  <a:lnTo>
                    <a:pt x="7341282" y="1804796"/>
                  </a:lnTo>
                  <a:lnTo>
                    <a:pt x="7332285" y="1804796"/>
                  </a:lnTo>
                  <a:lnTo>
                    <a:pt x="7323289" y="1804796"/>
                  </a:lnTo>
                  <a:lnTo>
                    <a:pt x="7314292" y="1804796"/>
                  </a:lnTo>
                  <a:lnTo>
                    <a:pt x="7305295" y="1804796"/>
                  </a:lnTo>
                  <a:lnTo>
                    <a:pt x="7296298" y="1804796"/>
                  </a:lnTo>
                  <a:lnTo>
                    <a:pt x="7287302" y="1804796"/>
                  </a:lnTo>
                  <a:lnTo>
                    <a:pt x="7278305" y="1804796"/>
                  </a:lnTo>
                  <a:lnTo>
                    <a:pt x="7269308" y="1804796"/>
                  </a:lnTo>
                  <a:lnTo>
                    <a:pt x="7260312" y="1804796"/>
                  </a:lnTo>
                  <a:lnTo>
                    <a:pt x="7251315" y="1804796"/>
                  </a:lnTo>
                  <a:lnTo>
                    <a:pt x="7242318" y="1804796"/>
                  </a:lnTo>
                  <a:lnTo>
                    <a:pt x="7233322" y="1804796"/>
                  </a:lnTo>
                  <a:lnTo>
                    <a:pt x="7224325" y="1804796"/>
                  </a:lnTo>
                  <a:lnTo>
                    <a:pt x="7215328" y="1804796"/>
                  </a:lnTo>
                  <a:lnTo>
                    <a:pt x="7206332" y="1804796"/>
                  </a:lnTo>
                  <a:lnTo>
                    <a:pt x="7197335" y="1804796"/>
                  </a:lnTo>
                  <a:lnTo>
                    <a:pt x="7188338" y="1804796"/>
                  </a:lnTo>
                  <a:lnTo>
                    <a:pt x="7179342" y="1804796"/>
                  </a:lnTo>
                  <a:lnTo>
                    <a:pt x="7170345" y="1804796"/>
                  </a:lnTo>
                  <a:lnTo>
                    <a:pt x="7161348" y="1804796"/>
                  </a:lnTo>
                  <a:lnTo>
                    <a:pt x="7152352" y="1804796"/>
                  </a:lnTo>
                  <a:lnTo>
                    <a:pt x="7143355" y="1804796"/>
                  </a:lnTo>
                  <a:lnTo>
                    <a:pt x="7134358" y="1804796"/>
                  </a:lnTo>
                  <a:lnTo>
                    <a:pt x="7125362" y="1804796"/>
                  </a:lnTo>
                  <a:lnTo>
                    <a:pt x="7116365" y="1804796"/>
                  </a:lnTo>
                  <a:lnTo>
                    <a:pt x="7107368" y="1804796"/>
                  </a:lnTo>
                  <a:lnTo>
                    <a:pt x="7098372" y="1804796"/>
                  </a:lnTo>
                  <a:lnTo>
                    <a:pt x="7089375" y="1804796"/>
                  </a:lnTo>
                  <a:lnTo>
                    <a:pt x="7080378" y="1804796"/>
                  </a:lnTo>
                  <a:lnTo>
                    <a:pt x="7071382" y="1804796"/>
                  </a:lnTo>
                  <a:lnTo>
                    <a:pt x="7062385" y="1804796"/>
                  </a:lnTo>
                  <a:lnTo>
                    <a:pt x="7053388" y="1804796"/>
                  </a:lnTo>
                  <a:lnTo>
                    <a:pt x="7044392" y="1804796"/>
                  </a:lnTo>
                  <a:lnTo>
                    <a:pt x="7035395" y="1804796"/>
                  </a:lnTo>
                  <a:lnTo>
                    <a:pt x="7026398" y="1804796"/>
                  </a:lnTo>
                  <a:lnTo>
                    <a:pt x="7017402" y="1804796"/>
                  </a:lnTo>
                  <a:lnTo>
                    <a:pt x="7008405" y="1804796"/>
                  </a:lnTo>
                  <a:lnTo>
                    <a:pt x="6999408" y="1804796"/>
                  </a:lnTo>
                  <a:lnTo>
                    <a:pt x="6990412" y="1804796"/>
                  </a:lnTo>
                  <a:lnTo>
                    <a:pt x="6981415" y="1804796"/>
                  </a:lnTo>
                  <a:lnTo>
                    <a:pt x="6972418" y="1804796"/>
                  </a:lnTo>
                  <a:lnTo>
                    <a:pt x="6963422" y="1804796"/>
                  </a:lnTo>
                  <a:lnTo>
                    <a:pt x="6954425" y="1804796"/>
                  </a:lnTo>
                  <a:lnTo>
                    <a:pt x="6945428" y="1804796"/>
                  </a:lnTo>
                  <a:lnTo>
                    <a:pt x="6936432" y="1804796"/>
                  </a:lnTo>
                  <a:lnTo>
                    <a:pt x="6927435" y="1804796"/>
                  </a:lnTo>
                  <a:lnTo>
                    <a:pt x="6918438" y="1804796"/>
                  </a:lnTo>
                  <a:lnTo>
                    <a:pt x="6909442" y="1804796"/>
                  </a:lnTo>
                  <a:lnTo>
                    <a:pt x="6900445" y="1804796"/>
                  </a:lnTo>
                  <a:lnTo>
                    <a:pt x="6891448" y="1804796"/>
                  </a:lnTo>
                  <a:lnTo>
                    <a:pt x="6882452" y="1804796"/>
                  </a:lnTo>
                  <a:lnTo>
                    <a:pt x="6873455" y="1804796"/>
                  </a:lnTo>
                  <a:lnTo>
                    <a:pt x="6864458" y="1804796"/>
                  </a:lnTo>
                  <a:lnTo>
                    <a:pt x="6855462" y="1804796"/>
                  </a:lnTo>
                  <a:lnTo>
                    <a:pt x="6846465" y="1804796"/>
                  </a:lnTo>
                  <a:lnTo>
                    <a:pt x="6837468" y="1804796"/>
                  </a:lnTo>
                  <a:lnTo>
                    <a:pt x="6828472" y="1804796"/>
                  </a:lnTo>
                  <a:lnTo>
                    <a:pt x="6819475" y="1804796"/>
                  </a:lnTo>
                  <a:lnTo>
                    <a:pt x="6810478" y="1804796"/>
                  </a:lnTo>
                  <a:lnTo>
                    <a:pt x="6801482" y="1804796"/>
                  </a:lnTo>
                  <a:lnTo>
                    <a:pt x="6792485" y="1804796"/>
                  </a:lnTo>
                  <a:lnTo>
                    <a:pt x="6783488" y="1804796"/>
                  </a:lnTo>
                  <a:lnTo>
                    <a:pt x="6774492" y="1804796"/>
                  </a:lnTo>
                  <a:lnTo>
                    <a:pt x="6765495" y="1804796"/>
                  </a:lnTo>
                  <a:lnTo>
                    <a:pt x="6756498" y="1804796"/>
                  </a:lnTo>
                  <a:lnTo>
                    <a:pt x="6747502" y="1804796"/>
                  </a:lnTo>
                  <a:lnTo>
                    <a:pt x="6738505" y="1804796"/>
                  </a:lnTo>
                  <a:lnTo>
                    <a:pt x="6729508" y="1804796"/>
                  </a:lnTo>
                  <a:lnTo>
                    <a:pt x="6720512" y="1804796"/>
                  </a:lnTo>
                  <a:lnTo>
                    <a:pt x="6711515" y="1804796"/>
                  </a:lnTo>
                  <a:lnTo>
                    <a:pt x="6702518" y="1804796"/>
                  </a:lnTo>
                  <a:lnTo>
                    <a:pt x="6693522" y="1804796"/>
                  </a:lnTo>
                  <a:lnTo>
                    <a:pt x="6684525" y="1804796"/>
                  </a:lnTo>
                  <a:lnTo>
                    <a:pt x="6675528" y="1804796"/>
                  </a:lnTo>
                  <a:lnTo>
                    <a:pt x="6666532" y="1804796"/>
                  </a:lnTo>
                  <a:lnTo>
                    <a:pt x="6657535" y="1804796"/>
                  </a:lnTo>
                  <a:lnTo>
                    <a:pt x="6648538" y="1804796"/>
                  </a:lnTo>
                  <a:lnTo>
                    <a:pt x="6639542" y="1804796"/>
                  </a:lnTo>
                  <a:lnTo>
                    <a:pt x="6630545" y="1804796"/>
                  </a:lnTo>
                  <a:lnTo>
                    <a:pt x="6621548" y="1804796"/>
                  </a:lnTo>
                  <a:lnTo>
                    <a:pt x="6612552" y="1804796"/>
                  </a:lnTo>
                  <a:lnTo>
                    <a:pt x="6603555" y="1804796"/>
                  </a:lnTo>
                  <a:lnTo>
                    <a:pt x="6594558" y="1804796"/>
                  </a:lnTo>
                  <a:lnTo>
                    <a:pt x="6585562" y="1804796"/>
                  </a:lnTo>
                  <a:lnTo>
                    <a:pt x="6576565" y="1804796"/>
                  </a:lnTo>
                  <a:lnTo>
                    <a:pt x="6567568" y="1804796"/>
                  </a:lnTo>
                  <a:lnTo>
                    <a:pt x="6558572" y="1804796"/>
                  </a:lnTo>
                  <a:lnTo>
                    <a:pt x="6549575" y="1804796"/>
                  </a:lnTo>
                  <a:lnTo>
                    <a:pt x="6540578" y="1804796"/>
                  </a:lnTo>
                  <a:lnTo>
                    <a:pt x="6531582" y="1804796"/>
                  </a:lnTo>
                  <a:lnTo>
                    <a:pt x="6522585" y="1804796"/>
                  </a:lnTo>
                  <a:lnTo>
                    <a:pt x="6513588" y="1804796"/>
                  </a:lnTo>
                  <a:lnTo>
                    <a:pt x="6504592" y="1804796"/>
                  </a:lnTo>
                  <a:lnTo>
                    <a:pt x="6495595" y="1804796"/>
                  </a:lnTo>
                  <a:lnTo>
                    <a:pt x="6486598" y="1804796"/>
                  </a:lnTo>
                  <a:lnTo>
                    <a:pt x="6477602" y="1804796"/>
                  </a:lnTo>
                  <a:lnTo>
                    <a:pt x="6468605" y="1804796"/>
                  </a:lnTo>
                  <a:lnTo>
                    <a:pt x="6459608" y="1804796"/>
                  </a:lnTo>
                  <a:lnTo>
                    <a:pt x="6450612" y="1804796"/>
                  </a:lnTo>
                  <a:lnTo>
                    <a:pt x="6441615" y="1804796"/>
                  </a:lnTo>
                  <a:lnTo>
                    <a:pt x="6432618" y="1804796"/>
                  </a:lnTo>
                  <a:lnTo>
                    <a:pt x="6423622" y="1804796"/>
                  </a:lnTo>
                  <a:lnTo>
                    <a:pt x="6414625" y="1804796"/>
                  </a:lnTo>
                  <a:lnTo>
                    <a:pt x="6405628" y="1804796"/>
                  </a:lnTo>
                  <a:lnTo>
                    <a:pt x="6396632" y="1804796"/>
                  </a:lnTo>
                  <a:lnTo>
                    <a:pt x="6387635" y="1804796"/>
                  </a:lnTo>
                  <a:lnTo>
                    <a:pt x="6378638" y="1804796"/>
                  </a:lnTo>
                  <a:lnTo>
                    <a:pt x="6369642" y="1804796"/>
                  </a:lnTo>
                  <a:lnTo>
                    <a:pt x="6360645" y="1804796"/>
                  </a:lnTo>
                  <a:lnTo>
                    <a:pt x="6351648" y="1804796"/>
                  </a:lnTo>
                  <a:lnTo>
                    <a:pt x="6342652" y="1804796"/>
                  </a:lnTo>
                  <a:lnTo>
                    <a:pt x="6333655" y="1804796"/>
                  </a:lnTo>
                  <a:lnTo>
                    <a:pt x="6324658" y="1804796"/>
                  </a:lnTo>
                  <a:lnTo>
                    <a:pt x="6315662" y="1804796"/>
                  </a:lnTo>
                  <a:lnTo>
                    <a:pt x="6306665" y="1804796"/>
                  </a:lnTo>
                  <a:lnTo>
                    <a:pt x="6297668" y="1804796"/>
                  </a:lnTo>
                  <a:lnTo>
                    <a:pt x="6288672" y="1804796"/>
                  </a:lnTo>
                  <a:lnTo>
                    <a:pt x="6279675" y="1804796"/>
                  </a:lnTo>
                  <a:lnTo>
                    <a:pt x="6270678" y="1804796"/>
                  </a:lnTo>
                  <a:lnTo>
                    <a:pt x="6261681" y="1804796"/>
                  </a:lnTo>
                  <a:lnTo>
                    <a:pt x="6252685" y="1804796"/>
                  </a:lnTo>
                  <a:lnTo>
                    <a:pt x="6243688" y="1804796"/>
                  </a:lnTo>
                  <a:lnTo>
                    <a:pt x="6234691" y="1804796"/>
                  </a:lnTo>
                  <a:lnTo>
                    <a:pt x="6225695" y="1804796"/>
                  </a:lnTo>
                  <a:lnTo>
                    <a:pt x="6216698" y="1804796"/>
                  </a:lnTo>
                  <a:lnTo>
                    <a:pt x="6207701" y="1804796"/>
                  </a:lnTo>
                  <a:lnTo>
                    <a:pt x="6198705" y="1804796"/>
                  </a:lnTo>
                  <a:lnTo>
                    <a:pt x="6189708" y="1804796"/>
                  </a:lnTo>
                  <a:lnTo>
                    <a:pt x="6180711" y="1804796"/>
                  </a:lnTo>
                  <a:lnTo>
                    <a:pt x="6171715" y="1804796"/>
                  </a:lnTo>
                  <a:lnTo>
                    <a:pt x="6162718" y="1804796"/>
                  </a:lnTo>
                  <a:lnTo>
                    <a:pt x="6153721" y="1804796"/>
                  </a:lnTo>
                  <a:lnTo>
                    <a:pt x="6144725" y="1804796"/>
                  </a:lnTo>
                  <a:lnTo>
                    <a:pt x="6135728" y="1804796"/>
                  </a:lnTo>
                  <a:lnTo>
                    <a:pt x="6126731" y="1804796"/>
                  </a:lnTo>
                  <a:lnTo>
                    <a:pt x="6117735" y="1804796"/>
                  </a:lnTo>
                  <a:lnTo>
                    <a:pt x="6108738" y="1804796"/>
                  </a:lnTo>
                  <a:lnTo>
                    <a:pt x="6099741" y="1804796"/>
                  </a:lnTo>
                  <a:lnTo>
                    <a:pt x="6090745" y="1804796"/>
                  </a:lnTo>
                  <a:lnTo>
                    <a:pt x="6081748" y="1804796"/>
                  </a:lnTo>
                  <a:lnTo>
                    <a:pt x="6072751" y="1804796"/>
                  </a:lnTo>
                  <a:lnTo>
                    <a:pt x="6063755" y="1804796"/>
                  </a:lnTo>
                  <a:lnTo>
                    <a:pt x="6054758" y="1804796"/>
                  </a:lnTo>
                  <a:lnTo>
                    <a:pt x="6045761" y="1804796"/>
                  </a:lnTo>
                  <a:lnTo>
                    <a:pt x="6036765" y="1804796"/>
                  </a:lnTo>
                  <a:lnTo>
                    <a:pt x="6027768" y="1804796"/>
                  </a:lnTo>
                  <a:lnTo>
                    <a:pt x="6018771" y="1804796"/>
                  </a:lnTo>
                  <a:lnTo>
                    <a:pt x="6009775" y="1804796"/>
                  </a:lnTo>
                  <a:lnTo>
                    <a:pt x="6000778" y="1804796"/>
                  </a:lnTo>
                  <a:lnTo>
                    <a:pt x="5991781" y="1804796"/>
                  </a:lnTo>
                  <a:lnTo>
                    <a:pt x="5982785" y="1804796"/>
                  </a:lnTo>
                  <a:lnTo>
                    <a:pt x="5973788" y="1804796"/>
                  </a:lnTo>
                  <a:lnTo>
                    <a:pt x="5964791" y="1804796"/>
                  </a:lnTo>
                  <a:lnTo>
                    <a:pt x="5955795" y="1804796"/>
                  </a:lnTo>
                  <a:lnTo>
                    <a:pt x="5946798" y="1804796"/>
                  </a:lnTo>
                  <a:lnTo>
                    <a:pt x="5937801" y="1804796"/>
                  </a:lnTo>
                  <a:lnTo>
                    <a:pt x="5928805" y="1804796"/>
                  </a:lnTo>
                  <a:lnTo>
                    <a:pt x="5919808" y="1804796"/>
                  </a:lnTo>
                  <a:lnTo>
                    <a:pt x="5910811" y="1804796"/>
                  </a:lnTo>
                  <a:lnTo>
                    <a:pt x="5901815" y="1804796"/>
                  </a:lnTo>
                  <a:lnTo>
                    <a:pt x="5892818" y="1804796"/>
                  </a:lnTo>
                  <a:lnTo>
                    <a:pt x="5883821" y="1804796"/>
                  </a:lnTo>
                  <a:lnTo>
                    <a:pt x="5874825" y="1804796"/>
                  </a:lnTo>
                  <a:lnTo>
                    <a:pt x="5865828" y="1804796"/>
                  </a:lnTo>
                  <a:lnTo>
                    <a:pt x="5856831" y="1804796"/>
                  </a:lnTo>
                  <a:lnTo>
                    <a:pt x="5847835" y="1804796"/>
                  </a:lnTo>
                  <a:lnTo>
                    <a:pt x="5838838" y="1804796"/>
                  </a:lnTo>
                  <a:lnTo>
                    <a:pt x="5829841" y="1804796"/>
                  </a:lnTo>
                  <a:lnTo>
                    <a:pt x="5820845" y="1804796"/>
                  </a:lnTo>
                  <a:lnTo>
                    <a:pt x="5811848" y="1804796"/>
                  </a:lnTo>
                  <a:lnTo>
                    <a:pt x="5802851" y="1804796"/>
                  </a:lnTo>
                  <a:lnTo>
                    <a:pt x="5793855" y="1804796"/>
                  </a:lnTo>
                  <a:lnTo>
                    <a:pt x="5784858" y="1804796"/>
                  </a:lnTo>
                  <a:lnTo>
                    <a:pt x="5775861" y="1804796"/>
                  </a:lnTo>
                  <a:lnTo>
                    <a:pt x="5766865" y="1804796"/>
                  </a:lnTo>
                  <a:lnTo>
                    <a:pt x="5757868" y="1804796"/>
                  </a:lnTo>
                  <a:lnTo>
                    <a:pt x="5748871" y="1804796"/>
                  </a:lnTo>
                  <a:lnTo>
                    <a:pt x="5739875" y="1804796"/>
                  </a:lnTo>
                  <a:lnTo>
                    <a:pt x="5730878" y="1804796"/>
                  </a:lnTo>
                  <a:lnTo>
                    <a:pt x="5721881" y="1804796"/>
                  </a:lnTo>
                  <a:lnTo>
                    <a:pt x="5712885" y="1804796"/>
                  </a:lnTo>
                  <a:lnTo>
                    <a:pt x="5703888" y="1804796"/>
                  </a:lnTo>
                  <a:lnTo>
                    <a:pt x="5694891" y="1804796"/>
                  </a:lnTo>
                  <a:lnTo>
                    <a:pt x="5685895" y="1804796"/>
                  </a:lnTo>
                  <a:lnTo>
                    <a:pt x="5676898" y="1804796"/>
                  </a:lnTo>
                  <a:lnTo>
                    <a:pt x="5667901" y="1804796"/>
                  </a:lnTo>
                  <a:lnTo>
                    <a:pt x="5658905" y="1804796"/>
                  </a:lnTo>
                  <a:lnTo>
                    <a:pt x="5649908" y="1804796"/>
                  </a:lnTo>
                  <a:lnTo>
                    <a:pt x="5640911" y="1804796"/>
                  </a:lnTo>
                  <a:lnTo>
                    <a:pt x="5631915" y="1804796"/>
                  </a:lnTo>
                  <a:lnTo>
                    <a:pt x="5622918" y="1804796"/>
                  </a:lnTo>
                  <a:lnTo>
                    <a:pt x="5613921" y="1804796"/>
                  </a:lnTo>
                  <a:lnTo>
                    <a:pt x="5604925" y="1804796"/>
                  </a:lnTo>
                  <a:lnTo>
                    <a:pt x="5595928" y="1804796"/>
                  </a:lnTo>
                  <a:lnTo>
                    <a:pt x="5586931" y="1804796"/>
                  </a:lnTo>
                  <a:lnTo>
                    <a:pt x="5577935" y="1804796"/>
                  </a:lnTo>
                  <a:lnTo>
                    <a:pt x="5568938" y="1804796"/>
                  </a:lnTo>
                  <a:lnTo>
                    <a:pt x="5559941" y="1804796"/>
                  </a:lnTo>
                  <a:lnTo>
                    <a:pt x="5550945" y="1804796"/>
                  </a:lnTo>
                  <a:lnTo>
                    <a:pt x="5541948" y="1804796"/>
                  </a:lnTo>
                  <a:lnTo>
                    <a:pt x="5532951" y="1804796"/>
                  </a:lnTo>
                  <a:lnTo>
                    <a:pt x="5523955" y="1804796"/>
                  </a:lnTo>
                  <a:lnTo>
                    <a:pt x="5514958" y="1804796"/>
                  </a:lnTo>
                  <a:lnTo>
                    <a:pt x="5505961" y="1804796"/>
                  </a:lnTo>
                  <a:lnTo>
                    <a:pt x="5496965" y="1804796"/>
                  </a:lnTo>
                  <a:lnTo>
                    <a:pt x="5487968" y="1804796"/>
                  </a:lnTo>
                  <a:lnTo>
                    <a:pt x="5478971" y="1804796"/>
                  </a:lnTo>
                  <a:lnTo>
                    <a:pt x="5469975" y="1804796"/>
                  </a:lnTo>
                  <a:lnTo>
                    <a:pt x="5460978" y="1804796"/>
                  </a:lnTo>
                  <a:lnTo>
                    <a:pt x="5451981" y="1804796"/>
                  </a:lnTo>
                  <a:lnTo>
                    <a:pt x="5442985" y="1804796"/>
                  </a:lnTo>
                  <a:lnTo>
                    <a:pt x="5433988" y="1804796"/>
                  </a:lnTo>
                  <a:lnTo>
                    <a:pt x="5424991" y="1804796"/>
                  </a:lnTo>
                  <a:lnTo>
                    <a:pt x="5415995" y="1804796"/>
                  </a:lnTo>
                  <a:lnTo>
                    <a:pt x="5406998" y="1804796"/>
                  </a:lnTo>
                  <a:lnTo>
                    <a:pt x="5398001" y="1804796"/>
                  </a:lnTo>
                  <a:lnTo>
                    <a:pt x="5389005" y="1804796"/>
                  </a:lnTo>
                  <a:lnTo>
                    <a:pt x="5380008" y="1804796"/>
                  </a:lnTo>
                  <a:lnTo>
                    <a:pt x="5371011" y="1804796"/>
                  </a:lnTo>
                  <a:lnTo>
                    <a:pt x="5362015" y="1804796"/>
                  </a:lnTo>
                  <a:lnTo>
                    <a:pt x="5353018" y="1804796"/>
                  </a:lnTo>
                  <a:lnTo>
                    <a:pt x="5344021" y="1804796"/>
                  </a:lnTo>
                  <a:lnTo>
                    <a:pt x="5335025" y="1804796"/>
                  </a:lnTo>
                  <a:lnTo>
                    <a:pt x="5326028" y="1804796"/>
                  </a:lnTo>
                  <a:lnTo>
                    <a:pt x="5317031" y="1804796"/>
                  </a:lnTo>
                  <a:lnTo>
                    <a:pt x="5308035" y="1804796"/>
                  </a:lnTo>
                  <a:lnTo>
                    <a:pt x="5299038" y="1804796"/>
                  </a:lnTo>
                  <a:lnTo>
                    <a:pt x="5290041" y="1804796"/>
                  </a:lnTo>
                  <a:lnTo>
                    <a:pt x="5281045" y="1804796"/>
                  </a:lnTo>
                  <a:lnTo>
                    <a:pt x="5272048" y="1804796"/>
                  </a:lnTo>
                  <a:lnTo>
                    <a:pt x="5263051" y="1804796"/>
                  </a:lnTo>
                  <a:lnTo>
                    <a:pt x="5254055" y="1804796"/>
                  </a:lnTo>
                  <a:lnTo>
                    <a:pt x="5245058" y="1804796"/>
                  </a:lnTo>
                  <a:lnTo>
                    <a:pt x="5236061" y="1804796"/>
                  </a:lnTo>
                  <a:lnTo>
                    <a:pt x="5227065" y="1804796"/>
                  </a:lnTo>
                  <a:lnTo>
                    <a:pt x="5218068" y="1804796"/>
                  </a:lnTo>
                  <a:lnTo>
                    <a:pt x="5209071" y="1804796"/>
                  </a:lnTo>
                  <a:lnTo>
                    <a:pt x="5200074" y="1804796"/>
                  </a:lnTo>
                  <a:lnTo>
                    <a:pt x="5191078" y="1804796"/>
                  </a:lnTo>
                  <a:lnTo>
                    <a:pt x="5182081" y="1804796"/>
                  </a:lnTo>
                  <a:lnTo>
                    <a:pt x="5173084" y="1804796"/>
                  </a:lnTo>
                  <a:lnTo>
                    <a:pt x="5164088" y="1804796"/>
                  </a:lnTo>
                  <a:lnTo>
                    <a:pt x="5155091" y="1804796"/>
                  </a:lnTo>
                  <a:lnTo>
                    <a:pt x="5146094" y="1804796"/>
                  </a:lnTo>
                  <a:lnTo>
                    <a:pt x="5137098" y="1804796"/>
                  </a:lnTo>
                  <a:lnTo>
                    <a:pt x="5128101" y="1804796"/>
                  </a:lnTo>
                  <a:lnTo>
                    <a:pt x="5119104" y="1804796"/>
                  </a:lnTo>
                  <a:lnTo>
                    <a:pt x="5110108" y="1804796"/>
                  </a:lnTo>
                  <a:lnTo>
                    <a:pt x="5101111" y="1804796"/>
                  </a:lnTo>
                  <a:lnTo>
                    <a:pt x="5092114" y="1804796"/>
                  </a:lnTo>
                  <a:lnTo>
                    <a:pt x="5083118" y="1804796"/>
                  </a:lnTo>
                  <a:lnTo>
                    <a:pt x="5074121" y="1804796"/>
                  </a:lnTo>
                  <a:lnTo>
                    <a:pt x="5065124" y="1804796"/>
                  </a:lnTo>
                  <a:lnTo>
                    <a:pt x="5056128" y="1804796"/>
                  </a:lnTo>
                  <a:lnTo>
                    <a:pt x="5047131" y="1804796"/>
                  </a:lnTo>
                  <a:lnTo>
                    <a:pt x="5038134" y="1804796"/>
                  </a:lnTo>
                  <a:lnTo>
                    <a:pt x="5029138" y="1804796"/>
                  </a:lnTo>
                  <a:lnTo>
                    <a:pt x="5020141" y="1804796"/>
                  </a:lnTo>
                  <a:lnTo>
                    <a:pt x="5011144" y="1804796"/>
                  </a:lnTo>
                  <a:lnTo>
                    <a:pt x="5002148" y="1804796"/>
                  </a:lnTo>
                  <a:lnTo>
                    <a:pt x="4993151" y="1804796"/>
                  </a:lnTo>
                  <a:lnTo>
                    <a:pt x="4984154" y="1804796"/>
                  </a:lnTo>
                  <a:lnTo>
                    <a:pt x="4975158" y="1804796"/>
                  </a:lnTo>
                  <a:lnTo>
                    <a:pt x="4966161" y="1804796"/>
                  </a:lnTo>
                  <a:lnTo>
                    <a:pt x="4957164" y="1804796"/>
                  </a:lnTo>
                  <a:lnTo>
                    <a:pt x="4948168" y="1804796"/>
                  </a:lnTo>
                  <a:lnTo>
                    <a:pt x="4939171" y="1804796"/>
                  </a:lnTo>
                  <a:lnTo>
                    <a:pt x="4930174" y="1804796"/>
                  </a:lnTo>
                  <a:lnTo>
                    <a:pt x="4921178" y="1804796"/>
                  </a:lnTo>
                  <a:lnTo>
                    <a:pt x="4912181" y="1804796"/>
                  </a:lnTo>
                  <a:lnTo>
                    <a:pt x="4903184" y="1804796"/>
                  </a:lnTo>
                  <a:lnTo>
                    <a:pt x="4894188" y="1804796"/>
                  </a:lnTo>
                  <a:lnTo>
                    <a:pt x="4885191" y="1804796"/>
                  </a:lnTo>
                  <a:lnTo>
                    <a:pt x="4876194" y="1804796"/>
                  </a:lnTo>
                  <a:lnTo>
                    <a:pt x="4867198" y="1804796"/>
                  </a:lnTo>
                  <a:lnTo>
                    <a:pt x="4858201" y="1804796"/>
                  </a:lnTo>
                  <a:lnTo>
                    <a:pt x="4849204" y="1804796"/>
                  </a:lnTo>
                  <a:lnTo>
                    <a:pt x="4840208" y="1804796"/>
                  </a:lnTo>
                  <a:lnTo>
                    <a:pt x="4831211" y="1804796"/>
                  </a:lnTo>
                  <a:lnTo>
                    <a:pt x="4822214" y="1804796"/>
                  </a:lnTo>
                  <a:lnTo>
                    <a:pt x="4813218" y="1804796"/>
                  </a:lnTo>
                  <a:lnTo>
                    <a:pt x="4804221" y="1804796"/>
                  </a:lnTo>
                  <a:lnTo>
                    <a:pt x="4795224" y="1804796"/>
                  </a:lnTo>
                  <a:lnTo>
                    <a:pt x="4786228" y="1804796"/>
                  </a:lnTo>
                  <a:lnTo>
                    <a:pt x="4777231" y="1804796"/>
                  </a:lnTo>
                  <a:lnTo>
                    <a:pt x="4768234" y="1804796"/>
                  </a:lnTo>
                  <a:lnTo>
                    <a:pt x="4759238" y="1804796"/>
                  </a:lnTo>
                  <a:lnTo>
                    <a:pt x="4750241" y="1804796"/>
                  </a:lnTo>
                  <a:lnTo>
                    <a:pt x="4741244" y="1804796"/>
                  </a:lnTo>
                  <a:lnTo>
                    <a:pt x="4732248" y="1804796"/>
                  </a:lnTo>
                  <a:lnTo>
                    <a:pt x="4723251" y="1804796"/>
                  </a:lnTo>
                  <a:lnTo>
                    <a:pt x="4714254" y="1804796"/>
                  </a:lnTo>
                  <a:lnTo>
                    <a:pt x="4705258" y="1804796"/>
                  </a:lnTo>
                  <a:lnTo>
                    <a:pt x="4696261" y="1804796"/>
                  </a:lnTo>
                  <a:lnTo>
                    <a:pt x="4687264" y="1804796"/>
                  </a:lnTo>
                  <a:lnTo>
                    <a:pt x="4678268" y="1804796"/>
                  </a:lnTo>
                  <a:lnTo>
                    <a:pt x="4669271" y="1804796"/>
                  </a:lnTo>
                  <a:lnTo>
                    <a:pt x="4660274" y="1804796"/>
                  </a:lnTo>
                  <a:lnTo>
                    <a:pt x="4651278" y="1804796"/>
                  </a:lnTo>
                  <a:lnTo>
                    <a:pt x="4642281" y="1804796"/>
                  </a:lnTo>
                  <a:lnTo>
                    <a:pt x="4633284" y="1804796"/>
                  </a:lnTo>
                  <a:lnTo>
                    <a:pt x="4624288" y="1804796"/>
                  </a:lnTo>
                  <a:lnTo>
                    <a:pt x="4615291" y="1804796"/>
                  </a:lnTo>
                  <a:lnTo>
                    <a:pt x="4606294" y="1804796"/>
                  </a:lnTo>
                  <a:lnTo>
                    <a:pt x="4597298" y="1804796"/>
                  </a:lnTo>
                  <a:lnTo>
                    <a:pt x="4588301" y="1804796"/>
                  </a:lnTo>
                  <a:lnTo>
                    <a:pt x="4579304" y="1804796"/>
                  </a:lnTo>
                  <a:lnTo>
                    <a:pt x="4570308" y="1804796"/>
                  </a:lnTo>
                  <a:lnTo>
                    <a:pt x="4561311" y="1804796"/>
                  </a:lnTo>
                  <a:lnTo>
                    <a:pt x="4552314" y="1804796"/>
                  </a:lnTo>
                  <a:lnTo>
                    <a:pt x="4543318" y="1804796"/>
                  </a:lnTo>
                  <a:lnTo>
                    <a:pt x="4534321" y="1804796"/>
                  </a:lnTo>
                  <a:lnTo>
                    <a:pt x="4525324" y="1804796"/>
                  </a:lnTo>
                  <a:lnTo>
                    <a:pt x="4516328" y="1804796"/>
                  </a:lnTo>
                  <a:lnTo>
                    <a:pt x="4507331" y="1804796"/>
                  </a:lnTo>
                  <a:lnTo>
                    <a:pt x="4498334" y="1804796"/>
                  </a:lnTo>
                  <a:lnTo>
                    <a:pt x="4489338" y="1804796"/>
                  </a:lnTo>
                  <a:lnTo>
                    <a:pt x="4480341" y="1804796"/>
                  </a:lnTo>
                  <a:lnTo>
                    <a:pt x="4471344" y="1804796"/>
                  </a:lnTo>
                  <a:lnTo>
                    <a:pt x="4462348" y="1804796"/>
                  </a:lnTo>
                  <a:lnTo>
                    <a:pt x="4453351" y="1804796"/>
                  </a:lnTo>
                  <a:lnTo>
                    <a:pt x="4444354" y="1804796"/>
                  </a:lnTo>
                  <a:lnTo>
                    <a:pt x="4435358" y="1804796"/>
                  </a:lnTo>
                  <a:lnTo>
                    <a:pt x="4426361" y="1804796"/>
                  </a:lnTo>
                  <a:lnTo>
                    <a:pt x="4417364" y="1804796"/>
                  </a:lnTo>
                  <a:lnTo>
                    <a:pt x="4408368" y="1804796"/>
                  </a:lnTo>
                  <a:lnTo>
                    <a:pt x="4399371" y="1804796"/>
                  </a:lnTo>
                  <a:lnTo>
                    <a:pt x="4390374" y="1804796"/>
                  </a:lnTo>
                  <a:lnTo>
                    <a:pt x="4381378" y="1804796"/>
                  </a:lnTo>
                  <a:lnTo>
                    <a:pt x="4372381" y="1804796"/>
                  </a:lnTo>
                  <a:lnTo>
                    <a:pt x="4363384" y="1804796"/>
                  </a:lnTo>
                  <a:lnTo>
                    <a:pt x="4354388" y="1804796"/>
                  </a:lnTo>
                  <a:lnTo>
                    <a:pt x="4345391" y="1804796"/>
                  </a:lnTo>
                  <a:lnTo>
                    <a:pt x="4336394" y="1804796"/>
                  </a:lnTo>
                  <a:lnTo>
                    <a:pt x="4327398" y="1804796"/>
                  </a:lnTo>
                  <a:lnTo>
                    <a:pt x="4318401" y="1804796"/>
                  </a:lnTo>
                  <a:lnTo>
                    <a:pt x="4309404" y="1804796"/>
                  </a:lnTo>
                  <a:lnTo>
                    <a:pt x="4300408" y="1804796"/>
                  </a:lnTo>
                  <a:lnTo>
                    <a:pt x="4291411" y="1804796"/>
                  </a:lnTo>
                  <a:lnTo>
                    <a:pt x="4282414" y="1804796"/>
                  </a:lnTo>
                  <a:lnTo>
                    <a:pt x="4273418" y="1804796"/>
                  </a:lnTo>
                  <a:lnTo>
                    <a:pt x="4264421" y="1804796"/>
                  </a:lnTo>
                  <a:lnTo>
                    <a:pt x="4255424" y="1804796"/>
                  </a:lnTo>
                  <a:lnTo>
                    <a:pt x="4246428" y="1804796"/>
                  </a:lnTo>
                  <a:lnTo>
                    <a:pt x="4237431" y="1804796"/>
                  </a:lnTo>
                  <a:lnTo>
                    <a:pt x="4228434" y="1804796"/>
                  </a:lnTo>
                  <a:lnTo>
                    <a:pt x="4219438" y="1804796"/>
                  </a:lnTo>
                  <a:lnTo>
                    <a:pt x="4210441" y="1804796"/>
                  </a:lnTo>
                  <a:lnTo>
                    <a:pt x="4201444" y="1804796"/>
                  </a:lnTo>
                  <a:lnTo>
                    <a:pt x="4192448" y="1804796"/>
                  </a:lnTo>
                  <a:lnTo>
                    <a:pt x="4183451" y="1804796"/>
                  </a:lnTo>
                  <a:lnTo>
                    <a:pt x="4174454" y="1804796"/>
                  </a:lnTo>
                  <a:lnTo>
                    <a:pt x="4165457" y="1804796"/>
                  </a:lnTo>
                  <a:lnTo>
                    <a:pt x="4156461" y="1804796"/>
                  </a:lnTo>
                  <a:lnTo>
                    <a:pt x="4147464" y="1804796"/>
                  </a:lnTo>
                  <a:lnTo>
                    <a:pt x="4138467" y="1804796"/>
                  </a:lnTo>
                  <a:lnTo>
                    <a:pt x="4129471" y="1804796"/>
                  </a:lnTo>
                  <a:lnTo>
                    <a:pt x="4120474" y="1804796"/>
                  </a:lnTo>
                  <a:lnTo>
                    <a:pt x="4111477" y="1804796"/>
                  </a:lnTo>
                  <a:lnTo>
                    <a:pt x="4102481" y="1804796"/>
                  </a:lnTo>
                  <a:lnTo>
                    <a:pt x="4093484" y="1804796"/>
                  </a:lnTo>
                  <a:lnTo>
                    <a:pt x="4084487" y="1804796"/>
                  </a:lnTo>
                  <a:lnTo>
                    <a:pt x="4075491" y="1804796"/>
                  </a:lnTo>
                  <a:lnTo>
                    <a:pt x="4066494" y="1804796"/>
                  </a:lnTo>
                  <a:lnTo>
                    <a:pt x="4057497" y="1804796"/>
                  </a:lnTo>
                  <a:lnTo>
                    <a:pt x="4048501" y="1804796"/>
                  </a:lnTo>
                  <a:lnTo>
                    <a:pt x="4039504" y="1804796"/>
                  </a:lnTo>
                  <a:lnTo>
                    <a:pt x="4030507" y="1804796"/>
                  </a:lnTo>
                  <a:lnTo>
                    <a:pt x="4021511" y="1804796"/>
                  </a:lnTo>
                  <a:lnTo>
                    <a:pt x="4012514" y="1804796"/>
                  </a:lnTo>
                  <a:lnTo>
                    <a:pt x="4003517" y="1804796"/>
                  </a:lnTo>
                  <a:lnTo>
                    <a:pt x="3994521" y="1804796"/>
                  </a:lnTo>
                  <a:lnTo>
                    <a:pt x="3985524" y="1804796"/>
                  </a:lnTo>
                  <a:lnTo>
                    <a:pt x="3976527" y="1804796"/>
                  </a:lnTo>
                  <a:lnTo>
                    <a:pt x="3967531" y="1804796"/>
                  </a:lnTo>
                  <a:lnTo>
                    <a:pt x="3958534" y="1804796"/>
                  </a:lnTo>
                  <a:lnTo>
                    <a:pt x="3949537" y="1804796"/>
                  </a:lnTo>
                  <a:lnTo>
                    <a:pt x="3940541" y="1804796"/>
                  </a:lnTo>
                  <a:lnTo>
                    <a:pt x="3931544" y="1804796"/>
                  </a:lnTo>
                  <a:lnTo>
                    <a:pt x="3922547" y="1804796"/>
                  </a:lnTo>
                  <a:lnTo>
                    <a:pt x="3913551" y="1804796"/>
                  </a:lnTo>
                  <a:lnTo>
                    <a:pt x="3904554" y="1804796"/>
                  </a:lnTo>
                  <a:lnTo>
                    <a:pt x="3895557" y="1804796"/>
                  </a:lnTo>
                  <a:lnTo>
                    <a:pt x="3886561" y="1804796"/>
                  </a:lnTo>
                  <a:lnTo>
                    <a:pt x="3877564" y="1804796"/>
                  </a:lnTo>
                  <a:lnTo>
                    <a:pt x="3868567" y="1804796"/>
                  </a:lnTo>
                  <a:lnTo>
                    <a:pt x="3859571" y="1804796"/>
                  </a:lnTo>
                  <a:lnTo>
                    <a:pt x="3850574" y="1804796"/>
                  </a:lnTo>
                  <a:lnTo>
                    <a:pt x="3841577" y="1804796"/>
                  </a:lnTo>
                  <a:lnTo>
                    <a:pt x="3832581" y="1804796"/>
                  </a:lnTo>
                  <a:lnTo>
                    <a:pt x="3823584" y="1804796"/>
                  </a:lnTo>
                  <a:lnTo>
                    <a:pt x="3814587" y="1804796"/>
                  </a:lnTo>
                  <a:lnTo>
                    <a:pt x="3805591" y="1804796"/>
                  </a:lnTo>
                  <a:lnTo>
                    <a:pt x="3796594" y="1804796"/>
                  </a:lnTo>
                  <a:lnTo>
                    <a:pt x="3787597" y="1804796"/>
                  </a:lnTo>
                  <a:lnTo>
                    <a:pt x="3778601" y="1804796"/>
                  </a:lnTo>
                  <a:lnTo>
                    <a:pt x="3769604" y="1804796"/>
                  </a:lnTo>
                  <a:lnTo>
                    <a:pt x="3760607" y="1804796"/>
                  </a:lnTo>
                  <a:lnTo>
                    <a:pt x="3751611" y="1804796"/>
                  </a:lnTo>
                  <a:lnTo>
                    <a:pt x="3742614" y="1804796"/>
                  </a:lnTo>
                  <a:lnTo>
                    <a:pt x="3733617" y="1804796"/>
                  </a:lnTo>
                  <a:lnTo>
                    <a:pt x="3724621" y="1804796"/>
                  </a:lnTo>
                  <a:lnTo>
                    <a:pt x="3715624" y="1804796"/>
                  </a:lnTo>
                  <a:lnTo>
                    <a:pt x="3706627" y="1804796"/>
                  </a:lnTo>
                  <a:lnTo>
                    <a:pt x="3697631" y="1804796"/>
                  </a:lnTo>
                  <a:lnTo>
                    <a:pt x="3688634" y="1804796"/>
                  </a:lnTo>
                  <a:lnTo>
                    <a:pt x="3679637" y="1804796"/>
                  </a:lnTo>
                  <a:lnTo>
                    <a:pt x="3670641" y="1804796"/>
                  </a:lnTo>
                  <a:lnTo>
                    <a:pt x="3661644" y="1804796"/>
                  </a:lnTo>
                  <a:lnTo>
                    <a:pt x="3652647" y="1804796"/>
                  </a:lnTo>
                  <a:lnTo>
                    <a:pt x="3643651" y="1804796"/>
                  </a:lnTo>
                  <a:lnTo>
                    <a:pt x="3634654" y="1804796"/>
                  </a:lnTo>
                  <a:lnTo>
                    <a:pt x="3625657" y="1804796"/>
                  </a:lnTo>
                  <a:lnTo>
                    <a:pt x="3616661" y="1804796"/>
                  </a:lnTo>
                  <a:lnTo>
                    <a:pt x="3607664" y="1804796"/>
                  </a:lnTo>
                  <a:lnTo>
                    <a:pt x="3598667" y="1804796"/>
                  </a:lnTo>
                  <a:lnTo>
                    <a:pt x="3589671" y="1804796"/>
                  </a:lnTo>
                  <a:lnTo>
                    <a:pt x="3580674" y="1804796"/>
                  </a:lnTo>
                  <a:lnTo>
                    <a:pt x="3571677" y="1804796"/>
                  </a:lnTo>
                  <a:lnTo>
                    <a:pt x="3562681" y="1804796"/>
                  </a:lnTo>
                  <a:lnTo>
                    <a:pt x="3553684" y="1804796"/>
                  </a:lnTo>
                  <a:lnTo>
                    <a:pt x="3544687" y="1804796"/>
                  </a:lnTo>
                  <a:lnTo>
                    <a:pt x="3535691" y="1804796"/>
                  </a:lnTo>
                  <a:lnTo>
                    <a:pt x="3526694" y="1804796"/>
                  </a:lnTo>
                  <a:lnTo>
                    <a:pt x="3517697" y="1804796"/>
                  </a:lnTo>
                  <a:lnTo>
                    <a:pt x="3508701" y="1804796"/>
                  </a:lnTo>
                  <a:lnTo>
                    <a:pt x="3499704" y="1804796"/>
                  </a:lnTo>
                  <a:lnTo>
                    <a:pt x="3490707" y="1804796"/>
                  </a:lnTo>
                  <a:lnTo>
                    <a:pt x="3481711" y="1804796"/>
                  </a:lnTo>
                  <a:lnTo>
                    <a:pt x="3472714" y="1804796"/>
                  </a:lnTo>
                  <a:lnTo>
                    <a:pt x="3463717" y="1804796"/>
                  </a:lnTo>
                  <a:lnTo>
                    <a:pt x="3454721" y="1804796"/>
                  </a:lnTo>
                  <a:lnTo>
                    <a:pt x="3445724" y="1804796"/>
                  </a:lnTo>
                  <a:lnTo>
                    <a:pt x="3436727" y="1804796"/>
                  </a:lnTo>
                  <a:lnTo>
                    <a:pt x="3427731" y="1804796"/>
                  </a:lnTo>
                  <a:lnTo>
                    <a:pt x="3418734" y="1804796"/>
                  </a:lnTo>
                  <a:lnTo>
                    <a:pt x="3409737" y="1804796"/>
                  </a:lnTo>
                  <a:lnTo>
                    <a:pt x="3400741" y="1804796"/>
                  </a:lnTo>
                  <a:lnTo>
                    <a:pt x="3391744" y="1804796"/>
                  </a:lnTo>
                  <a:lnTo>
                    <a:pt x="3382747" y="1804796"/>
                  </a:lnTo>
                  <a:lnTo>
                    <a:pt x="3373751" y="1804796"/>
                  </a:lnTo>
                  <a:lnTo>
                    <a:pt x="3364754" y="1804796"/>
                  </a:lnTo>
                  <a:lnTo>
                    <a:pt x="3355757" y="1804796"/>
                  </a:lnTo>
                  <a:lnTo>
                    <a:pt x="3346761" y="1804796"/>
                  </a:lnTo>
                  <a:lnTo>
                    <a:pt x="3337764" y="1804796"/>
                  </a:lnTo>
                  <a:lnTo>
                    <a:pt x="3328767" y="1804796"/>
                  </a:lnTo>
                  <a:lnTo>
                    <a:pt x="3319771" y="1804796"/>
                  </a:lnTo>
                  <a:lnTo>
                    <a:pt x="3310774" y="1804796"/>
                  </a:lnTo>
                  <a:lnTo>
                    <a:pt x="3301777" y="1804796"/>
                  </a:lnTo>
                  <a:lnTo>
                    <a:pt x="3292781" y="1804796"/>
                  </a:lnTo>
                  <a:lnTo>
                    <a:pt x="3283784" y="1804796"/>
                  </a:lnTo>
                  <a:lnTo>
                    <a:pt x="3274787" y="1804796"/>
                  </a:lnTo>
                  <a:lnTo>
                    <a:pt x="3265791" y="1804796"/>
                  </a:lnTo>
                  <a:lnTo>
                    <a:pt x="3256794" y="1804796"/>
                  </a:lnTo>
                  <a:lnTo>
                    <a:pt x="3247797" y="1804796"/>
                  </a:lnTo>
                  <a:lnTo>
                    <a:pt x="3238801" y="1804796"/>
                  </a:lnTo>
                  <a:lnTo>
                    <a:pt x="3229804" y="1804796"/>
                  </a:lnTo>
                  <a:lnTo>
                    <a:pt x="3220807" y="1804796"/>
                  </a:lnTo>
                  <a:lnTo>
                    <a:pt x="3211811" y="1804796"/>
                  </a:lnTo>
                  <a:lnTo>
                    <a:pt x="3202814" y="1804796"/>
                  </a:lnTo>
                  <a:lnTo>
                    <a:pt x="3193817" y="1804796"/>
                  </a:lnTo>
                  <a:lnTo>
                    <a:pt x="3184821" y="1804796"/>
                  </a:lnTo>
                  <a:lnTo>
                    <a:pt x="3175824" y="1804796"/>
                  </a:lnTo>
                  <a:lnTo>
                    <a:pt x="3166827" y="1804796"/>
                  </a:lnTo>
                  <a:lnTo>
                    <a:pt x="3157831" y="1804796"/>
                  </a:lnTo>
                  <a:lnTo>
                    <a:pt x="3148834" y="1804796"/>
                  </a:lnTo>
                  <a:lnTo>
                    <a:pt x="3139837" y="1804796"/>
                  </a:lnTo>
                  <a:lnTo>
                    <a:pt x="3130840" y="1804796"/>
                  </a:lnTo>
                  <a:lnTo>
                    <a:pt x="3121844" y="1804796"/>
                  </a:lnTo>
                  <a:lnTo>
                    <a:pt x="3112847" y="1804796"/>
                  </a:lnTo>
                  <a:lnTo>
                    <a:pt x="3103850" y="1804796"/>
                  </a:lnTo>
                  <a:lnTo>
                    <a:pt x="3094854" y="1804796"/>
                  </a:lnTo>
                  <a:lnTo>
                    <a:pt x="3085857" y="1804796"/>
                  </a:lnTo>
                  <a:lnTo>
                    <a:pt x="3076860" y="1804796"/>
                  </a:lnTo>
                  <a:lnTo>
                    <a:pt x="3067864" y="1804796"/>
                  </a:lnTo>
                  <a:lnTo>
                    <a:pt x="3058867" y="1804796"/>
                  </a:lnTo>
                  <a:lnTo>
                    <a:pt x="3049870" y="1804796"/>
                  </a:lnTo>
                  <a:lnTo>
                    <a:pt x="3040874" y="1804796"/>
                  </a:lnTo>
                  <a:lnTo>
                    <a:pt x="3031877" y="1804796"/>
                  </a:lnTo>
                  <a:lnTo>
                    <a:pt x="3022880" y="1804796"/>
                  </a:lnTo>
                  <a:lnTo>
                    <a:pt x="3013884" y="1804796"/>
                  </a:lnTo>
                  <a:lnTo>
                    <a:pt x="3004887" y="1804796"/>
                  </a:lnTo>
                  <a:lnTo>
                    <a:pt x="2995890" y="1804796"/>
                  </a:lnTo>
                  <a:lnTo>
                    <a:pt x="2986894" y="1804796"/>
                  </a:lnTo>
                  <a:lnTo>
                    <a:pt x="2977897" y="1804796"/>
                  </a:lnTo>
                  <a:lnTo>
                    <a:pt x="2968900" y="1804796"/>
                  </a:lnTo>
                  <a:lnTo>
                    <a:pt x="2959904" y="1804796"/>
                  </a:lnTo>
                  <a:lnTo>
                    <a:pt x="2950907" y="1804796"/>
                  </a:lnTo>
                  <a:lnTo>
                    <a:pt x="2941910" y="1804796"/>
                  </a:lnTo>
                  <a:lnTo>
                    <a:pt x="2932914" y="1804796"/>
                  </a:lnTo>
                  <a:lnTo>
                    <a:pt x="2923917" y="1804796"/>
                  </a:lnTo>
                  <a:lnTo>
                    <a:pt x="2914920" y="1804796"/>
                  </a:lnTo>
                  <a:lnTo>
                    <a:pt x="2905924" y="1804796"/>
                  </a:lnTo>
                  <a:lnTo>
                    <a:pt x="2896927" y="1804796"/>
                  </a:lnTo>
                  <a:lnTo>
                    <a:pt x="2887930" y="1804796"/>
                  </a:lnTo>
                  <a:lnTo>
                    <a:pt x="2878934" y="1804796"/>
                  </a:lnTo>
                  <a:lnTo>
                    <a:pt x="2869937" y="1804796"/>
                  </a:lnTo>
                  <a:lnTo>
                    <a:pt x="2860940" y="1804796"/>
                  </a:lnTo>
                  <a:lnTo>
                    <a:pt x="2851944" y="1804796"/>
                  </a:lnTo>
                  <a:lnTo>
                    <a:pt x="2842947" y="1804796"/>
                  </a:lnTo>
                  <a:lnTo>
                    <a:pt x="2833950" y="1804796"/>
                  </a:lnTo>
                  <a:lnTo>
                    <a:pt x="2824954" y="1804796"/>
                  </a:lnTo>
                  <a:lnTo>
                    <a:pt x="2815957" y="1804796"/>
                  </a:lnTo>
                  <a:lnTo>
                    <a:pt x="2806960" y="1804796"/>
                  </a:lnTo>
                  <a:lnTo>
                    <a:pt x="2797964" y="1804796"/>
                  </a:lnTo>
                  <a:lnTo>
                    <a:pt x="2788967" y="1804796"/>
                  </a:lnTo>
                  <a:lnTo>
                    <a:pt x="2779970" y="1804796"/>
                  </a:lnTo>
                  <a:lnTo>
                    <a:pt x="2770974" y="1804796"/>
                  </a:lnTo>
                  <a:lnTo>
                    <a:pt x="2761977" y="1804796"/>
                  </a:lnTo>
                  <a:lnTo>
                    <a:pt x="2752980" y="1804796"/>
                  </a:lnTo>
                  <a:lnTo>
                    <a:pt x="2743984" y="1804796"/>
                  </a:lnTo>
                  <a:lnTo>
                    <a:pt x="2734987" y="1804796"/>
                  </a:lnTo>
                  <a:lnTo>
                    <a:pt x="2725990" y="1804796"/>
                  </a:lnTo>
                  <a:lnTo>
                    <a:pt x="2716994" y="1804796"/>
                  </a:lnTo>
                  <a:lnTo>
                    <a:pt x="2707997" y="1804796"/>
                  </a:lnTo>
                  <a:lnTo>
                    <a:pt x="2699000" y="1804796"/>
                  </a:lnTo>
                  <a:lnTo>
                    <a:pt x="2690004" y="1804796"/>
                  </a:lnTo>
                  <a:lnTo>
                    <a:pt x="2681007" y="1804796"/>
                  </a:lnTo>
                  <a:lnTo>
                    <a:pt x="2672010" y="1804796"/>
                  </a:lnTo>
                  <a:lnTo>
                    <a:pt x="2663014" y="1804796"/>
                  </a:lnTo>
                  <a:lnTo>
                    <a:pt x="2654017" y="1804796"/>
                  </a:lnTo>
                  <a:lnTo>
                    <a:pt x="2645020" y="1804796"/>
                  </a:lnTo>
                  <a:lnTo>
                    <a:pt x="2636024" y="1804796"/>
                  </a:lnTo>
                  <a:lnTo>
                    <a:pt x="2627027" y="1804796"/>
                  </a:lnTo>
                  <a:lnTo>
                    <a:pt x="2618030" y="1804796"/>
                  </a:lnTo>
                  <a:lnTo>
                    <a:pt x="2609034" y="1804796"/>
                  </a:lnTo>
                  <a:lnTo>
                    <a:pt x="2600037" y="1804796"/>
                  </a:lnTo>
                  <a:lnTo>
                    <a:pt x="2591040" y="1804796"/>
                  </a:lnTo>
                  <a:lnTo>
                    <a:pt x="2582044" y="1804796"/>
                  </a:lnTo>
                  <a:lnTo>
                    <a:pt x="2573047" y="1804796"/>
                  </a:lnTo>
                  <a:lnTo>
                    <a:pt x="2564050" y="1804796"/>
                  </a:lnTo>
                  <a:lnTo>
                    <a:pt x="2555054" y="1804796"/>
                  </a:lnTo>
                  <a:lnTo>
                    <a:pt x="2546057" y="1804796"/>
                  </a:lnTo>
                  <a:lnTo>
                    <a:pt x="2537060" y="1804796"/>
                  </a:lnTo>
                  <a:lnTo>
                    <a:pt x="2528064" y="1804796"/>
                  </a:lnTo>
                  <a:lnTo>
                    <a:pt x="2519067" y="1804796"/>
                  </a:lnTo>
                  <a:lnTo>
                    <a:pt x="2510070" y="1804796"/>
                  </a:lnTo>
                  <a:lnTo>
                    <a:pt x="2501074" y="1804796"/>
                  </a:lnTo>
                  <a:lnTo>
                    <a:pt x="2492077" y="1804796"/>
                  </a:lnTo>
                  <a:lnTo>
                    <a:pt x="2483080" y="1804796"/>
                  </a:lnTo>
                  <a:lnTo>
                    <a:pt x="2474084" y="1804796"/>
                  </a:lnTo>
                  <a:lnTo>
                    <a:pt x="2465087" y="1804796"/>
                  </a:lnTo>
                  <a:lnTo>
                    <a:pt x="2456090" y="1804796"/>
                  </a:lnTo>
                  <a:lnTo>
                    <a:pt x="2447094" y="1804796"/>
                  </a:lnTo>
                  <a:lnTo>
                    <a:pt x="2438097" y="1804796"/>
                  </a:lnTo>
                  <a:lnTo>
                    <a:pt x="2429100" y="1804796"/>
                  </a:lnTo>
                  <a:lnTo>
                    <a:pt x="2420104" y="1804796"/>
                  </a:lnTo>
                  <a:lnTo>
                    <a:pt x="2411107" y="1804796"/>
                  </a:lnTo>
                  <a:lnTo>
                    <a:pt x="2402110" y="1804796"/>
                  </a:lnTo>
                  <a:lnTo>
                    <a:pt x="2393114" y="1804796"/>
                  </a:lnTo>
                  <a:lnTo>
                    <a:pt x="2384117" y="1804796"/>
                  </a:lnTo>
                  <a:lnTo>
                    <a:pt x="2375120" y="1804796"/>
                  </a:lnTo>
                  <a:lnTo>
                    <a:pt x="2366124" y="1804796"/>
                  </a:lnTo>
                  <a:lnTo>
                    <a:pt x="2357127" y="1804796"/>
                  </a:lnTo>
                  <a:lnTo>
                    <a:pt x="2348130" y="1804796"/>
                  </a:lnTo>
                  <a:lnTo>
                    <a:pt x="2339134" y="1804796"/>
                  </a:lnTo>
                  <a:lnTo>
                    <a:pt x="2330137" y="1804796"/>
                  </a:lnTo>
                  <a:lnTo>
                    <a:pt x="2321140" y="1804796"/>
                  </a:lnTo>
                  <a:lnTo>
                    <a:pt x="2312144" y="1804796"/>
                  </a:lnTo>
                  <a:lnTo>
                    <a:pt x="2303147" y="1804796"/>
                  </a:lnTo>
                  <a:lnTo>
                    <a:pt x="2294150" y="1804796"/>
                  </a:lnTo>
                  <a:lnTo>
                    <a:pt x="2285154" y="1804796"/>
                  </a:lnTo>
                  <a:lnTo>
                    <a:pt x="2276157" y="1804796"/>
                  </a:lnTo>
                  <a:lnTo>
                    <a:pt x="2267160" y="1804796"/>
                  </a:lnTo>
                  <a:lnTo>
                    <a:pt x="2258164" y="1804796"/>
                  </a:lnTo>
                  <a:lnTo>
                    <a:pt x="2249167" y="1804796"/>
                  </a:lnTo>
                  <a:lnTo>
                    <a:pt x="2240170" y="1804796"/>
                  </a:lnTo>
                  <a:lnTo>
                    <a:pt x="2231174" y="1804796"/>
                  </a:lnTo>
                  <a:lnTo>
                    <a:pt x="2222177" y="1804796"/>
                  </a:lnTo>
                  <a:lnTo>
                    <a:pt x="2213180" y="1804796"/>
                  </a:lnTo>
                  <a:lnTo>
                    <a:pt x="2204184" y="1804796"/>
                  </a:lnTo>
                  <a:lnTo>
                    <a:pt x="2195187" y="1804796"/>
                  </a:lnTo>
                  <a:lnTo>
                    <a:pt x="2186190" y="1804796"/>
                  </a:lnTo>
                  <a:lnTo>
                    <a:pt x="2177194" y="1804796"/>
                  </a:lnTo>
                  <a:lnTo>
                    <a:pt x="2168197" y="1804796"/>
                  </a:lnTo>
                  <a:lnTo>
                    <a:pt x="2159200" y="1804796"/>
                  </a:lnTo>
                  <a:lnTo>
                    <a:pt x="2150204" y="1804796"/>
                  </a:lnTo>
                  <a:lnTo>
                    <a:pt x="2141207" y="1804796"/>
                  </a:lnTo>
                  <a:lnTo>
                    <a:pt x="2132210" y="1804796"/>
                  </a:lnTo>
                  <a:lnTo>
                    <a:pt x="2123214" y="1804796"/>
                  </a:lnTo>
                  <a:lnTo>
                    <a:pt x="2114217" y="1804796"/>
                  </a:lnTo>
                  <a:lnTo>
                    <a:pt x="2105220" y="1804796"/>
                  </a:lnTo>
                  <a:lnTo>
                    <a:pt x="2096224" y="1804796"/>
                  </a:lnTo>
                  <a:lnTo>
                    <a:pt x="2087227" y="1804796"/>
                  </a:lnTo>
                  <a:lnTo>
                    <a:pt x="2078230" y="1804796"/>
                  </a:lnTo>
                  <a:lnTo>
                    <a:pt x="2069233" y="1804796"/>
                  </a:lnTo>
                  <a:lnTo>
                    <a:pt x="2060237" y="1804796"/>
                  </a:lnTo>
                  <a:lnTo>
                    <a:pt x="2051240" y="1804796"/>
                  </a:lnTo>
                  <a:lnTo>
                    <a:pt x="2042243" y="1804796"/>
                  </a:lnTo>
                  <a:lnTo>
                    <a:pt x="2033247" y="1804796"/>
                  </a:lnTo>
                  <a:lnTo>
                    <a:pt x="2024250" y="1804796"/>
                  </a:lnTo>
                  <a:lnTo>
                    <a:pt x="2015253" y="1804796"/>
                  </a:lnTo>
                  <a:lnTo>
                    <a:pt x="2006257" y="1804796"/>
                  </a:lnTo>
                  <a:lnTo>
                    <a:pt x="1997260" y="1804796"/>
                  </a:lnTo>
                  <a:lnTo>
                    <a:pt x="1988263" y="1804796"/>
                  </a:lnTo>
                  <a:lnTo>
                    <a:pt x="1979267" y="1804796"/>
                  </a:lnTo>
                  <a:lnTo>
                    <a:pt x="1970270" y="1804796"/>
                  </a:lnTo>
                  <a:lnTo>
                    <a:pt x="1961273" y="1804796"/>
                  </a:lnTo>
                  <a:lnTo>
                    <a:pt x="1952277" y="1804796"/>
                  </a:lnTo>
                  <a:lnTo>
                    <a:pt x="1943280" y="1804796"/>
                  </a:lnTo>
                  <a:lnTo>
                    <a:pt x="1934283" y="1804796"/>
                  </a:lnTo>
                  <a:lnTo>
                    <a:pt x="1925287" y="1804796"/>
                  </a:lnTo>
                  <a:lnTo>
                    <a:pt x="1916290" y="1804796"/>
                  </a:lnTo>
                  <a:lnTo>
                    <a:pt x="1907293" y="1804796"/>
                  </a:lnTo>
                  <a:lnTo>
                    <a:pt x="1898297" y="1804796"/>
                  </a:lnTo>
                  <a:lnTo>
                    <a:pt x="1889300" y="1804796"/>
                  </a:lnTo>
                  <a:lnTo>
                    <a:pt x="1880303" y="1804796"/>
                  </a:lnTo>
                  <a:lnTo>
                    <a:pt x="1871307" y="1804796"/>
                  </a:lnTo>
                  <a:lnTo>
                    <a:pt x="1862310" y="1804796"/>
                  </a:lnTo>
                  <a:lnTo>
                    <a:pt x="1853313" y="1804796"/>
                  </a:lnTo>
                  <a:lnTo>
                    <a:pt x="1844317" y="1804796"/>
                  </a:lnTo>
                  <a:lnTo>
                    <a:pt x="1835320" y="1804796"/>
                  </a:lnTo>
                  <a:lnTo>
                    <a:pt x="1826323" y="1804796"/>
                  </a:lnTo>
                  <a:lnTo>
                    <a:pt x="1817327" y="1804796"/>
                  </a:lnTo>
                  <a:lnTo>
                    <a:pt x="1808330" y="1804796"/>
                  </a:lnTo>
                  <a:lnTo>
                    <a:pt x="1799333" y="1804796"/>
                  </a:lnTo>
                  <a:lnTo>
                    <a:pt x="1790337" y="1804796"/>
                  </a:lnTo>
                  <a:lnTo>
                    <a:pt x="1781340" y="1804796"/>
                  </a:lnTo>
                  <a:lnTo>
                    <a:pt x="1772343" y="1804796"/>
                  </a:lnTo>
                  <a:lnTo>
                    <a:pt x="1763347" y="1804796"/>
                  </a:lnTo>
                  <a:lnTo>
                    <a:pt x="1754350" y="1804796"/>
                  </a:lnTo>
                  <a:lnTo>
                    <a:pt x="1745353" y="1804796"/>
                  </a:lnTo>
                  <a:lnTo>
                    <a:pt x="1736357" y="1804796"/>
                  </a:lnTo>
                  <a:lnTo>
                    <a:pt x="1727360" y="1804796"/>
                  </a:lnTo>
                  <a:lnTo>
                    <a:pt x="1718363" y="1804796"/>
                  </a:lnTo>
                  <a:lnTo>
                    <a:pt x="1709367" y="1804796"/>
                  </a:lnTo>
                  <a:lnTo>
                    <a:pt x="1700370" y="1804796"/>
                  </a:lnTo>
                  <a:lnTo>
                    <a:pt x="1691373" y="1804796"/>
                  </a:lnTo>
                  <a:lnTo>
                    <a:pt x="1682377" y="1804796"/>
                  </a:lnTo>
                  <a:lnTo>
                    <a:pt x="1673380" y="1804796"/>
                  </a:lnTo>
                  <a:lnTo>
                    <a:pt x="1664383" y="1804796"/>
                  </a:lnTo>
                  <a:lnTo>
                    <a:pt x="1655387" y="1804796"/>
                  </a:lnTo>
                  <a:lnTo>
                    <a:pt x="1646390" y="1804796"/>
                  </a:lnTo>
                  <a:lnTo>
                    <a:pt x="1637393" y="1804796"/>
                  </a:lnTo>
                  <a:lnTo>
                    <a:pt x="1628397" y="1804796"/>
                  </a:lnTo>
                  <a:lnTo>
                    <a:pt x="1619400" y="1804796"/>
                  </a:lnTo>
                  <a:lnTo>
                    <a:pt x="1610403" y="1804796"/>
                  </a:lnTo>
                  <a:lnTo>
                    <a:pt x="1601407" y="1804796"/>
                  </a:lnTo>
                  <a:lnTo>
                    <a:pt x="1592410" y="1804796"/>
                  </a:lnTo>
                  <a:lnTo>
                    <a:pt x="1583413" y="1804796"/>
                  </a:lnTo>
                  <a:lnTo>
                    <a:pt x="1574417" y="1804796"/>
                  </a:lnTo>
                  <a:lnTo>
                    <a:pt x="1565420" y="1804796"/>
                  </a:lnTo>
                  <a:lnTo>
                    <a:pt x="1556423" y="1804796"/>
                  </a:lnTo>
                  <a:lnTo>
                    <a:pt x="1547427" y="1804796"/>
                  </a:lnTo>
                  <a:lnTo>
                    <a:pt x="1538430" y="1804796"/>
                  </a:lnTo>
                  <a:lnTo>
                    <a:pt x="1529433" y="1804796"/>
                  </a:lnTo>
                  <a:lnTo>
                    <a:pt x="1520437" y="1804796"/>
                  </a:lnTo>
                  <a:lnTo>
                    <a:pt x="1511440" y="1804796"/>
                  </a:lnTo>
                  <a:lnTo>
                    <a:pt x="1502443" y="1804796"/>
                  </a:lnTo>
                  <a:lnTo>
                    <a:pt x="1493447" y="1804796"/>
                  </a:lnTo>
                  <a:lnTo>
                    <a:pt x="1484450" y="1804796"/>
                  </a:lnTo>
                  <a:lnTo>
                    <a:pt x="1475453" y="1804796"/>
                  </a:lnTo>
                  <a:lnTo>
                    <a:pt x="1466457" y="1804796"/>
                  </a:lnTo>
                  <a:lnTo>
                    <a:pt x="1457460" y="1804796"/>
                  </a:lnTo>
                  <a:lnTo>
                    <a:pt x="1448463" y="1804796"/>
                  </a:lnTo>
                  <a:lnTo>
                    <a:pt x="1439467" y="1804796"/>
                  </a:lnTo>
                  <a:lnTo>
                    <a:pt x="1430470" y="1804796"/>
                  </a:lnTo>
                  <a:lnTo>
                    <a:pt x="1421473" y="1804796"/>
                  </a:lnTo>
                  <a:lnTo>
                    <a:pt x="1412477" y="1804796"/>
                  </a:lnTo>
                  <a:lnTo>
                    <a:pt x="1403480" y="1804796"/>
                  </a:lnTo>
                  <a:lnTo>
                    <a:pt x="1394483" y="1804796"/>
                  </a:lnTo>
                  <a:lnTo>
                    <a:pt x="1385487" y="1804796"/>
                  </a:lnTo>
                  <a:lnTo>
                    <a:pt x="1376490" y="1804796"/>
                  </a:lnTo>
                  <a:lnTo>
                    <a:pt x="1367493" y="1804796"/>
                  </a:lnTo>
                  <a:lnTo>
                    <a:pt x="1358497" y="1804796"/>
                  </a:lnTo>
                  <a:lnTo>
                    <a:pt x="1349500" y="1804796"/>
                  </a:lnTo>
                  <a:lnTo>
                    <a:pt x="1340503" y="1804796"/>
                  </a:lnTo>
                  <a:lnTo>
                    <a:pt x="1331507" y="1804796"/>
                  </a:lnTo>
                  <a:lnTo>
                    <a:pt x="1322510" y="1804796"/>
                  </a:lnTo>
                  <a:lnTo>
                    <a:pt x="1313513" y="1804796"/>
                  </a:lnTo>
                  <a:lnTo>
                    <a:pt x="1304517" y="1804796"/>
                  </a:lnTo>
                  <a:lnTo>
                    <a:pt x="1295520" y="1804796"/>
                  </a:lnTo>
                  <a:lnTo>
                    <a:pt x="1286523" y="1804796"/>
                  </a:lnTo>
                  <a:lnTo>
                    <a:pt x="1277527" y="1804796"/>
                  </a:lnTo>
                  <a:lnTo>
                    <a:pt x="1268530" y="1804796"/>
                  </a:lnTo>
                  <a:lnTo>
                    <a:pt x="1259533" y="1804796"/>
                  </a:lnTo>
                  <a:lnTo>
                    <a:pt x="1250537" y="1804796"/>
                  </a:lnTo>
                  <a:lnTo>
                    <a:pt x="1241540" y="1804796"/>
                  </a:lnTo>
                  <a:lnTo>
                    <a:pt x="1232543" y="1804796"/>
                  </a:lnTo>
                  <a:lnTo>
                    <a:pt x="1223547" y="1804796"/>
                  </a:lnTo>
                  <a:lnTo>
                    <a:pt x="1214550" y="1804796"/>
                  </a:lnTo>
                  <a:lnTo>
                    <a:pt x="1205553" y="1804796"/>
                  </a:lnTo>
                  <a:lnTo>
                    <a:pt x="1196557" y="1804796"/>
                  </a:lnTo>
                  <a:lnTo>
                    <a:pt x="1187560" y="1804796"/>
                  </a:lnTo>
                  <a:lnTo>
                    <a:pt x="1178563" y="1804796"/>
                  </a:lnTo>
                  <a:lnTo>
                    <a:pt x="1169567" y="1804796"/>
                  </a:lnTo>
                  <a:lnTo>
                    <a:pt x="1160570" y="1804796"/>
                  </a:lnTo>
                  <a:lnTo>
                    <a:pt x="1151573" y="1804796"/>
                  </a:lnTo>
                  <a:lnTo>
                    <a:pt x="1142577" y="1804796"/>
                  </a:lnTo>
                  <a:lnTo>
                    <a:pt x="1133580" y="1804796"/>
                  </a:lnTo>
                  <a:lnTo>
                    <a:pt x="1124583" y="1804796"/>
                  </a:lnTo>
                  <a:lnTo>
                    <a:pt x="1115587" y="1804796"/>
                  </a:lnTo>
                  <a:lnTo>
                    <a:pt x="1106590" y="1804796"/>
                  </a:lnTo>
                  <a:lnTo>
                    <a:pt x="1097593" y="1804796"/>
                  </a:lnTo>
                  <a:lnTo>
                    <a:pt x="1088597" y="1804796"/>
                  </a:lnTo>
                  <a:lnTo>
                    <a:pt x="1079600" y="1804796"/>
                  </a:lnTo>
                  <a:lnTo>
                    <a:pt x="1070603" y="1804796"/>
                  </a:lnTo>
                  <a:lnTo>
                    <a:pt x="1061607" y="1804796"/>
                  </a:lnTo>
                  <a:lnTo>
                    <a:pt x="1052610" y="1804796"/>
                  </a:lnTo>
                  <a:lnTo>
                    <a:pt x="1043613" y="1804796"/>
                  </a:lnTo>
                  <a:lnTo>
                    <a:pt x="1034616" y="1804796"/>
                  </a:lnTo>
                  <a:lnTo>
                    <a:pt x="1025620" y="1804796"/>
                  </a:lnTo>
                  <a:lnTo>
                    <a:pt x="1016623" y="1804796"/>
                  </a:lnTo>
                  <a:lnTo>
                    <a:pt x="1007626" y="1804796"/>
                  </a:lnTo>
                  <a:lnTo>
                    <a:pt x="998630" y="1804796"/>
                  </a:lnTo>
                  <a:lnTo>
                    <a:pt x="989633" y="1804796"/>
                  </a:lnTo>
                  <a:lnTo>
                    <a:pt x="980636" y="1804796"/>
                  </a:lnTo>
                  <a:lnTo>
                    <a:pt x="971640" y="1804796"/>
                  </a:lnTo>
                  <a:lnTo>
                    <a:pt x="962643" y="1804796"/>
                  </a:lnTo>
                  <a:lnTo>
                    <a:pt x="953646" y="1804796"/>
                  </a:lnTo>
                  <a:lnTo>
                    <a:pt x="944650" y="1804796"/>
                  </a:lnTo>
                  <a:lnTo>
                    <a:pt x="935653" y="1804796"/>
                  </a:lnTo>
                  <a:lnTo>
                    <a:pt x="926656" y="1804796"/>
                  </a:lnTo>
                  <a:lnTo>
                    <a:pt x="917660" y="1804796"/>
                  </a:lnTo>
                  <a:lnTo>
                    <a:pt x="908663" y="1804796"/>
                  </a:lnTo>
                  <a:lnTo>
                    <a:pt x="899666" y="1804796"/>
                  </a:lnTo>
                  <a:lnTo>
                    <a:pt x="890670" y="1804796"/>
                  </a:lnTo>
                  <a:lnTo>
                    <a:pt x="881673" y="1804796"/>
                  </a:lnTo>
                  <a:lnTo>
                    <a:pt x="872676" y="1804796"/>
                  </a:lnTo>
                  <a:lnTo>
                    <a:pt x="863680" y="1804796"/>
                  </a:lnTo>
                  <a:lnTo>
                    <a:pt x="854683" y="1804796"/>
                  </a:lnTo>
                  <a:lnTo>
                    <a:pt x="845686" y="1804796"/>
                  </a:lnTo>
                  <a:lnTo>
                    <a:pt x="836690" y="1804796"/>
                  </a:lnTo>
                  <a:lnTo>
                    <a:pt x="827693" y="1804796"/>
                  </a:lnTo>
                  <a:lnTo>
                    <a:pt x="818696" y="1804796"/>
                  </a:lnTo>
                  <a:lnTo>
                    <a:pt x="809700" y="1804796"/>
                  </a:lnTo>
                  <a:lnTo>
                    <a:pt x="800703" y="1804796"/>
                  </a:lnTo>
                  <a:lnTo>
                    <a:pt x="791706" y="1804796"/>
                  </a:lnTo>
                  <a:lnTo>
                    <a:pt x="782710" y="1804796"/>
                  </a:lnTo>
                  <a:lnTo>
                    <a:pt x="773713" y="1804796"/>
                  </a:lnTo>
                  <a:lnTo>
                    <a:pt x="764716" y="1804796"/>
                  </a:lnTo>
                  <a:lnTo>
                    <a:pt x="755720" y="1804796"/>
                  </a:lnTo>
                  <a:lnTo>
                    <a:pt x="746723" y="1804796"/>
                  </a:lnTo>
                  <a:lnTo>
                    <a:pt x="737726" y="1804796"/>
                  </a:lnTo>
                  <a:lnTo>
                    <a:pt x="728730" y="1804796"/>
                  </a:lnTo>
                  <a:lnTo>
                    <a:pt x="719733" y="1804796"/>
                  </a:lnTo>
                  <a:lnTo>
                    <a:pt x="710736" y="1804796"/>
                  </a:lnTo>
                  <a:lnTo>
                    <a:pt x="701740" y="1804796"/>
                  </a:lnTo>
                  <a:lnTo>
                    <a:pt x="692743" y="1804796"/>
                  </a:lnTo>
                  <a:lnTo>
                    <a:pt x="683746" y="1804796"/>
                  </a:lnTo>
                  <a:lnTo>
                    <a:pt x="674750" y="1804796"/>
                  </a:lnTo>
                  <a:lnTo>
                    <a:pt x="665753" y="1804796"/>
                  </a:lnTo>
                  <a:lnTo>
                    <a:pt x="656756" y="1804796"/>
                  </a:lnTo>
                  <a:lnTo>
                    <a:pt x="647760" y="1804796"/>
                  </a:lnTo>
                  <a:lnTo>
                    <a:pt x="638763" y="1804796"/>
                  </a:lnTo>
                  <a:lnTo>
                    <a:pt x="629766" y="1804796"/>
                  </a:lnTo>
                  <a:lnTo>
                    <a:pt x="620770" y="1804796"/>
                  </a:lnTo>
                  <a:lnTo>
                    <a:pt x="611773" y="1804796"/>
                  </a:lnTo>
                  <a:lnTo>
                    <a:pt x="602776" y="1804796"/>
                  </a:lnTo>
                  <a:lnTo>
                    <a:pt x="593780" y="1804796"/>
                  </a:lnTo>
                  <a:lnTo>
                    <a:pt x="584783" y="1804796"/>
                  </a:lnTo>
                  <a:lnTo>
                    <a:pt x="575786" y="1804796"/>
                  </a:lnTo>
                  <a:lnTo>
                    <a:pt x="566790" y="1804796"/>
                  </a:lnTo>
                  <a:lnTo>
                    <a:pt x="557793" y="1804796"/>
                  </a:lnTo>
                  <a:lnTo>
                    <a:pt x="548796" y="1804796"/>
                  </a:lnTo>
                  <a:lnTo>
                    <a:pt x="539800" y="1804796"/>
                  </a:lnTo>
                  <a:lnTo>
                    <a:pt x="530803" y="1804796"/>
                  </a:lnTo>
                  <a:lnTo>
                    <a:pt x="521806" y="1804796"/>
                  </a:lnTo>
                  <a:lnTo>
                    <a:pt x="512810" y="1804796"/>
                  </a:lnTo>
                  <a:lnTo>
                    <a:pt x="503813" y="1804796"/>
                  </a:lnTo>
                  <a:lnTo>
                    <a:pt x="494816" y="1804796"/>
                  </a:lnTo>
                  <a:lnTo>
                    <a:pt x="485820" y="1804796"/>
                  </a:lnTo>
                  <a:lnTo>
                    <a:pt x="476823" y="1804796"/>
                  </a:lnTo>
                  <a:lnTo>
                    <a:pt x="467826" y="1804796"/>
                  </a:lnTo>
                  <a:lnTo>
                    <a:pt x="458830" y="1804796"/>
                  </a:lnTo>
                  <a:lnTo>
                    <a:pt x="449833" y="1804796"/>
                  </a:lnTo>
                  <a:lnTo>
                    <a:pt x="440836" y="1804796"/>
                  </a:lnTo>
                  <a:lnTo>
                    <a:pt x="431840" y="1804796"/>
                  </a:lnTo>
                  <a:lnTo>
                    <a:pt x="422843" y="1804796"/>
                  </a:lnTo>
                  <a:lnTo>
                    <a:pt x="413846" y="1804796"/>
                  </a:lnTo>
                  <a:lnTo>
                    <a:pt x="404850" y="1804796"/>
                  </a:lnTo>
                  <a:lnTo>
                    <a:pt x="395853" y="1804796"/>
                  </a:lnTo>
                  <a:lnTo>
                    <a:pt x="386856" y="1804796"/>
                  </a:lnTo>
                  <a:lnTo>
                    <a:pt x="377860" y="1804796"/>
                  </a:lnTo>
                  <a:lnTo>
                    <a:pt x="368863" y="1804796"/>
                  </a:lnTo>
                  <a:lnTo>
                    <a:pt x="359866" y="1804796"/>
                  </a:lnTo>
                  <a:lnTo>
                    <a:pt x="350870" y="1804796"/>
                  </a:lnTo>
                  <a:lnTo>
                    <a:pt x="341873" y="1804796"/>
                  </a:lnTo>
                  <a:lnTo>
                    <a:pt x="332876" y="1804796"/>
                  </a:lnTo>
                  <a:lnTo>
                    <a:pt x="323880" y="1804796"/>
                  </a:lnTo>
                  <a:lnTo>
                    <a:pt x="314883" y="1804796"/>
                  </a:lnTo>
                  <a:lnTo>
                    <a:pt x="305886" y="1804796"/>
                  </a:lnTo>
                  <a:lnTo>
                    <a:pt x="296890" y="1804796"/>
                  </a:lnTo>
                  <a:lnTo>
                    <a:pt x="287893" y="1804796"/>
                  </a:lnTo>
                  <a:lnTo>
                    <a:pt x="278896" y="1804796"/>
                  </a:lnTo>
                  <a:lnTo>
                    <a:pt x="269900" y="1804796"/>
                  </a:lnTo>
                  <a:lnTo>
                    <a:pt x="260903" y="1804796"/>
                  </a:lnTo>
                  <a:lnTo>
                    <a:pt x="251906" y="1804796"/>
                  </a:lnTo>
                  <a:lnTo>
                    <a:pt x="242910" y="1804796"/>
                  </a:lnTo>
                  <a:lnTo>
                    <a:pt x="233913" y="1804796"/>
                  </a:lnTo>
                  <a:lnTo>
                    <a:pt x="224916" y="1804796"/>
                  </a:lnTo>
                  <a:lnTo>
                    <a:pt x="215920" y="1804796"/>
                  </a:lnTo>
                  <a:lnTo>
                    <a:pt x="206923" y="1804796"/>
                  </a:lnTo>
                  <a:lnTo>
                    <a:pt x="197926" y="1804796"/>
                  </a:lnTo>
                  <a:lnTo>
                    <a:pt x="188930" y="1804796"/>
                  </a:lnTo>
                  <a:lnTo>
                    <a:pt x="179933" y="1804796"/>
                  </a:lnTo>
                  <a:lnTo>
                    <a:pt x="170936" y="1804796"/>
                  </a:lnTo>
                  <a:lnTo>
                    <a:pt x="161940" y="1804796"/>
                  </a:lnTo>
                  <a:lnTo>
                    <a:pt x="152943" y="1804796"/>
                  </a:lnTo>
                  <a:lnTo>
                    <a:pt x="143946" y="1804796"/>
                  </a:lnTo>
                  <a:lnTo>
                    <a:pt x="134950" y="1804796"/>
                  </a:lnTo>
                  <a:lnTo>
                    <a:pt x="125953" y="1804796"/>
                  </a:lnTo>
                  <a:lnTo>
                    <a:pt x="116956" y="1804796"/>
                  </a:lnTo>
                  <a:lnTo>
                    <a:pt x="107960" y="1804796"/>
                  </a:lnTo>
                  <a:lnTo>
                    <a:pt x="98963" y="1804796"/>
                  </a:lnTo>
                  <a:lnTo>
                    <a:pt x="89966" y="1804796"/>
                  </a:lnTo>
                  <a:lnTo>
                    <a:pt x="80970" y="1804796"/>
                  </a:lnTo>
                  <a:lnTo>
                    <a:pt x="71973" y="1804796"/>
                  </a:lnTo>
                  <a:lnTo>
                    <a:pt x="62976" y="1804796"/>
                  </a:lnTo>
                  <a:lnTo>
                    <a:pt x="53980" y="1804796"/>
                  </a:lnTo>
                  <a:lnTo>
                    <a:pt x="44983" y="1804796"/>
                  </a:lnTo>
                  <a:lnTo>
                    <a:pt x="35986" y="1804796"/>
                  </a:lnTo>
                  <a:lnTo>
                    <a:pt x="26990" y="1804796"/>
                  </a:lnTo>
                  <a:lnTo>
                    <a:pt x="17993" y="1804796"/>
                  </a:lnTo>
                  <a:lnTo>
                    <a:pt x="8996" y="1804796"/>
                  </a:lnTo>
                  <a:close/>
                </a:path>
              </a:pathLst>
            </a:custGeom>
            <a:solidFill>
              <a:srgbClr val="87A6D0">
                <a:alpha val="78039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85399" y="4166092"/>
              <a:ext cx="7719142" cy="1804796"/>
            </a:xfrm>
            <a:custGeom>
              <a:avLst/>
              <a:pathLst>
                <a:path w="7719142" h="1804796">
                  <a:moveTo>
                    <a:pt x="0" y="1804796"/>
                  </a:moveTo>
                  <a:lnTo>
                    <a:pt x="8996" y="1804796"/>
                  </a:lnTo>
                  <a:lnTo>
                    <a:pt x="17993" y="1804796"/>
                  </a:lnTo>
                  <a:lnTo>
                    <a:pt x="26990" y="1804796"/>
                  </a:lnTo>
                  <a:lnTo>
                    <a:pt x="35986" y="1804796"/>
                  </a:lnTo>
                  <a:lnTo>
                    <a:pt x="44983" y="1804796"/>
                  </a:lnTo>
                  <a:lnTo>
                    <a:pt x="53980" y="1804796"/>
                  </a:lnTo>
                  <a:lnTo>
                    <a:pt x="62976" y="1175028"/>
                  </a:lnTo>
                  <a:lnTo>
                    <a:pt x="71973" y="1245002"/>
                  </a:lnTo>
                  <a:lnTo>
                    <a:pt x="80970" y="1300982"/>
                  </a:lnTo>
                  <a:lnTo>
                    <a:pt x="89966" y="1346783"/>
                  </a:lnTo>
                  <a:lnTo>
                    <a:pt x="98963" y="965105"/>
                  </a:lnTo>
                  <a:lnTo>
                    <a:pt x="107960" y="1029697"/>
                  </a:lnTo>
                  <a:lnTo>
                    <a:pt x="116956" y="1085061"/>
                  </a:lnTo>
                  <a:lnTo>
                    <a:pt x="125953" y="1133043"/>
                  </a:lnTo>
                  <a:lnTo>
                    <a:pt x="134950" y="860144"/>
                  </a:lnTo>
                  <a:lnTo>
                    <a:pt x="143946" y="915712"/>
                  </a:lnTo>
                  <a:lnTo>
                    <a:pt x="152943" y="965105"/>
                  </a:lnTo>
                  <a:lnTo>
                    <a:pt x="161940" y="1009299"/>
                  </a:lnTo>
                  <a:lnTo>
                    <a:pt x="170936" y="797167"/>
                  </a:lnTo>
                  <a:lnTo>
                    <a:pt x="179933" y="845149"/>
                  </a:lnTo>
                  <a:lnTo>
                    <a:pt x="188930" y="888770"/>
                  </a:lnTo>
                  <a:lnTo>
                    <a:pt x="197926" y="709547"/>
                  </a:lnTo>
                  <a:lnTo>
                    <a:pt x="206923" y="755182"/>
                  </a:lnTo>
                  <a:lnTo>
                    <a:pt x="215920" y="797167"/>
                  </a:lnTo>
                  <a:lnTo>
                    <a:pt x="224916" y="835922"/>
                  </a:lnTo>
                  <a:lnTo>
                    <a:pt x="233913" y="685208"/>
                  </a:lnTo>
                  <a:lnTo>
                    <a:pt x="242910" y="725194"/>
                  </a:lnTo>
                  <a:lnTo>
                    <a:pt x="251906" y="762421"/>
                  </a:lnTo>
                  <a:lnTo>
                    <a:pt x="260903" y="629229"/>
                  </a:lnTo>
                  <a:lnTo>
                    <a:pt x="269900" y="667150"/>
                  </a:lnTo>
                  <a:lnTo>
                    <a:pt x="278896" y="702702"/>
                  </a:lnTo>
                  <a:lnTo>
                    <a:pt x="287893" y="583428"/>
                  </a:lnTo>
                  <a:lnTo>
                    <a:pt x="296890" y="619350"/>
                  </a:lnTo>
                  <a:lnTo>
                    <a:pt x="305886" y="653220"/>
                  </a:lnTo>
                  <a:lnTo>
                    <a:pt x="314883" y="685208"/>
                  </a:lnTo>
                  <a:lnTo>
                    <a:pt x="323880" y="579301"/>
                  </a:lnTo>
                  <a:lnTo>
                    <a:pt x="332876" y="611551"/>
                  </a:lnTo>
                  <a:lnTo>
                    <a:pt x="341873" y="642147"/>
                  </a:lnTo>
                  <a:lnTo>
                    <a:pt x="350870" y="545260"/>
                  </a:lnTo>
                  <a:lnTo>
                    <a:pt x="359866" y="575980"/>
                  </a:lnTo>
                  <a:lnTo>
                    <a:pt x="368863" y="605238"/>
                  </a:lnTo>
                  <a:lnTo>
                    <a:pt x="377860" y="515968"/>
                  </a:lnTo>
                  <a:lnTo>
                    <a:pt x="386856" y="545260"/>
                  </a:lnTo>
                  <a:lnTo>
                    <a:pt x="395853" y="573249"/>
                  </a:lnTo>
                  <a:lnTo>
                    <a:pt x="404850" y="490497"/>
                  </a:lnTo>
                  <a:lnTo>
                    <a:pt x="413846" y="518461"/>
                  </a:lnTo>
                  <a:lnTo>
                    <a:pt x="422843" y="545260"/>
                  </a:lnTo>
                  <a:lnTo>
                    <a:pt x="431840" y="468145"/>
                  </a:lnTo>
                  <a:lnTo>
                    <a:pt x="440836" y="494878"/>
                  </a:lnTo>
                  <a:lnTo>
                    <a:pt x="449833" y="520563"/>
                  </a:lnTo>
                  <a:lnTo>
                    <a:pt x="458830" y="448372"/>
                  </a:lnTo>
                  <a:lnTo>
                    <a:pt x="467826" y="473965"/>
                  </a:lnTo>
                  <a:lnTo>
                    <a:pt x="476823" y="498610"/>
                  </a:lnTo>
                  <a:lnTo>
                    <a:pt x="485820" y="430756"/>
                  </a:lnTo>
                  <a:lnTo>
                    <a:pt x="494816" y="455293"/>
                  </a:lnTo>
                  <a:lnTo>
                    <a:pt x="503813" y="478968"/>
                  </a:lnTo>
                  <a:lnTo>
                    <a:pt x="512810" y="501827"/>
                  </a:lnTo>
                  <a:lnTo>
                    <a:pt x="521806" y="438519"/>
                  </a:lnTo>
                  <a:lnTo>
                    <a:pt x="530803" y="461291"/>
                  </a:lnTo>
                  <a:lnTo>
                    <a:pt x="539800" y="483315"/>
                  </a:lnTo>
                  <a:lnTo>
                    <a:pt x="548796" y="423369"/>
                  </a:lnTo>
                  <a:lnTo>
                    <a:pt x="557793" y="445297"/>
                  </a:lnTo>
                  <a:lnTo>
                    <a:pt x="566790" y="466539"/>
                  </a:lnTo>
                  <a:lnTo>
                    <a:pt x="575786" y="409617"/>
                  </a:lnTo>
                  <a:lnTo>
                    <a:pt x="584783" y="430756"/>
                  </a:lnTo>
                  <a:lnTo>
                    <a:pt x="593780" y="451264"/>
                  </a:lnTo>
                  <a:lnTo>
                    <a:pt x="602776" y="397079"/>
                  </a:lnTo>
                  <a:lnTo>
                    <a:pt x="611773" y="417481"/>
                  </a:lnTo>
                  <a:lnTo>
                    <a:pt x="620770" y="437299"/>
                  </a:lnTo>
                  <a:lnTo>
                    <a:pt x="629766" y="385600"/>
                  </a:lnTo>
                  <a:lnTo>
                    <a:pt x="638763" y="405311"/>
                  </a:lnTo>
                  <a:lnTo>
                    <a:pt x="647760" y="424482"/>
                  </a:lnTo>
                  <a:lnTo>
                    <a:pt x="656756" y="375052"/>
                  </a:lnTo>
                  <a:lnTo>
                    <a:pt x="665753" y="394115"/>
                  </a:lnTo>
                  <a:lnTo>
                    <a:pt x="674750" y="412677"/>
                  </a:lnTo>
                  <a:lnTo>
                    <a:pt x="683746" y="365326"/>
                  </a:lnTo>
                  <a:lnTo>
                    <a:pt x="692743" y="383781"/>
                  </a:lnTo>
                  <a:lnTo>
                    <a:pt x="701740" y="401768"/>
                  </a:lnTo>
                  <a:lnTo>
                    <a:pt x="710736" y="356329"/>
                  </a:lnTo>
                  <a:lnTo>
                    <a:pt x="719733" y="374212"/>
                  </a:lnTo>
                  <a:lnTo>
                    <a:pt x="728730" y="391658"/>
                  </a:lnTo>
                  <a:lnTo>
                    <a:pt x="737726" y="347983"/>
                  </a:lnTo>
                  <a:lnTo>
                    <a:pt x="746723" y="365326"/>
                  </a:lnTo>
                  <a:lnTo>
                    <a:pt x="755720" y="382261"/>
                  </a:lnTo>
                  <a:lnTo>
                    <a:pt x="764716" y="340219"/>
                  </a:lnTo>
                  <a:lnTo>
                    <a:pt x="773713" y="357053"/>
                  </a:lnTo>
                  <a:lnTo>
                    <a:pt x="782710" y="316253"/>
                  </a:lnTo>
                  <a:lnTo>
                    <a:pt x="791706" y="332978"/>
                  </a:lnTo>
                  <a:lnTo>
                    <a:pt x="800703" y="349332"/>
                  </a:lnTo>
                  <a:lnTo>
                    <a:pt x="809700" y="309962"/>
                  </a:lnTo>
                  <a:lnTo>
                    <a:pt x="818696" y="326210"/>
                  </a:lnTo>
                  <a:lnTo>
                    <a:pt x="827693" y="342109"/>
                  </a:lnTo>
                  <a:lnTo>
                    <a:pt x="836690" y="304072"/>
                  </a:lnTo>
                  <a:lnTo>
                    <a:pt x="845686" y="319869"/>
                  </a:lnTo>
                  <a:lnTo>
                    <a:pt x="854683" y="335337"/>
                  </a:lnTo>
                  <a:lnTo>
                    <a:pt x="863680" y="298546"/>
                  </a:lnTo>
                  <a:lnTo>
                    <a:pt x="872676" y="313916"/>
                  </a:lnTo>
                  <a:lnTo>
                    <a:pt x="881673" y="328976"/>
                  </a:lnTo>
                  <a:lnTo>
                    <a:pt x="890670" y="293352"/>
                  </a:lnTo>
                  <a:lnTo>
                    <a:pt x="899666" y="308317"/>
                  </a:lnTo>
                  <a:lnTo>
                    <a:pt x="908663" y="322989"/>
                  </a:lnTo>
                  <a:lnTo>
                    <a:pt x="917660" y="288461"/>
                  </a:lnTo>
                  <a:lnTo>
                    <a:pt x="926656" y="303041"/>
                  </a:lnTo>
                  <a:lnTo>
                    <a:pt x="935653" y="317344"/>
                  </a:lnTo>
                  <a:lnTo>
                    <a:pt x="944650" y="283847"/>
                  </a:lnTo>
                  <a:lnTo>
                    <a:pt x="953646" y="298061"/>
                  </a:lnTo>
                  <a:lnTo>
                    <a:pt x="962643" y="312012"/>
                  </a:lnTo>
                  <a:lnTo>
                    <a:pt x="971640" y="279486"/>
                  </a:lnTo>
                  <a:lnTo>
                    <a:pt x="980636" y="293352"/>
                  </a:lnTo>
                  <a:lnTo>
                    <a:pt x="989633" y="306969"/>
                  </a:lnTo>
                  <a:lnTo>
                    <a:pt x="998630" y="275359"/>
                  </a:lnTo>
                  <a:lnTo>
                    <a:pt x="1007626" y="288894"/>
                  </a:lnTo>
                  <a:lnTo>
                    <a:pt x="1016623" y="302191"/>
                  </a:lnTo>
                  <a:lnTo>
                    <a:pt x="1025620" y="271447"/>
                  </a:lnTo>
                  <a:lnTo>
                    <a:pt x="1034616" y="284666"/>
                  </a:lnTo>
                  <a:lnTo>
                    <a:pt x="1043613" y="297659"/>
                  </a:lnTo>
                  <a:lnTo>
                    <a:pt x="1052610" y="267735"/>
                  </a:lnTo>
                  <a:lnTo>
                    <a:pt x="1061607" y="280651"/>
                  </a:lnTo>
                  <a:lnTo>
                    <a:pt x="1070603" y="293352"/>
                  </a:lnTo>
                  <a:lnTo>
                    <a:pt x="1079600" y="264206"/>
                  </a:lnTo>
                  <a:lnTo>
                    <a:pt x="1088597" y="276834"/>
                  </a:lnTo>
                  <a:lnTo>
                    <a:pt x="1097593" y="248296"/>
                  </a:lnTo>
                  <a:lnTo>
                    <a:pt x="1106590" y="260848"/>
                  </a:lnTo>
                  <a:lnTo>
                    <a:pt x="1115587" y="273200"/>
                  </a:lnTo>
                  <a:lnTo>
                    <a:pt x="1124583" y="245370"/>
                  </a:lnTo>
                  <a:lnTo>
                    <a:pt x="1133580" y="257649"/>
                  </a:lnTo>
                  <a:lnTo>
                    <a:pt x="1142577" y="269736"/>
                  </a:lnTo>
                  <a:lnTo>
                    <a:pt x="1151573" y="242580"/>
                  </a:lnTo>
                  <a:lnTo>
                    <a:pt x="1160570" y="254597"/>
                  </a:lnTo>
                  <a:lnTo>
                    <a:pt x="1169567" y="266431"/>
                  </a:lnTo>
                  <a:lnTo>
                    <a:pt x="1178563" y="239918"/>
                  </a:lnTo>
                  <a:lnTo>
                    <a:pt x="1187560" y="251684"/>
                  </a:lnTo>
                  <a:lnTo>
                    <a:pt x="1196557" y="263274"/>
                  </a:lnTo>
                  <a:lnTo>
                    <a:pt x="1205553" y="237373"/>
                  </a:lnTo>
                  <a:lnTo>
                    <a:pt x="1214550" y="248898"/>
                  </a:lnTo>
                  <a:lnTo>
                    <a:pt x="1223547" y="260255"/>
                  </a:lnTo>
                  <a:lnTo>
                    <a:pt x="1232543" y="234939"/>
                  </a:lnTo>
                  <a:lnTo>
                    <a:pt x="1241540" y="246233"/>
                  </a:lnTo>
                  <a:lnTo>
                    <a:pt x="1250537" y="257366"/>
                  </a:lnTo>
                  <a:lnTo>
                    <a:pt x="1259533" y="232609"/>
                  </a:lnTo>
                  <a:lnTo>
                    <a:pt x="1268530" y="243681"/>
                  </a:lnTo>
                  <a:lnTo>
                    <a:pt x="1277527" y="219366"/>
                  </a:lnTo>
                  <a:lnTo>
                    <a:pt x="1286523" y="230376"/>
                  </a:lnTo>
                  <a:lnTo>
                    <a:pt x="1295520" y="241234"/>
                  </a:lnTo>
                  <a:lnTo>
                    <a:pt x="1304517" y="217435"/>
                  </a:lnTo>
                  <a:lnTo>
                    <a:pt x="1313513" y="228234"/>
                  </a:lnTo>
                  <a:lnTo>
                    <a:pt x="1322510" y="238886"/>
                  </a:lnTo>
                  <a:lnTo>
                    <a:pt x="1331507" y="215582"/>
                  </a:lnTo>
                  <a:lnTo>
                    <a:pt x="1340503" y="226177"/>
                  </a:lnTo>
                  <a:lnTo>
                    <a:pt x="1349500" y="236632"/>
                  </a:lnTo>
                  <a:lnTo>
                    <a:pt x="1358497" y="213803"/>
                  </a:lnTo>
                  <a:lnTo>
                    <a:pt x="1367493" y="224201"/>
                  </a:lnTo>
                  <a:lnTo>
                    <a:pt x="1376490" y="234465"/>
                  </a:lnTo>
                  <a:lnTo>
                    <a:pt x="1385487" y="212092"/>
                  </a:lnTo>
                  <a:lnTo>
                    <a:pt x="1394483" y="222302"/>
                  </a:lnTo>
                  <a:lnTo>
                    <a:pt x="1403480" y="232381"/>
                  </a:lnTo>
                  <a:lnTo>
                    <a:pt x="1412477" y="210446"/>
                  </a:lnTo>
                  <a:lnTo>
                    <a:pt x="1421473" y="220474"/>
                  </a:lnTo>
                  <a:lnTo>
                    <a:pt x="1430470" y="230376"/>
                  </a:lnTo>
                  <a:lnTo>
                    <a:pt x="1439467" y="208862"/>
                  </a:lnTo>
                  <a:lnTo>
                    <a:pt x="1448463" y="218713"/>
                  </a:lnTo>
                  <a:lnTo>
                    <a:pt x="1457460" y="197535"/>
                  </a:lnTo>
                  <a:lnTo>
                    <a:pt x="1466457" y="207335"/>
                  </a:lnTo>
                  <a:lnTo>
                    <a:pt x="1475453" y="217017"/>
                  </a:lnTo>
                  <a:lnTo>
                    <a:pt x="1484450" y="196232"/>
                  </a:lnTo>
                  <a:lnTo>
                    <a:pt x="1493447" y="205864"/>
                  </a:lnTo>
                  <a:lnTo>
                    <a:pt x="1502443" y="215381"/>
                  </a:lnTo>
                  <a:lnTo>
                    <a:pt x="1511440" y="194974"/>
                  </a:lnTo>
                  <a:lnTo>
                    <a:pt x="1520437" y="204444"/>
                  </a:lnTo>
                  <a:lnTo>
                    <a:pt x="1529433" y="213803"/>
                  </a:lnTo>
                  <a:lnTo>
                    <a:pt x="1538430" y="193761"/>
                  </a:lnTo>
                  <a:lnTo>
                    <a:pt x="1547427" y="203074"/>
                  </a:lnTo>
                  <a:lnTo>
                    <a:pt x="1556423" y="212279"/>
                  </a:lnTo>
                  <a:lnTo>
                    <a:pt x="1565420" y="192590"/>
                  </a:lnTo>
                  <a:lnTo>
                    <a:pt x="1574417" y="201750"/>
                  </a:lnTo>
                  <a:lnTo>
                    <a:pt x="1583413" y="210807"/>
                  </a:lnTo>
                  <a:lnTo>
                    <a:pt x="1592410" y="191457"/>
                  </a:lnTo>
                  <a:lnTo>
                    <a:pt x="1601407" y="200470"/>
                  </a:lnTo>
                  <a:lnTo>
                    <a:pt x="1610403" y="181394"/>
                  </a:lnTo>
                  <a:lnTo>
                    <a:pt x="1619400" y="190363"/>
                  </a:lnTo>
                  <a:lnTo>
                    <a:pt x="1628397" y="199233"/>
                  </a:lnTo>
                  <a:lnTo>
                    <a:pt x="1637393" y="180476"/>
                  </a:lnTo>
                  <a:lnTo>
                    <a:pt x="1646390" y="189304"/>
                  </a:lnTo>
                  <a:lnTo>
                    <a:pt x="1655387" y="198036"/>
                  </a:lnTo>
                  <a:lnTo>
                    <a:pt x="1664383" y="179588"/>
                  </a:lnTo>
                  <a:lnTo>
                    <a:pt x="1673380" y="188279"/>
                  </a:lnTo>
                  <a:lnTo>
                    <a:pt x="1682377" y="196877"/>
                  </a:lnTo>
                  <a:lnTo>
                    <a:pt x="1691373" y="178728"/>
                  </a:lnTo>
                  <a:lnTo>
                    <a:pt x="1700370" y="187286"/>
                  </a:lnTo>
                  <a:lnTo>
                    <a:pt x="1709367" y="195755"/>
                  </a:lnTo>
                  <a:lnTo>
                    <a:pt x="1718363" y="177895"/>
                  </a:lnTo>
                  <a:lnTo>
                    <a:pt x="1727360" y="186324"/>
                  </a:lnTo>
                  <a:lnTo>
                    <a:pt x="1736357" y="168697"/>
                  </a:lnTo>
                  <a:lnTo>
                    <a:pt x="1745353" y="177088"/>
                  </a:lnTo>
                  <a:lnTo>
                    <a:pt x="1754350" y="185392"/>
                  </a:lnTo>
                  <a:lnTo>
                    <a:pt x="1763347" y="168038"/>
                  </a:lnTo>
                  <a:lnTo>
                    <a:pt x="1772343" y="176305"/>
                  </a:lnTo>
                  <a:lnTo>
                    <a:pt x="1781340" y="184488"/>
                  </a:lnTo>
                  <a:lnTo>
                    <a:pt x="1790337" y="167399"/>
                  </a:lnTo>
                  <a:lnTo>
                    <a:pt x="1799333" y="175545"/>
                  </a:lnTo>
                  <a:lnTo>
                    <a:pt x="1808330" y="183611"/>
                  </a:lnTo>
                  <a:lnTo>
                    <a:pt x="1817327" y="166778"/>
                  </a:lnTo>
                  <a:lnTo>
                    <a:pt x="1826323" y="174808"/>
                  </a:lnTo>
                  <a:lnTo>
                    <a:pt x="1835320" y="182759"/>
                  </a:lnTo>
                  <a:lnTo>
                    <a:pt x="1844317" y="166176"/>
                  </a:lnTo>
                  <a:lnTo>
                    <a:pt x="1853313" y="174092"/>
                  </a:lnTo>
                  <a:lnTo>
                    <a:pt x="1862310" y="157710"/>
                  </a:lnTo>
                  <a:lnTo>
                    <a:pt x="1871307" y="165591"/>
                  </a:lnTo>
                  <a:lnTo>
                    <a:pt x="1880303" y="173397"/>
                  </a:lnTo>
                  <a:lnTo>
                    <a:pt x="1889300" y="157251"/>
                  </a:lnTo>
                  <a:lnTo>
                    <a:pt x="1898297" y="165022"/>
                  </a:lnTo>
                  <a:lnTo>
                    <a:pt x="1907293" y="172721"/>
                  </a:lnTo>
                  <a:lnTo>
                    <a:pt x="1916290" y="156805"/>
                  </a:lnTo>
                  <a:lnTo>
                    <a:pt x="1925287" y="164470"/>
                  </a:lnTo>
                  <a:lnTo>
                    <a:pt x="1934283" y="172064"/>
                  </a:lnTo>
                  <a:lnTo>
                    <a:pt x="1943280" y="156371"/>
                  </a:lnTo>
                  <a:lnTo>
                    <a:pt x="1952277" y="163932"/>
                  </a:lnTo>
                  <a:lnTo>
                    <a:pt x="1961273" y="171425"/>
                  </a:lnTo>
                  <a:lnTo>
                    <a:pt x="1970270" y="155948"/>
                  </a:lnTo>
                  <a:lnTo>
                    <a:pt x="1979267" y="163409"/>
                  </a:lnTo>
                  <a:lnTo>
                    <a:pt x="1988263" y="148109"/>
                  </a:lnTo>
                  <a:lnTo>
                    <a:pt x="1997260" y="155538"/>
                  </a:lnTo>
                  <a:lnTo>
                    <a:pt x="2006257" y="162900"/>
                  </a:lnTo>
                  <a:lnTo>
                    <a:pt x="2015253" y="147806"/>
                  </a:lnTo>
                  <a:lnTo>
                    <a:pt x="2024250" y="155138"/>
                  </a:lnTo>
                  <a:lnTo>
                    <a:pt x="2033247" y="162405"/>
                  </a:lnTo>
                  <a:lnTo>
                    <a:pt x="2042243" y="147511"/>
                  </a:lnTo>
                  <a:lnTo>
                    <a:pt x="2051240" y="154748"/>
                  </a:lnTo>
                  <a:lnTo>
                    <a:pt x="2060237" y="161923"/>
                  </a:lnTo>
                  <a:lnTo>
                    <a:pt x="2069233" y="147224"/>
                  </a:lnTo>
                  <a:lnTo>
                    <a:pt x="2078230" y="154369"/>
                  </a:lnTo>
                  <a:lnTo>
                    <a:pt x="2087227" y="161452"/>
                  </a:lnTo>
                  <a:lnTo>
                    <a:pt x="2096224" y="146945"/>
                  </a:lnTo>
                  <a:lnTo>
                    <a:pt x="2105220" y="153999"/>
                  </a:lnTo>
                  <a:lnTo>
                    <a:pt x="2114217" y="139646"/>
                  </a:lnTo>
                  <a:lnTo>
                    <a:pt x="2123214" y="146672"/>
                  </a:lnTo>
                  <a:lnTo>
                    <a:pt x="2132210" y="153639"/>
                  </a:lnTo>
                  <a:lnTo>
                    <a:pt x="2141207" y="139468"/>
                  </a:lnTo>
                  <a:lnTo>
                    <a:pt x="2150204" y="146407"/>
                  </a:lnTo>
                  <a:lnTo>
                    <a:pt x="2159200" y="153288"/>
                  </a:lnTo>
                  <a:lnTo>
                    <a:pt x="2168197" y="139293"/>
                  </a:lnTo>
                  <a:lnTo>
                    <a:pt x="2177194" y="146147"/>
                  </a:lnTo>
                  <a:lnTo>
                    <a:pt x="2186190" y="152945"/>
                  </a:lnTo>
                  <a:lnTo>
                    <a:pt x="2195187" y="139123"/>
                  </a:lnTo>
                  <a:lnTo>
                    <a:pt x="2204184" y="145895"/>
                  </a:lnTo>
                  <a:lnTo>
                    <a:pt x="2213180" y="152611"/>
                  </a:lnTo>
                  <a:lnTo>
                    <a:pt x="2222177" y="138958"/>
                  </a:lnTo>
                  <a:lnTo>
                    <a:pt x="2231174" y="145648"/>
                  </a:lnTo>
                  <a:lnTo>
                    <a:pt x="2240170" y="132132"/>
                  </a:lnTo>
                  <a:lnTo>
                    <a:pt x="2249167" y="138796"/>
                  </a:lnTo>
                  <a:lnTo>
                    <a:pt x="2258164" y="145407"/>
                  </a:lnTo>
                  <a:lnTo>
                    <a:pt x="2267160" y="132052"/>
                  </a:lnTo>
                  <a:lnTo>
                    <a:pt x="2276157" y="138638"/>
                  </a:lnTo>
                  <a:lnTo>
                    <a:pt x="2285154" y="145172"/>
                  </a:lnTo>
                  <a:lnTo>
                    <a:pt x="2294150" y="131974"/>
                  </a:lnTo>
                  <a:lnTo>
                    <a:pt x="2303147" y="138483"/>
                  </a:lnTo>
                  <a:lnTo>
                    <a:pt x="2312144" y="144942"/>
                  </a:lnTo>
                  <a:lnTo>
                    <a:pt x="2321140" y="131898"/>
                  </a:lnTo>
                  <a:lnTo>
                    <a:pt x="2330137" y="138333"/>
                  </a:lnTo>
                  <a:lnTo>
                    <a:pt x="2339134" y="125414"/>
                  </a:lnTo>
                  <a:lnTo>
                    <a:pt x="2348130" y="131824"/>
                  </a:lnTo>
                  <a:lnTo>
                    <a:pt x="2357127" y="138185"/>
                  </a:lnTo>
                  <a:lnTo>
                    <a:pt x="2366124" y="125414"/>
                  </a:lnTo>
                  <a:lnTo>
                    <a:pt x="2375120" y="131752"/>
                  </a:lnTo>
                  <a:lnTo>
                    <a:pt x="2384117" y="138041"/>
                  </a:lnTo>
                  <a:lnTo>
                    <a:pt x="2393114" y="125414"/>
                  </a:lnTo>
                  <a:lnTo>
                    <a:pt x="2402110" y="131681"/>
                  </a:lnTo>
                  <a:lnTo>
                    <a:pt x="2411107" y="137900"/>
                  </a:lnTo>
                  <a:lnTo>
                    <a:pt x="2420104" y="125414"/>
                  </a:lnTo>
                  <a:lnTo>
                    <a:pt x="2429100" y="131611"/>
                  </a:lnTo>
                  <a:lnTo>
                    <a:pt x="2438097" y="119240"/>
                  </a:lnTo>
                  <a:lnTo>
                    <a:pt x="2447094" y="125414"/>
                  </a:lnTo>
                  <a:lnTo>
                    <a:pt x="2456090" y="131543"/>
                  </a:lnTo>
                  <a:lnTo>
                    <a:pt x="2465087" y="119307"/>
                  </a:lnTo>
                  <a:lnTo>
                    <a:pt x="2474084" y="125414"/>
                  </a:lnTo>
                  <a:lnTo>
                    <a:pt x="2483080" y="131477"/>
                  </a:lnTo>
                  <a:lnTo>
                    <a:pt x="2492077" y="119373"/>
                  </a:lnTo>
                  <a:lnTo>
                    <a:pt x="2501074" y="125414"/>
                  </a:lnTo>
                  <a:lnTo>
                    <a:pt x="2510070" y="131412"/>
                  </a:lnTo>
                  <a:lnTo>
                    <a:pt x="2519067" y="119438"/>
                  </a:lnTo>
                  <a:lnTo>
                    <a:pt x="2528064" y="125414"/>
                  </a:lnTo>
                  <a:lnTo>
                    <a:pt x="2537060" y="131348"/>
                  </a:lnTo>
                  <a:lnTo>
                    <a:pt x="2546057" y="119501"/>
                  </a:lnTo>
                  <a:lnTo>
                    <a:pt x="2555054" y="125414"/>
                  </a:lnTo>
                  <a:lnTo>
                    <a:pt x="2564050" y="113670"/>
                  </a:lnTo>
                  <a:lnTo>
                    <a:pt x="2573047" y="119563"/>
                  </a:lnTo>
                  <a:lnTo>
                    <a:pt x="2582044" y="125414"/>
                  </a:lnTo>
                  <a:lnTo>
                    <a:pt x="2591040" y="113792"/>
                  </a:lnTo>
                  <a:lnTo>
                    <a:pt x="2600037" y="119623"/>
                  </a:lnTo>
                  <a:lnTo>
                    <a:pt x="2609034" y="125414"/>
                  </a:lnTo>
                  <a:lnTo>
                    <a:pt x="2618030" y="113912"/>
                  </a:lnTo>
                  <a:lnTo>
                    <a:pt x="2627027" y="119683"/>
                  </a:lnTo>
                  <a:lnTo>
                    <a:pt x="2636024" y="125414"/>
                  </a:lnTo>
                  <a:lnTo>
                    <a:pt x="2645020" y="114029"/>
                  </a:lnTo>
                  <a:lnTo>
                    <a:pt x="2654017" y="119741"/>
                  </a:lnTo>
                  <a:lnTo>
                    <a:pt x="2663014" y="108451"/>
                  </a:lnTo>
                  <a:lnTo>
                    <a:pt x="2672010" y="114143"/>
                  </a:lnTo>
                  <a:lnTo>
                    <a:pt x="2681007" y="119798"/>
                  </a:lnTo>
                  <a:lnTo>
                    <a:pt x="2690004" y="108620"/>
                  </a:lnTo>
                  <a:lnTo>
                    <a:pt x="2699000" y="114256"/>
                  </a:lnTo>
                  <a:lnTo>
                    <a:pt x="2707997" y="119853"/>
                  </a:lnTo>
                  <a:lnTo>
                    <a:pt x="2716994" y="108787"/>
                  </a:lnTo>
                  <a:lnTo>
                    <a:pt x="2725990" y="114366"/>
                  </a:lnTo>
                  <a:lnTo>
                    <a:pt x="2734987" y="119908"/>
                  </a:lnTo>
                  <a:lnTo>
                    <a:pt x="2743984" y="108950"/>
                  </a:lnTo>
                  <a:lnTo>
                    <a:pt x="2752980" y="114474"/>
                  </a:lnTo>
                  <a:lnTo>
                    <a:pt x="2761977" y="103604"/>
                  </a:lnTo>
                  <a:lnTo>
                    <a:pt x="2770974" y="109110"/>
                  </a:lnTo>
                  <a:lnTo>
                    <a:pt x="2779970" y="114580"/>
                  </a:lnTo>
                  <a:lnTo>
                    <a:pt x="2788967" y="103814"/>
                  </a:lnTo>
                  <a:lnTo>
                    <a:pt x="2797964" y="109266"/>
                  </a:lnTo>
                  <a:lnTo>
                    <a:pt x="2806960" y="114683"/>
                  </a:lnTo>
                  <a:lnTo>
                    <a:pt x="2815957" y="104021"/>
                  </a:lnTo>
                  <a:lnTo>
                    <a:pt x="2824954" y="109420"/>
                  </a:lnTo>
                  <a:lnTo>
                    <a:pt x="2833950" y="114785"/>
                  </a:lnTo>
                  <a:lnTo>
                    <a:pt x="2842947" y="104223"/>
                  </a:lnTo>
                  <a:lnTo>
                    <a:pt x="2851944" y="109571"/>
                  </a:lnTo>
                  <a:lnTo>
                    <a:pt x="2860940" y="99092"/>
                  </a:lnTo>
                  <a:lnTo>
                    <a:pt x="2869937" y="104422"/>
                  </a:lnTo>
                  <a:lnTo>
                    <a:pt x="2878934" y="109719"/>
                  </a:lnTo>
                  <a:lnTo>
                    <a:pt x="2887930" y="99337"/>
                  </a:lnTo>
                  <a:lnTo>
                    <a:pt x="2896927" y="104617"/>
                  </a:lnTo>
                  <a:lnTo>
                    <a:pt x="2905924" y="109864"/>
                  </a:lnTo>
                  <a:lnTo>
                    <a:pt x="2914920" y="99578"/>
                  </a:lnTo>
                  <a:lnTo>
                    <a:pt x="2923917" y="104808"/>
                  </a:lnTo>
                  <a:lnTo>
                    <a:pt x="2932914" y="110007"/>
                  </a:lnTo>
                  <a:lnTo>
                    <a:pt x="2941910" y="99814"/>
                  </a:lnTo>
                  <a:lnTo>
                    <a:pt x="2950907" y="104996"/>
                  </a:lnTo>
                  <a:lnTo>
                    <a:pt x="2959904" y="94880"/>
                  </a:lnTo>
                  <a:lnTo>
                    <a:pt x="2968900" y="100046"/>
                  </a:lnTo>
                  <a:lnTo>
                    <a:pt x="2977897" y="105181"/>
                  </a:lnTo>
                  <a:lnTo>
                    <a:pt x="2986894" y="95155"/>
                  </a:lnTo>
                  <a:lnTo>
                    <a:pt x="2995890" y="100274"/>
                  </a:lnTo>
                  <a:lnTo>
                    <a:pt x="3004887" y="105362"/>
                  </a:lnTo>
                  <a:lnTo>
                    <a:pt x="3013884" y="95425"/>
                  </a:lnTo>
                  <a:lnTo>
                    <a:pt x="3022880" y="100498"/>
                  </a:lnTo>
                  <a:lnTo>
                    <a:pt x="3031877" y="105540"/>
                  </a:lnTo>
                  <a:lnTo>
                    <a:pt x="3040874" y="95691"/>
                  </a:lnTo>
                  <a:lnTo>
                    <a:pt x="3049870" y="100717"/>
                  </a:lnTo>
                  <a:lnTo>
                    <a:pt x="3058867" y="90940"/>
                  </a:lnTo>
                  <a:lnTo>
                    <a:pt x="3067864" y="95951"/>
                  </a:lnTo>
                  <a:lnTo>
                    <a:pt x="3076860" y="100933"/>
                  </a:lnTo>
                  <a:lnTo>
                    <a:pt x="3085857" y="91241"/>
                  </a:lnTo>
                  <a:lnTo>
                    <a:pt x="3094854" y="96208"/>
                  </a:lnTo>
                  <a:lnTo>
                    <a:pt x="3103850" y="101146"/>
                  </a:lnTo>
                  <a:lnTo>
                    <a:pt x="3112847" y="91536"/>
                  </a:lnTo>
                  <a:lnTo>
                    <a:pt x="3121844" y="96459"/>
                  </a:lnTo>
                  <a:lnTo>
                    <a:pt x="3130840" y="101354"/>
                  </a:lnTo>
                  <a:lnTo>
                    <a:pt x="3139837" y="91827"/>
                  </a:lnTo>
                  <a:lnTo>
                    <a:pt x="3148834" y="96707"/>
                  </a:lnTo>
                  <a:lnTo>
                    <a:pt x="3157831" y="87246"/>
                  </a:lnTo>
                  <a:lnTo>
                    <a:pt x="3166827" y="92112"/>
                  </a:lnTo>
                  <a:lnTo>
                    <a:pt x="3175824" y="96950"/>
                  </a:lnTo>
                  <a:lnTo>
                    <a:pt x="3184821" y="87569"/>
                  </a:lnTo>
                  <a:lnTo>
                    <a:pt x="3193817" y="92393"/>
                  </a:lnTo>
                  <a:lnTo>
                    <a:pt x="3202814" y="97189"/>
                  </a:lnTo>
                  <a:lnTo>
                    <a:pt x="3211811" y="87886"/>
                  </a:lnTo>
                  <a:lnTo>
                    <a:pt x="3220807" y="92669"/>
                  </a:lnTo>
                  <a:lnTo>
                    <a:pt x="3229804" y="97425"/>
                  </a:lnTo>
                  <a:lnTo>
                    <a:pt x="3238801" y="88198"/>
                  </a:lnTo>
                  <a:lnTo>
                    <a:pt x="3247797" y="92940"/>
                  </a:lnTo>
                  <a:lnTo>
                    <a:pt x="3256794" y="83777"/>
                  </a:lnTo>
                  <a:lnTo>
                    <a:pt x="3265791" y="88505"/>
                  </a:lnTo>
                  <a:lnTo>
                    <a:pt x="3274787" y="93207"/>
                  </a:lnTo>
                  <a:lnTo>
                    <a:pt x="3283784" y="84118"/>
                  </a:lnTo>
                  <a:lnTo>
                    <a:pt x="3292781" y="88806"/>
                  </a:lnTo>
                  <a:lnTo>
                    <a:pt x="3301777" y="93469"/>
                  </a:lnTo>
                  <a:lnTo>
                    <a:pt x="3310774" y="84454"/>
                  </a:lnTo>
                  <a:lnTo>
                    <a:pt x="3319771" y="89103"/>
                  </a:lnTo>
                  <a:lnTo>
                    <a:pt x="3328767" y="80148"/>
                  </a:lnTo>
                  <a:lnTo>
                    <a:pt x="3337764" y="84784"/>
                  </a:lnTo>
                  <a:lnTo>
                    <a:pt x="3346761" y="89395"/>
                  </a:lnTo>
                  <a:lnTo>
                    <a:pt x="3355757" y="80511"/>
                  </a:lnTo>
                  <a:lnTo>
                    <a:pt x="3364754" y="85109"/>
                  </a:lnTo>
                  <a:lnTo>
                    <a:pt x="3373751" y="89683"/>
                  </a:lnTo>
                  <a:lnTo>
                    <a:pt x="3382747" y="80868"/>
                  </a:lnTo>
                  <a:lnTo>
                    <a:pt x="3391744" y="85429"/>
                  </a:lnTo>
                  <a:lnTo>
                    <a:pt x="3400741" y="89966"/>
                  </a:lnTo>
                  <a:lnTo>
                    <a:pt x="3409737" y="81220"/>
                  </a:lnTo>
                  <a:lnTo>
                    <a:pt x="3418734" y="85744"/>
                  </a:lnTo>
                  <a:lnTo>
                    <a:pt x="3427731" y="77055"/>
                  </a:lnTo>
                  <a:lnTo>
                    <a:pt x="3436727" y="81566"/>
                  </a:lnTo>
                  <a:lnTo>
                    <a:pt x="3445724" y="86054"/>
                  </a:lnTo>
                  <a:lnTo>
                    <a:pt x="3454721" y="77432"/>
                  </a:lnTo>
                  <a:lnTo>
                    <a:pt x="3463717" y="81907"/>
                  </a:lnTo>
                  <a:lnTo>
                    <a:pt x="3472714" y="86359"/>
                  </a:lnTo>
                  <a:lnTo>
                    <a:pt x="3481711" y="77803"/>
                  </a:lnTo>
                  <a:lnTo>
                    <a:pt x="3490707" y="82242"/>
                  </a:lnTo>
                  <a:lnTo>
                    <a:pt x="3499704" y="86659"/>
                  </a:lnTo>
                  <a:lnTo>
                    <a:pt x="3508701" y="78168"/>
                  </a:lnTo>
                  <a:lnTo>
                    <a:pt x="3517697" y="82573"/>
                  </a:lnTo>
                  <a:lnTo>
                    <a:pt x="3526694" y="74135"/>
                  </a:lnTo>
                  <a:lnTo>
                    <a:pt x="3535691" y="78528"/>
                  </a:lnTo>
                  <a:lnTo>
                    <a:pt x="3544687" y="82898"/>
                  </a:lnTo>
                  <a:lnTo>
                    <a:pt x="3553684" y="74524"/>
                  </a:lnTo>
                  <a:lnTo>
                    <a:pt x="3562681" y="78882"/>
                  </a:lnTo>
                  <a:lnTo>
                    <a:pt x="3571677" y="83219"/>
                  </a:lnTo>
                  <a:lnTo>
                    <a:pt x="3580674" y="74907"/>
                  </a:lnTo>
                  <a:lnTo>
                    <a:pt x="3589671" y="79231"/>
                  </a:lnTo>
                  <a:lnTo>
                    <a:pt x="3598667" y="83534"/>
                  </a:lnTo>
                  <a:lnTo>
                    <a:pt x="3607664" y="75283"/>
                  </a:lnTo>
                  <a:lnTo>
                    <a:pt x="3616661" y="79575"/>
                  </a:lnTo>
                  <a:lnTo>
                    <a:pt x="3625657" y="71375"/>
                  </a:lnTo>
                  <a:lnTo>
                    <a:pt x="3634654" y="75655"/>
                  </a:lnTo>
                  <a:lnTo>
                    <a:pt x="3643651" y="79914"/>
                  </a:lnTo>
                  <a:lnTo>
                    <a:pt x="3652647" y="71773"/>
                  </a:lnTo>
                  <a:lnTo>
                    <a:pt x="3661644" y="76021"/>
                  </a:lnTo>
                  <a:lnTo>
                    <a:pt x="3670641" y="80248"/>
                  </a:lnTo>
                  <a:lnTo>
                    <a:pt x="3679637" y="72166"/>
                  </a:lnTo>
                  <a:lnTo>
                    <a:pt x="3688634" y="76381"/>
                  </a:lnTo>
                  <a:lnTo>
                    <a:pt x="3697631" y="68348"/>
                  </a:lnTo>
                  <a:lnTo>
                    <a:pt x="3706627" y="72552"/>
                  </a:lnTo>
                  <a:lnTo>
                    <a:pt x="3715624" y="76737"/>
                  </a:lnTo>
                  <a:lnTo>
                    <a:pt x="3724621" y="68760"/>
                  </a:lnTo>
                  <a:lnTo>
                    <a:pt x="3733617" y="72934"/>
                  </a:lnTo>
                  <a:lnTo>
                    <a:pt x="3742614" y="77087"/>
                  </a:lnTo>
                  <a:lnTo>
                    <a:pt x="3751611" y="69167"/>
                  </a:lnTo>
                  <a:lnTo>
                    <a:pt x="3760607" y="73309"/>
                  </a:lnTo>
                  <a:lnTo>
                    <a:pt x="3769604" y="77432"/>
                  </a:lnTo>
                  <a:lnTo>
                    <a:pt x="3778601" y="69568"/>
                  </a:lnTo>
                  <a:lnTo>
                    <a:pt x="3787597" y="73680"/>
                  </a:lnTo>
                  <a:lnTo>
                    <a:pt x="3796594" y="65862"/>
                  </a:lnTo>
                  <a:lnTo>
                    <a:pt x="3805591" y="69963"/>
                  </a:lnTo>
                  <a:lnTo>
                    <a:pt x="3814587" y="74045"/>
                  </a:lnTo>
                  <a:lnTo>
                    <a:pt x="3823584" y="66281"/>
                  </a:lnTo>
                  <a:lnTo>
                    <a:pt x="3832581" y="70353"/>
                  </a:lnTo>
                  <a:lnTo>
                    <a:pt x="3841577" y="74405"/>
                  </a:lnTo>
                  <a:lnTo>
                    <a:pt x="3850574" y="66695"/>
                  </a:lnTo>
                  <a:lnTo>
                    <a:pt x="3859571" y="70737"/>
                  </a:lnTo>
                  <a:lnTo>
                    <a:pt x="3868567" y="74760"/>
                  </a:lnTo>
                  <a:lnTo>
                    <a:pt x="3877564" y="67102"/>
                  </a:lnTo>
                  <a:lnTo>
                    <a:pt x="3886561" y="71116"/>
                  </a:lnTo>
                  <a:lnTo>
                    <a:pt x="3895557" y="63502"/>
                  </a:lnTo>
                  <a:lnTo>
                    <a:pt x="3904554" y="67505"/>
                  </a:lnTo>
                  <a:lnTo>
                    <a:pt x="3913551" y="71489"/>
                  </a:lnTo>
                  <a:lnTo>
                    <a:pt x="3922547" y="63927"/>
                  </a:lnTo>
                  <a:lnTo>
                    <a:pt x="3931544" y="67901"/>
                  </a:lnTo>
                  <a:lnTo>
                    <a:pt x="3940541" y="71858"/>
                  </a:lnTo>
                  <a:lnTo>
                    <a:pt x="3949537" y="64346"/>
                  </a:lnTo>
                  <a:lnTo>
                    <a:pt x="3958534" y="68292"/>
                  </a:lnTo>
                  <a:lnTo>
                    <a:pt x="3967531" y="60823"/>
                  </a:lnTo>
                  <a:lnTo>
                    <a:pt x="3976527" y="64759"/>
                  </a:lnTo>
                  <a:lnTo>
                    <a:pt x="3985524" y="68678"/>
                  </a:lnTo>
                  <a:lnTo>
                    <a:pt x="3994521" y="61258"/>
                  </a:lnTo>
                  <a:lnTo>
                    <a:pt x="4003517" y="65167"/>
                  </a:lnTo>
                  <a:lnTo>
                    <a:pt x="4012514" y="69059"/>
                  </a:lnTo>
                  <a:lnTo>
                    <a:pt x="4021511" y="61688"/>
                  </a:lnTo>
                  <a:lnTo>
                    <a:pt x="4030507" y="65570"/>
                  </a:lnTo>
                  <a:lnTo>
                    <a:pt x="4039504" y="69435"/>
                  </a:lnTo>
                  <a:lnTo>
                    <a:pt x="4048501" y="62112"/>
                  </a:lnTo>
                  <a:lnTo>
                    <a:pt x="4057497" y="65967"/>
                  </a:lnTo>
                  <a:lnTo>
                    <a:pt x="4066494" y="58684"/>
                  </a:lnTo>
                  <a:lnTo>
                    <a:pt x="4075491" y="62530"/>
                  </a:lnTo>
                  <a:lnTo>
                    <a:pt x="4084487" y="66359"/>
                  </a:lnTo>
                  <a:lnTo>
                    <a:pt x="4093484" y="59123"/>
                  </a:lnTo>
                  <a:lnTo>
                    <a:pt x="4102481" y="62943"/>
                  </a:lnTo>
                  <a:lnTo>
                    <a:pt x="4111477" y="66746"/>
                  </a:lnTo>
                  <a:lnTo>
                    <a:pt x="4120474" y="59556"/>
                  </a:lnTo>
                  <a:lnTo>
                    <a:pt x="4129471" y="63350"/>
                  </a:lnTo>
                  <a:lnTo>
                    <a:pt x="4138467" y="56199"/>
                  </a:lnTo>
                  <a:lnTo>
                    <a:pt x="4147464" y="59984"/>
                  </a:lnTo>
                  <a:lnTo>
                    <a:pt x="4156461" y="63752"/>
                  </a:lnTo>
                  <a:lnTo>
                    <a:pt x="4165457" y="56646"/>
                  </a:lnTo>
                  <a:lnTo>
                    <a:pt x="4174454" y="60406"/>
                  </a:lnTo>
                  <a:lnTo>
                    <a:pt x="4183451" y="64149"/>
                  </a:lnTo>
                  <a:lnTo>
                    <a:pt x="4192448" y="57088"/>
                  </a:lnTo>
                  <a:lnTo>
                    <a:pt x="4201444" y="60823"/>
                  </a:lnTo>
                  <a:lnTo>
                    <a:pt x="4210441" y="64541"/>
                  </a:lnTo>
                  <a:lnTo>
                    <a:pt x="4219438" y="57524"/>
                  </a:lnTo>
                  <a:lnTo>
                    <a:pt x="4228434" y="61234"/>
                  </a:lnTo>
                  <a:lnTo>
                    <a:pt x="4237431" y="54254"/>
                  </a:lnTo>
                  <a:lnTo>
                    <a:pt x="4246428" y="57955"/>
                  </a:lnTo>
                  <a:lnTo>
                    <a:pt x="4255424" y="61640"/>
                  </a:lnTo>
                  <a:lnTo>
                    <a:pt x="4264421" y="54703"/>
                  </a:lnTo>
                  <a:lnTo>
                    <a:pt x="4273418" y="58380"/>
                  </a:lnTo>
                  <a:lnTo>
                    <a:pt x="4282414" y="62041"/>
                  </a:lnTo>
                  <a:lnTo>
                    <a:pt x="4291411" y="55147"/>
                  </a:lnTo>
                  <a:lnTo>
                    <a:pt x="4300408" y="58800"/>
                  </a:lnTo>
                  <a:lnTo>
                    <a:pt x="4309404" y="51941"/>
                  </a:lnTo>
                  <a:lnTo>
                    <a:pt x="4318401" y="55585"/>
                  </a:lnTo>
                  <a:lnTo>
                    <a:pt x="4327398" y="59215"/>
                  </a:lnTo>
                  <a:lnTo>
                    <a:pt x="4336394" y="52398"/>
                  </a:lnTo>
                  <a:lnTo>
                    <a:pt x="4345391" y="56018"/>
                  </a:lnTo>
                  <a:lnTo>
                    <a:pt x="4354388" y="59624"/>
                  </a:lnTo>
                  <a:lnTo>
                    <a:pt x="4363384" y="52848"/>
                  </a:lnTo>
                  <a:lnTo>
                    <a:pt x="4372381" y="56446"/>
                  </a:lnTo>
                  <a:lnTo>
                    <a:pt x="4381378" y="60028"/>
                  </a:lnTo>
                  <a:lnTo>
                    <a:pt x="4390374" y="53294"/>
                  </a:lnTo>
                  <a:lnTo>
                    <a:pt x="4399371" y="56868"/>
                  </a:lnTo>
                  <a:lnTo>
                    <a:pt x="4408368" y="50167"/>
                  </a:lnTo>
                  <a:lnTo>
                    <a:pt x="4417364" y="53733"/>
                  </a:lnTo>
                  <a:lnTo>
                    <a:pt x="4426361" y="57285"/>
                  </a:lnTo>
                  <a:lnTo>
                    <a:pt x="4435358" y="50624"/>
                  </a:lnTo>
                  <a:lnTo>
                    <a:pt x="4444354" y="54168"/>
                  </a:lnTo>
                  <a:lnTo>
                    <a:pt x="4453351" y="57697"/>
                  </a:lnTo>
                  <a:lnTo>
                    <a:pt x="4462348" y="51075"/>
                  </a:lnTo>
                  <a:lnTo>
                    <a:pt x="4471344" y="54597"/>
                  </a:lnTo>
                  <a:lnTo>
                    <a:pt x="4480341" y="48008"/>
                  </a:lnTo>
                  <a:lnTo>
                    <a:pt x="4489338" y="51521"/>
                  </a:lnTo>
                  <a:lnTo>
                    <a:pt x="4498334" y="55021"/>
                  </a:lnTo>
                  <a:lnTo>
                    <a:pt x="4507331" y="48470"/>
                  </a:lnTo>
                  <a:lnTo>
                    <a:pt x="4516328" y="51962"/>
                  </a:lnTo>
                  <a:lnTo>
                    <a:pt x="4525324" y="55440"/>
                  </a:lnTo>
                  <a:lnTo>
                    <a:pt x="4534321" y="48928"/>
                  </a:lnTo>
                  <a:lnTo>
                    <a:pt x="4543318" y="52398"/>
                  </a:lnTo>
                  <a:lnTo>
                    <a:pt x="4552314" y="55854"/>
                  </a:lnTo>
                  <a:lnTo>
                    <a:pt x="4561311" y="49379"/>
                  </a:lnTo>
                  <a:lnTo>
                    <a:pt x="4570308" y="52828"/>
                  </a:lnTo>
                  <a:lnTo>
                    <a:pt x="4579304" y="46385"/>
                  </a:lnTo>
                  <a:lnTo>
                    <a:pt x="4588301" y="49826"/>
                  </a:lnTo>
                  <a:lnTo>
                    <a:pt x="4597298" y="53253"/>
                  </a:lnTo>
                  <a:lnTo>
                    <a:pt x="4606294" y="46847"/>
                  </a:lnTo>
                  <a:lnTo>
                    <a:pt x="4615291" y="50267"/>
                  </a:lnTo>
                  <a:lnTo>
                    <a:pt x="4624288" y="53674"/>
                  </a:lnTo>
                  <a:lnTo>
                    <a:pt x="4633284" y="47303"/>
                  </a:lnTo>
                  <a:lnTo>
                    <a:pt x="4642281" y="50703"/>
                  </a:lnTo>
                  <a:lnTo>
                    <a:pt x="4651278" y="44363"/>
                  </a:lnTo>
                  <a:lnTo>
                    <a:pt x="4660274" y="47755"/>
                  </a:lnTo>
                  <a:lnTo>
                    <a:pt x="4669271" y="51134"/>
                  </a:lnTo>
                  <a:lnTo>
                    <a:pt x="4678268" y="44830"/>
                  </a:lnTo>
                  <a:lnTo>
                    <a:pt x="4687264" y="48201"/>
                  </a:lnTo>
                  <a:lnTo>
                    <a:pt x="4696261" y="51560"/>
                  </a:lnTo>
                  <a:lnTo>
                    <a:pt x="4705258" y="45291"/>
                  </a:lnTo>
                  <a:lnTo>
                    <a:pt x="4714254" y="48643"/>
                  </a:lnTo>
                  <a:lnTo>
                    <a:pt x="4723251" y="51981"/>
                  </a:lnTo>
                  <a:lnTo>
                    <a:pt x="4732248" y="45747"/>
                  </a:lnTo>
                  <a:lnTo>
                    <a:pt x="4741244" y="49079"/>
                  </a:lnTo>
                  <a:lnTo>
                    <a:pt x="4750241" y="42874"/>
                  </a:lnTo>
                  <a:lnTo>
                    <a:pt x="4759238" y="46198"/>
                  </a:lnTo>
                  <a:lnTo>
                    <a:pt x="4768234" y="49510"/>
                  </a:lnTo>
                  <a:lnTo>
                    <a:pt x="4777231" y="43339"/>
                  </a:lnTo>
                  <a:lnTo>
                    <a:pt x="4786228" y="46644"/>
                  </a:lnTo>
                  <a:lnTo>
                    <a:pt x="4795224" y="49936"/>
                  </a:lnTo>
                  <a:lnTo>
                    <a:pt x="4804221" y="43799"/>
                  </a:lnTo>
                  <a:lnTo>
                    <a:pt x="4813218" y="47085"/>
                  </a:lnTo>
                  <a:lnTo>
                    <a:pt x="4822214" y="40976"/>
                  </a:lnTo>
                  <a:lnTo>
                    <a:pt x="4831211" y="44255"/>
                  </a:lnTo>
                  <a:lnTo>
                    <a:pt x="4840208" y="47521"/>
                  </a:lnTo>
                  <a:lnTo>
                    <a:pt x="4849204" y="41445"/>
                  </a:lnTo>
                  <a:lnTo>
                    <a:pt x="4858201" y="44705"/>
                  </a:lnTo>
                  <a:lnTo>
                    <a:pt x="4867198" y="47952"/>
                  </a:lnTo>
                  <a:lnTo>
                    <a:pt x="4876194" y="41909"/>
                  </a:lnTo>
                  <a:lnTo>
                    <a:pt x="4885191" y="45150"/>
                  </a:lnTo>
                  <a:lnTo>
                    <a:pt x="4894188" y="39134"/>
                  </a:lnTo>
                  <a:lnTo>
                    <a:pt x="4903184" y="42368"/>
                  </a:lnTo>
                  <a:lnTo>
                    <a:pt x="4912181" y="45590"/>
                  </a:lnTo>
                  <a:lnTo>
                    <a:pt x="4921178" y="39606"/>
                  </a:lnTo>
                  <a:lnTo>
                    <a:pt x="4930174" y="42822"/>
                  </a:lnTo>
                  <a:lnTo>
                    <a:pt x="4939171" y="46025"/>
                  </a:lnTo>
                  <a:lnTo>
                    <a:pt x="4948168" y="40074"/>
                  </a:lnTo>
                  <a:lnTo>
                    <a:pt x="4957164" y="43271"/>
                  </a:lnTo>
                  <a:lnTo>
                    <a:pt x="4966161" y="46456"/>
                  </a:lnTo>
                  <a:lnTo>
                    <a:pt x="4975158" y="40536"/>
                  </a:lnTo>
                  <a:lnTo>
                    <a:pt x="4984154" y="43715"/>
                  </a:lnTo>
                  <a:lnTo>
                    <a:pt x="4993151" y="37821"/>
                  </a:lnTo>
                  <a:lnTo>
                    <a:pt x="5002148" y="40993"/>
                  </a:lnTo>
                  <a:lnTo>
                    <a:pt x="5011144" y="44154"/>
                  </a:lnTo>
                  <a:lnTo>
                    <a:pt x="5020141" y="38291"/>
                  </a:lnTo>
                  <a:lnTo>
                    <a:pt x="5029138" y="41445"/>
                  </a:lnTo>
                  <a:lnTo>
                    <a:pt x="5038134" y="44588"/>
                  </a:lnTo>
                  <a:lnTo>
                    <a:pt x="5047131" y="38756"/>
                  </a:lnTo>
                  <a:lnTo>
                    <a:pt x="5056128" y="41893"/>
                  </a:lnTo>
                  <a:lnTo>
                    <a:pt x="5065124" y="36085"/>
                  </a:lnTo>
                  <a:lnTo>
                    <a:pt x="5074121" y="39216"/>
                  </a:lnTo>
                  <a:lnTo>
                    <a:pt x="5083118" y="42335"/>
                  </a:lnTo>
                  <a:lnTo>
                    <a:pt x="5092114" y="36558"/>
                  </a:lnTo>
                  <a:lnTo>
                    <a:pt x="5101111" y="39671"/>
                  </a:lnTo>
                  <a:lnTo>
                    <a:pt x="5110108" y="42773"/>
                  </a:lnTo>
                  <a:lnTo>
                    <a:pt x="5119104" y="37026"/>
                  </a:lnTo>
                  <a:lnTo>
                    <a:pt x="5128101" y="40122"/>
                  </a:lnTo>
                  <a:lnTo>
                    <a:pt x="5137098" y="34399"/>
                  </a:lnTo>
                  <a:lnTo>
                    <a:pt x="5146094" y="37488"/>
                  </a:lnTo>
                  <a:lnTo>
                    <a:pt x="5155091" y="40567"/>
                  </a:lnTo>
                  <a:lnTo>
                    <a:pt x="5164088" y="34874"/>
                  </a:lnTo>
                  <a:lnTo>
                    <a:pt x="5173084" y="37946"/>
                  </a:lnTo>
                  <a:lnTo>
                    <a:pt x="5182081" y="41009"/>
                  </a:lnTo>
                  <a:lnTo>
                    <a:pt x="5191078" y="35344"/>
                  </a:lnTo>
                  <a:lnTo>
                    <a:pt x="5200074" y="38400"/>
                  </a:lnTo>
                  <a:lnTo>
                    <a:pt x="5209071" y="41445"/>
                  </a:lnTo>
                  <a:lnTo>
                    <a:pt x="5218068" y="35809"/>
                  </a:lnTo>
                  <a:lnTo>
                    <a:pt x="5227065" y="38848"/>
                  </a:lnTo>
                  <a:lnTo>
                    <a:pt x="5236061" y="33235"/>
                  </a:lnTo>
                  <a:lnTo>
                    <a:pt x="5245058" y="36269"/>
                  </a:lnTo>
                  <a:lnTo>
                    <a:pt x="5254055" y="39292"/>
                  </a:lnTo>
                  <a:lnTo>
                    <a:pt x="5263051" y="33707"/>
                  </a:lnTo>
                  <a:lnTo>
                    <a:pt x="5272048" y="36725"/>
                  </a:lnTo>
                  <a:lnTo>
                    <a:pt x="5281045" y="39732"/>
                  </a:lnTo>
                  <a:lnTo>
                    <a:pt x="5290041" y="34174"/>
                  </a:lnTo>
                  <a:lnTo>
                    <a:pt x="5299038" y="37176"/>
                  </a:lnTo>
                  <a:lnTo>
                    <a:pt x="5308035" y="31642"/>
                  </a:lnTo>
                  <a:lnTo>
                    <a:pt x="5317031" y="34637"/>
                  </a:lnTo>
                  <a:lnTo>
                    <a:pt x="5326028" y="37622"/>
                  </a:lnTo>
                  <a:lnTo>
                    <a:pt x="5335025" y="32115"/>
                  </a:lnTo>
                  <a:lnTo>
                    <a:pt x="5344021" y="35095"/>
                  </a:lnTo>
                  <a:lnTo>
                    <a:pt x="5353018" y="38064"/>
                  </a:lnTo>
                  <a:lnTo>
                    <a:pt x="5362015" y="32584"/>
                  </a:lnTo>
                  <a:lnTo>
                    <a:pt x="5371011" y="35548"/>
                  </a:lnTo>
                  <a:lnTo>
                    <a:pt x="5380008" y="30090"/>
                  </a:lnTo>
                  <a:lnTo>
                    <a:pt x="5389005" y="33048"/>
                  </a:lnTo>
                  <a:lnTo>
                    <a:pt x="5398001" y="35996"/>
                  </a:lnTo>
                  <a:lnTo>
                    <a:pt x="5406998" y="30565"/>
                  </a:lnTo>
                  <a:lnTo>
                    <a:pt x="5415995" y="33508"/>
                  </a:lnTo>
                  <a:lnTo>
                    <a:pt x="5424991" y="36440"/>
                  </a:lnTo>
                  <a:lnTo>
                    <a:pt x="5433988" y="31036"/>
                  </a:lnTo>
                  <a:lnTo>
                    <a:pt x="5442985" y="33963"/>
                  </a:lnTo>
                  <a:lnTo>
                    <a:pt x="5451981" y="36880"/>
                  </a:lnTo>
                  <a:lnTo>
                    <a:pt x="5460978" y="31501"/>
                  </a:lnTo>
                  <a:lnTo>
                    <a:pt x="5469975" y="34413"/>
                  </a:lnTo>
                  <a:lnTo>
                    <a:pt x="5478971" y="29056"/>
                  </a:lnTo>
                  <a:lnTo>
                    <a:pt x="5487968" y="31963"/>
                  </a:lnTo>
                  <a:lnTo>
                    <a:pt x="5496965" y="34859"/>
                  </a:lnTo>
                  <a:lnTo>
                    <a:pt x="5505961" y="29528"/>
                  </a:lnTo>
                  <a:lnTo>
                    <a:pt x="5514958" y="32419"/>
                  </a:lnTo>
                  <a:lnTo>
                    <a:pt x="5523955" y="35301"/>
                  </a:lnTo>
                  <a:lnTo>
                    <a:pt x="5532951" y="29995"/>
                  </a:lnTo>
                  <a:lnTo>
                    <a:pt x="5541948" y="32871"/>
                  </a:lnTo>
                  <a:lnTo>
                    <a:pt x="5550945" y="27586"/>
                  </a:lnTo>
                  <a:lnTo>
                    <a:pt x="5559941" y="30457"/>
                  </a:lnTo>
                  <a:lnTo>
                    <a:pt x="5568938" y="33319"/>
                  </a:lnTo>
                  <a:lnTo>
                    <a:pt x="5577935" y="28059"/>
                  </a:lnTo>
                  <a:lnTo>
                    <a:pt x="5586931" y="30915"/>
                  </a:lnTo>
                  <a:lnTo>
                    <a:pt x="5595928" y="33763"/>
                  </a:lnTo>
                  <a:lnTo>
                    <a:pt x="5604925" y="28527"/>
                  </a:lnTo>
                  <a:lnTo>
                    <a:pt x="5613921" y="31369"/>
                  </a:lnTo>
                  <a:lnTo>
                    <a:pt x="5622918" y="26154"/>
                  </a:lnTo>
                  <a:lnTo>
                    <a:pt x="5631915" y="28990"/>
                  </a:lnTo>
                  <a:lnTo>
                    <a:pt x="5640911" y="31818"/>
                  </a:lnTo>
                  <a:lnTo>
                    <a:pt x="5649908" y="26627"/>
                  </a:lnTo>
                  <a:lnTo>
                    <a:pt x="5658905" y="29450"/>
                  </a:lnTo>
                  <a:lnTo>
                    <a:pt x="5667901" y="32263"/>
                  </a:lnTo>
                  <a:lnTo>
                    <a:pt x="5676898" y="27096"/>
                  </a:lnTo>
                  <a:lnTo>
                    <a:pt x="5685895" y="29904"/>
                  </a:lnTo>
                  <a:lnTo>
                    <a:pt x="5694891" y="32704"/>
                  </a:lnTo>
                  <a:lnTo>
                    <a:pt x="5703888" y="27561"/>
                  </a:lnTo>
                  <a:lnTo>
                    <a:pt x="5712885" y="30355"/>
                  </a:lnTo>
                  <a:lnTo>
                    <a:pt x="5721881" y="25231"/>
                  </a:lnTo>
                  <a:lnTo>
                    <a:pt x="5730878" y="28021"/>
                  </a:lnTo>
                  <a:lnTo>
                    <a:pt x="5739875" y="30801"/>
                  </a:lnTo>
                  <a:lnTo>
                    <a:pt x="5748871" y="25701"/>
                  </a:lnTo>
                  <a:lnTo>
                    <a:pt x="5757868" y="28476"/>
                  </a:lnTo>
                  <a:lnTo>
                    <a:pt x="5766865" y="31243"/>
                  </a:lnTo>
                  <a:lnTo>
                    <a:pt x="5775861" y="26166"/>
                  </a:lnTo>
                  <a:lnTo>
                    <a:pt x="5784858" y="28928"/>
                  </a:lnTo>
                  <a:lnTo>
                    <a:pt x="5793855" y="23870"/>
                  </a:lnTo>
                  <a:lnTo>
                    <a:pt x="5802851" y="26627"/>
                  </a:lnTo>
                  <a:lnTo>
                    <a:pt x="5811848" y="29375"/>
                  </a:lnTo>
                  <a:lnTo>
                    <a:pt x="5820845" y="24340"/>
                  </a:lnTo>
                  <a:lnTo>
                    <a:pt x="5829841" y="27084"/>
                  </a:lnTo>
                  <a:lnTo>
                    <a:pt x="5838838" y="29819"/>
                  </a:lnTo>
                  <a:lnTo>
                    <a:pt x="5847835" y="24806"/>
                  </a:lnTo>
                  <a:lnTo>
                    <a:pt x="5856831" y="27536"/>
                  </a:lnTo>
                  <a:lnTo>
                    <a:pt x="5865828" y="22542"/>
                  </a:lnTo>
                  <a:lnTo>
                    <a:pt x="5874825" y="25268"/>
                  </a:lnTo>
                  <a:lnTo>
                    <a:pt x="5883821" y="27984"/>
                  </a:lnTo>
                  <a:lnTo>
                    <a:pt x="5892818" y="23013"/>
                  </a:lnTo>
                  <a:lnTo>
                    <a:pt x="5901815" y="25725"/>
                  </a:lnTo>
                  <a:lnTo>
                    <a:pt x="5910811" y="28429"/>
                  </a:lnTo>
                  <a:lnTo>
                    <a:pt x="5919808" y="23479"/>
                  </a:lnTo>
                  <a:lnTo>
                    <a:pt x="5928805" y="26178"/>
                  </a:lnTo>
                  <a:lnTo>
                    <a:pt x="5937801" y="21247"/>
                  </a:lnTo>
                  <a:lnTo>
                    <a:pt x="5946798" y="23941"/>
                  </a:lnTo>
                  <a:lnTo>
                    <a:pt x="5955795" y="26627"/>
                  </a:lnTo>
                  <a:lnTo>
                    <a:pt x="5964791" y="21717"/>
                  </a:lnTo>
                  <a:lnTo>
                    <a:pt x="5973788" y="24399"/>
                  </a:lnTo>
                  <a:lnTo>
                    <a:pt x="5982785" y="27072"/>
                  </a:lnTo>
                  <a:lnTo>
                    <a:pt x="5991781" y="22184"/>
                  </a:lnTo>
                  <a:lnTo>
                    <a:pt x="6000778" y="24852"/>
                  </a:lnTo>
                  <a:lnTo>
                    <a:pt x="6009775" y="19982"/>
                  </a:lnTo>
                  <a:lnTo>
                    <a:pt x="6018771" y="22646"/>
                  </a:lnTo>
                  <a:lnTo>
                    <a:pt x="6027768" y="25302"/>
                  </a:lnTo>
                  <a:lnTo>
                    <a:pt x="6036765" y="20453"/>
                  </a:lnTo>
                  <a:lnTo>
                    <a:pt x="6045761" y="23104"/>
                  </a:lnTo>
                  <a:lnTo>
                    <a:pt x="6054758" y="25748"/>
                  </a:lnTo>
                  <a:lnTo>
                    <a:pt x="6063755" y="20919"/>
                  </a:lnTo>
                  <a:lnTo>
                    <a:pt x="6072751" y="23558"/>
                  </a:lnTo>
                  <a:lnTo>
                    <a:pt x="6081748" y="26189"/>
                  </a:lnTo>
                  <a:lnTo>
                    <a:pt x="6090745" y="21382"/>
                  </a:lnTo>
                  <a:lnTo>
                    <a:pt x="6099741" y="24008"/>
                  </a:lnTo>
                  <a:lnTo>
                    <a:pt x="6108738" y="19218"/>
                  </a:lnTo>
                  <a:lnTo>
                    <a:pt x="6117735" y="21840"/>
                  </a:lnTo>
                  <a:lnTo>
                    <a:pt x="6126731" y="24454"/>
                  </a:lnTo>
                  <a:lnTo>
                    <a:pt x="6135728" y="19684"/>
                  </a:lnTo>
                  <a:lnTo>
                    <a:pt x="6144725" y="22294"/>
                  </a:lnTo>
                  <a:lnTo>
                    <a:pt x="6153721" y="24897"/>
                  </a:lnTo>
                  <a:lnTo>
                    <a:pt x="6162718" y="20147"/>
                  </a:lnTo>
                  <a:lnTo>
                    <a:pt x="6171715" y="22745"/>
                  </a:lnTo>
                  <a:lnTo>
                    <a:pt x="6180711" y="18012"/>
                  </a:lnTo>
                  <a:lnTo>
                    <a:pt x="6189708" y="20605"/>
                  </a:lnTo>
                  <a:lnTo>
                    <a:pt x="6198705" y="23191"/>
                  </a:lnTo>
                  <a:lnTo>
                    <a:pt x="6207701" y="18478"/>
                  </a:lnTo>
                  <a:lnTo>
                    <a:pt x="6216698" y="21060"/>
                  </a:lnTo>
                  <a:lnTo>
                    <a:pt x="6225695" y="23634"/>
                  </a:lnTo>
                  <a:lnTo>
                    <a:pt x="6234691" y="18940"/>
                  </a:lnTo>
                  <a:lnTo>
                    <a:pt x="6243688" y="21510"/>
                  </a:lnTo>
                  <a:lnTo>
                    <a:pt x="6252685" y="16834"/>
                  </a:lnTo>
                  <a:lnTo>
                    <a:pt x="6261681" y="19399"/>
                  </a:lnTo>
                  <a:lnTo>
                    <a:pt x="6270678" y="21957"/>
                  </a:lnTo>
                  <a:lnTo>
                    <a:pt x="6279675" y="17300"/>
                  </a:lnTo>
                  <a:lnTo>
                    <a:pt x="6288672" y="19853"/>
                  </a:lnTo>
                  <a:lnTo>
                    <a:pt x="6297668" y="22399"/>
                  </a:lnTo>
                  <a:lnTo>
                    <a:pt x="6306665" y="17762"/>
                  </a:lnTo>
                  <a:lnTo>
                    <a:pt x="6315662" y="20304"/>
                  </a:lnTo>
                  <a:lnTo>
                    <a:pt x="6324658" y="15682"/>
                  </a:lnTo>
                  <a:lnTo>
                    <a:pt x="6333655" y="18220"/>
                  </a:lnTo>
                  <a:lnTo>
                    <a:pt x="6342652" y="20750"/>
                  </a:lnTo>
                  <a:lnTo>
                    <a:pt x="6351648" y="16148"/>
                  </a:lnTo>
                  <a:lnTo>
                    <a:pt x="6360645" y="18674"/>
                  </a:lnTo>
                  <a:lnTo>
                    <a:pt x="6369642" y="21193"/>
                  </a:lnTo>
                  <a:lnTo>
                    <a:pt x="6378638" y="16609"/>
                  </a:lnTo>
                  <a:lnTo>
                    <a:pt x="6387635" y="19124"/>
                  </a:lnTo>
                  <a:lnTo>
                    <a:pt x="6396632" y="14556"/>
                  </a:lnTo>
                  <a:lnTo>
                    <a:pt x="6405628" y="17067"/>
                  </a:lnTo>
                  <a:lnTo>
                    <a:pt x="6414625" y="19571"/>
                  </a:lnTo>
                  <a:lnTo>
                    <a:pt x="6423622" y="15021"/>
                  </a:lnTo>
                  <a:lnTo>
                    <a:pt x="6432618" y="17521"/>
                  </a:lnTo>
                  <a:lnTo>
                    <a:pt x="6441615" y="20014"/>
                  </a:lnTo>
                  <a:lnTo>
                    <a:pt x="6450612" y="15483"/>
                  </a:lnTo>
                  <a:lnTo>
                    <a:pt x="6459608" y="17971"/>
                  </a:lnTo>
                  <a:lnTo>
                    <a:pt x="6468605" y="20453"/>
                  </a:lnTo>
                  <a:lnTo>
                    <a:pt x="6477602" y="15940"/>
                  </a:lnTo>
                  <a:lnTo>
                    <a:pt x="6486598" y="18418"/>
                  </a:lnTo>
                  <a:lnTo>
                    <a:pt x="6495595" y="13920"/>
                  </a:lnTo>
                  <a:lnTo>
                    <a:pt x="6504592" y="16394"/>
                  </a:lnTo>
                  <a:lnTo>
                    <a:pt x="6513588" y="18860"/>
                  </a:lnTo>
                  <a:lnTo>
                    <a:pt x="6522585" y="14381"/>
                  </a:lnTo>
                  <a:lnTo>
                    <a:pt x="6531582" y="16843"/>
                  </a:lnTo>
                  <a:lnTo>
                    <a:pt x="6540578" y="19299"/>
                  </a:lnTo>
                  <a:lnTo>
                    <a:pt x="6549575" y="14838"/>
                  </a:lnTo>
                  <a:lnTo>
                    <a:pt x="6558572" y="17290"/>
                  </a:lnTo>
                  <a:lnTo>
                    <a:pt x="6567568" y="12843"/>
                  </a:lnTo>
                  <a:lnTo>
                    <a:pt x="6576565" y="15291"/>
                  </a:lnTo>
                  <a:lnTo>
                    <a:pt x="6585562" y="17732"/>
                  </a:lnTo>
                  <a:lnTo>
                    <a:pt x="6594558" y="13303"/>
                  </a:lnTo>
                  <a:lnTo>
                    <a:pt x="6603555" y="15740"/>
                  </a:lnTo>
                  <a:lnTo>
                    <a:pt x="6612552" y="18171"/>
                  </a:lnTo>
                  <a:lnTo>
                    <a:pt x="6621548" y="13759"/>
                  </a:lnTo>
                  <a:lnTo>
                    <a:pt x="6630545" y="16186"/>
                  </a:lnTo>
                  <a:lnTo>
                    <a:pt x="6639542" y="11789"/>
                  </a:lnTo>
                  <a:lnTo>
                    <a:pt x="6648538" y="14212"/>
                  </a:lnTo>
                  <a:lnTo>
                    <a:pt x="6657535" y="16628"/>
                  </a:lnTo>
                  <a:lnTo>
                    <a:pt x="6666532" y="12248"/>
                  </a:lnTo>
                  <a:lnTo>
                    <a:pt x="6675528" y="14661"/>
                  </a:lnTo>
                  <a:lnTo>
                    <a:pt x="6684525" y="17067"/>
                  </a:lnTo>
                  <a:lnTo>
                    <a:pt x="6693522" y="12704"/>
                  </a:lnTo>
                  <a:lnTo>
                    <a:pt x="6702518" y="15106"/>
                  </a:lnTo>
                  <a:lnTo>
                    <a:pt x="6711515" y="10758"/>
                  </a:lnTo>
                  <a:lnTo>
                    <a:pt x="6720512" y="13156"/>
                  </a:lnTo>
                  <a:lnTo>
                    <a:pt x="6729508" y="15548"/>
                  </a:lnTo>
                  <a:lnTo>
                    <a:pt x="6738505" y="11216"/>
                  </a:lnTo>
                  <a:lnTo>
                    <a:pt x="6747502" y="13605"/>
                  </a:lnTo>
                  <a:lnTo>
                    <a:pt x="6756498" y="15986"/>
                  </a:lnTo>
                  <a:lnTo>
                    <a:pt x="6765495" y="11671"/>
                  </a:lnTo>
                  <a:lnTo>
                    <a:pt x="6774492" y="14049"/>
                  </a:lnTo>
                  <a:lnTo>
                    <a:pt x="6783488" y="9748"/>
                  </a:lnTo>
                  <a:lnTo>
                    <a:pt x="6792485" y="12123"/>
                  </a:lnTo>
                  <a:lnTo>
                    <a:pt x="6801482" y="14491"/>
                  </a:lnTo>
                  <a:lnTo>
                    <a:pt x="6810478" y="10206"/>
                  </a:lnTo>
                  <a:lnTo>
                    <a:pt x="6819475" y="12570"/>
                  </a:lnTo>
                  <a:lnTo>
                    <a:pt x="6828472" y="14929"/>
                  </a:lnTo>
                  <a:lnTo>
                    <a:pt x="6837468" y="10660"/>
                  </a:lnTo>
                  <a:lnTo>
                    <a:pt x="6846465" y="13015"/>
                  </a:lnTo>
                  <a:lnTo>
                    <a:pt x="6855462" y="8760"/>
                  </a:lnTo>
                  <a:lnTo>
                    <a:pt x="6864458" y="11111"/>
                  </a:lnTo>
                  <a:lnTo>
                    <a:pt x="6873455" y="13455"/>
                  </a:lnTo>
                  <a:lnTo>
                    <a:pt x="6882452" y="9217"/>
                  </a:lnTo>
                  <a:lnTo>
                    <a:pt x="6891448" y="11558"/>
                  </a:lnTo>
                  <a:lnTo>
                    <a:pt x="6900445" y="13893"/>
                  </a:lnTo>
                  <a:lnTo>
                    <a:pt x="6909442" y="9670"/>
                  </a:lnTo>
                  <a:lnTo>
                    <a:pt x="6918438" y="12001"/>
                  </a:lnTo>
                  <a:lnTo>
                    <a:pt x="6927435" y="14327"/>
                  </a:lnTo>
                  <a:lnTo>
                    <a:pt x="6936432" y="10120"/>
                  </a:lnTo>
                  <a:lnTo>
                    <a:pt x="6945428" y="12442"/>
                  </a:lnTo>
                  <a:lnTo>
                    <a:pt x="6954425" y="8248"/>
                  </a:lnTo>
                  <a:lnTo>
                    <a:pt x="6963422" y="10566"/>
                  </a:lnTo>
                  <a:lnTo>
                    <a:pt x="6972418" y="12878"/>
                  </a:lnTo>
                  <a:lnTo>
                    <a:pt x="6981415" y="8700"/>
                  </a:lnTo>
                  <a:lnTo>
                    <a:pt x="6990412" y="11009"/>
                  </a:lnTo>
                  <a:lnTo>
                    <a:pt x="6999408" y="13312"/>
                  </a:lnTo>
                  <a:lnTo>
                    <a:pt x="7008405" y="9149"/>
                  </a:lnTo>
                  <a:lnTo>
                    <a:pt x="7017402" y="11449"/>
                  </a:lnTo>
                  <a:lnTo>
                    <a:pt x="7026398" y="7299"/>
                  </a:lnTo>
                  <a:lnTo>
                    <a:pt x="7035395" y="9595"/>
                  </a:lnTo>
                  <a:lnTo>
                    <a:pt x="7044392" y="11885"/>
                  </a:lnTo>
                  <a:lnTo>
                    <a:pt x="7053388" y="7751"/>
                  </a:lnTo>
                  <a:lnTo>
                    <a:pt x="7062385" y="10037"/>
                  </a:lnTo>
                  <a:lnTo>
                    <a:pt x="7071382" y="12317"/>
                  </a:lnTo>
                  <a:lnTo>
                    <a:pt x="7080378" y="8199"/>
                  </a:lnTo>
                  <a:lnTo>
                    <a:pt x="7089375" y="10476"/>
                  </a:lnTo>
                  <a:lnTo>
                    <a:pt x="7098372" y="6369"/>
                  </a:lnTo>
                  <a:lnTo>
                    <a:pt x="7107368" y="8643"/>
                  </a:lnTo>
                  <a:lnTo>
                    <a:pt x="7116365" y="10911"/>
                  </a:lnTo>
                  <a:lnTo>
                    <a:pt x="7125362" y="6820"/>
                  </a:lnTo>
                  <a:lnTo>
                    <a:pt x="7134358" y="9084"/>
                  </a:lnTo>
                  <a:lnTo>
                    <a:pt x="7143355" y="11343"/>
                  </a:lnTo>
                  <a:lnTo>
                    <a:pt x="7152352" y="7267"/>
                  </a:lnTo>
                  <a:lnTo>
                    <a:pt x="7161348" y="9522"/>
                  </a:lnTo>
                  <a:lnTo>
                    <a:pt x="7170345" y="5458"/>
                  </a:lnTo>
                  <a:lnTo>
                    <a:pt x="7179342" y="7710"/>
                  </a:lnTo>
                  <a:lnTo>
                    <a:pt x="7188338" y="9957"/>
                  </a:lnTo>
                  <a:lnTo>
                    <a:pt x="7197335" y="5908"/>
                  </a:lnTo>
                  <a:lnTo>
                    <a:pt x="7206332" y="8151"/>
                  </a:lnTo>
                  <a:lnTo>
                    <a:pt x="7215328" y="10388"/>
                  </a:lnTo>
                  <a:lnTo>
                    <a:pt x="7224325" y="6354"/>
                  </a:lnTo>
                  <a:lnTo>
                    <a:pt x="7233322" y="8588"/>
                  </a:lnTo>
                  <a:lnTo>
                    <a:pt x="7242318" y="4565"/>
                  </a:lnTo>
                  <a:lnTo>
                    <a:pt x="7251315" y="6796"/>
                  </a:lnTo>
                  <a:lnTo>
                    <a:pt x="7260312" y="9021"/>
                  </a:lnTo>
                  <a:lnTo>
                    <a:pt x="7269308" y="5014"/>
                  </a:lnTo>
                  <a:lnTo>
                    <a:pt x="7278305" y="7236"/>
                  </a:lnTo>
                  <a:lnTo>
                    <a:pt x="7287302" y="9452"/>
                  </a:lnTo>
                  <a:lnTo>
                    <a:pt x="7296298" y="5458"/>
                  </a:lnTo>
                  <a:lnTo>
                    <a:pt x="7305295" y="7672"/>
                  </a:lnTo>
                  <a:lnTo>
                    <a:pt x="7314292" y="3690"/>
                  </a:lnTo>
                  <a:lnTo>
                    <a:pt x="7323289" y="5900"/>
                  </a:lnTo>
                  <a:lnTo>
                    <a:pt x="7332285" y="8104"/>
                  </a:lnTo>
                  <a:lnTo>
                    <a:pt x="7341282" y="4137"/>
                  </a:lnTo>
                  <a:lnTo>
                    <a:pt x="7350279" y="6338"/>
                  </a:lnTo>
                  <a:lnTo>
                    <a:pt x="7359275" y="8534"/>
                  </a:lnTo>
                  <a:lnTo>
                    <a:pt x="7368272" y="4581"/>
                  </a:lnTo>
                  <a:lnTo>
                    <a:pt x="7377269" y="6773"/>
                  </a:lnTo>
                  <a:lnTo>
                    <a:pt x="7386265" y="2832"/>
                  </a:lnTo>
                  <a:lnTo>
                    <a:pt x="7395262" y="5021"/>
                  </a:lnTo>
                  <a:lnTo>
                    <a:pt x="7404259" y="7205"/>
                  </a:lnTo>
                  <a:lnTo>
                    <a:pt x="7413255" y="3277"/>
                  </a:lnTo>
                  <a:lnTo>
                    <a:pt x="7422252" y="5458"/>
                  </a:lnTo>
                  <a:lnTo>
                    <a:pt x="7431249" y="7634"/>
                  </a:lnTo>
                  <a:lnTo>
                    <a:pt x="7440245" y="3720"/>
                  </a:lnTo>
                  <a:lnTo>
                    <a:pt x="7449242" y="5892"/>
                  </a:lnTo>
                  <a:lnTo>
                    <a:pt x="7458239" y="1990"/>
                  </a:lnTo>
                  <a:lnTo>
                    <a:pt x="7467235" y="4159"/>
                  </a:lnTo>
                  <a:lnTo>
                    <a:pt x="7476232" y="6323"/>
                  </a:lnTo>
                  <a:lnTo>
                    <a:pt x="7485229" y="2434"/>
                  </a:lnTo>
                  <a:lnTo>
                    <a:pt x="7494225" y="4595"/>
                  </a:lnTo>
                  <a:lnTo>
                    <a:pt x="7503222" y="6751"/>
                  </a:lnTo>
                  <a:lnTo>
                    <a:pt x="7512219" y="2876"/>
                  </a:lnTo>
                  <a:lnTo>
                    <a:pt x="7521215" y="5028"/>
                  </a:lnTo>
                  <a:lnTo>
                    <a:pt x="7530212" y="1164"/>
                  </a:lnTo>
                  <a:lnTo>
                    <a:pt x="7539209" y="3314"/>
                  </a:lnTo>
                  <a:lnTo>
                    <a:pt x="7548205" y="5458"/>
                  </a:lnTo>
                  <a:lnTo>
                    <a:pt x="7557202" y="1607"/>
                  </a:lnTo>
                  <a:lnTo>
                    <a:pt x="7566199" y="3749"/>
                  </a:lnTo>
                  <a:lnTo>
                    <a:pt x="7575195" y="5885"/>
                  </a:lnTo>
                  <a:lnTo>
                    <a:pt x="7584192" y="2047"/>
                  </a:lnTo>
                  <a:lnTo>
                    <a:pt x="7593189" y="4181"/>
                  </a:lnTo>
                  <a:lnTo>
                    <a:pt x="7602185" y="354"/>
                  </a:lnTo>
                  <a:lnTo>
                    <a:pt x="7611182" y="2484"/>
                  </a:lnTo>
                  <a:lnTo>
                    <a:pt x="7620179" y="4610"/>
                  </a:lnTo>
                  <a:lnTo>
                    <a:pt x="7629175" y="796"/>
                  </a:lnTo>
                  <a:lnTo>
                    <a:pt x="7638172" y="2918"/>
                  </a:lnTo>
                  <a:lnTo>
                    <a:pt x="7647169" y="5036"/>
                  </a:lnTo>
                  <a:lnTo>
                    <a:pt x="7656165" y="1235"/>
                  </a:lnTo>
                  <a:lnTo>
                    <a:pt x="7665162" y="3349"/>
                  </a:lnTo>
                  <a:lnTo>
                    <a:pt x="7674159" y="5458"/>
                  </a:lnTo>
                  <a:lnTo>
                    <a:pt x="7683155" y="1670"/>
                  </a:lnTo>
                  <a:lnTo>
                    <a:pt x="7692152" y="3777"/>
                  </a:lnTo>
                  <a:lnTo>
                    <a:pt x="7701149" y="0"/>
                  </a:lnTo>
                  <a:lnTo>
                    <a:pt x="7710145" y="2103"/>
                  </a:lnTo>
                  <a:lnTo>
                    <a:pt x="7719142" y="420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5399" y="5970888"/>
              <a:ext cx="7719142" cy="0"/>
            </a:xfrm>
            <a:custGeom>
              <a:avLst/>
              <a:pathLst>
                <a:path w="7719142" h="0">
                  <a:moveTo>
                    <a:pt x="7719142" y="0"/>
                  </a:moveTo>
                  <a:lnTo>
                    <a:pt x="7710145" y="0"/>
                  </a:lnTo>
                  <a:lnTo>
                    <a:pt x="7701149" y="0"/>
                  </a:lnTo>
                  <a:lnTo>
                    <a:pt x="7692152" y="0"/>
                  </a:lnTo>
                  <a:lnTo>
                    <a:pt x="7683155" y="0"/>
                  </a:lnTo>
                  <a:lnTo>
                    <a:pt x="7674159" y="0"/>
                  </a:lnTo>
                  <a:lnTo>
                    <a:pt x="7665162" y="0"/>
                  </a:lnTo>
                  <a:lnTo>
                    <a:pt x="7656165" y="0"/>
                  </a:lnTo>
                  <a:lnTo>
                    <a:pt x="7647169" y="0"/>
                  </a:lnTo>
                  <a:lnTo>
                    <a:pt x="7638172" y="0"/>
                  </a:lnTo>
                  <a:lnTo>
                    <a:pt x="7629175" y="0"/>
                  </a:lnTo>
                  <a:lnTo>
                    <a:pt x="7620179" y="0"/>
                  </a:lnTo>
                  <a:lnTo>
                    <a:pt x="7611182" y="0"/>
                  </a:lnTo>
                  <a:lnTo>
                    <a:pt x="7602185" y="0"/>
                  </a:lnTo>
                  <a:lnTo>
                    <a:pt x="7593189" y="0"/>
                  </a:lnTo>
                  <a:lnTo>
                    <a:pt x="7584192" y="0"/>
                  </a:lnTo>
                  <a:lnTo>
                    <a:pt x="7575195" y="0"/>
                  </a:lnTo>
                  <a:lnTo>
                    <a:pt x="7566199" y="0"/>
                  </a:lnTo>
                  <a:lnTo>
                    <a:pt x="7557202" y="0"/>
                  </a:lnTo>
                  <a:lnTo>
                    <a:pt x="7548205" y="0"/>
                  </a:lnTo>
                  <a:lnTo>
                    <a:pt x="7539209" y="0"/>
                  </a:lnTo>
                  <a:lnTo>
                    <a:pt x="7530212" y="0"/>
                  </a:lnTo>
                  <a:lnTo>
                    <a:pt x="7521215" y="0"/>
                  </a:lnTo>
                  <a:lnTo>
                    <a:pt x="7512219" y="0"/>
                  </a:lnTo>
                  <a:lnTo>
                    <a:pt x="7503222" y="0"/>
                  </a:lnTo>
                  <a:lnTo>
                    <a:pt x="7494225" y="0"/>
                  </a:lnTo>
                  <a:lnTo>
                    <a:pt x="7485229" y="0"/>
                  </a:lnTo>
                  <a:lnTo>
                    <a:pt x="7476232" y="0"/>
                  </a:lnTo>
                  <a:lnTo>
                    <a:pt x="7467235" y="0"/>
                  </a:lnTo>
                  <a:lnTo>
                    <a:pt x="7458239" y="0"/>
                  </a:lnTo>
                  <a:lnTo>
                    <a:pt x="7449242" y="0"/>
                  </a:lnTo>
                  <a:lnTo>
                    <a:pt x="7440245" y="0"/>
                  </a:lnTo>
                  <a:lnTo>
                    <a:pt x="7431249" y="0"/>
                  </a:lnTo>
                  <a:lnTo>
                    <a:pt x="7422252" y="0"/>
                  </a:lnTo>
                  <a:lnTo>
                    <a:pt x="7413255" y="0"/>
                  </a:lnTo>
                  <a:lnTo>
                    <a:pt x="7404259" y="0"/>
                  </a:lnTo>
                  <a:lnTo>
                    <a:pt x="7395262" y="0"/>
                  </a:lnTo>
                  <a:lnTo>
                    <a:pt x="7386265" y="0"/>
                  </a:lnTo>
                  <a:lnTo>
                    <a:pt x="7377269" y="0"/>
                  </a:lnTo>
                  <a:lnTo>
                    <a:pt x="7368272" y="0"/>
                  </a:lnTo>
                  <a:lnTo>
                    <a:pt x="7359275" y="0"/>
                  </a:lnTo>
                  <a:lnTo>
                    <a:pt x="7350279" y="0"/>
                  </a:lnTo>
                  <a:lnTo>
                    <a:pt x="7341282" y="0"/>
                  </a:lnTo>
                  <a:lnTo>
                    <a:pt x="7332285" y="0"/>
                  </a:lnTo>
                  <a:lnTo>
                    <a:pt x="7323289" y="0"/>
                  </a:lnTo>
                  <a:lnTo>
                    <a:pt x="7314292" y="0"/>
                  </a:lnTo>
                  <a:lnTo>
                    <a:pt x="7305295" y="0"/>
                  </a:lnTo>
                  <a:lnTo>
                    <a:pt x="7296298" y="0"/>
                  </a:lnTo>
                  <a:lnTo>
                    <a:pt x="7287302" y="0"/>
                  </a:lnTo>
                  <a:lnTo>
                    <a:pt x="7278305" y="0"/>
                  </a:lnTo>
                  <a:lnTo>
                    <a:pt x="7269308" y="0"/>
                  </a:lnTo>
                  <a:lnTo>
                    <a:pt x="7260312" y="0"/>
                  </a:lnTo>
                  <a:lnTo>
                    <a:pt x="7251315" y="0"/>
                  </a:lnTo>
                  <a:lnTo>
                    <a:pt x="7242318" y="0"/>
                  </a:lnTo>
                  <a:lnTo>
                    <a:pt x="7233322" y="0"/>
                  </a:lnTo>
                  <a:lnTo>
                    <a:pt x="7224325" y="0"/>
                  </a:lnTo>
                  <a:lnTo>
                    <a:pt x="7215328" y="0"/>
                  </a:lnTo>
                  <a:lnTo>
                    <a:pt x="7206332" y="0"/>
                  </a:lnTo>
                  <a:lnTo>
                    <a:pt x="7197335" y="0"/>
                  </a:lnTo>
                  <a:lnTo>
                    <a:pt x="7188338" y="0"/>
                  </a:lnTo>
                  <a:lnTo>
                    <a:pt x="7179342" y="0"/>
                  </a:lnTo>
                  <a:lnTo>
                    <a:pt x="7170345" y="0"/>
                  </a:lnTo>
                  <a:lnTo>
                    <a:pt x="7161348" y="0"/>
                  </a:lnTo>
                  <a:lnTo>
                    <a:pt x="7152352" y="0"/>
                  </a:lnTo>
                  <a:lnTo>
                    <a:pt x="7143355" y="0"/>
                  </a:lnTo>
                  <a:lnTo>
                    <a:pt x="7134358" y="0"/>
                  </a:lnTo>
                  <a:lnTo>
                    <a:pt x="7125362" y="0"/>
                  </a:lnTo>
                  <a:lnTo>
                    <a:pt x="7116365" y="0"/>
                  </a:lnTo>
                  <a:lnTo>
                    <a:pt x="7107368" y="0"/>
                  </a:lnTo>
                  <a:lnTo>
                    <a:pt x="7098372" y="0"/>
                  </a:lnTo>
                  <a:lnTo>
                    <a:pt x="7089375" y="0"/>
                  </a:lnTo>
                  <a:lnTo>
                    <a:pt x="7080378" y="0"/>
                  </a:lnTo>
                  <a:lnTo>
                    <a:pt x="7071382" y="0"/>
                  </a:lnTo>
                  <a:lnTo>
                    <a:pt x="7062385" y="0"/>
                  </a:lnTo>
                  <a:lnTo>
                    <a:pt x="7053388" y="0"/>
                  </a:lnTo>
                  <a:lnTo>
                    <a:pt x="7044392" y="0"/>
                  </a:lnTo>
                  <a:lnTo>
                    <a:pt x="7035395" y="0"/>
                  </a:lnTo>
                  <a:lnTo>
                    <a:pt x="7026398" y="0"/>
                  </a:lnTo>
                  <a:lnTo>
                    <a:pt x="7017402" y="0"/>
                  </a:lnTo>
                  <a:lnTo>
                    <a:pt x="7008405" y="0"/>
                  </a:lnTo>
                  <a:lnTo>
                    <a:pt x="6999408" y="0"/>
                  </a:lnTo>
                  <a:lnTo>
                    <a:pt x="6990412" y="0"/>
                  </a:lnTo>
                  <a:lnTo>
                    <a:pt x="6981415" y="0"/>
                  </a:lnTo>
                  <a:lnTo>
                    <a:pt x="6972418" y="0"/>
                  </a:lnTo>
                  <a:lnTo>
                    <a:pt x="6963422" y="0"/>
                  </a:lnTo>
                  <a:lnTo>
                    <a:pt x="6954425" y="0"/>
                  </a:lnTo>
                  <a:lnTo>
                    <a:pt x="6945428" y="0"/>
                  </a:lnTo>
                  <a:lnTo>
                    <a:pt x="6936432" y="0"/>
                  </a:lnTo>
                  <a:lnTo>
                    <a:pt x="6927435" y="0"/>
                  </a:lnTo>
                  <a:lnTo>
                    <a:pt x="6918438" y="0"/>
                  </a:lnTo>
                  <a:lnTo>
                    <a:pt x="6909442" y="0"/>
                  </a:lnTo>
                  <a:lnTo>
                    <a:pt x="6900445" y="0"/>
                  </a:lnTo>
                  <a:lnTo>
                    <a:pt x="6891448" y="0"/>
                  </a:lnTo>
                  <a:lnTo>
                    <a:pt x="6882452" y="0"/>
                  </a:lnTo>
                  <a:lnTo>
                    <a:pt x="6873455" y="0"/>
                  </a:lnTo>
                  <a:lnTo>
                    <a:pt x="6864458" y="0"/>
                  </a:lnTo>
                  <a:lnTo>
                    <a:pt x="6855462" y="0"/>
                  </a:lnTo>
                  <a:lnTo>
                    <a:pt x="6846465" y="0"/>
                  </a:lnTo>
                  <a:lnTo>
                    <a:pt x="6837468" y="0"/>
                  </a:lnTo>
                  <a:lnTo>
                    <a:pt x="6828472" y="0"/>
                  </a:lnTo>
                  <a:lnTo>
                    <a:pt x="6819475" y="0"/>
                  </a:lnTo>
                  <a:lnTo>
                    <a:pt x="6810478" y="0"/>
                  </a:lnTo>
                  <a:lnTo>
                    <a:pt x="6801482" y="0"/>
                  </a:lnTo>
                  <a:lnTo>
                    <a:pt x="6792485" y="0"/>
                  </a:lnTo>
                  <a:lnTo>
                    <a:pt x="6783488" y="0"/>
                  </a:lnTo>
                  <a:lnTo>
                    <a:pt x="6774492" y="0"/>
                  </a:lnTo>
                  <a:lnTo>
                    <a:pt x="6765495" y="0"/>
                  </a:lnTo>
                  <a:lnTo>
                    <a:pt x="6756498" y="0"/>
                  </a:lnTo>
                  <a:lnTo>
                    <a:pt x="6747502" y="0"/>
                  </a:lnTo>
                  <a:lnTo>
                    <a:pt x="6738505" y="0"/>
                  </a:lnTo>
                  <a:lnTo>
                    <a:pt x="6729508" y="0"/>
                  </a:lnTo>
                  <a:lnTo>
                    <a:pt x="6720512" y="0"/>
                  </a:lnTo>
                  <a:lnTo>
                    <a:pt x="6711515" y="0"/>
                  </a:lnTo>
                  <a:lnTo>
                    <a:pt x="6702518" y="0"/>
                  </a:lnTo>
                  <a:lnTo>
                    <a:pt x="6693522" y="0"/>
                  </a:lnTo>
                  <a:lnTo>
                    <a:pt x="6684525" y="0"/>
                  </a:lnTo>
                  <a:lnTo>
                    <a:pt x="6675528" y="0"/>
                  </a:lnTo>
                  <a:lnTo>
                    <a:pt x="6666532" y="0"/>
                  </a:lnTo>
                  <a:lnTo>
                    <a:pt x="6657535" y="0"/>
                  </a:lnTo>
                  <a:lnTo>
                    <a:pt x="6648538" y="0"/>
                  </a:lnTo>
                  <a:lnTo>
                    <a:pt x="6639542" y="0"/>
                  </a:lnTo>
                  <a:lnTo>
                    <a:pt x="6630545" y="0"/>
                  </a:lnTo>
                  <a:lnTo>
                    <a:pt x="6621548" y="0"/>
                  </a:lnTo>
                  <a:lnTo>
                    <a:pt x="6612552" y="0"/>
                  </a:lnTo>
                  <a:lnTo>
                    <a:pt x="6603555" y="0"/>
                  </a:lnTo>
                  <a:lnTo>
                    <a:pt x="6594558" y="0"/>
                  </a:lnTo>
                  <a:lnTo>
                    <a:pt x="6585562" y="0"/>
                  </a:lnTo>
                  <a:lnTo>
                    <a:pt x="6576565" y="0"/>
                  </a:lnTo>
                  <a:lnTo>
                    <a:pt x="6567568" y="0"/>
                  </a:lnTo>
                  <a:lnTo>
                    <a:pt x="6558572" y="0"/>
                  </a:lnTo>
                  <a:lnTo>
                    <a:pt x="6549575" y="0"/>
                  </a:lnTo>
                  <a:lnTo>
                    <a:pt x="6540578" y="0"/>
                  </a:lnTo>
                  <a:lnTo>
                    <a:pt x="6531582" y="0"/>
                  </a:lnTo>
                  <a:lnTo>
                    <a:pt x="6522585" y="0"/>
                  </a:lnTo>
                  <a:lnTo>
                    <a:pt x="6513588" y="0"/>
                  </a:lnTo>
                  <a:lnTo>
                    <a:pt x="6504592" y="0"/>
                  </a:lnTo>
                  <a:lnTo>
                    <a:pt x="6495595" y="0"/>
                  </a:lnTo>
                  <a:lnTo>
                    <a:pt x="6486598" y="0"/>
                  </a:lnTo>
                  <a:lnTo>
                    <a:pt x="6477602" y="0"/>
                  </a:lnTo>
                  <a:lnTo>
                    <a:pt x="6468605" y="0"/>
                  </a:lnTo>
                  <a:lnTo>
                    <a:pt x="6459608" y="0"/>
                  </a:lnTo>
                  <a:lnTo>
                    <a:pt x="6450612" y="0"/>
                  </a:lnTo>
                  <a:lnTo>
                    <a:pt x="6441615" y="0"/>
                  </a:lnTo>
                  <a:lnTo>
                    <a:pt x="6432618" y="0"/>
                  </a:lnTo>
                  <a:lnTo>
                    <a:pt x="6423622" y="0"/>
                  </a:lnTo>
                  <a:lnTo>
                    <a:pt x="6414625" y="0"/>
                  </a:lnTo>
                  <a:lnTo>
                    <a:pt x="6405628" y="0"/>
                  </a:lnTo>
                  <a:lnTo>
                    <a:pt x="6396632" y="0"/>
                  </a:lnTo>
                  <a:lnTo>
                    <a:pt x="6387635" y="0"/>
                  </a:lnTo>
                  <a:lnTo>
                    <a:pt x="6378638" y="0"/>
                  </a:lnTo>
                  <a:lnTo>
                    <a:pt x="6369642" y="0"/>
                  </a:lnTo>
                  <a:lnTo>
                    <a:pt x="6360645" y="0"/>
                  </a:lnTo>
                  <a:lnTo>
                    <a:pt x="6351648" y="0"/>
                  </a:lnTo>
                  <a:lnTo>
                    <a:pt x="6342652" y="0"/>
                  </a:lnTo>
                  <a:lnTo>
                    <a:pt x="6333655" y="0"/>
                  </a:lnTo>
                  <a:lnTo>
                    <a:pt x="6324658" y="0"/>
                  </a:lnTo>
                  <a:lnTo>
                    <a:pt x="6315662" y="0"/>
                  </a:lnTo>
                  <a:lnTo>
                    <a:pt x="6306665" y="0"/>
                  </a:lnTo>
                  <a:lnTo>
                    <a:pt x="6297668" y="0"/>
                  </a:lnTo>
                  <a:lnTo>
                    <a:pt x="6288672" y="0"/>
                  </a:lnTo>
                  <a:lnTo>
                    <a:pt x="6279675" y="0"/>
                  </a:lnTo>
                  <a:lnTo>
                    <a:pt x="6270678" y="0"/>
                  </a:lnTo>
                  <a:lnTo>
                    <a:pt x="6261681" y="0"/>
                  </a:lnTo>
                  <a:lnTo>
                    <a:pt x="6252685" y="0"/>
                  </a:lnTo>
                  <a:lnTo>
                    <a:pt x="6243688" y="0"/>
                  </a:lnTo>
                  <a:lnTo>
                    <a:pt x="6234691" y="0"/>
                  </a:lnTo>
                  <a:lnTo>
                    <a:pt x="6225695" y="0"/>
                  </a:lnTo>
                  <a:lnTo>
                    <a:pt x="6216698" y="0"/>
                  </a:lnTo>
                  <a:lnTo>
                    <a:pt x="6207701" y="0"/>
                  </a:lnTo>
                  <a:lnTo>
                    <a:pt x="6198705" y="0"/>
                  </a:lnTo>
                  <a:lnTo>
                    <a:pt x="6189708" y="0"/>
                  </a:lnTo>
                  <a:lnTo>
                    <a:pt x="6180711" y="0"/>
                  </a:lnTo>
                  <a:lnTo>
                    <a:pt x="6171715" y="0"/>
                  </a:lnTo>
                  <a:lnTo>
                    <a:pt x="6162718" y="0"/>
                  </a:lnTo>
                  <a:lnTo>
                    <a:pt x="6153721" y="0"/>
                  </a:lnTo>
                  <a:lnTo>
                    <a:pt x="6144725" y="0"/>
                  </a:lnTo>
                  <a:lnTo>
                    <a:pt x="6135728" y="0"/>
                  </a:lnTo>
                  <a:lnTo>
                    <a:pt x="6126731" y="0"/>
                  </a:lnTo>
                  <a:lnTo>
                    <a:pt x="6117735" y="0"/>
                  </a:lnTo>
                  <a:lnTo>
                    <a:pt x="6108738" y="0"/>
                  </a:lnTo>
                  <a:lnTo>
                    <a:pt x="6099741" y="0"/>
                  </a:lnTo>
                  <a:lnTo>
                    <a:pt x="6090745" y="0"/>
                  </a:lnTo>
                  <a:lnTo>
                    <a:pt x="6081748" y="0"/>
                  </a:lnTo>
                  <a:lnTo>
                    <a:pt x="6072751" y="0"/>
                  </a:lnTo>
                  <a:lnTo>
                    <a:pt x="6063755" y="0"/>
                  </a:lnTo>
                  <a:lnTo>
                    <a:pt x="6054758" y="0"/>
                  </a:lnTo>
                  <a:lnTo>
                    <a:pt x="6045761" y="0"/>
                  </a:lnTo>
                  <a:lnTo>
                    <a:pt x="6036765" y="0"/>
                  </a:lnTo>
                  <a:lnTo>
                    <a:pt x="6027768" y="0"/>
                  </a:lnTo>
                  <a:lnTo>
                    <a:pt x="6018771" y="0"/>
                  </a:lnTo>
                  <a:lnTo>
                    <a:pt x="6009775" y="0"/>
                  </a:lnTo>
                  <a:lnTo>
                    <a:pt x="6000778" y="0"/>
                  </a:lnTo>
                  <a:lnTo>
                    <a:pt x="5991781" y="0"/>
                  </a:lnTo>
                  <a:lnTo>
                    <a:pt x="5982785" y="0"/>
                  </a:lnTo>
                  <a:lnTo>
                    <a:pt x="5973788" y="0"/>
                  </a:lnTo>
                  <a:lnTo>
                    <a:pt x="5964791" y="0"/>
                  </a:lnTo>
                  <a:lnTo>
                    <a:pt x="5955795" y="0"/>
                  </a:lnTo>
                  <a:lnTo>
                    <a:pt x="5946798" y="0"/>
                  </a:lnTo>
                  <a:lnTo>
                    <a:pt x="5937801" y="0"/>
                  </a:lnTo>
                  <a:lnTo>
                    <a:pt x="5928805" y="0"/>
                  </a:lnTo>
                  <a:lnTo>
                    <a:pt x="5919808" y="0"/>
                  </a:lnTo>
                  <a:lnTo>
                    <a:pt x="5910811" y="0"/>
                  </a:lnTo>
                  <a:lnTo>
                    <a:pt x="5901815" y="0"/>
                  </a:lnTo>
                  <a:lnTo>
                    <a:pt x="5892818" y="0"/>
                  </a:lnTo>
                  <a:lnTo>
                    <a:pt x="5883821" y="0"/>
                  </a:lnTo>
                  <a:lnTo>
                    <a:pt x="5874825" y="0"/>
                  </a:lnTo>
                  <a:lnTo>
                    <a:pt x="5865828" y="0"/>
                  </a:lnTo>
                  <a:lnTo>
                    <a:pt x="5856831" y="0"/>
                  </a:lnTo>
                  <a:lnTo>
                    <a:pt x="5847835" y="0"/>
                  </a:lnTo>
                  <a:lnTo>
                    <a:pt x="5838838" y="0"/>
                  </a:lnTo>
                  <a:lnTo>
                    <a:pt x="5829841" y="0"/>
                  </a:lnTo>
                  <a:lnTo>
                    <a:pt x="5820845" y="0"/>
                  </a:lnTo>
                  <a:lnTo>
                    <a:pt x="5811848" y="0"/>
                  </a:lnTo>
                  <a:lnTo>
                    <a:pt x="5802851" y="0"/>
                  </a:lnTo>
                  <a:lnTo>
                    <a:pt x="5793855" y="0"/>
                  </a:lnTo>
                  <a:lnTo>
                    <a:pt x="5784858" y="0"/>
                  </a:lnTo>
                  <a:lnTo>
                    <a:pt x="5775861" y="0"/>
                  </a:lnTo>
                  <a:lnTo>
                    <a:pt x="5766865" y="0"/>
                  </a:lnTo>
                  <a:lnTo>
                    <a:pt x="5757868" y="0"/>
                  </a:lnTo>
                  <a:lnTo>
                    <a:pt x="5748871" y="0"/>
                  </a:lnTo>
                  <a:lnTo>
                    <a:pt x="5739875" y="0"/>
                  </a:lnTo>
                  <a:lnTo>
                    <a:pt x="5730878" y="0"/>
                  </a:lnTo>
                  <a:lnTo>
                    <a:pt x="5721881" y="0"/>
                  </a:lnTo>
                  <a:lnTo>
                    <a:pt x="5712885" y="0"/>
                  </a:lnTo>
                  <a:lnTo>
                    <a:pt x="5703888" y="0"/>
                  </a:lnTo>
                  <a:lnTo>
                    <a:pt x="5694891" y="0"/>
                  </a:lnTo>
                  <a:lnTo>
                    <a:pt x="5685895" y="0"/>
                  </a:lnTo>
                  <a:lnTo>
                    <a:pt x="5676898" y="0"/>
                  </a:lnTo>
                  <a:lnTo>
                    <a:pt x="5667901" y="0"/>
                  </a:lnTo>
                  <a:lnTo>
                    <a:pt x="5658905" y="0"/>
                  </a:lnTo>
                  <a:lnTo>
                    <a:pt x="5649908" y="0"/>
                  </a:lnTo>
                  <a:lnTo>
                    <a:pt x="5640911" y="0"/>
                  </a:lnTo>
                  <a:lnTo>
                    <a:pt x="5631915" y="0"/>
                  </a:lnTo>
                  <a:lnTo>
                    <a:pt x="5622918" y="0"/>
                  </a:lnTo>
                  <a:lnTo>
                    <a:pt x="5613921" y="0"/>
                  </a:lnTo>
                  <a:lnTo>
                    <a:pt x="5604925" y="0"/>
                  </a:lnTo>
                  <a:lnTo>
                    <a:pt x="5595928" y="0"/>
                  </a:lnTo>
                  <a:lnTo>
                    <a:pt x="5586931" y="0"/>
                  </a:lnTo>
                  <a:lnTo>
                    <a:pt x="5577935" y="0"/>
                  </a:lnTo>
                  <a:lnTo>
                    <a:pt x="5568938" y="0"/>
                  </a:lnTo>
                  <a:lnTo>
                    <a:pt x="5559941" y="0"/>
                  </a:lnTo>
                  <a:lnTo>
                    <a:pt x="5550945" y="0"/>
                  </a:lnTo>
                  <a:lnTo>
                    <a:pt x="5541948" y="0"/>
                  </a:lnTo>
                  <a:lnTo>
                    <a:pt x="5532951" y="0"/>
                  </a:lnTo>
                  <a:lnTo>
                    <a:pt x="5523955" y="0"/>
                  </a:lnTo>
                  <a:lnTo>
                    <a:pt x="5514958" y="0"/>
                  </a:lnTo>
                  <a:lnTo>
                    <a:pt x="5505961" y="0"/>
                  </a:lnTo>
                  <a:lnTo>
                    <a:pt x="5496965" y="0"/>
                  </a:lnTo>
                  <a:lnTo>
                    <a:pt x="5487968" y="0"/>
                  </a:lnTo>
                  <a:lnTo>
                    <a:pt x="5478971" y="0"/>
                  </a:lnTo>
                  <a:lnTo>
                    <a:pt x="5469975" y="0"/>
                  </a:lnTo>
                  <a:lnTo>
                    <a:pt x="5460978" y="0"/>
                  </a:lnTo>
                  <a:lnTo>
                    <a:pt x="5451981" y="0"/>
                  </a:lnTo>
                  <a:lnTo>
                    <a:pt x="5442985" y="0"/>
                  </a:lnTo>
                  <a:lnTo>
                    <a:pt x="5433988" y="0"/>
                  </a:lnTo>
                  <a:lnTo>
                    <a:pt x="5424991" y="0"/>
                  </a:lnTo>
                  <a:lnTo>
                    <a:pt x="5415995" y="0"/>
                  </a:lnTo>
                  <a:lnTo>
                    <a:pt x="5406998" y="0"/>
                  </a:lnTo>
                  <a:lnTo>
                    <a:pt x="5398001" y="0"/>
                  </a:lnTo>
                  <a:lnTo>
                    <a:pt x="5389005" y="0"/>
                  </a:lnTo>
                  <a:lnTo>
                    <a:pt x="5380008" y="0"/>
                  </a:lnTo>
                  <a:lnTo>
                    <a:pt x="5371011" y="0"/>
                  </a:lnTo>
                  <a:lnTo>
                    <a:pt x="5362015" y="0"/>
                  </a:lnTo>
                  <a:lnTo>
                    <a:pt x="5353018" y="0"/>
                  </a:lnTo>
                  <a:lnTo>
                    <a:pt x="5344021" y="0"/>
                  </a:lnTo>
                  <a:lnTo>
                    <a:pt x="5335025" y="0"/>
                  </a:lnTo>
                  <a:lnTo>
                    <a:pt x="5326028" y="0"/>
                  </a:lnTo>
                  <a:lnTo>
                    <a:pt x="5317031" y="0"/>
                  </a:lnTo>
                  <a:lnTo>
                    <a:pt x="5308035" y="0"/>
                  </a:lnTo>
                  <a:lnTo>
                    <a:pt x="5299038" y="0"/>
                  </a:lnTo>
                  <a:lnTo>
                    <a:pt x="5290041" y="0"/>
                  </a:lnTo>
                  <a:lnTo>
                    <a:pt x="5281045" y="0"/>
                  </a:lnTo>
                  <a:lnTo>
                    <a:pt x="5272048" y="0"/>
                  </a:lnTo>
                  <a:lnTo>
                    <a:pt x="5263051" y="0"/>
                  </a:lnTo>
                  <a:lnTo>
                    <a:pt x="5254055" y="0"/>
                  </a:lnTo>
                  <a:lnTo>
                    <a:pt x="5245058" y="0"/>
                  </a:lnTo>
                  <a:lnTo>
                    <a:pt x="5236061" y="0"/>
                  </a:lnTo>
                  <a:lnTo>
                    <a:pt x="5227065" y="0"/>
                  </a:lnTo>
                  <a:lnTo>
                    <a:pt x="5218068" y="0"/>
                  </a:lnTo>
                  <a:lnTo>
                    <a:pt x="5209071" y="0"/>
                  </a:lnTo>
                  <a:lnTo>
                    <a:pt x="5200074" y="0"/>
                  </a:lnTo>
                  <a:lnTo>
                    <a:pt x="5191078" y="0"/>
                  </a:lnTo>
                  <a:lnTo>
                    <a:pt x="5182081" y="0"/>
                  </a:lnTo>
                  <a:lnTo>
                    <a:pt x="5173084" y="0"/>
                  </a:lnTo>
                  <a:lnTo>
                    <a:pt x="5164088" y="0"/>
                  </a:lnTo>
                  <a:lnTo>
                    <a:pt x="5155091" y="0"/>
                  </a:lnTo>
                  <a:lnTo>
                    <a:pt x="5146094" y="0"/>
                  </a:lnTo>
                  <a:lnTo>
                    <a:pt x="5137098" y="0"/>
                  </a:lnTo>
                  <a:lnTo>
                    <a:pt x="5128101" y="0"/>
                  </a:lnTo>
                  <a:lnTo>
                    <a:pt x="5119104" y="0"/>
                  </a:lnTo>
                  <a:lnTo>
                    <a:pt x="5110108" y="0"/>
                  </a:lnTo>
                  <a:lnTo>
                    <a:pt x="5101111" y="0"/>
                  </a:lnTo>
                  <a:lnTo>
                    <a:pt x="5092114" y="0"/>
                  </a:lnTo>
                  <a:lnTo>
                    <a:pt x="5083118" y="0"/>
                  </a:lnTo>
                  <a:lnTo>
                    <a:pt x="5074121" y="0"/>
                  </a:lnTo>
                  <a:lnTo>
                    <a:pt x="5065124" y="0"/>
                  </a:lnTo>
                  <a:lnTo>
                    <a:pt x="5056128" y="0"/>
                  </a:lnTo>
                  <a:lnTo>
                    <a:pt x="5047131" y="0"/>
                  </a:lnTo>
                  <a:lnTo>
                    <a:pt x="5038134" y="0"/>
                  </a:lnTo>
                  <a:lnTo>
                    <a:pt x="5029138" y="0"/>
                  </a:lnTo>
                  <a:lnTo>
                    <a:pt x="5020141" y="0"/>
                  </a:lnTo>
                  <a:lnTo>
                    <a:pt x="5011144" y="0"/>
                  </a:lnTo>
                  <a:lnTo>
                    <a:pt x="5002148" y="0"/>
                  </a:lnTo>
                  <a:lnTo>
                    <a:pt x="4993151" y="0"/>
                  </a:lnTo>
                  <a:lnTo>
                    <a:pt x="4984154" y="0"/>
                  </a:lnTo>
                  <a:lnTo>
                    <a:pt x="4975158" y="0"/>
                  </a:lnTo>
                  <a:lnTo>
                    <a:pt x="4966161" y="0"/>
                  </a:lnTo>
                  <a:lnTo>
                    <a:pt x="4957164" y="0"/>
                  </a:lnTo>
                  <a:lnTo>
                    <a:pt x="4948168" y="0"/>
                  </a:lnTo>
                  <a:lnTo>
                    <a:pt x="4939171" y="0"/>
                  </a:lnTo>
                  <a:lnTo>
                    <a:pt x="4930174" y="0"/>
                  </a:lnTo>
                  <a:lnTo>
                    <a:pt x="4921178" y="0"/>
                  </a:lnTo>
                  <a:lnTo>
                    <a:pt x="4912181" y="0"/>
                  </a:lnTo>
                  <a:lnTo>
                    <a:pt x="4903184" y="0"/>
                  </a:lnTo>
                  <a:lnTo>
                    <a:pt x="4894188" y="0"/>
                  </a:lnTo>
                  <a:lnTo>
                    <a:pt x="4885191" y="0"/>
                  </a:lnTo>
                  <a:lnTo>
                    <a:pt x="4876194" y="0"/>
                  </a:lnTo>
                  <a:lnTo>
                    <a:pt x="4867198" y="0"/>
                  </a:lnTo>
                  <a:lnTo>
                    <a:pt x="4858201" y="0"/>
                  </a:lnTo>
                  <a:lnTo>
                    <a:pt x="4849204" y="0"/>
                  </a:lnTo>
                  <a:lnTo>
                    <a:pt x="4840208" y="0"/>
                  </a:lnTo>
                  <a:lnTo>
                    <a:pt x="4831211" y="0"/>
                  </a:lnTo>
                  <a:lnTo>
                    <a:pt x="4822214" y="0"/>
                  </a:lnTo>
                  <a:lnTo>
                    <a:pt x="4813218" y="0"/>
                  </a:lnTo>
                  <a:lnTo>
                    <a:pt x="4804221" y="0"/>
                  </a:lnTo>
                  <a:lnTo>
                    <a:pt x="4795224" y="0"/>
                  </a:lnTo>
                  <a:lnTo>
                    <a:pt x="4786228" y="0"/>
                  </a:lnTo>
                  <a:lnTo>
                    <a:pt x="4777231" y="0"/>
                  </a:lnTo>
                  <a:lnTo>
                    <a:pt x="4768234" y="0"/>
                  </a:lnTo>
                  <a:lnTo>
                    <a:pt x="4759238" y="0"/>
                  </a:lnTo>
                  <a:lnTo>
                    <a:pt x="4750241" y="0"/>
                  </a:lnTo>
                  <a:lnTo>
                    <a:pt x="4741244" y="0"/>
                  </a:lnTo>
                  <a:lnTo>
                    <a:pt x="4732248" y="0"/>
                  </a:lnTo>
                  <a:lnTo>
                    <a:pt x="4723251" y="0"/>
                  </a:lnTo>
                  <a:lnTo>
                    <a:pt x="4714254" y="0"/>
                  </a:lnTo>
                  <a:lnTo>
                    <a:pt x="4705258" y="0"/>
                  </a:lnTo>
                  <a:lnTo>
                    <a:pt x="4696261" y="0"/>
                  </a:lnTo>
                  <a:lnTo>
                    <a:pt x="4687264" y="0"/>
                  </a:lnTo>
                  <a:lnTo>
                    <a:pt x="4678268" y="0"/>
                  </a:lnTo>
                  <a:lnTo>
                    <a:pt x="4669271" y="0"/>
                  </a:lnTo>
                  <a:lnTo>
                    <a:pt x="4660274" y="0"/>
                  </a:lnTo>
                  <a:lnTo>
                    <a:pt x="4651278" y="0"/>
                  </a:lnTo>
                  <a:lnTo>
                    <a:pt x="4642281" y="0"/>
                  </a:lnTo>
                  <a:lnTo>
                    <a:pt x="4633284" y="0"/>
                  </a:lnTo>
                  <a:lnTo>
                    <a:pt x="4624288" y="0"/>
                  </a:lnTo>
                  <a:lnTo>
                    <a:pt x="4615291" y="0"/>
                  </a:lnTo>
                  <a:lnTo>
                    <a:pt x="4606294" y="0"/>
                  </a:lnTo>
                  <a:lnTo>
                    <a:pt x="4597298" y="0"/>
                  </a:lnTo>
                  <a:lnTo>
                    <a:pt x="4588301" y="0"/>
                  </a:lnTo>
                  <a:lnTo>
                    <a:pt x="4579304" y="0"/>
                  </a:lnTo>
                  <a:lnTo>
                    <a:pt x="4570308" y="0"/>
                  </a:lnTo>
                  <a:lnTo>
                    <a:pt x="4561311" y="0"/>
                  </a:lnTo>
                  <a:lnTo>
                    <a:pt x="4552314" y="0"/>
                  </a:lnTo>
                  <a:lnTo>
                    <a:pt x="4543318" y="0"/>
                  </a:lnTo>
                  <a:lnTo>
                    <a:pt x="4534321" y="0"/>
                  </a:lnTo>
                  <a:lnTo>
                    <a:pt x="4525324" y="0"/>
                  </a:lnTo>
                  <a:lnTo>
                    <a:pt x="4516328" y="0"/>
                  </a:lnTo>
                  <a:lnTo>
                    <a:pt x="4507331" y="0"/>
                  </a:lnTo>
                  <a:lnTo>
                    <a:pt x="4498334" y="0"/>
                  </a:lnTo>
                  <a:lnTo>
                    <a:pt x="4489338" y="0"/>
                  </a:lnTo>
                  <a:lnTo>
                    <a:pt x="4480341" y="0"/>
                  </a:lnTo>
                  <a:lnTo>
                    <a:pt x="4471344" y="0"/>
                  </a:lnTo>
                  <a:lnTo>
                    <a:pt x="4462348" y="0"/>
                  </a:lnTo>
                  <a:lnTo>
                    <a:pt x="4453351" y="0"/>
                  </a:lnTo>
                  <a:lnTo>
                    <a:pt x="4444354" y="0"/>
                  </a:lnTo>
                  <a:lnTo>
                    <a:pt x="4435358" y="0"/>
                  </a:lnTo>
                  <a:lnTo>
                    <a:pt x="4426361" y="0"/>
                  </a:lnTo>
                  <a:lnTo>
                    <a:pt x="4417364" y="0"/>
                  </a:lnTo>
                  <a:lnTo>
                    <a:pt x="4408368" y="0"/>
                  </a:lnTo>
                  <a:lnTo>
                    <a:pt x="4399371" y="0"/>
                  </a:lnTo>
                  <a:lnTo>
                    <a:pt x="4390374" y="0"/>
                  </a:lnTo>
                  <a:lnTo>
                    <a:pt x="4381378" y="0"/>
                  </a:lnTo>
                  <a:lnTo>
                    <a:pt x="4372381" y="0"/>
                  </a:lnTo>
                  <a:lnTo>
                    <a:pt x="4363384" y="0"/>
                  </a:lnTo>
                  <a:lnTo>
                    <a:pt x="4354388" y="0"/>
                  </a:lnTo>
                  <a:lnTo>
                    <a:pt x="4345391" y="0"/>
                  </a:lnTo>
                  <a:lnTo>
                    <a:pt x="4336394" y="0"/>
                  </a:lnTo>
                  <a:lnTo>
                    <a:pt x="4327398" y="0"/>
                  </a:lnTo>
                  <a:lnTo>
                    <a:pt x="4318401" y="0"/>
                  </a:lnTo>
                  <a:lnTo>
                    <a:pt x="4309404" y="0"/>
                  </a:lnTo>
                  <a:lnTo>
                    <a:pt x="4300408" y="0"/>
                  </a:lnTo>
                  <a:lnTo>
                    <a:pt x="4291411" y="0"/>
                  </a:lnTo>
                  <a:lnTo>
                    <a:pt x="4282414" y="0"/>
                  </a:lnTo>
                  <a:lnTo>
                    <a:pt x="4273418" y="0"/>
                  </a:lnTo>
                  <a:lnTo>
                    <a:pt x="4264421" y="0"/>
                  </a:lnTo>
                  <a:lnTo>
                    <a:pt x="4255424" y="0"/>
                  </a:lnTo>
                  <a:lnTo>
                    <a:pt x="4246428" y="0"/>
                  </a:lnTo>
                  <a:lnTo>
                    <a:pt x="4237431" y="0"/>
                  </a:lnTo>
                  <a:lnTo>
                    <a:pt x="4228434" y="0"/>
                  </a:lnTo>
                  <a:lnTo>
                    <a:pt x="4219438" y="0"/>
                  </a:lnTo>
                  <a:lnTo>
                    <a:pt x="4210441" y="0"/>
                  </a:lnTo>
                  <a:lnTo>
                    <a:pt x="4201444" y="0"/>
                  </a:lnTo>
                  <a:lnTo>
                    <a:pt x="4192448" y="0"/>
                  </a:lnTo>
                  <a:lnTo>
                    <a:pt x="4183451" y="0"/>
                  </a:lnTo>
                  <a:lnTo>
                    <a:pt x="4174454" y="0"/>
                  </a:lnTo>
                  <a:lnTo>
                    <a:pt x="4165457" y="0"/>
                  </a:lnTo>
                  <a:lnTo>
                    <a:pt x="4156461" y="0"/>
                  </a:lnTo>
                  <a:lnTo>
                    <a:pt x="4147464" y="0"/>
                  </a:lnTo>
                  <a:lnTo>
                    <a:pt x="4138467" y="0"/>
                  </a:lnTo>
                  <a:lnTo>
                    <a:pt x="4129471" y="0"/>
                  </a:lnTo>
                  <a:lnTo>
                    <a:pt x="4120474" y="0"/>
                  </a:lnTo>
                  <a:lnTo>
                    <a:pt x="4111477" y="0"/>
                  </a:lnTo>
                  <a:lnTo>
                    <a:pt x="4102481" y="0"/>
                  </a:lnTo>
                  <a:lnTo>
                    <a:pt x="4093484" y="0"/>
                  </a:lnTo>
                  <a:lnTo>
                    <a:pt x="4084487" y="0"/>
                  </a:lnTo>
                  <a:lnTo>
                    <a:pt x="4075491" y="0"/>
                  </a:lnTo>
                  <a:lnTo>
                    <a:pt x="4066494" y="0"/>
                  </a:lnTo>
                  <a:lnTo>
                    <a:pt x="4057497" y="0"/>
                  </a:lnTo>
                  <a:lnTo>
                    <a:pt x="4048501" y="0"/>
                  </a:lnTo>
                  <a:lnTo>
                    <a:pt x="4039504" y="0"/>
                  </a:lnTo>
                  <a:lnTo>
                    <a:pt x="4030507" y="0"/>
                  </a:lnTo>
                  <a:lnTo>
                    <a:pt x="4021511" y="0"/>
                  </a:lnTo>
                  <a:lnTo>
                    <a:pt x="4012514" y="0"/>
                  </a:lnTo>
                  <a:lnTo>
                    <a:pt x="4003517" y="0"/>
                  </a:lnTo>
                  <a:lnTo>
                    <a:pt x="3994521" y="0"/>
                  </a:lnTo>
                  <a:lnTo>
                    <a:pt x="3985524" y="0"/>
                  </a:lnTo>
                  <a:lnTo>
                    <a:pt x="3976527" y="0"/>
                  </a:lnTo>
                  <a:lnTo>
                    <a:pt x="3967531" y="0"/>
                  </a:lnTo>
                  <a:lnTo>
                    <a:pt x="3958534" y="0"/>
                  </a:lnTo>
                  <a:lnTo>
                    <a:pt x="3949537" y="0"/>
                  </a:lnTo>
                  <a:lnTo>
                    <a:pt x="3940541" y="0"/>
                  </a:lnTo>
                  <a:lnTo>
                    <a:pt x="3931544" y="0"/>
                  </a:lnTo>
                  <a:lnTo>
                    <a:pt x="3922547" y="0"/>
                  </a:lnTo>
                  <a:lnTo>
                    <a:pt x="3913551" y="0"/>
                  </a:lnTo>
                  <a:lnTo>
                    <a:pt x="3904554" y="0"/>
                  </a:lnTo>
                  <a:lnTo>
                    <a:pt x="3895557" y="0"/>
                  </a:lnTo>
                  <a:lnTo>
                    <a:pt x="3886561" y="0"/>
                  </a:lnTo>
                  <a:lnTo>
                    <a:pt x="3877564" y="0"/>
                  </a:lnTo>
                  <a:lnTo>
                    <a:pt x="3868567" y="0"/>
                  </a:lnTo>
                  <a:lnTo>
                    <a:pt x="3859571" y="0"/>
                  </a:lnTo>
                  <a:lnTo>
                    <a:pt x="3850574" y="0"/>
                  </a:lnTo>
                  <a:lnTo>
                    <a:pt x="3841577" y="0"/>
                  </a:lnTo>
                  <a:lnTo>
                    <a:pt x="3832581" y="0"/>
                  </a:lnTo>
                  <a:lnTo>
                    <a:pt x="3823584" y="0"/>
                  </a:lnTo>
                  <a:lnTo>
                    <a:pt x="3814587" y="0"/>
                  </a:lnTo>
                  <a:lnTo>
                    <a:pt x="3805591" y="0"/>
                  </a:lnTo>
                  <a:lnTo>
                    <a:pt x="3796594" y="0"/>
                  </a:lnTo>
                  <a:lnTo>
                    <a:pt x="3787597" y="0"/>
                  </a:lnTo>
                  <a:lnTo>
                    <a:pt x="3778601" y="0"/>
                  </a:lnTo>
                  <a:lnTo>
                    <a:pt x="3769604" y="0"/>
                  </a:lnTo>
                  <a:lnTo>
                    <a:pt x="3760607" y="0"/>
                  </a:lnTo>
                  <a:lnTo>
                    <a:pt x="3751611" y="0"/>
                  </a:lnTo>
                  <a:lnTo>
                    <a:pt x="3742614" y="0"/>
                  </a:lnTo>
                  <a:lnTo>
                    <a:pt x="3733617" y="0"/>
                  </a:lnTo>
                  <a:lnTo>
                    <a:pt x="3724621" y="0"/>
                  </a:lnTo>
                  <a:lnTo>
                    <a:pt x="3715624" y="0"/>
                  </a:lnTo>
                  <a:lnTo>
                    <a:pt x="3706627" y="0"/>
                  </a:lnTo>
                  <a:lnTo>
                    <a:pt x="3697631" y="0"/>
                  </a:lnTo>
                  <a:lnTo>
                    <a:pt x="3688634" y="0"/>
                  </a:lnTo>
                  <a:lnTo>
                    <a:pt x="3679637" y="0"/>
                  </a:lnTo>
                  <a:lnTo>
                    <a:pt x="3670641" y="0"/>
                  </a:lnTo>
                  <a:lnTo>
                    <a:pt x="3661644" y="0"/>
                  </a:lnTo>
                  <a:lnTo>
                    <a:pt x="3652647" y="0"/>
                  </a:lnTo>
                  <a:lnTo>
                    <a:pt x="3643651" y="0"/>
                  </a:lnTo>
                  <a:lnTo>
                    <a:pt x="3634654" y="0"/>
                  </a:lnTo>
                  <a:lnTo>
                    <a:pt x="3625657" y="0"/>
                  </a:lnTo>
                  <a:lnTo>
                    <a:pt x="3616661" y="0"/>
                  </a:lnTo>
                  <a:lnTo>
                    <a:pt x="3607664" y="0"/>
                  </a:lnTo>
                  <a:lnTo>
                    <a:pt x="3598667" y="0"/>
                  </a:lnTo>
                  <a:lnTo>
                    <a:pt x="3589671" y="0"/>
                  </a:lnTo>
                  <a:lnTo>
                    <a:pt x="3580674" y="0"/>
                  </a:lnTo>
                  <a:lnTo>
                    <a:pt x="3571677" y="0"/>
                  </a:lnTo>
                  <a:lnTo>
                    <a:pt x="3562681" y="0"/>
                  </a:lnTo>
                  <a:lnTo>
                    <a:pt x="3553684" y="0"/>
                  </a:lnTo>
                  <a:lnTo>
                    <a:pt x="3544687" y="0"/>
                  </a:lnTo>
                  <a:lnTo>
                    <a:pt x="3535691" y="0"/>
                  </a:lnTo>
                  <a:lnTo>
                    <a:pt x="3526694" y="0"/>
                  </a:lnTo>
                  <a:lnTo>
                    <a:pt x="3517697" y="0"/>
                  </a:lnTo>
                  <a:lnTo>
                    <a:pt x="3508701" y="0"/>
                  </a:lnTo>
                  <a:lnTo>
                    <a:pt x="3499704" y="0"/>
                  </a:lnTo>
                  <a:lnTo>
                    <a:pt x="3490707" y="0"/>
                  </a:lnTo>
                  <a:lnTo>
                    <a:pt x="3481711" y="0"/>
                  </a:lnTo>
                  <a:lnTo>
                    <a:pt x="3472714" y="0"/>
                  </a:lnTo>
                  <a:lnTo>
                    <a:pt x="3463717" y="0"/>
                  </a:lnTo>
                  <a:lnTo>
                    <a:pt x="3454721" y="0"/>
                  </a:lnTo>
                  <a:lnTo>
                    <a:pt x="3445724" y="0"/>
                  </a:lnTo>
                  <a:lnTo>
                    <a:pt x="3436727" y="0"/>
                  </a:lnTo>
                  <a:lnTo>
                    <a:pt x="3427731" y="0"/>
                  </a:lnTo>
                  <a:lnTo>
                    <a:pt x="3418734" y="0"/>
                  </a:lnTo>
                  <a:lnTo>
                    <a:pt x="3409737" y="0"/>
                  </a:lnTo>
                  <a:lnTo>
                    <a:pt x="3400741" y="0"/>
                  </a:lnTo>
                  <a:lnTo>
                    <a:pt x="3391744" y="0"/>
                  </a:lnTo>
                  <a:lnTo>
                    <a:pt x="3382747" y="0"/>
                  </a:lnTo>
                  <a:lnTo>
                    <a:pt x="3373751" y="0"/>
                  </a:lnTo>
                  <a:lnTo>
                    <a:pt x="3364754" y="0"/>
                  </a:lnTo>
                  <a:lnTo>
                    <a:pt x="3355757" y="0"/>
                  </a:lnTo>
                  <a:lnTo>
                    <a:pt x="3346761" y="0"/>
                  </a:lnTo>
                  <a:lnTo>
                    <a:pt x="3337764" y="0"/>
                  </a:lnTo>
                  <a:lnTo>
                    <a:pt x="3328767" y="0"/>
                  </a:lnTo>
                  <a:lnTo>
                    <a:pt x="3319771" y="0"/>
                  </a:lnTo>
                  <a:lnTo>
                    <a:pt x="3310774" y="0"/>
                  </a:lnTo>
                  <a:lnTo>
                    <a:pt x="3301777" y="0"/>
                  </a:lnTo>
                  <a:lnTo>
                    <a:pt x="3292781" y="0"/>
                  </a:lnTo>
                  <a:lnTo>
                    <a:pt x="3283784" y="0"/>
                  </a:lnTo>
                  <a:lnTo>
                    <a:pt x="3274787" y="0"/>
                  </a:lnTo>
                  <a:lnTo>
                    <a:pt x="3265791" y="0"/>
                  </a:lnTo>
                  <a:lnTo>
                    <a:pt x="3256794" y="0"/>
                  </a:lnTo>
                  <a:lnTo>
                    <a:pt x="3247797" y="0"/>
                  </a:lnTo>
                  <a:lnTo>
                    <a:pt x="3238801" y="0"/>
                  </a:lnTo>
                  <a:lnTo>
                    <a:pt x="3229804" y="0"/>
                  </a:lnTo>
                  <a:lnTo>
                    <a:pt x="3220807" y="0"/>
                  </a:lnTo>
                  <a:lnTo>
                    <a:pt x="3211811" y="0"/>
                  </a:lnTo>
                  <a:lnTo>
                    <a:pt x="3202814" y="0"/>
                  </a:lnTo>
                  <a:lnTo>
                    <a:pt x="3193817" y="0"/>
                  </a:lnTo>
                  <a:lnTo>
                    <a:pt x="3184821" y="0"/>
                  </a:lnTo>
                  <a:lnTo>
                    <a:pt x="3175824" y="0"/>
                  </a:lnTo>
                  <a:lnTo>
                    <a:pt x="3166827" y="0"/>
                  </a:lnTo>
                  <a:lnTo>
                    <a:pt x="3157831" y="0"/>
                  </a:lnTo>
                  <a:lnTo>
                    <a:pt x="3148834" y="0"/>
                  </a:lnTo>
                  <a:lnTo>
                    <a:pt x="3139837" y="0"/>
                  </a:lnTo>
                  <a:lnTo>
                    <a:pt x="3130840" y="0"/>
                  </a:lnTo>
                  <a:lnTo>
                    <a:pt x="3121844" y="0"/>
                  </a:lnTo>
                  <a:lnTo>
                    <a:pt x="3112847" y="0"/>
                  </a:lnTo>
                  <a:lnTo>
                    <a:pt x="3103850" y="0"/>
                  </a:lnTo>
                  <a:lnTo>
                    <a:pt x="3094854" y="0"/>
                  </a:lnTo>
                  <a:lnTo>
                    <a:pt x="3085857" y="0"/>
                  </a:lnTo>
                  <a:lnTo>
                    <a:pt x="3076860" y="0"/>
                  </a:lnTo>
                  <a:lnTo>
                    <a:pt x="3067864" y="0"/>
                  </a:lnTo>
                  <a:lnTo>
                    <a:pt x="3058867" y="0"/>
                  </a:lnTo>
                  <a:lnTo>
                    <a:pt x="3049870" y="0"/>
                  </a:lnTo>
                  <a:lnTo>
                    <a:pt x="3040874" y="0"/>
                  </a:lnTo>
                  <a:lnTo>
                    <a:pt x="3031877" y="0"/>
                  </a:lnTo>
                  <a:lnTo>
                    <a:pt x="3022880" y="0"/>
                  </a:lnTo>
                  <a:lnTo>
                    <a:pt x="3013884" y="0"/>
                  </a:lnTo>
                  <a:lnTo>
                    <a:pt x="3004887" y="0"/>
                  </a:lnTo>
                  <a:lnTo>
                    <a:pt x="2995890" y="0"/>
                  </a:lnTo>
                  <a:lnTo>
                    <a:pt x="2986894" y="0"/>
                  </a:lnTo>
                  <a:lnTo>
                    <a:pt x="2977897" y="0"/>
                  </a:lnTo>
                  <a:lnTo>
                    <a:pt x="2968900" y="0"/>
                  </a:lnTo>
                  <a:lnTo>
                    <a:pt x="2959904" y="0"/>
                  </a:lnTo>
                  <a:lnTo>
                    <a:pt x="2950907" y="0"/>
                  </a:lnTo>
                  <a:lnTo>
                    <a:pt x="2941910" y="0"/>
                  </a:lnTo>
                  <a:lnTo>
                    <a:pt x="2932914" y="0"/>
                  </a:lnTo>
                  <a:lnTo>
                    <a:pt x="2923917" y="0"/>
                  </a:lnTo>
                  <a:lnTo>
                    <a:pt x="2914920" y="0"/>
                  </a:lnTo>
                  <a:lnTo>
                    <a:pt x="2905924" y="0"/>
                  </a:lnTo>
                  <a:lnTo>
                    <a:pt x="2896927" y="0"/>
                  </a:lnTo>
                  <a:lnTo>
                    <a:pt x="2887930" y="0"/>
                  </a:lnTo>
                  <a:lnTo>
                    <a:pt x="2878934" y="0"/>
                  </a:lnTo>
                  <a:lnTo>
                    <a:pt x="2869937" y="0"/>
                  </a:lnTo>
                  <a:lnTo>
                    <a:pt x="2860940" y="0"/>
                  </a:lnTo>
                  <a:lnTo>
                    <a:pt x="2851944" y="0"/>
                  </a:lnTo>
                  <a:lnTo>
                    <a:pt x="2842947" y="0"/>
                  </a:lnTo>
                  <a:lnTo>
                    <a:pt x="2833950" y="0"/>
                  </a:lnTo>
                  <a:lnTo>
                    <a:pt x="2824954" y="0"/>
                  </a:lnTo>
                  <a:lnTo>
                    <a:pt x="2815957" y="0"/>
                  </a:lnTo>
                  <a:lnTo>
                    <a:pt x="2806960" y="0"/>
                  </a:lnTo>
                  <a:lnTo>
                    <a:pt x="2797964" y="0"/>
                  </a:lnTo>
                  <a:lnTo>
                    <a:pt x="2788967" y="0"/>
                  </a:lnTo>
                  <a:lnTo>
                    <a:pt x="2779970" y="0"/>
                  </a:lnTo>
                  <a:lnTo>
                    <a:pt x="2770974" y="0"/>
                  </a:lnTo>
                  <a:lnTo>
                    <a:pt x="2761977" y="0"/>
                  </a:lnTo>
                  <a:lnTo>
                    <a:pt x="2752980" y="0"/>
                  </a:lnTo>
                  <a:lnTo>
                    <a:pt x="2743984" y="0"/>
                  </a:lnTo>
                  <a:lnTo>
                    <a:pt x="2734987" y="0"/>
                  </a:lnTo>
                  <a:lnTo>
                    <a:pt x="2725990" y="0"/>
                  </a:lnTo>
                  <a:lnTo>
                    <a:pt x="2716994" y="0"/>
                  </a:lnTo>
                  <a:lnTo>
                    <a:pt x="2707997" y="0"/>
                  </a:lnTo>
                  <a:lnTo>
                    <a:pt x="2699000" y="0"/>
                  </a:lnTo>
                  <a:lnTo>
                    <a:pt x="2690004" y="0"/>
                  </a:lnTo>
                  <a:lnTo>
                    <a:pt x="2681007" y="0"/>
                  </a:lnTo>
                  <a:lnTo>
                    <a:pt x="2672010" y="0"/>
                  </a:lnTo>
                  <a:lnTo>
                    <a:pt x="2663014" y="0"/>
                  </a:lnTo>
                  <a:lnTo>
                    <a:pt x="2654017" y="0"/>
                  </a:lnTo>
                  <a:lnTo>
                    <a:pt x="2645020" y="0"/>
                  </a:lnTo>
                  <a:lnTo>
                    <a:pt x="2636024" y="0"/>
                  </a:lnTo>
                  <a:lnTo>
                    <a:pt x="2627027" y="0"/>
                  </a:lnTo>
                  <a:lnTo>
                    <a:pt x="2618030" y="0"/>
                  </a:lnTo>
                  <a:lnTo>
                    <a:pt x="2609034" y="0"/>
                  </a:lnTo>
                  <a:lnTo>
                    <a:pt x="2600037" y="0"/>
                  </a:lnTo>
                  <a:lnTo>
                    <a:pt x="2591040" y="0"/>
                  </a:lnTo>
                  <a:lnTo>
                    <a:pt x="2582044" y="0"/>
                  </a:lnTo>
                  <a:lnTo>
                    <a:pt x="2573047" y="0"/>
                  </a:lnTo>
                  <a:lnTo>
                    <a:pt x="2564050" y="0"/>
                  </a:lnTo>
                  <a:lnTo>
                    <a:pt x="2555054" y="0"/>
                  </a:lnTo>
                  <a:lnTo>
                    <a:pt x="2546057" y="0"/>
                  </a:lnTo>
                  <a:lnTo>
                    <a:pt x="2537060" y="0"/>
                  </a:lnTo>
                  <a:lnTo>
                    <a:pt x="2528064" y="0"/>
                  </a:lnTo>
                  <a:lnTo>
                    <a:pt x="2519067" y="0"/>
                  </a:lnTo>
                  <a:lnTo>
                    <a:pt x="2510070" y="0"/>
                  </a:lnTo>
                  <a:lnTo>
                    <a:pt x="2501074" y="0"/>
                  </a:lnTo>
                  <a:lnTo>
                    <a:pt x="2492077" y="0"/>
                  </a:lnTo>
                  <a:lnTo>
                    <a:pt x="2483080" y="0"/>
                  </a:lnTo>
                  <a:lnTo>
                    <a:pt x="2474084" y="0"/>
                  </a:lnTo>
                  <a:lnTo>
                    <a:pt x="2465087" y="0"/>
                  </a:lnTo>
                  <a:lnTo>
                    <a:pt x="2456090" y="0"/>
                  </a:lnTo>
                  <a:lnTo>
                    <a:pt x="2447094" y="0"/>
                  </a:lnTo>
                  <a:lnTo>
                    <a:pt x="2438097" y="0"/>
                  </a:lnTo>
                  <a:lnTo>
                    <a:pt x="2429100" y="0"/>
                  </a:lnTo>
                  <a:lnTo>
                    <a:pt x="2420104" y="0"/>
                  </a:lnTo>
                  <a:lnTo>
                    <a:pt x="2411107" y="0"/>
                  </a:lnTo>
                  <a:lnTo>
                    <a:pt x="2402110" y="0"/>
                  </a:lnTo>
                  <a:lnTo>
                    <a:pt x="2393114" y="0"/>
                  </a:lnTo>
                  <a:lnTo>
                    <a:pt x="2384117" y="0"/>
                  </a:lnTo>
                  <a:lnTo>
                    <a:pt x="2375120" y="0"/>
                  </a:lnTo>
                  <a:lnTo>
                    <a:pt x="2366124" y="0"/>
                  </a:lnTo>
                  <a:lnTo>
                    <a:pt x="2357127" y="0"/>
                  </a:lnTo>
                  <a:lnTo>
                    <a:pt x="2348130" y="0"/>
                  </a:lnTo>
                  <a:lnTo>
                    <a:pt x="2339134" y="0"/>
                  </a:lnTo>
                  <a:lnTo>
                    <a:pt x="2330137" y="0"/>
                  </a:lnTo>
                  <a:lnTo>
                    <a:pt x="2321140" y="0"/>
                  </a:lnTo>
                  <a:lnTo>
                    <a:pt x="2312144" y="0"/>
                  </a:lnTo>
                  <a:lnTo>
                    <a:pt x="2303147" y="0"/>
                  </a:lnTo>
                  <a:lnTo>
                    <a:pt x="2294150" y="0"/>
                  </a:lnTo>
                  <a:lnTo>
                    <a:pt x="2285154" y="0"/>
                  </a:lnTo>
                  <a:lnTo>
                    <a:pt x="2276157" y="0"/>
                  </a:lnTo>
                  <a:lnTo>
                    <a:pt x="2267160" y="0"/>
                  </a:lnTo>
                  <a:lnTo>
                    <a:pt x="2258164" y="0"/>
                  </a:lnTo>
                  <a:lnTo>
                    <a:pt x="2249167" y="0"/>
                  </a:lnTo>
                  <a:lnTo>
                    <a:pt x="2240170" y="0"/>
                  </a:lnTo>
                  <a:lnTo>
                    <a:pt x="2231174" y="0"/>
                  </a:lnTo>
                  <a:lnTo>
                    <a:pt x="2222177" y="0"/>
                  </a:lnTo>
                  <a:lnTo>
                    <a:pt x="2213180" y="0"/>
                  </a:lnTo>
                  <a:lnTo>
                    <a:pt x="2204184" y="0"/>
                  </a:lnTo>
                  <a:lnTo>
                    <a:pt x="2195187" y="0"/>
                  </a:lnTo>
                  <a:lnTo>
                    <a:pt x="2186190" y="0"/>
                  </a:lnTo>
                  <a:lnTo>
                    <a:pt x="2177194" y="0"/>
                  </a:lnTo>
                  <a:lnTo>
                    <a:pt x="2168197" y="0"/>
                  </a:lnTo>
                  <a:lnTo>
                    <a:pt x="2159200" y="0"/>
                  </a:lnTo>
                  <a:lnTo>
                    <a:pt x="2150204" y="0"/>
                  </a:lnTo>
                  <a:lnTo>
                    <a:pt x="2141207" y="0"/>
                  </a:lnTo>
                  <a:lnTo>
                    <a:pt x="2132210" y="0"/>
                  </a:lnTo>
                  <a:lnTo>
                    <a:pt x="2123214" y="0"/>
                  </a:lnTo>
                  <a:lnTo>
                    <a:pt x="2114217" y="0"/>
                  </a:lnTo>
                  <a:lnTo>
                    <a:pt x="2105220" y="0"/>
                  </a:lnTo>
                  <a:lnTo>
                    <a:pt x="2096224" y="0"/>
                  </a:lnTo>
                  <a:lnTo>
                    <a:pt x="2087227" y="0"/>
                  </a:lnTo>
                  <a:lnTo>
                    <a:pt x="2078230" y="0"/>
                  </a:lnTo>
                  <a:lnTo>
                    <a:pt x="2069233" y="0"/>
                  </a:lnTo>
                  <a:lnTo>
                    <a:pt x="2060237" y="0"/>
                  </a:lnTo>
                  <a:lnTo>
                    <a:pt x="2051240" y="0"/>
                  </a:lnTo>
                  <a:lnTo>
                    <a:pt x="2042243" y="0"/>
                  </a:lnTo>
                  <a:lnTo>
                    <a:pt x="2033247" y="0"/>
                  </a:lnTo>
                  <a:lnTo>
                    <a:pt x="2024250" y="0"/>
                  </a:lnTo>
                  <a:lnTo>
                    <a:pt x="2015253" y="0"/>
                  </a:lnTo>
                  <a:lnTo>
                    <a:pt x="2006257" y="0"/>
                  </a:lnTo>
                  <a:lnTo>
                    <a:pt x="1997260" y="0"/>
                  </a:lnTo>
                  <a:lnTo>
                    <a:pt x="1988263" y="0"/>
                  </a:lnTo>
                  <a:lnTo>
                    <a:pt x="1979267" y="0"/>
                  </a:lnTo>
                  <a:lnTo>
                    <a:pt x="1970270" y="0"/>
                  </a:lnTo>
                  <a:lnTo>
                    <a:pt x="1961273" y="0"/>
                  </a:lnTo>
                  <a:lnTo>
                    <a:pt x="1952277" y="0"/>
                  </a:lnTo>
                  <a:lnTo>
                    <a:pt x="1943280" y="0"/>
                  </a:lnTo>
                  <a:lnTo>
                    <a:pt x="1934283" y="0"/>
                  </a:lnTo>
                  <a:lnTo>
                    <a:pt x="1925287" y="0"/>
                  </a:lnTo>
                  <a:lnTo>
                    <a:pt x="1916290" y="0"/>
                  </a:lnTo>
                  <a:lnTo>
                    <a:pt x="1907293" y="0"/>
                  </a:lnTo>
                  <a:lnTo>
                    <a:pt x="1898297" y="0"/>
                  </a:lnTo>
                  <a:lnTo>
                    <a:pt x="1889300" y="0"/>
                  </a:lnTo>
                  <a:lnTo>
                    <a:pt x="1880303" y="0"/>
                  </a:lnTo>
                  <a:lnTo>
                    <a:pt x="1871307" y="0"/>
                  </a:lnTo>
                  <a:lnTo>
                    <a:pt x="1862310" y="0"/>
                  </a:lnTo>
                  <a:lnTo>
                    <a:pt x="1853313" y="0"/>
                  </a:lnTo>
                  <a:lnTo>
                    <a:pt x="1844317" y="0"/>
                  </a:lnTo>
                  <a:lnTo>
                    <a:pt x="1835320" y="0"/>
                  </a:lnTo>
                  <a:lnTo>
                    <a:pt x="1826323" y="0"/>
                  </a:lnTo>
                  <a:lnTo>
                    <a:pt x="1817327" y="0"/>
                  </a:lnTo>
                  <a:lnTo>
                    <a:pt x="1808330" y="0"/>
                  </a:lnTo>
                  <a:lnTo>
                    <a:pt x="1799333" y="0"/>
                  </a:lnTo>
                  <a:lnTo>
                    <a:pt x="1790337" y="0"/>
                  </a:lnTo>
                  <a:lnTo>
                    <a:pt x="1781340" y="0"/>
                  </a:lnTo>
                  <a:lnTo>
                    <a:pt x="1772343" y="0"/>
                  </a:lnTo>
                  <a:lnTo>
                    <a:pt x="1763347" y="0"/>
                  </a:lnTo>
                  <a:lnTo>
                    <a:pt x="1754350" y="0"/>
                  </a:lnTo>
                  <a:lnTo>
                    <a:pt x="1745353" y="0"/>
                  </a:lnTo>
                  <a:lnTo>
                    <a:pt x="1736357" y="0"/>
                  </a:lnTo>
                  <a:lnTo>
                    <a:pt x="1727360" y="0"/>
                  </a:lnTo>
                  <a:lnTo>
                    <a:pt x="1718363" y="0"/>
                  </a:lnTo>
                  <a:lnTo>
                    <a:pt x="1709367" y="0"/>
                  </a:lnTo>
                  <a:lnTo>
                    <a:pt x="1700370" y="0"/>
                  </a:lnTo>
                  <a:lnTo>
                    <a:pt x="1691373" y="0"/>
                  </a:lnTo>
                  <a:lnTo>
                    <a:pt x="1682377" y="0"/>
                  </a:lnTo>
                  <a:lnTo>
                    <a:pt x="1673380" y="0"/>
                  </a:lnTo>
                  <a:lnTo>
                    <a:pt x="1664383" y="0"/>
                  </a:lnTo>
                  <a:lnTo>
                    <a:pt x="1655387" y="0"/>
                  </a:lnTo>
                  <a:lnTo>
                    <a:pt x="1646390" y="0"/>
                  </a:lnTo>
                  <a:lnTo>
                    <a:pt x="1637393" y="0"/>
                  </a:lnTo>
                  <a:lnTo>
                    <a:pt x="1628397" y="0"/>
                  </a:lnTo>
                  <a:lnTo>
                    <a:pt x="1619400" y="0"/>
                  </a:lnTo>
                  <a:lnTo>
                    <a:pt x="1610403" y="0"/>
                  </a:lnTo>
                  <a:lnTo>
                    <a:pt x="1601407" y="0"/>
                  </a:lnTo>
                  <a:lnTo>
                    <a:pt x="1592410" y="0"/>
                  </a:lnTo>
                  <a:lnTo>
                    <a:pt x="1583413" y="0"/>
                  </a:lnTo>
                  <a:lnTo>
                    <a:pt x="1574417" y="0"/>
                  </a:lnTo>
                  <a:lnTo>
                    <a:pt x="1565420" y="0"/>
                  </a:lnTo>
                  <a:lnTo>
                    <a:pt x="1556423" y="0"/>
                  </a:lnTo>
                  <a:lnTo>
                    <a:pt x="1547427" y="0"/>
                  </a:lnTo>
                  <a:lnTo>
                    <a:pt x="1538430" y="0"/>
                  </a:lnTo>
                  <a:lnTo>
                    <a:pt x="1529433" y="0"/>
                  </a:lnTo>
                  <a:lnTo>
                    <a:pt x="1520437" y="0"/>
                  </a:lnTo>
                  <a:lnTo>
                    <a:pt x="1511440" y="0"/>
                  </a:lnTo>
                  <a:lnTo>
                    <a:pt x="1502443" y="0"/>
                  </a:lnTo>
                  <a:lnTo>
                    <a:pt x="1493447" y="0"/>
                  </a:lnTo>
                  <a:lnTo>
                    <a:pt x="1484450" y="0"/>
                  </a:lnTo>
                  <a:lnTo>
                    <a:pt x="1475453" y="0"/>
                  </a:lnTo>
                  <a:lnTo>
                    <a:pt x="1466457" y="0"/>
                  </a:lnTo>
                  <a:lnTo>
                    <a:pt x="1457460" y="0"/>
                  </a:lnTo>
                  <a:lnTo>
                    <a:pt x="1448463" y="0"/>
                  </a:lnTo>
                  <a:lnTo>
                    <a:pt x="1439467" y="0"/>
                  </a:lnTo>
                  <a:lnTo>
                    <a:pt x="1430470" y="0"/>
                  </a:lnTo>
                  <a:lnTo>
                    <a:pt x="1421473" y="0"/>
                  </a:lnTo>
                  <a:lnTo>
                    <a:pt x="1412477" y="0"/>
                  </a:lnTo>
                  <a:lnTo>
                    <a:pt x="1403480" y="0"/>
                  </a:lnTo>
                  <a:lnTo>
                    <a:pt x="1394483" y="0"/>
                  </a:lnTo>
                  <a:lnTo>
                    <a:pt x="1385487" y="0"/>
                  </a:lnTo>
                  <a:lnTo>
                    <a:pt x="1376490" y="0"/>
                  </a:lnTo>
                  <a:lnTo>
                    <a:pt x="1367493" y="0"/>
                  </a:lnTo>
                  <a:lnTo>
                    <a:pt x="1358497" y="0"/>
                  </a:lnTo>
                  <a:lnTo>
                    <a:pt x="1349500" y="0"/>
                  </a:lnTo>
                  <a:lnTo>
                    <a:pt x="1340503" y="0"/>
                  </a:lnTo>
                  <a:lnTo>
                    <a:pt x="1331507" y="0"/>
                  </a:lnTo>
                  <a:lnTo>
                    <a:pt x="1322510" y="0"/>
                  </a:lnTo>
                  <a:lnTo>
                    <a:pt x="1313513" y="0"/>
                  </a:lnTo>
                  <a:lnTo>
                    <a:pt x="1304517" y="0"/>
                  </a:lnTo>
                  <a:lnTo>
                    <a:pt x="1295520" y="0"/>
                  </a:lnTo>
                  <a:lnTo>
                    <a:pt x="1286523" y="0"/>
                  </a:lnTo>
                  <a:lnTo>
                    <a:pt x="1277527" y="0"/>
                  </a:lnTo>
                  <a:lnTo>
                    <a:pt x="1268530" y="0"/>
                  </a:lnTo>
                  <a:lnTo>
                    <a:pt x="1259533" y="0"/>
                  </a:lnTo>
                  <a:lnTo>
                    <a:pt x="1250537" y="0"/>
                  </a:lnTo>
                  <a:lnTo>
                    <a:pt x="1241540" y="0"/>
                  </a:lnTo>
                  <a:lnTo>
                    <a:pt x="1232543" y="0"/>
                  </a:lnTo>
                  <a:lnTo>
                    <a:pt x="1223547" y="0"/>
                  </a:lnTo>
                  <a:lnTo>
                    <a:pt x="1214550" y="0"/>
                  </a:lnTo>
                  <a:lnTo>
                    <a:pt x="1205553" y="0"/>
                  </a:lnTo>
                  <a:lnTo>
                    <a:pt x="1196557" y="0"/>
                  </a:lnTo>
                  <a:lnTo>
                    <a:pt x="1187560" y="0"/>
                  </a:lnTo>
                  <a:lnTo>
                    <a:pt x="1178563" y="0"/>
                  </a:lnTo>
                  <a:lnTo>
                    <a:pt x="1169567" y="0"/>
                  </a:lnTo>
                  <a:lnTo>
                    <a:pt x="1160570" y="0"/>
                  </a:lnTo>
                  <a:lnTo>
                    <a:pt x="1151573" y="0"/>
                  </a:lnTo>
                  <a:lnTo>
                    <a:pt x="1142577" y="0"/>
                  </a:lnTo>
                  <a:lnTo>
                    <a:pt x="1133580" y="0"/>
                  </a:lnTo>
                  <a:lnTo>
                    <a:pt x="1124583" y="0"/>
                  </a:lnTo>
                  <a:lnTo>
                    <a:pt x="1115587" y="0"/>
                  </a:lnTo>
                  <a:lnTo>
                    <a:pt x="1106590" y="0"/>
                  </a:lnTo>
                  <a:lnTo>
                    <a:pt x="1097593" y="0"/>
                  </a:lnTo>
                  <a:lnTo>
                    <a:pt x="1088597" y="0"/>
                  </a:lnTo>
                  <a:lnTo>
                    <a:pt x="1079600" y="0"/>
                  </a:lnTo>
                  <a:lnTo>
                    <a:pt x="1070603" y="0"/>
                  </a:lnTo>
                  <a:lnTo>
                    <a:pt x="1061607" y="0"/>
                  </a:lnTo>
                  <a:lnTo>
                    <a:pt x="1052610" y="0"/>
                  </a:lnTo>
                  <a:lnTo>
                    <a:pt x="1043613" y="0"/>
                  </a:lnTo>
                  <a:lnTo>
                    <a:pt x="1034616" y="0"/>
                  </a:lnTo>
                  <a:lnTo>
                    <a:pt x="1025620" y="0"/>
                  </a:lnTo>
                  <a:lnTo>
                    <a:pt x="1016623" y="0"/>
                  </a:lnTo>
                  <a:lnTo>
                    <a:pt x="1007626" y="0"/>
                  </a:lnTo>
                  <a:lnTo>
                    <a:pt x="998630" y="0"/>
                  </a:lnTo>
                  <a:lnTo>
                    <a:pt x="989633" y="0"/>
                  </a:lnTo>
                  <a:lnTo>
                    <a:pt x="980636" y="0"/>
                  </a:lnTo>
                  <a:lnTo>
                    <a:pt x="971640" y="0"/>
                  </a:lnTo>
                  <a:lnTo>
                    <a:pt x="962643" y="0"/>
                  </a:lnTo>
                  <a:lnTo>
                    <a:pt x="953646" y="0"/>
                  </a:lnTo>
                  <a:lnTo>
                    <a:pt x="944650" y="0"/>
                  </a:lnTo>
                  <a:lnTo>
                    <a:pt x="935653" y="0"/>
                  </a:lnTo>
                  <a:lnTo>
                    <a:pt x="926656" y="0"/>
                  </a:lnTo>
                  <a:lnTo>
                    <a:pt x="917660" y="0"/>
                  </a:lnTo>
                  <a:lnTo>
                    <a:pt x="908663" y="0"/>
                  </a:lnTo>
                  <a:lnTo>
                    <a:pt x="899666" y="0"/>
                  </a:lnTo>
                  <a:lnTo>
                    <a:pt x="890670" y="0"/>
                  </a:lnTo>
                  <a:lnTo>
                    <a:pt x="881673" y="0"/>
                  </a:lnTo>
                  <a:lnTo>
                    <a:pt x="872676" y="0"/>
                  </a:lnTo>
                  <a:lnTo>
                    <a:pt x="863680" y="0"/>
                  </a:lnTo>
                  <a:lnTo>
                    <a:pt x="854683" y="0"/>
                  </a:lnTo>
                  <a:lnTo>
                    <a:pt x="845686" y="0"/>
                  </a:lnTo>
                  <a:lnTo>
                    <a:pt x="836690" y="0"/>
                  </a:lnTo>
                  <a:lnTo>
                    <a:pt x="827693" y="0"/>
                  </a:lnTo>
                  <a:lnTo>
                    <a:pt x="818696" y="0"/>
                  </a:lnTo>
                  <a:lnTo>
                    <a:pt x="809700" y="0"/>
                  </a:lnTo>
                  <a:lnTo>
                    <a:pt x="800703" y="0"/>
                  </a:lnTo>
                  <a:lnTo>
                    <a:pt x="791706" y="0"/>
                  </a:lnTo>
                  <a:lnTo>
                    <a:pt x="782710" y="0"/>
                  </a:lnTo>
                  <a:lnTo>
                    <a:pt x="773713" y="0"/>
                  </a:lnTo>
                  <a:lnTo>
                    <a:pt x="764716" y="0"/>
                  </a:lnTo>
                  <a:lnTo>
                    <a:pt x="755720" y="0"/>
                  </a:lnTo>
                  <a:lnTo>
                    <a:pt x="746723" y="0"/>
                  </a:lnTo>
                  <a:lnTo>
                    <a:pt x="737726" y="0"/>
                  </a:lnTo>
                  <a:lnTo>
                    <a:pt x="728730" y="0"/>
                  </a:lnTo>
                  <a:lnTo>
                    <a:pt x="719733" y="0"/>
                  </a:lnTo>
                  <a:lnTo>
                    <a:pt x="710736" y="0"/>
                  </a:lnTo>
                  <a:lnTo>
                    <a:pt x="701740" y="0"/>
                  </a:lnTo>
                  <a:lnTo>
                    <a:pt x="692743" y="0"/>
                  </a:lnTo>
                  <a:lnTo>
                    <a:pt x="683746" y="0"/>
                  </a:lnTo>
                  <a:lnTo>
                    <a:pt x="674750" y="0"/>
                  </a:lnTo>
                  <a:lnTo>
                    <a:pt x="665753" y="0"/>
                  </a:lnTo>
                  <a:lnTo>
                    <a:pt x="656756" y="0"/>
                  </a:lnTo>
                  <a:lnTo>
                    <a:pt x="647760" y="0"/>
                  </a:lnTo>
                  <a:lnTo>
                    <a:pt x="638763" y="0"/>
                  </a:lnTo>
                  <a:lnTo>
                    <a:pt x="629766" y="0"/>
                  </a:lnTo>
                  <a:lnTo>
                    <a:pt x="620770" y="0"/>
                  </a:lnTo>
                  <a:lnTo>
                    <a:pt x="611773" y="0"/>
                  </a:lnTo>
                  <a:lnTo>
                    <a:pt x="602776" y="0"/>
                  </a:lnTo>
                  <a:lnTo>
                    <a:pt x="593780" y="0"/>
                  </a:lnTo>
                  <a:lnTo>
                    <a:pt x="584783" y="0"/>
                  </a:lnTo>
                  <a:lnTo>
                    <a:pt x="575786" y="0"/>
                  </a:lnTo>
                  <a:lnTo>
                    <a:pt x="566790" y="0"/>
                  </a:lnTo>
                  <a:lnTo>
                    <a:pt x="557793" y="0"/>
                  </a:lnTo>
                  <a:lnTo>
                    <a:pt x="548796" y="0"/>
                  </a:lnTo>
                  <a:lnTo>
                    <a:pt x="539800" y="0"/>
                  </a:lnTo>
                  <a:lnTo>
                    <a:pt x="530803" y="0"/>
                  </a:lnTo>
                  <a:lnTo>
                    <a:pt x="521806" y="0"/>
                  </a:lnTo>
                  <a:lnTo>
                    <a:pt x="512810" y="0"/>
                  </a:lnTo>
                  <a:lnTo>
                    <a:pt x="503813" y="0"/>
                  </a:lnTo>
                  <a:lnTo>
                    <a:pt x="494816" y="0"/>
                  </a:lnTo>
                  <a:lnTo>
                    <a:pt x="485820" y="0"/>
                  </a:lnTo>
                  <a:lnTo>
                    <a:pt x="476823" y="0"/>
                  </a:lnTo>
                  <a:lnTo>
                    <a:pt x="467826" y="0"/>
                  </a:lnTo>
                  <a:lnTo>
                    <a:pt x="458830" y="0"/>
                  </a:lnTo>
                  <a:lnTo>
                    <a:pt x="449833" y="0"/>
                  </a:lnTo>
                  <a:lnTo>
                    <a:pt x="440836" y="0"/>
                  </a:lnTo>
                  <a:lnTo>
                    <a:pt x="431840" y="0"/>
                  </a:lnTo>
                  <a:lnTo>
                    <a:pt x="422843" y="0"/>
                  </a:lnTo>
                  <a:lnTo>
                    <a:pt x="413846" y="0"/>
                  </a:lnTo>
                  <a:lnTo>
                    <a:pt x="404850" y="0"/>
                  </a:lnTo>
                  <a:lnTo>
                    <a:pt x="395853" y="0"/>
                  </a:lnTo>
                  <a:lnTo>
                    <a:pt x="386856" y="0"/>
                  </a:lnTo>
                  <a:lnTo>
                    <a:pt x="377860" y="0"/>
                  </a:lnTo>
                  <a:lnTo>
                    <a:pt x="368863" y="0"/>
                  </a:lnTo>
                  <a:lnTo>
                    <a:pt x="359866" y="0"/>
                  </a:lnTo>
                  <a:lnTo>
                    <a:pt x="350870" y="0"/>
                  </a:lnTo>
                  <a:lnTo>
                    <a:pt x="341873" y="0"/>
                  </a:lnTo>
                  <a:lnTo>
                    <a:pt x="332876" y="0"/>
                  </a:lnTo>
                  <a:lnTo>
                    <a:pt x="323880" y="0"/>
                  </a:lnTo>
                  <a:lnTo>
                    <a:pt x="314883" y="0"/>
                  </a:lnTo>
                  <a:lnTo>
                    <a:pt x="305886" y="0"/>
                  </a:lnTo>
                  <a:lnTo>
                    <a:pt x="296890" y="0"/>
                  </a:lnTo>
                  <a:lnTo>
                    <a:pt x="287893" y="0"/>
                  </a:lnTo>
                  <a:lnTo>
                    <a:pt x="278896" y="0"/>
                  </a:lnTo>
                  <a:lnTo>
                    <a:pt x="269900" y="0"/>
                  </a:lnTo>
                  <a:lnTo>
                    <a:pt x="260903" y="0"/>
                  </a:lnTo>
                  <a:lnTo>
                    <a:pt x="251906" y="0"/>
                  </a:lnTo>
                  <a:lnTo>
                    <a:pt x="242910" y="0"/>
                  </a:lnTo>
                  <a:lnTo>
                    <a:pt x="233913" y="0"/>
                  </a:lnTo>
                  <a:lnTo>
                    <a:pt x="224916" y="0"/>
                  </a:lnTo>
                  <a:lnTo>
                    <a:pt x="215920" y="0"/>
                  </a:lnTo>
                  <a:lnTo>
                    <a:pt x="206923" y="0"/>
                  </a:lnTo>
                  <a:lnTo>
                    <a:pt x="197926" y="0"/>
                  </a:lnTo>
                  <a:lnTo>
                    <a:pt x="188930" y="0"/>
                  </a:lnTo>
                  <a:lnTo>
                    <a:pt x="179933" y="0"/>
                  </a:lnTo>
                  <a:lnTo>
                    <a:pt x="170936" y="0"/>
                  </a:lnTo>
                  <a:lnTo>
                    <a:pt x="161940" y="0"/>
                  </a:lnTo>
                  <a:lnTo>
                    <a:pt x="152943" y="0"/>
                  </a:lnTo>
                  <a:lnTo>
                    <a:pt x="143946" y="0"/>
                  </a:lnTo>
                  <a:lnTo>
                    <a:pt x="134950" y="0"/>
                  </a:lnTo>
                  <a:lnTo>
                    <a:pt x="125953" y="0"/>
                  </a:lnTo>
                  <a:lnTo>
                    <a:pt x="116956" y="0"/>
                  </a:lnTo>
                  <a:lnTo>
                    <a:pt x="107960" y="0"/>
                  </a:lnTo>
                  <a:lnTo>
                    <a:pt x="98963" y="0"/>
                  </a:lnTo>
                  <a:lnTo>
                    <a:pt x="89966" y="0"/>
                  </a:lnTo>
                  <a:lnTo>
                    <a:pt x="80970" y="0"/>
                  </a:lnTo>
                  <a:lnTo>
                    <a:pt x="71973" y="0"/>
                  </a:lnTo>
                  <a:lnTo>
                    <a:pt x="62976" y="0"/>
                  </a:lnTo>
                  <a:lnTo>
                    <a:pt x="53980" y="0"/>
                  </a:lnTo>
                  <a:lnTo>
                    <a:pt x="44983" y="0"/>
                  </a:lnTo>
                  <a:lnTo>
                    <a:pt x="35986" y="0"/>
                  </a:lnTo>
                  <a:lnTo>
                    <a:pt x="26990" y="0"/>
                  </a:lnTo>
                  <a:lnTo>
                    <a:pt x="17993" y="0"/>
                  </a:lnTo>
                  <a:lnTo>
                    <a:pt x="8996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76402" y="4004452"/>
              <a:ext cx="8114546" cy="0"/>
            </a:xfrm>
            <a:custGeom>
              <a:avLst/>
              <a:pathLst>
                <a:path w="8114546" h="0">
                  <a:moveTo>
                    <a:pt x="0" y="0"/>
                  </a:moveTo>
                  <a:lnTo>
                    <a:pt x="8114546" y="0"/>
                  </a:lnTo>
                  <a:lnTo>
                    <a:pt x="8114546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8454097" y="4061198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2003485" y="3365891"/>
              <a:ext cx="100888" cy="100888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145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1247765" y="3140778"/>
              <a:ext cx="100888" cy="100888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145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1220775" y="3263967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1040841" y="2753610"/>
              <a:ext cx="100888" cy="100888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145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986861" y="2967048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1031845" y="4290456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1013851" y="4188582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1301745" y="5054513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932881" y="3948996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112815" y="4983115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842915" y="3207596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905891" y="4409000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896895" y="4329451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788935" y="2321769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761945" y="882298"/>
              <a:ext cx="100888" cy="100888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145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923885" y="5004418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770941" y="2897557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833918" y="5080753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734955" y="882298"/>
              <a:ext cx="100888" cy="100888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145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752948" y="4241062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752948" y="4241062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752948" y="4241062"/>
              <a:ext cx="100888" cy="100888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108271" y="2712190"/>
              <a:ext cx="102795" cy="78836"/>
            </a:xfrm>
            <a:custGeom>
              <a:avLst/>
              <a:pathLst>
                <a:path w="102795" h="78836">
                  <a:moveTo>
                    <a:pt x="102795" y="0"/>
                  </a:moveTo>
                  <a:lnTo>
                    <a:pt x="0" y="788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061575" y="2976779"/>
              <a:ext cx="3312234" cy="40417"/>
            </a:xfrm>
            <a:custGeom>
              <a:avLst/>
              <a:pathLst>
                <a:path w="3312234" h="40417">
                  <a:moveTo>
                    <a:pt x="3312234" y="0"/>
                  </a:moveTo>
                  <a:lnTo>
                    <a:pt x="0" y="404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106301" y="4343568"/>
              <a:ext cx="1821759" cy="202387"/>
            </a:xfrm>
            <a:custGeom>
              <a:avLst/>
              <a:pathLst>
                <a:path w="1821759" h="202387">
                  <a:moveTo>
                    <a:pt x="1821759" y="202387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09622" y="3271578"/>
              <a:ext cx="215231" cy="179147"/>
            </a:xfrm>
            <a:custGeom>
              <a:avLst/>
              <a:pathLst>
                <a:path w="215231" h="179147">
                  <a:moveTo>
                    <a:pt x="215231" y="179147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79048" y="4465879"/>
              <a:ext cx="1073175" cy="304008"/>
            </a:xfrm>
            <a:custGeom>
              <a:avLst/>
              <a:pathLst>
                <a:path w="1073175" h="304008">
                  <a:moveTo>
                    <a:pt x="1073175" y="304008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64442" y="4392835"/>
              <a:ext cx="88764" cy="67155"/>
            </a:xfrm>
            <a:custGeom>
              <a:avLst/>
              <a:pathLst>
                <a:path w="88764" h="67155">
                  <a:moveTo>
                    <a:pt x="88764" y="67155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98560" y="5007182"/>
              <a:ext cx="1054162" cy="46608"/>
            </a:xfrm>
            <a:custGeom>
              <a:avLst/>
              <a:pathLst>
                <a:path w="1054162" h="46608">
                  <a:moveTo>
                    <a:pt x="1054162" y="0"/>
                  </a:moveTo>
                  <a:lnTo>
                    <a:pt x="0" y="4660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45567" y="2844492"/>
              <a:ext cx="1554256" cy="101923"/>
            </a:xfrm>
            <a:custGeom>
              <a:avLst/>
              <a:pathLst>
                <a:path w="1554256" h="101923">
                  <a:moveTo>
                    <a:pt x="1554256" y="0"/>
                  </a:moveTo>
                  <a:lnTo>
                    <a:pt x="0" y="1019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00838" y="5144589"/>
              <a:ext cx="270088" cy="219527"/>
            </a:xfrm>
            <a:custGeom>
              <a:avLst/>
              <a:pathLst>
                <a:path w="270088" h="219527">
                  <a:moveTo>
                    <a:pt x="270088" y="219527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827660" y="4291865"/>
              <a:ext cx="2060788" cy="30445"/>
            </a:xfrm>
            <a:custGeom>
              <a:avLst/>
              <a:pathLst>
                <a:path w="2060788" h="30445">
                  <a:moveTo>
                    <a:pt x="2060788" y="30445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827383" y="4099110"/>
              <a:ext cx="1639776" cy="189622"/>
            </a:xfrm>
            <a:custGeom>
              <a:avLst/>
              <a:pathLst>
                <a:path w="1639776" h="189622">
                  <a:moveTo>
                    <a:pt x="1639776" y="0"/>
                  </a:moveTo>
                  <a:lnTo>
                    <a:pt x="0" y="1896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27400" y="4294196"/>
              <a:ext cx="294111" cy="32945"/>
            </a:xfrm>
            <a:custGeom>
              <a:avLst/>
              <a:pathLst>
                <a:path w="294111" h="32945">
                  <a:moveTo>
                    <a:pt x="294111" y="32945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6825483" y="4036793"/>
              <a:ext cx="1618361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129339" y="3439205"/>
              <a:ext cx="1837365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098949" y="2991708"/>
              <a:ext cx="1503399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56528" y="3216437"/>
              <a:ext cx="1732955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0294" y="2546936"/>
              <a:ext cx="1733230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4396670" y="2901769"/>
              <a:ext cx="1273568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950921" y="4471619"/>
              <a:ext cx="1659923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971902" y="4027487"/>
              <a:ext cx="1430183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50522" y="5155933"/>
              <a:ext cx="1336508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GALLIFORMES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20294" y="3800278"/>
              <a:ext cx="1586799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20294" y="4833815"/>
              <a:ext cx="1169249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PICIFORMES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0294" y="3465970"/>
              <a:ext cx="1221546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075083" y="4697742"/>
              <a:ext cx="1503307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CUCULIFORMES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0294" y="4475235"/>
              <a:ext cx="2046461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PROCELLARIIFORMES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99527" y="2297113"/>
              <a:ext cx="1513675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CICONIIFORMES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1019" y="982223"/>
              <a:ext cx="1305038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GAVIIFORMES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075582" y="4932095"/>
              <a:ext cx="1973154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CAPRIMULGIFORMES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2422683" y="2769149"/>
              <a:ext cx="1889662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PODICIPEDIFORMES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826070" y="5379361"/>
              <a:ext cx="1618177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FALCONIFORMES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73472" y="755601"/>
              <a:ext cx="2359417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PHOENICOPTERIFORMES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911309" y="4247312"/>
              <a:ext cx="1304854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OTIDIFORMES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2490019" y="4023348"/>
              <a:ext cx="1743506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PTEROCLIFORMES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1144371" y="4252539"/>
              <a:ext cx="1680658" cy="1423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9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TROGONIFORMES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12389" y="451704"/>
              <a:ext cx="441630" cy="3371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4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(a)</a:t>
              </a:r>
            </a:p>
          </p:txBody>
        </p:sp>
        <p:sp>
          <p:nvSpPr>
            <p:cNvPr id="72" name="pl72"/>
            <p:cNvSpPr/>
            <p:nvPr/>
          </p:nvSpPr>
          <p:spPr>
            <a:xfrm>
              <a:off x="776402" y="151830"/>
              <a:ext cx="0" cy="6096156"/>
            </a:xfrm>
            <a:custGeom>
              <a:avLst/>
              <a:pathLst>
                <a:path w="0" h="6096156">
                  <a:moveTo>
                    <a:pt x="0" y="6096156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375359" y="5911515"/>
              <a:ext cx="321332" cy="1185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75359" y="4399910"/>
              <a:ext cx="321332" cy="118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375359" y="2888144"/>
              <a:ext cx="321332" cy="1190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0.60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75359" y="1376942"/>
              <a:ext cx="321332" cy="1188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0.90</a:t>
              </a:r>
            </a:p>
          </p:txBody>
        </p:sp>
        <p:sp>
          <p:nvSpPr>
            <p:cNvPr id="77" name="pl77"/>
            <p:cNvSpPr/>
            <p:nvPr/>
          </p:nvSpPr>
          <p:spPr>
            <a:xfrm>
              <a:off x="732118" y="597088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2118" y="445944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732118" y="294800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2118" y="143655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776402" y="6247986"/>
              <a:ext cx="8114546" cy="0"/>
            </a:xfrm>
            <a:custGeom>
              <a:avLst/>
              <a:pathLst>
                <a:path w="8114546" h="0">
                  <a:moveTo>
                    <a:pt x="0" y="0"/>
                  </a:moveTo>
                  <a:lnTo>
                    <a:pt x="8114546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776402" y="6247986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25570" y="6247986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274737" y="6247986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7523905" y="6247986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730492" y="6327536"/>
              <a:ext cx="91820" cy="1185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887839" y="6327133"/>
              <a:ext cx="275462" cy="118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5137006" y="6327536"/>
              <a:ext cx="275462" cy="1185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7386173" y="6327536"/>
              <a:ext cx="275462" cy="1185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600402" y="6485624"/>
              <a:ext cx="2466547" cy="1784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of species in order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-1505137" y="3110146"/>
              <a:ext cx="3408629" cy="1795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Proportion of newly recorded species</a:t>
              </a:r>
            </a:p>
          </p:txBody>
        </p:sp>
        <p:sp>
          <p:nvSpPr>
            <p:cNvPr id="92" name="rc92"/>
            <p:cNvSpPr/>
            <p:nvPr/>
          </p:nvSpPr>
          <p:spPr>
            <a:xfrm>
              <a:off x="2739227" y="380265"/>
              <a:ext cx="2813168" cy="3965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2827794" y="468833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2839249" y="480288"/>
              <a:ext cx="196546" cy="196546"/>
            </a:xfrm>
            <a:prstGeom prst="rect">
              <a:avLst/>
            </a:prstGeom>
            <a:solidFill>
              <a:srgbClr val="E5393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4198615" y="468833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4210070" y="480288"/>
              <a:ext cx="196546" cy="196546"/>
            </a:xfrm>
            <a:prstGeom prst="rect">
              <a:avLst/>
            </a:prstGeom>
            <a:solidFill>
              <a:srgbClr val="87A6D0">
                <a:alpha val="78039"/>
              </a:srgbClr>
            </a:solidFill>
          </p:spPr>
          <p:txBody>
            <a:bodyPr/>
            <a:lstStyle/>
            <a:p/>
          </p:txBody>
        </p:sp>
        <p:sp>
          <p:nvSpPr>
            <p:cNvPr id="97" name="tx97"/>
            <p:cNvSpPr/>
            <p:nvPr/>
          </p:nvSpPr>
          <p:spPr>
            <a:xfrm>
              <a:off x="3135818" y="517951"/>
              <a:ext cx="9742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Above 95% CI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506639" y="517951"/>
              <a:ext cx="95718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Below 95% CI</a:t>
              </a:r>
            </a:p>
          </p:txBody>
        </p:sp>
        <p:sp>
          <p:nvSpPr>
            <p:cNvPr id="99" name="rc99"/>
            <p:cNvSpPr/>
            <p:nvPr/>
          </p:nvSpPr>
          <p:spPr>
            <a:xfrm>
              <a:off x="5729531" y="380265"/>
              <a:ext cx="2821502" cy="3965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5818099" y="468833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5867897" y="518631"/>
              <a:ext cx="119859" cy="1198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145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tx102"/>
            <p:cNvSpPr/>
            <p:nvPr/>
          </p:nvSpPr>
          <p:spPr>
            <a:xfrm>
              <a:off x="5887633" y="550436"/>
              <a:ext cx="80386" cy="799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03" name="rc103"/>
            <p:cNvSpPr/>
            <p:nvPr/>
          </p:nvSpPr>
          <p:spPr>
            <a:xfrm>
              <a:off x="7188919" y="468833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7238717" y="518631"/>
              <a:ext cx="119859" cy="119859"/>
            </a:xfrm>
            <a:prstGeom prst="ellipse">
              <a:avLst/>
            </a:prstGeom>
            <a:solidFill>
              <a:srgbClr val="7A7A7A">
                <a:alpha val="100000"/>
              </a:srgbClr>
            </a:solidFill>
            <a:ln w="11454" cap="rnd">
              <a:solidFill>
                <a:srgbClr val="7A7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tx105"/>
            <p:cNvSpPr/>
            <p:nvPr/>
          </p:nvSpPr>
          <p:spPr>
            <a:xfrm>
              <a:off x="7258454" y="550436"/>
              <a:ext cx="80386" cy="799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7A7A7A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6126122" y="517951"/>
              <a:ext cx="9742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Above 95% CI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7496943" y="517951"/>
              <a:ext cx="96552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Within 95% CI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2026-03-18T20:13:26Z</dcterms:modified>
  <cp:category/>
</cp:coreProperties>
</file>